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21688" y="2627198"/>
            <a:ext cx="650062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664328" y="1485112"/>
            <a:ext cx="2884804" cy="3827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FF00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8471" y="859993"/>
            <a:ext cx="439420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5440" y="1931674"/>
            <a:ext cx="7717790" cy="4570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slide" Target="slide24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3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6.png"/><Relationship Id="rId4" Type="http://schemas.openxmlformats.org/officeDocument/2006/relationships/image" Target="../media/image2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slide" Target="slide40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38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30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slide" Target="slide44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slide" Target="slide45.xml"/><Relationship Id="rId5" Type="http://schemas.openxmlformats.org/officeDocument/2006/relationships/slide" Target="slide43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slide" Target="slide44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1.png"/><Relationship Id="rId4" Type="http://schemas.openxmlformats.org/officeDocument/2006/relationships/image" Target="../media/image2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slide" Target="slide69.xml"/><Relationship Id="rId4" Type="http://schemas.openxmlformats.org/officeDocument/2006/relationships/slide" Target="slide70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68.xml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8.png"/><Relationship Id="rId5" Type="http://schemas.openxmlformats.org/officeDocument/2006/relationships/slide" Target="slide68.xml"/><Relationship Id="rId6" Type="http://schemas.openxmlformats.org/officeDocument/2006/relationships/image" Target="../media/image49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2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51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2.png"/><Relationship Id="rId4" Type="http://schemas.openxmlformats.org/officeDocument/2006/relationships/image" Target="../media/image53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Relationship Id="rId3" Type="http://schemas.openxmlformats.org/officeDocument/2006/relationships/image" Target="../media/image2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55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slide" Target="slide83.xml"/><Relationship Id="rId4" Type="http://schemas.openxmlformats.org/officeDocument/2006/relationships/slide" Target="slide85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56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50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slide" Target="slide24.xml"/><Relationship Id="rId4" Type="http://schemas.openxmlformats.org/officeDocument/2006/relationships/slide" Target="slide7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latin typeface="Times New Roman"/>
                <a:cs typeface="Times New Roman"/>
              </a:rPr>
              <a:t>5.1	</a:t>
            </a:r>
            <a:r>
              <a:rPr dirty="0" spc="-10"/>
              <a:t>“移近</a:t>
            </a:r>
            <a:r>
              <a:rPr dirty="0" spc="-10">
                <a:latin typeface="Times New Roman"/>
                <a:cs typeface="Times New Roman"/>
              </a:rPr>
              <a:t>—</a:t>
            </a:r>
            <a:r>
              <a:rPr dirty="0" spc="-10"/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6283325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7244" indent="-803910">
              <a:lnSpc>
                <a:spcPct val="100000"/>
              </a:lnSpc>
              <a:spcBef>
                <a:spcPts val="1275"/>
              </a:spcBef>
              <a:buFont typeface="Times New Roman"/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分析鸟瞰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endParaRPr sz="2800">
              <a:latin typeface="Times New Roman"/>
              <a:cs typeface="Times New Roman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分析对二义文法的应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6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endParaRPr sz="2800">
              <a:latin typeface="Times New Roman"/>
              <a:cs typeface="Times New Roman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复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endParaRPr sz="2800">
              <a:latin typeface="Times New Roman"/>
              <a:cs typeface="Times New Roman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77561" y="4293870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77561" y="4293870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3"/>
                </a:moveTo>
                <a:lnTo>
                  <a:pt x="390398" y="0"/>
                </a:lnTo>
                <a:lnTo>
                  <a:pt x="390398" y="134111"/>
                </a:lnTo>
                <a:lnTo>
                  <a:pt x="1562100" y="134111"/>
                </a:lnTo>
                <a:lnTo>
                  <a:pt x="1562100" y="402335"/>
                </a:lnTo>
                <a:lnTo>
                  <a:pt x="390398" y="402335"/>
                </a:lnTo>
                <a:lnTo>
                  <a:pt x="390398" y="536447"/>
                </a:lnTo>
                <a:lnTo>
                  <a:pt x="0" y="26822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08070" y="26923"/>
            <a:ext cx="17799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777" sz="3000" spc="-652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spc="-434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baseline="2777" sz="3000" spc="-652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-434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baseline="2777" sz="3000" spc="-1207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spc="-1195" b="1">
                <a:solidFill>
                  <a:srgbClr val="A15100"/>
                </a:solidFill>
                <a:latin typeface="宋体"/>
                <a:cs typeface="宋体"/>
              </a:rPr>
              <a:t>语</a:t>
            </a:r>
            <a:r>
              <a:rPr dirty="0" baseline="2777" sz="3000" spc="-1207" b="1">
                <a:solidFill>
                  <a:srgbClr val="A15100"/>
                </a:solidFill>
                <a:latin typeface="华文新魏"/>
                <a:cs typeface="华文新魏"/>
              </a:rPr>
              <a:t>法</a:t>
            </a:r>
            <a:r>
              <a:rPr dirty="0" sz="2000" spc="-1210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baseline="2777" sz="3000" spc="-1185" b="1">
                <a:solidFill>
                  <a:srgbClr val="A15100"/>
                </a:solidFill>
                <a:latin typeface="华文新魏"/>
                <a:cs typeface="华文新魏"/>
              </a:rPr>
              <a:t>分</a:t>
            </a:r>
            <a:r>
              <a:rPr dirty="0" sz="2000" spc="-1220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baseline="2777" sz="3000" spc="-1170" b="1">
                <a:solidFill>
                  <a:srgbClr val="A15100"/>
                </a:solidFill>
                <a:latin typeface="华文新魏"/>
                <a:cs typeface="华文新魏"/>
              </a:rPr>
              <a:t>析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3289" y="2230628"/>
            <a:ext cx="6184900" cy="164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87475" indent="-1375410">
              <a:lnSpc>
                <a:spcPct val="100000"/>
              </a:lnSpc>
              <a:spcBef>
                <a:spcPts val="100"/>
              </a:spcBef>
              <a:buClr>
                <a:srgbClr val="FFFF00"/>
              </a:buClr>
              <a:buAutoNum type="arabicPeriod"/>
              <a:tabLst>
                <a:tab pos="1387475" algn="l"/>
                <a:tab pos="138811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LALR(</a:t>
            </a:r>
            <a:r>
              <a:rPr dirty="0" sz="36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分析实现思想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/>
            </a:pPr>
            <a:endParaRPr sz="3200">
              <a:latin typeface="宋体"/>
              <a:cs typeface="宋体"/>
            </a:endParaRPr>
          </a:p>
          <a:p>
            <a:pPr lvl="2" marL="1387475" indent="-1375410">
              <a:lnSpc>
                <a:spcPct val="100000"/>
              </a:lnSpc>
              <a:buClr>
                <a:srgbClr val="FFFF00"/>
              </a:buClr>
              <a:buAutoNum type="arabicPeriod"/>
              <a:tabLst>
                <a:tab pos="1387475" algn="l"/>
                <a:tab pos="138811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LALR(</a:t>
            </a:r>
            <a:r>
              <a:rPr dirty="0" sz="36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27173" y="26923"/>
            <a:ext cx="162941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1032" y="26923"/>
            <a:ext cx="205041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82661" y="2224277"/>
            <a:ext cx="1315212" cy="7726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82661" y="2224277"/>
            <a:ext cx="1315720" cy="772795"/>
          </a:xfrm>
          <a:custGeom>
            <a:avLst/>
            <a:gdLst/>
            <a:ahLst/>
            <a:cxnLst/>
            <a:rect l="l" t="t" r="r" b="b"/>
            <a:pathLst>
              <a:path w="1315720" h="772794">
                <a:moveTo>
                  <a:pt x="0" y="386334"/>
                </a:moveTo>
                <a:lnTo>
                  <a:pt x="329057" y="0"/>
                </a:lnTo>
                <a:lnTo>
                  <a:pt x="329057" y="193167"/>
                </a:lnTo>
                <a:lnTo>
                  <a:pt x="1315212" y="193167"/>
                </a:lnTo>
                <a:lnTo>
                  <a:pt x="1315212" y="579501"/>
                </a:lnTo>
                <a:lnTo>
                  <a:pt x="329057" y="579501"/>
                </a:lnTo>
                <a:lnTo>
                  <a:pt x="329057" y="772668"/>
                </a:lnTo>
                <a:lnTo>
                  <a:pt x="0" y="38633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542" y="897127"/>
            <a:ext cx="20675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分析功能：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4897" y="875157"/>
            <a:ext cx="45586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54760" algn="l"/>
                <a:tab pos="311404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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SLR(1)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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542" y="2207513"/>
            <a:ext cx="42976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21760" algn="l"/>
              </a:tabLst>
            </a:pPr>
            <a:r>
              <a:rPr dirty="0" baseline="-3472" sz="4800" b="1">
                <a:solidFill>
                  <a:srgbClr val="FFFF00"/>
                </a:solidFill>
                <a:latin typeface="宋体"/>
                <a:cs typeface="宋体"/>
              </a:rPr>
              <a:t>分析器开销</a:t>
            </a:r>
            <a:r>
              <a:rPr dirty="0" baseline="-3472" sz="4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baseline="-3472" sz="4800" spc="157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Wingdings 3"/>
                <a:cs typeface="Wingdings 3"/>
              </a:rPr>
              <a:t></a:t>
            </a:r>
            <a:endParaRPr sz="3200">
              <a:latin typeface="Wingdings 3"/>
              <a:cs typeface="Wingdings 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3200" y="2207513"/>
            <a:ext cx="28943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SLR(1) LR(0)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Wingdings 3"/>
                <a:cs typeface="Wingdings 3"/>
              </a:rPr>
              <a:t></a:t>
            </a:r>
            <a:endParaRPr sz="3200">
              <a:latin typeface="Wingdings 3"/>
              <a:cs typeface="Wingdings 3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25773" y="3105530"/>
            <a:ext cx="1618488" cy="610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30396" y="3037554"/>
            <a:ext cx="809244" cy="452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30396" y="2992358"/>
            <a:ext cx="809244" cy="226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25773" y="3105530"/>
            <a:ext cx="1618615" cy="610870"/>
          </a:xfrm>
          <a:custGeom>
            <a:avLst/>
            <a:gdLst/>
            <a:ahLst/>
            <a:cxnLst/>
            <a:rect l="l" t="t" r="r" b="b"/>
            <a:pathLst>
              <a:path w="1618614" h="610870">
                <a:moveTo>
                  <a:pt x="1618488" y="429768"/>
                </a:moveTo>
                <a:lnTo>
                  <a:pt x="1213865" y="429768"/>
                </a:lnTo>
                <a:lnTo>
                  <a:pt x="1213865" y="0"/>
                </a:lnTo>
                <a:lnTo>
                  <a:pt x="404622" y="0"/>
                </a:lnTo>
                <a:lnTo>
                  <a:pt x="404622" y="429768"/>
                </a:lnTo>
                <a:lnTo>
                  <a:pt x="0" y="429768"/>
                </a:lnTo>
                <a:lnTo>
                  <a:pt x="809243" y="610743"/>
                </a:lnTo>
                <a:lnTo>
                  <a:pt x="1618488" y="4297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11346" y="3034029"/>
            <a:ext cx="847725" cy="67945"/>
          </a:xfrm>
          <a:custGeom>
            <a:avLst/>
            <a:gdLst/>
            <a:ahLst/>
            <a:cxnLst/>
            <a:rect l="l" t="t" r="r" b="b"/>
            <a:pathLst>
              <a:path w="847725" h="67944">
                <a:moveTo>
                  <a:pt x="0" y="67818"/>
                </a:moveTo>
                <a:lnTo>
                  <a:pt x="847344" y="67818"/>
                </a:lnTo>
                <a:lnTo>
                  <a:pt x="847344" y="0"/>
                </a:lnTo>
                <a:lnTo>
                  <a:pt x="0" y="0"/>
                </a:lnTo>
                <a:lnTo>
                  <a:pt x="0" y="678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11346" y="2973308"/>
            <a:ext cx="847725" cy="60960"/>
          </a:xfrm>
          <a:custGeom>
            <a:avLst/>
            <a:gdLst/>
            <a:ahLst/>
            <a:cxnLst/>
            <a:rect l="l" t="t" r="r" b="b"/>
            <a:pathLst>
              <a:path w="847725" h="60960">
                <a:moveTo>
                  <a:pt x="0" y="60721"/>
                </a:moveTo>
                <a:lnTo>
                  <a:pt x="847344" y="60721"/>
                </a:lnTo>
                <a:lnTo>
                  <a:pt x="847344" y="0"/>
                </a:lnTo>
                <a:lnTo>
                  <a:pt x="0" y="0"/>
                </a:lnTo>
                <a:lnTo>
                  <a:pt x="0" y="6072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93242" y="4193540"/>
            <a:ext cx="516318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3459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存储开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销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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、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SLR(1)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3242" y="4974412"/>
            <a:ext cx="348805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3459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分析功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能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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LR(1)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57494" y="4458461"/>
            <a:ext cx="658367" cy="10363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84341" y="4717541"/>
            <a:ext cx="48767" cy="5181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35573" y="4717541"/>
            <a:ext cx="24384" cy="5181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857494" y="4458461"/>
            <a:ext cx="658495" cy="1036319"/>
          </a:xfrm>
          <a:custGeom>
            <a:avLst/>
            <a:gdLst/>
            <a:ahLst/>
            <a:cxnLst/>
            <a:rect l="l" t="t" r="r" b="b"/>
            <a:pathLst>
              <a:path w="658495" h="1036320">
                <a:moveTo>
                  <a:pt x="463295" y="0"/>
                </a:moveTo>
                <a:lnTo>
                  <a:pt x="463295" y="259080"/>
                </a:lnTo>
                <a:lnTo>
                  <a:pt x="0" y="259080"/>
                </a:lnTo>
                <a:lnTo>
                  <a:pt x="0" y="777240"/>
                </a:lnTo>
                <a:lnTo>
                  <a:pt x="463295" y="777240"/>
                </a:lnTo>
                <a:lnTo>
                  <a:pt x="463295" y="1036319"/>
                </a:lnTo>
                <a:lnTo>
                  <a:pt x="658367" y="518160"/>
                </a:lnTo>
                <a:lnTo>
                  <a:pt x="463295" y="0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15584" y="4698491"/>
            <a:ext cx="0" cy="556260"/>
          </a:xfrm>
          <a:custGeom>
            <a:avLst/>
            <a:gdLst/>
            <a:ahLst/>
            <a:cxnLst/>
            <a:rect l="l" t="t" r="r" b="b"/>
            <a:pathLst>
              <a:path w="0" h="556260">
                <a:moveTo>
                  <a:pt x="0" y="0"/>
                </a:moveTo>
                <a:lnTo>
                  <a:pt x="0" y="556259"/>
                </a:lnTo>
              </a:path>
            </a:pathLst>
          </a:custGeom>
          <a:ln w="73151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47765" y="4698491"/>
            <a:ext cx="0" cy="556260"/>
          </a:xfrm>
          <a:custGeom>
            <a:avLst/>
            <a:gdLst/>
            <a:ahLst/>
            <a:cxnLst/>
            <a:rect l="l" t="t" r="r" b="b"/>
            <a:pathLst>
              <a:path w="0" h="556260">
                <a:moveTo>
                  <a:pt x="0" y="0"/>
                </a:moveTo>
                <a:lnTo>
                  <a:pt x="0" y="556259"/>
                </a:lnTo>
              </a:path>
            </a:pathLst>
          </a:custGeom>
          <a:ln w="62484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785609" y="4654422"/>
            <a:ext cx="163131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35073" y="1858517"/>
            <a:ext cx="2209800" cy="0"/>
          </a:xfrm>
          <a:custGeom>
            <a:avLst/>
            <a:gdLst/>
            <a:ahLst/>
            <a:cxnLst/>
            <a:rect l="l" t="t" r="r" b="b"/>
            <a:pathLst>
              <a:path w="2209800" h="0">
                <a:moveTo>
                  <a:pt x="0" y="0"/>
                </a:moveTo>
                <a:lnTo>
                  <a:pt x="2209800" y="0"/>
                </a:lnTo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0061" y="1858517"/>
            <a:ext cx="0" cy="733425"/>
          </a:xfrm>
          <a:custGeom>
            <a:avLst/>
            <a:gdLst/>
            <a:ahLst/>
            <a:cxnLst/>
            <a:rect l="l" t="t" r="r" b="b"/>
            <a:pathLst>
              <a:path w="0" h="733425">
                <a:moveTo>
                  <a:pt x="0" y="0"/>
                </a:moveTo>
                <a:lnTo>
                  <a:pt x="0" y="733044"/>
                </a:lnTo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20061" y="2554223"/>
            <a:ext cx="1277620" cy="114300"/>
          </a:xfrm>
          <a:custGeom>
            <a:avLst/>
            <a:gdLst/>
            <a:ahLst/>
            <a:cxnLst/>
            <a:rect l="l" t="t" r="r" b="b"/>
            <a:pathLst>
              <a:path w="1277620" h="114300">
                <a:moveTo>
                  <a:pt x="1162812" y="0"/>
                </a:moveTo>
                <a:lnTo>
                  <a:pt x="1162812" y="114300"/>
                </a:lnTo>
                <a:lnTo>
                  <a:pt x="1239012" y="76200"/>
                </a:lnTo>
                <a:lnTo>
                  <a:pt x="1181862" y="76200"/>
                </a:lnTo>
                <a:lnTo>
                  <a:pt x="1181862" y="38100"/>
                </a:lnTo>
                <a:lnTo>
                  <a:pt x="1239012" y="38100"/>
                </a:lnTo>
                <a:lnTo>
                  <a:pt x="1162812" y="0"/>
                </a:lnTo>
                <a:close/>
              </a:path>
              <a:path w="1277620" h="114300">
                <a:moveTo>
                  <a:pt x="11628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62812" y="76200"/>
                </a:lnTo>
                <a:lnTo>
                  <a:pt x="1162812" y="38100"/>
                </a:lnTo>
                <a:close/>
              </a:path>
              <a:path w="1277620" h="114300">
                <a:moveTo>
                  <a:pt x="1239012" y="38100"/>
                </a:moveTo>
                <a:lnTo>
                  <a:pt x="1181862" y="38100"/>
                </a:lnTo>
                <a:lnTo>
                  <a:pt x="1181862" y="76200"/>
                </a:lnTo>
                <a:lnTo>
                  <a:pt x="1239012" y="76200"/>
                </a:lnTo>
                <a:lnTo>
                  <a:pt x="1277112" y="57150"/>
                </a:lnTo>
                <a:lnTo>
                  <a:pt x="1239012" y="3810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0898" y="1169619"/>
            <a:ext cx="6022975" cy="1651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LALR(1)</a:t>
            </a:r>
            <a:endParaRPr sz="40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3204"/>
              </a:spcBef>
              <a:tabLst>
                <a:tab pos="4712970" algn="l"/>
              </a:tabLst>
            </a:pP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4000" spc="-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4000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4000" spc="-5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40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000" spc="-5" b="1">
                <a:solidFill>
                  <a:srgbClr val="FFFFFF"/>
                </a:solidFill>
                <a:latin typeface="黑体"/>
                <a:cs typeface="黑体"/>
              </a:rPr>
              <a:t>-</a:t>
            </a:r>
            <a:r>
              <a:rPr dirty="0" sz="4000" spc="-1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4000" spc="-5" b="1">
                <a:solidFill>
                  <a:srgbClr val="FFFFFF"/>
                </a:solidFill>
                <a:latin typeface="Times New Roman"/>
                <a:cs typeface="Times New Roman"/>
              </a:rPr>
              <a:t>head</a:t>
            </a:r>
            <a:r>
              <a:rPr dirty="0" sz="4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LR(1)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83742" y="3428238"/>
            <a:ext cx="71875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LALR(1)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分析表状态</a:t>
            </a:r>
            <a:r>
              <a:rPr dirty="0" sz="3200" spc="760" b="1">
                <a:solidFill>
                  <a:srgbClr val="00FFFF"/>
                </a:solidFill>
                <a:latin typeface="宋体"/>
                <a:cs typeface="宋体"/>
              </a:rPr>
              <a:t>数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3200" spc="-3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LR(0)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的状态数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3742" y="4533391"/>
            <a:ext cx="49993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652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LALR(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分析功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能</a:t>
            </a:r>
            <a:r>
              <a:rPr dirty="0" sz="3200" spc="-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00FFFF"/>
                </a:solidFill>
                <a:latin typeface="Symbol"/>
                <a:cs typeface="Symbol"/>
              </a:rPr>
              <a:t>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LR(1)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80465"/>
            <a:ext cx="11480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1717" y="680465"/>
            <a:ext cx="32664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＇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9966" y="1168203"/>
            <a:ext cx="2289175" cy="339217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791210" indent="-779145">
              <a:lnSpc>
                <a:spcPct val="100000"/>
              </a:lnSpc>
              <a:spcBef>
                <a:spcPts val="680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575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575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580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575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791210" indent="-779145">
              <a:lnSpc>
                <a:spcPct val="100000"/>
              </a:lnSpc>
              <a:spcBef>
                <a:spcPts val="580"/>
              </a:spcBef>
              <a:buFont typeface="Times New Roman"/>
              <a:buAutoNum type="arabicParenBoth"/>
              <a:tabLst>
                <a:tab pos="791210" algn="l"/>
                <a:tab pos="79184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06726" y="26923"/>
            <a:ext cx="58547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3960" algn="l"/>
                <a:tab pos="323596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6253" y="1203706"/>
            <a:ext cx="1765935" cy="518159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5"/>
              </a:spcBef>
            </a:pP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00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61765" y="1969770"/>
            <a:ext cx="2438400" cy="11614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37565" marR="31750" indent="-585470">
              <a:lnSpc>
                <a:spcPct val="108500"/>
              </a:lnSpc>
              <a:spcBef>
                <a:spcPts val="61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5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5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361" y="1283969"/>
            <a:ext cx="2242185" cy="2664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1930">
              <a:lnSpc>
                <a:spcPts val="259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6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741680" marR="9525" indent="-82550">
              <a:lnSpc>
                <a:spcPct val="105500"/>
              </a:lnSpc>
              <a:spcBef>
                <a:spcPts val="9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1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105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-4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40" b="1" i="1">
                <a:solidFill>
                  <a:srgbClr val="FFFFFF"/>
                </a:solidFill>
                <a:latin typeface="宋体"/>
                <a:cs typeface="宋体"/>
              </a:rPr>
              <a:t>Ｒ  Ｌ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sz="2750" spc="-16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825500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1765" y="3344417"/>
            <a:ext cx="1861820" cy="5308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52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2833" y="2050516"/>
            <a:ext cx="1994535" cy="1769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10" b="1">
                <a:solidFill>
                  <a:srgbClr val="FFFFFF"/>
                </a:solidFill>
                <a:latin typeface="Times New Roman"/>
                <a:cs typeface="Times New Roman"/>
              </a:rPr>
              <a:t>=·</a:t>
            </a:r>
            <a:r>
              <a:rPr dirty="0" sz="2600" spc="-2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  <a:p>
            <a:pPr algn="ctr" marR="35560">
              <a:lnSpc>
                <a:spcPct val="100000"/>
              </a:lnSpc>
              <a:spcBef>
                <a:spcPts val="31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-1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528955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1765" y="4312158"/>
            <a:ext cx="1823085" cy="3752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4150">
              <a:lnSpc>
                <a:spcPts val="29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750" spc="-35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9766" y="4350258"/>
            <a:ext cx="2418715" cy="3752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36220">
              <a:lnSpc>
                <a:spcPts val="26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3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Ｒ</a:t>
            </a:r>
            <a:r>
              <a:rPr dirty="0" sz="2600" spc="-3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1765" y="5132070"/>
            <a:ext cx="2037714" cy="5842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17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spc="-140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 i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9766" y="5182361"/>
            <a:ext cx="2037714" cy="5842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39065">
              <a:lnSpc>
                <a:spcPts val="290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66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954" y="4338065"/>
            <a:ext cx="1963420" cy="16446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2680"/>
              </a:lnSpc>
            </a:pP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660400" marR="26670">
              <a:lnSpc>
                <a:spcPct val="110000"/>
              </a:lnSpc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71166" y="1455419"/>
            <a:ext cx="1085215" cy="114300"/>
          </a:xfrm>
          <a:custGeom>
            <a:avLst/>
            <a:gdLst/>
            <a:ahLst/>
            <a:cxnLst/>
            <a:rect l="l" t="t" r="r" b="b"/>
            <a:pathLst>
              <a:path w="1085214" h="114300">
                <a:moveTo>
                  <a:pt x="970787" y="0"/>
                </a:moveTo>
                <a:lnTo>
                  <a:pt x="970787" y="114300"/>
                </a:lnTo>
                <a:lnTo>
                  <a:pt x="1046987" y="76200"/>
                </a:lnTo>
                <a:lnTo>
                  <a:pt x="989837" y="76200"/>
                </a:lnTo>
                <a:lnTo>
                  <a:pt x="989837" y="38100"/>
                </a:lnTo>
                <a:lnTo>
                  <a:pt x="1046987" y="38100"/>
                </a:lnTo>
                <a:lnTo>
                  <a:pt x="970787" y="0"/>
                </a:lnTo>
                <a:close/>
              </a:path>
              <a:path w="1085214" h="114300">
                <a:moveTo>
                  <a:pt x="9707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0787" y="76200"/>
                </a:lnTo>
                <a:lnTo>
                  <a:pt x="970787" y="38100"/>
                </a:lnTo>
                <a:close/>
              </a:path>
              <a:path w="1085214" h="114300">
                <a:moveTo>
                  <a:pt x="1046987" y="38100"/>
                </a:moveTo>
                <a:lnTo>
                  <a:pt x="989837" y="38100"/>
                </a:lnTo>
                <a:lnTo>
                  <a:pt x="989837" y="76200"/>
                </a:lnTo>
                <a:lnTo>
                  <a:pt x="1046987" y="76200"/>
                </a:lnTo>
                <a:lnTo>
                  <a:pt x="1085087" y="57150"/>
                </a:lnTo>
                <a:lnTo>
                  <a:pt x="104698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63419" y="1952370"/>
            <a:ext cx="998855" cy="461009"/>
          </a:xfrm>
          <a:custGeom>
            <a:avLst/>
            <a:gdLst/>
            <a:ahLst/>
            <a:cxnLst/>
            <a:rect l="l" t="t" r="r" b="b"/>
            <a:pathLst>
              <a:path w="998854" h="461010">
                <a:moveTo>
                  <a:pt x="886086" y="426026"/>
                </a:moveTo>
                <a:lnTo>
                  <a:pt x="870711" y="460882"/>
                </a:lnTo>
                <a:lnTo>
                  <a:pt x="998346" y="454787"/>
                </a:lnTo>
                <a:lnTo>
                  <a:pt x="980882" y="433704"/>
                </a:lnTo>
                <a:lnTo>
                  <a:pt x="903478" y="433704"/>
                </a:lnTo>
                <a:lnTo>
                  <a:pt x="886086" y="426026"/>
                </a:lnTo>
                <a:close/>
              </a:path>
              <a:path w="998854" h="461010">
                <a:moveTo>
                  <a:pt x="901438" y="391220"/>
                </a:moveTo>
                <a:lnTo>
                  <a:pt x="886086" y="426026"/>
                </a:lnTo>
                <a:lnTo>
                  <a:pt x="903478" y="433704"/>
                </a:lnTo>
                <a:lnTo>
                  <a:pt x="918844" y="398906"/>
                </a:lnTo>
                <a:lnTo>
                  <a:pt x="901438" y="391220"/>
                </a:lnTo>
                <a:close/>
              </a:path>
              <a:path w="998854" h="461010">
                <a:moveTo>
                  <a:pt x="916813" y="356362"/>
                </a:moveTo>
                <a:lnTo>
                  <a:pt x="901438" y="391220"/>
                </a:lnTo>
                <a:lnTo>
                  <a:pt x="918844" y="398906"/>
                </a:lnTo>
                <a:lnTo>
                  <a:pt x="903478" y="433704"/>
                </a:lnTo>
                <a:lnTo>
                  <a:pt x="980882" y="433704"/>
                </a:lnTo>
                <a:lnTo>
                  <a:pt x="916813" y="356362"/>
                </a:lnTo>
                <a:close/>
              </a:path>
              <a:path w="998854" h="461010">
                <a:moveTo>
                  <a:pt x="15493" y="0"/>
                </a:moveTo>
                <a:lnTo>
                  <a:pt x="0" y="34798"/>
                </a:lnTo>
                <a:lnTo>
                  <a:pt x="886086" y="426026"/>
                </a:lnTo>
                <a:lnTo>
                  <a:pt x="901438" y="391220"/>
                </a:lnTo>
                <a:lnTo>
                  <a:pt x="15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60751" y="2750947"/>
            <a:ext cx="1001394" cy="666750"/>
          </a:xfrm>
          <a:custGeom>
            <a:avLst/>
            <a:gdLst/>
            <a:ahLst/>
            <a:cxnLst/>
            <a:rect l="l" t="t" r="r" b="b"/>
            <a:pathLst>
              <a:path w="1001395" h="666750">
                <a:moveTo>
                  <a:pt x="895035" y="619830"/>
                </a:moveTo>
                <a:lnTo>
                  <a:pt x="874140" y="651637"/>
                </a:lnTo>
                <a:lnTo>
                  <a:pt x="1001013" y="666623"/>
                </a:lnTo>
                <a:lnTo>
                  <a:pt x="979930" y="630301"/>
                </a:lnTo>
                <a:lnTo>
                  <a:pt x="910971" y="630301"/>
                </a:lnTo>
                <a:lnTo>
                  <a:pt x="895035" y="619830"/>
                </a:lnTo>
                <a:close/>
              </a:path>
              <a:path w="1001395" h="666750">
                <a:moveTo>
                  <a:pt x="915978" y="587949"/>
                </a:moveTo>
                <a:lnTo>
                  <a:pt x="895035" y="619830"/>
                </a:lnTo>
                <a:lnTo>
                  <a:pt x="910971" y="630301"/>
                </a:lnTo>
                <a:lnTo>
                  <a:pt x="931926" y="598424"/>
                </a:lnTo>
                <a:lnTo>
                  <a:pt x="915978" y="587949"/>
                </a:lnTo>
                <a:close/>
              </a:path>
              <a:path w="1001395" h="666750">
                <a:moveTo>
                  <a:pt x="936878" y="556132"/>
                </a:moveTo>
                <a:lnTo>
                  <a:pt x="915978" y="587949"/>
                </a:lnTo>
                <a:lnTo>
                  <a:pt x="931926" y="598424"/>
                </a:lnTo>
                <a:lnTo>
                  <a:pt x="910971" y="630301"/>
                </a:lnTo>
                <a:lnTo>
                  <a:pt x="979930" y="630301"/>
                </a:lnTo>
                <a:lnTo>
                  <a:pt x="936878" y="556132"/>
                </a:lnTo>
                <a:close/>
              </a:path>
              <a:path w="1001395" h="666750">
                <a:moveTo>
                  <a:pt x="20828" y="0"/>
                </a:moveTo>
                <a:lnTo>
                  <a:pt x="0" y="31750"/>
                </a:lnTo>
                <a:lnTo>
                  <a:pt x="895035" y="619830"/>
                </a:lnTo>
                <a:lnTo>
                  <a:pt x="915978" y="587949"/>
                </a:lnTo>
                <a:lnTo>
                  <a:pt x="208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61260" y="3917950"/>
            <a:ext cx="1000760" cy="622935"/>
          </a:xfrm>
          <a:custGeom>
            <a:avLst/>
            <a:gdLst/>
            <a:ahLst/>
            <a:cxnLst/>
            <a:rect l="l" t="t" r="r" b="b"/>
            <a:pathLst>
              <a:path w="1000760" h="622935">
                <a:moveTo>
                  <a:pt x="893054" y="579320"/>
                </a:moveTo>
                <a:lnTo>
                  <a:pt x="873125" y="611886"/>
                </a:lnTo>
                <a:lnTo>
                  <a:pt x="1000505" y="622807"/>
                </a:lnTo>
                <a:lnTo>
                  <a:pt x="979580" y="589280"/>
                </a:lnTo>
                <a:lnTo>
                  <a:pt x="909319" y="589280"/>
                </a:lnTo>
                <a:lnTo>
                  <a:pt x="893054" y="579320"/>
                </a:lnTo>
                <a:close/>
              </a:path>
              <a:path w="1000760" h="622935">
                <a:moveTo>
                  <a:pt x="912961" y="546790"/>
                </a:moveTo>
                <a:lnTo>
                  <a:pt x="893054" y="579320"/>
                </a:lnTo>
                <a:lnTo>
                  <a:pt x="909319" y="589280"/>
                </a:lnTo>
                <a:lnTo>
                  <a:pt x="929259" y="556768"/>
                </a:lnTo>
                <a:lnTo>
                  <a:pt x="912961" y="546790"/>
                </a:lnTo>
                <a:close/>
              </a:path>
              <a:path w="1000760" h="622935">
                <a:moveTo>
                  <a:pt x="932814" y="514350"/>
                </a:moveTo>
                <a:lnTo>
                  <a:pt x="912961" y="546790"/>
                </a:lnTo>
                <a:lnTo>
                  <a:pt x="929259" y="556768"/>
                </a:lnTo>
                <a:lnTo>
                  <a:pt x="909319" y="589280"/>
                </a:lnTo>
                <a:lnTo>
                  <a:pt x="979580" y="589280"/>
                </a:lnTo>
                <a:lnTo>
                  <a:pt x="932814" y="514350"/>
                </a:lnTo>
                <a:close/>
              </a:path>
              <a:path w="1000760" h="622935">
                <a:moveTo>
                  <a:pt x="19812" y="0"/>
                </a:moveTo>
                <a:lnTo>
                  <a:pt x="0" y="32512"/>
                </a:lnTo>
                <a:lnTo>
                  <a:pt x="893054" y="579320"/>
                </a:lnTo>
                <a:lnTo>
                  <a:pt x="912961" y="546790"/>
                </a:lnTo>
                <a:lnTo>
                  <a:pt x="198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6615" y="3947921"/>
            <a:ext cx="114300" cy="402590"/>
          </a:xfrm>
          <a:custGeom>
            <a:avLst/>
            <a:gdLst/>
            <a:ahLst/>
            <a:cxnLst/>
            <a:rect l="l" t="t" r="r" b="b"/>
            <a:pathLst>
              <a:path w="114300" h="402589">
                <a:moveTo>
                  <a:pt x="38100" y="288035"/>
                </a:moveTo>
                <a:lnTo>
                  <a:pt x="0" y="288035"/>
                </a:lnTo>
                <a:lnTo>
                  <a:pt x="57150" y="402335"/>
                </a:lnTo>
                <a:lnTo>
                  <a:pt x="104775" y="307085"/>
                </a:lnTo>
                <a:lnTo>
                  <a:pt x="38100" y="307085"/>
                </a:lnTo>
                <a:lnTo>
                  <a:pt x="38100" y="288035"/>
                </a:lnTo>
                <a:close/>
              </a:path>
              <a:path w="114300" h="402589">
                <a:moveTo>
                  <a:pt x="76200" y="0"/>
                </a:moveTo>
                <a:lnTo>
                  <a:pt x="38100" y="0"/>
                </a:lnTo>
                <a:lnTo>
                  <a:pt x="38100" y="307085"/>
                </a:lnTo>
                <a:lnTo>
                  <a:pt x="76200" y="307085"/>
                </a:lnTo>
                <a:lnTo>
                  <a:pt x="76200" y="0"/>
                </a:lnTo>
                <a:close/>
              </a:path>
              <a:path w="114300" h="402589">
                <a:moveTo>
                  <a:pt x="114300" y="288035"/>
                </a:moveTo>
                <a:lnTo>
                  <a:pt x="76200" y="288035"/>
                </a:lnTo>
                <a:lnTo>
                  <a:pt x="76200" y="307085"/>
                </a:lnTo>
                <a:lnTo>
                  <a:pt x="104775" y="307085"/>
                </a:lnTo>
                <a:lnTo>
                  <a:pt x="114300" y="28803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00165" y="2350007"/>
            <a:ext cx="551815" cy="114300"/>
          </a:xfrm>
          <a:custGeom>
            <a:avLst/>
            <a:gdLst/>
            <a:ahLst/>
            <a:cxnLst/>
            <a:rect l="l" t="t" r="r" b="b"/>
            <a:pathLst>
              <a:path w="551814" h="114300">
                <a:moveTo>
                  <a:pt x="437388" y="0"/>
                </a:moveTo>
                <a:lnTo>
                  <a:pt x="437388" y="114300"/>
                </a:lnTo>
                <a:lnTo>
                  <a:pt x="513588" y="76200"/>
                </a:lnTo>
                <a:lnTo>
                  <a:pt x="456438" y="76200"/>
                </a:lnTo>
                <a:lnTo>
                  <a:pt x="456438" y="38100"/>
                </a:lnTo>
                <a:lnTo>
                  <a:pt x="513588" y="38100"/>
                </a:lnTo>
                <a:lnTo>
                  <a:pt x="437388" y="0"/>
                </a:lnTo>
                <a:close/>
              </a:path>
              <a:path w="551814" h="114300">
                <a:moveTo>
                  <a:pt x="4373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7388" y="76200"/>
                </a:lnTo>
                <a:lnTo>
                  <a:pt x="437388" y="38100"/>
                </a:lnTo>
                <a:close/>
              </a:path>
              <a:path w="551814" h="114300">
                <a:moveTo>
                  <a:pt x="513588" y="38100"/>
                </a:moveTo>
                <a:lnTo>
                  <a:pt x="456438" y="38100"/>
                </a:lnTo>
                <a:lnTo>
                  <a:pt x="456438" y="76200"/>
                </a:lnTo>
                <a:lnTo>
                  <a:pt x="513588" y="76200"/>
                </a:lnTo>
                <a:lnTo>
                  <a:pt x="551688" y="57150"/>
                </a:lnTo>
                <a:lnTo>
                  <a:pt x="5135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64758" y="5379720"/>
            <a:ext cx="445134" cy="114300"/>
          </a:xfrm>
          <a:custGeom>
            <a:avLst/>
            <a:gdLst/>
            <a:ahLst/>
            <a:cxnLst/>
            <a:rect l="l" t="t" r="r" b="b"/>
            <a:pathLst>
              <a:path w="445134" h="114300">
                <a:moveTo>
                  <a:pt x="330707" y="0"/>
                </a:moveTo>
                <a:lnTo>
                  <a:pt x="330707" y="114299"/>
                </a:lnTo>
                <a:lnTo>
                  <a:pt x="406908" y="76199"/>
                </a:lnTo>
                <a:lnTo>
                  <a:pt x="349757" y="76199"/>
                </a:lnTo>
                <a:lnTo>
                  <a:pt x="349757" y="38099"/>
                </a:lnTo>
                <a:lnTo>
                  <a:pt x="406908" y="38099"/>
                </a:lnTo>
                <a:lnTo>
                  <a:pt x="330707" y="0"/>
                </a:lnTo>
                <a:close/>
              </a:path>
              <a:path w="445134" h="114300">
                <a:moveTo>
                  <a:pt x="33070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30707" y="76199"/>
                </a:lnTo>
                <a:lnTo>
                  <a:pt x="330707" y="38099"/>
                </a:lnTo>
                <a:close/>
              </a:path>
              <a:path w="445134" h="114300">
                <a:moveTo>
                  <a:pt x="406908" y="38099"/>
                </a:moveTo>
                <a:lnTo>
                  <a:pt x="349757" y="38099"/>
                </a:lnTo>
                <a:lnTo>
                  <a:pt x="349757" y="76199"/>
                </a:lnTo>
                <a:lnTo>
                  <a:pt x="406908" y="76199"/>
                </a:lnTo>
                <a:lnTo>
                  <a:pt x="445008" y="57149"/>
                </a:lnTo>
                <a:lnTo>
                  <a:pt x="40690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64758" y="3912870"/>
            <a:ext cx="445134" cy="208915"/>
          </a:xfrm>
          <a:custGeom>
            <a:avLst/>
            <a:gdLst/>
            <a:ahLst/>
            <a:cxnLst/>
            <a:rect l="l" t="t" r="r" b="b"/>
            <a:pathLst>
              <a:path w="445134" h="208914">
                <a:moveTo>
                  <a:pt x="445008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64758" y="4121658"/>
            <a:ext cx="0" cy="1333500"/>
          </a:xfrm>
          <a:custGeom>
            <a:avLst/>
            <a:gdLst/>
            <a:ahLst/>
            <a:cxnLst/>
            <a:rect l="l" t="t" r="r" b="b"/>
            <a:pathLst>
              <a:path w="0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8354" y="2922270"/>
            <a:ext cx="0" cy="1219200"/>
          </a:xfrm>
          <a:custGeom>
            <a:avLst/>
            <a:gdLst/>
            <a:ahLst/>
            <a:cxnLst/>
            <a:rect l="l" t="t" r="r" b="b"/>
            <a:pathLst>
              <a:path w="0"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547354" y="4124705"/>
            <a:ext cx="390525" cy="226060"/>
          </a:xfrm>
          <a:custGeom>
            <a:avLst/>
            <a:gdLst/>
            <a:ahLst/>
            <a:cxnLst/>
            <a:rect l="l" t="t" r="r" b="b"/>
            <a:pathLst>
              <a:path w="390525" h="226060">
                <a:moveTo>
                  <a:pt x="72771" y="120523"/>
                </a:moveTo>
                <a:lnTo>
                  <a:pt x="0" y="225552"/>
                </a:lnTo>
                <a:lnTo>
                  <a:pt x="127762" y="220726"/>
                </a:lnTo>
                <a:lnTo>
                  <a:pt x="114449" y="196469"/>
                </a:lnTo>
                <a:lnTo>
                  <a:pt x="92710" y="196469"/>
                </a:lnTo>
                <a:lnTo>
                  <a:pt x="74422" y="163068"/>
                </a:lnTo>
                <a:lnTo>
                  <a:pt x="91101" y="153923"/>
                </a:lnTo>
                <a:lnTo>
                  <a:pt x="72771" y="120523"/>
                </a:lnTo>
                <a:close/>
              </a:path>
              <a:path w="390525" h="226060">
                <a:moveTo>
                  <a:pt x="91101" y="153923"/>
                </a:moveTo>
                <a:lnTo>
                  <a:pt x="74422" y="163068"/>
                </a:lnTo>
                <a:lnTo>
                  <a:pt x="92710" y="196469"/>
                </a:lnTo>
                <a:lnTo>
                  <a:pt x="109424" y="187312"/>
                </a:lnTo>
                <a:lnTo>
                  <a:pt x="91101" y="153923"/>
                </a:lnTo>
                <a:close/>
              </a:path>
              <a:path w="390525" h="226060">
                <a:moveTo>
                  <a:pt x="109424" y="187312"/>
                </a:moveTo>
                <a:lnTo>
                  <a:pt x="92710" y="196469"/>
                </a:lnTo>
                <a:lnTo>
                  <a:pt x="114449" y="196469"/>
                </a:lnTo>
                <a:lnTo>
                  <a:pt x="109424" y="187312"/>
                </a:lnTo>
                <a:close/>
              </a:path>
              <a:path w="390525" h="226060">
                <a:moveTo>
                  <a:pt x="371855" y="0"/>
                </a:moveTo>
                <a:lnTo>
                  <a:pt x="91101" y="153923"/>
                </a:lnTo>
                <a:lnTo>
                  <a:pt x="109424" y="187312"/>
                </a:lnTo>
                <a:lnTo>
                  <a:pt x="390144" y="33528"/>
                </a:lnTo>
                <a:lnTo>
                  <a:pt x="3718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751569" y="2766822"/>
            <a:ext cx="177165" cy="155575"/>
          </a:xfrm>
          <a:custGeom>
            <a:avLst/>
            <a:gdLst/>
            <a:ahLst/>
            <a:cxnLst/>
            <a:rect l="l" t="t" r="r" b="b"/>
            <a:pathLst>
              <a:path w="177165" h="155575">
                <a:moveTo>
                  <a:pt x="176783" y="15544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44673" y="4526153"/>
            <a:ext cx="1079500" cy="911225"/>
          </a:xfrm>
          <a:custGeom>
            <a:avLst/>
            <a:gdLst/>
            <a:ahLst/>
            <a:cxnLst/>
            <a:rect l="l" t="t" r="r" b="b"/>
            <a:pathLst>
              <a:path w="1079500" h="911225">
                <a:moveTo>
                  <a:pt x="979228" y="851761"/>
                </a:moveTo>
                <a:lnTo>
                  <a:pt x="954659" y="880999"/>
                </a:lnTo>
                <a:lnTo>
                  <a:pt x="1078991" y="910717"/>
                </a:lnTo>
                <a:lnTo>
                  <a:pt x="1058738" y="863981"/>
                </a:lnTo>
                <a:lnTo>
                  <a:pt x="993775" y="863981"/>
                </a:lnTo>
                <a:lnTo>
                  <a:pt x="979228" y="851761"/>
                </a:lnTo>
                <a:close/>
              </a:path>
              <a:path w="1079500" h="911225">
                <a:moveTo>
                  <a:pt x="1003697" y="822643"/>
                </a:moveTo>
                <a:lnTo>
                  <a:pt x="979228" y="851761"/>
                </a:lnTo>
                <a:lnTo>
                  <a:pt x="993775" y="863981"/>
                </a:lnTo>
                <a:lnTo>
                  <a:pt x="1018286" y="834898"/>
                </a:lnTo>
                <a:lnTo>
                  <a:pt x="1003697" y="822643"/>
                </a:lnTo>
                <a:close/>
              </a:path>
              <a:path w="1079500" h="911225">
                <a:moveTo>
                  <a:pt x="1028191" y="793496"/>
                </a:moveTo>
                <a:lnTo>
                  <a:pt x="1003697" y="822643"/>
                </a:lnTo>
                <a:lnTo>
                  <a:pt x="1018286" y="834898"/>
                </a:lnTo>
                <a:lnTo>
                  <a:pt x="993775" y="863981"/>
                </a:lnTo>
                <a:lnTo>
                  <a:pt x="1058738" y="863981"/>
                </a:lnTo>
                <a:lnTo>
                  <a:pt x="1028191" y="793496"/>
                </a:lnTo>
                <a:close/>
              </a:path>
              <a:path w="1079500" h="911225">
                <a:moveTo>
                  <a:pt x="24383" y="0"/>
                </a:moveTo>
                <a:lnTo>
                  <a:pt x="0" y="29210"/>
                </a:lnTo>
                <a:lnTo>
                  <a:pt x="979228" y="851761"/>
                </a:lnTo>
                <a:lnTo>
                  <a:pt x="1003697" y="822643"/>
                </a:lnTo>
                <a:lnTo>
                  <a:pt x="243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63698" y="1008125"/>
            <a:ext cx="375920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  <a:spcBef>
                <a:spcPts val="2039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44698" y="273875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96920" y="3713734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01798" y="451383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07455" y="4390135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842" y="390728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19464" y="3172205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04305" y="2051049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509766" y="2157222"/>
            <a:ext cx="2242185" cy="1790700"/>
          </a:xfrm>
          <a:custGeom>
            <a:avLst/>
            <a:gdLst/>
            <a:ahLst/>
            <a:cxnLst/>
            <a:rect l="l" t="t" r="r" b="b"/>
            <a:pathLst>
              <a:path w="2242184" h="1790700">
                <a:moveTo>
                  <a:pt x="0" y="1790700"/>
                </a:moveTo>
                <a:lnTo>
                  <a:pt x="2241804" y="1790700"/>
                </a:lnTo>
                <a:lnTo>
                  <a:pt x="2241804" y="0"/>
                </a:lnTo>
                <a:lnTo>
                  <a:pt x="0" y="0"/>
                </a:lnTo>
                <a:lnTo>
                  <a:pt x="0" y="17907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284470" y="3402457"/>
            <a:ext cx="1236980" cy="948055"/>
          </a:xfrm>
          <a:custGeom>
            <a:avLst/>
            <a:gdLst/>
            <a:ahLst/>
            <a:cxnLst/>
            <a:rect l="l" t="t" r="r" b="b"/>
            <a:pathLst>
              <a:path w="1236979" h="948054">
                <a:moveTo>
                  <a:pt x="56387" y="833119"/>
                </a:moveTo>
                <a:lnTo>
                  <a:pt x="0" y="947800"/>
                </a:lnTo>
                <a:lnTo>
                  <a:pt x="125602" y="924051"/>
                </a:lnTo>
                <a:lnTo>
                  <a:pt x="111295" y="905255"/>
                </a:lnTo>
                <a:lnTo>
                  <a:pt x="87375" y="905255"/>
                </a:lnTo>
                <a:lnTo>
                  <a:pt x="64262" y="874902"/>
                </a:lnTo>
                <a:lnTo>
                  <a:pt x="79413" y="863370"/>
                </a:lnTo>
                <a:lnTo>
                  <a:pt x="56387" y="833119"/>
                </a:lnTo>
                <a:close/>
              </a:path>
              <a:path w="1236979" h="948054">
                <a:moveTo>
                  <a:pt x="79413" y="863370"/>
                </a:moveTo>
                <a:lnTo>
                  <a:pt x="64262" y="874902"/>
                </a:lnTo>
                <a:lnTo>
                  <a:pt x="87375" y="905255"/>
                </a:lnTo>
                <a:lnTo>
                  <a:pt x="102520" y="893727"/>
                </a:lnTo>
                <a:lnTo>
                  <a:pt x="79413" y="863370"/>
                </a:lnTo>
                <a:close/>
              </a:path>
              <a:path w="1236979" h="948054">
                <a:moveTo>
                  <a:pt x="102520" y="893727"/>
                </a:moveTo>
                <a:lnTo>
                  <a:pt x="87375" y="905255"/>
                </a:lnTo>
                <a:lnTo>
                  <a:pt x="111295" y="905255"/>
                </a:lnTo>
                <a:lnTo>
                  <a:pt x="102520" y="893727"/>
                </a:lnTo>
                <a:close/>
              </a:path>
              <a:path w="1236979" h="948054">
                <a:moveTo>
                  <a:pt x="1213739" y="0"/>
                </a:moveTo>
                <a:lnTo>
                  <a:pt x="79413" y="863370"/>
                </a:lnTo>
                <a:lnTo>
                  <a:pt x="102520" y="893727"/>
                </a:lnTo>
                <a:lnTo>
                  <a:pt x="1236852" y="30225"/>
                </a:lnTo>
                <a:lnTo>
                  <a:pt x="12137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635878" y="3581780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557265" y="3609594"/>
            <a:ext cx="952500" cy="807720"/>
          </a:xfrm>
          <a:custGeom>
            <a:avLst/>
            <a:gdLst/>
            <a:ahLst/>
            <a:cxnLst/>
            <a:rect l="l" t="t" r="r" b="b"/>
            <a:pathLst>
              <a:path w="952500" h="807720">
                <a:moveTo>
                  <a:pt x="952500" y="0"/>
                </a:moveTo>
                <a:lnTo>
                  <a:pt x="0" y="80771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595365" y="4370070"/>
            <a:ext cx="0" cy="1447800"/>
          </a:xfrm>
          <a:custGeom>
            <a:avLst/>
            <a:gdLst/>
            <a:ahLst/>
            <a:cxnLst/>
            <a:rect l="l" t="t" r="r" b="b"/>
            <a:pathLst>
              <a:path w="0" h="1447800">
                <a:moveTo>
                  <a:pt x="0" y="0"/>
                </a:moveTo>
                <a:lnTo>
                  <a:pt x="0" y="14477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56866" y="5760720"/>
            <a:ext cx="3238500" cy="114300"/>
          </a:xfrm>
          <a:custGeom>
            <a:avLst/>
            <a:gdLst/>
            <a:ahLst/>
            <a:cxnLst/>
            <a:rect l="l" t="t" r="r" b="b"/>
            <a:pathLst>
              <a:path w="323850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23850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238500" h="114300">
                <a:moveTo>
                  <a:pt x="3238499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238499" y="76199"/>
                </a:lnTo>
                <a:lnTo>
                  <a:pt x="3238499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572505" y="491261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353564" y="4331461"/>
            <a:ext cx="1070610" cy="245745"/>
          </a:xfrm>
          <a:custGeom>
            <a:avLst/>
            <a:gdLst/>
            <a:ahLst/>
            <a:cxnLst/>
            <a:rect l="l" t="t" r="r" b="b"/>
            <a:pathLst>
              <a:path w="1070610" h="245745">
                <a:moveTo>
                  <a:pt x="954235" y="207986"/>
                </a:moveTo>
                <a:lnTo>
                  <a:pt x="947547" y="245490"/>
                </a:lnTo>
                <a:lnTo>
                  <a:pt x="1063221" y="211327"/>
                </a:lnTo>
                <a:lnTo>
                  <a:pt x="972947" y="211327"/>
                </a:lnTo>
                <a:lnTo>
                  <a:pt x="954235" y="207986"/>
                </a:lnTo>
                <a:close/>
              </a:path>
              <a:path w="1070610" h="245745">
                <a:moveTo>
                  <a:pt x="960939" y="170390"/>
                </a:moveTo>
                <a:lnTo>
                  <a:pt x="954235" y="207986"/>
                </a:lnTo>
                <a:lnTo>
                  <a:pt x="972947" y="211327"/>
                </a:lnTo>
                <a:lnTo>
                  <a:pt x="979677" y="173736"/>
                </a:lnTo>
                <a:lnTo>
                  <a:pt x="960939" y="170390"/>
                </a:lnTo>
                <a:close/>
              </a:path>
              <a:path w="1070610" h="245745">
                <a:moveTo>
                  <a:pt x="967613" y="132969"/>
                </a:moveTo>
                <a:lnTo>
                  <a:pt x="960939" y="170390"/>
                </a:lnTo>
                <a:lnTo>
                  <a:pt x="979677" y="173736"/>
                </a:lnTo>
                <a:lnTo>
                  <a:pt x="972947" y="211327"/>
                </a:lnTo>
                <a:lnTo>
                  <a:pt x="1063221" y="211327"/>
                </a:lnTo>
                <a:lnTo>
                  <a:pt x="1070102" y="209295"/>
                </a:lnTo>
                <a:lnTo>
                  <a:pt x="967613" y="132969"/>
                </a:lnTo>
                <a:close/>
              </a:path>
              <a:path w="1070610" h="245745">
                <a:moveTo>
                  <a:pt x="6604" y="0"/>
                </a:moveTo>
                <a:lnTo>
                  <a:pt x="0" y="37592"/>
                </a:lnTo>
                <a:lnTo>
                  <a:pt x="954235" y="207986"/>
                </a:lnTo>
                <a:lnTo>
                  <a:pt x="960939" y="170390"/>
                </a:lnTo>
                <a:lnTo>
                  <a:pt x="66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625598" y="3992702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356866" y="5982461"/>
            <a:ext cx="4768850" cy="0"/>
          </a:xfrm>
          <a:custGeom>
            <a:avLst/>
            <a:gdLst/>
            <a:ahLst/>
            <a:cxnLst/>
            <a:rect l="l" t="t" r="r" b="b"/>
            <a:pathLst>
              <a:path w="4768850" h="0">
                <a:moveTo>
                  <a:pt x="0" y="0"/>
                </a:moveTo>
                <a:lnTo>
                  <a:pt x="476859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68311" y="5766053"/>
            <a:ext cx="114300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851905" y="5573064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9973" y="5139054"/>
            <a:ext cx="378460" cy="328930"/>
          </a:xfrm>
          <a:custGeom>
            <a:avLst/>
            <a:gdLst/>
            <a:ahLst/>
            <a:cxnLst/>
            <a:rect l="l" t="t" r="r" b="b"/>
            <a:pathLst>
              <a:path w="378460" h="328929">
                <a:moveTo>
                  <a:pt x="246976" y="36182"/>
                </a:moveTo>
                <a:lnTo>
                  <a:pt x="198352" y="53340"/>
                </a:lnTo>
                <a:lnTo>
                  <a:pt x="142446" y="75057"/>
                </a:lnTo>
                <a:lnTo>
                  <a:pt x="104947" y="91059"/>
                </a:lnTo>
                <a:lnTo>
                  <a:pt x="62013" y="112649"/>
                </a:lnTo>
                <a:lnTo>
                  <a:pt x="28628" y="134747"/>
                </a:lnTo>
                <a:lnTo>
                  <a:pt x="3524" y="165227"/>
                </a:lnTo>
                <a:lnTo>
                  <a:pt x="1047" y="172974"/>
                </a:lnTo>
                <a:lnTo>
                  <a:pt x="704" y="174117"/>
                </a:lnTo>
                <a:lnTo>
                  <a:pt x="479" y="175387"/>
                </a:lnTo>
                <a:lnTo>
                  <a:pt x="97" y="180086"/>
                </a:lnTo>
                <a:lnTo>
                  <a:pt x="0" y="184658"/>
                </a:lnTo>
                <a:lnTo>
                  <a:pt x="978" y="191389"/>
                </a:lnTo>
                <a:lnTo>
                  <a:pt x="26218" y="225044"/>
                </a:lnTo>
                <a:lnTo>
                  <a:pt x="68066" y="247777"/>
                </a:lnTo>
                <a:lnTo>
                  <a:pt x="112512" y="264287"/>
                </a:lnTo>
                <a:lnTo>
                  <a:pt x="151374" y="276098"/>
                </a:lnTo>
                <a:lnTo>
                  <a:pt x="208791" y="291338"/>
                </a:lnTo>
                <a:lnTo>
                  <a:pt x="271237" y="306324"/>
                </a:lnTo>
                <a:lnTo>
                  <a:pt x="369802" y="328549"/>
                </a:lnTo>
                <a:lnTo>
                  <a:pt x="378158" y="291465"/>
                </a:lnTo>
                <a:lnTo>
                  <a:pt x="248225" y="261747"/>
                </a:lnTo>
                <a:lnTo>
                  <a:pt x="217795" y="254381"/>
                </a:lnTo>
                <a:lnTo>
                  <a:pt x="161484" y="239395"/>
                </a:lnTo>
                <a:lnTo>
                  <a:pt x="124146" y="227965"/>
                </a:lnTo>
                <a:lnTo>
                  <a:pt x="73958" y="208788"/>
                </a:lnTo>
                <a:lnTo>
                  <a:pt x="40783" y="187198"/>
                </a:lnTo>
                <a:lnTo>
                  <a:pt x="39709" y="185674"/>
                </a:lnTo>
                <a:lnTo>
                  <a:pt x="39226" y="185674"/>
                </a:lnTo>
                <a:lnTo>
                  <a:pt x="38745" y="184658"/>
                </a:lnTo>
                <a:lnTo>
                  <a:pt x="38501" y="184658"/>
                </a:lnTo>
                <a:lnTo>
                  <a:pt x="38437" y="184404"/>
                </a:lnTo>
                <a:lnTo>
                  <a:pt x="37970" y="184404"/>
                </a:lnTo>
                <a:lnTo>
                  <a:pt x="37938" y="183388"/>
                </a:lnTo>
                <a:lnTo>
                  <a:pt x="37681" y="183388"/>
                </a:lnTo>
                <a:lnTo>
                  <a:pt x="37805" y="182707"/>
                </a:lnTo>
                <a:lnTo>
                  <a:pt x="37542" y="182118"/>
                </a:lnTo>
                <a:lnTo>
                  <a:pt x="37862" y="182118"/>
                </a:lnTo>
                <a:lnTo>
                  <a:pt x="37607" y="181102"/>
                </a:lnTo>
                <a:lnTo>
                  <a:pt x="37866" y="181102"/>
                </a:lnTo>
                <a:lnTo>
                  <a:pt x="37834" y="180086"/>
                </a:lnTo>
                <a:lnTo>
                  <a:pt x="38282" y="180086"/>
                </a:lnTo>
                <a:lnTo>
                  <a:pt x="38351" y="179705"/>
                </a:lnTo>
                <a:lnTo>
                  <a:pt x="38634" y="179705"/>
                </a:lnTo>
                <a:lnTo>
                  <a:pt x="39015" y="178689"/>
                </a:lnTo>
                <a:lnTo>
                  <a:pt x="39355" y="178689"/>
                </a:lnTo>
                <a:lnTo>
                  <a:pt x="40158" y="177038"/>
                </a:lnTo>
                <a:lnTo>
                  <a:pt x="72973" y="150368"/>
                </a:lnTo>
                <a:lnTo>
                  <a:pt x="121047" y="125603"/>
                </a:lnTo>
                <a:lnTo>
                  <a:pt x="157267" y="110109"/>
                </a:lnTo>
                <a:lnTo>
                  <a:pt x="211852" y="89027"/>
                </a:lnTo>
                <a:lnTo>
                  <a:pt x="259192" y="72221"/>
                </a:lnTo>
                <a:lnTo>
                  <a:pt x="246976" y="36182"/>
                </a:lnTo>
                <a:close/>
              </a:path>
              <a:path w="378460" h="328929">
                <a:moveTo>
                  <a:pt x="38335" y="183522"/>
                </a:moveTo>
                <a:lnTo>
                  <a:pt x="38392" y="183913"/>
                </a:lnTo>
                <a:lnTo>
                  <a:pt x="39226" y="185674"/>
                </a:lnTo>
                <a:lnTo>
                  <a:pt x="38681" y="184134"/>
                </a:lnTo>
                <a:lnTo>
                  <a:pt x="38335" y="183522"/>
                </a:lnTo>
                <a:close/>
              </a:path>
              <a:path w="378460" h="328929">
                <a:moveTo>
                  <a:pt x="38681" y="184134"/>
                </a:moveTo>
                <a:lnTo>
                  <a:pt x="39226" y="185674"/>
                </a:lnTo>
                <a:lnTo>
                  <a:pt x="39709" y="185674"/>
                </a:lnTo>
                <a:lnTo>
                  <a:pt x="38904" y="184531"/>
                </a:lnTo>
                <a:lnTo>
                  <a:pt x="38681" y="184134"/>
                </a:lnTo>
                <a:close/>
              </a:path>
              <a:path w="378460" h="328929">
                <a:moveTo>
                  <a:pt x="38224" y="183559"/>
                </a:moveTo>
                <a:lnTo>
                  <a:pt x="38501" y="184658"/>
                </a:lnTo>
                <a:lnTo>
                  <a:pt x="38392" y="183913"/>
                </a:lnTo>
                <a:lnTo>
                  <a:pt x="38224" y="183559"/>
                </a:lnTo>
                <a:close/>
              </a:path>
              <a:path w="378460" h="328929">
                <a:moveTo>
                  <a:pt x="38392" y="183913"/>
                </a:moveTo>
                <a:lnTo>
                  <a:pt x="38501" y="184658"/>
                </a:lnTo>
                <a:lnTo>
                  <a:pt x="38745" y="184658"/>
                </a:lnTo>
                <a:lnTo>
                  <a:pt x="38392" y="183913"/>
                </a:lnTo>
                <a:close/>
              </a:path>
              <a:path w="378460" h="328929">
                <a:moveTo>
                  <a:pt x="38065" y="183223"/>
                </a:moveTo>
                <a:lnTo>
                  <a:pt x="37970" y="184404"/>
                </a:lnTo>
                <a:lnTo>
                  <a:pt x="38437" y="184404"/>
                </a:lnTo>
                <a:lnTo>
                  <a:pt x="38207" y="183522"/>
                </a:lnTo>
                <a:lnTo>
                  <a:pt x="38065" y="183223"/>
                </a:lnTo>
                <a:close/>
              </a:path>
              <a:path w="378460" h="328929">
                <a:moveTo>
                  <a:pt x="38245" y="182904"/>
                </a:moveTo>
                <a:lnTo>
                  <a:pt x="38356" y="183559"/>
                </a:lnTo>
                <a:lnTo>
                  <a:pt x="38681" y="184134"/>
                </a:lnTo>
                <a:lnTo>
                  <a:pt x="38245" y="182904"/>
                </a:lnTo>
                <a:close/>
              </a:path>
              <a:path w="378460" h="328929">
                <a:moveTo>
                  <a:pt x="38119" y="183140"/>
                </a:moveTo>
                <a:lnTo>
                  <a:pt x="38224" y="183559"/>
                </a:lnTo>
                <a:lnTo>
                  <a:pt x="38392" y="183913"/>
                </a:lnTo>
                <a:lnTo>
                  <a:pt x="38335" y="183522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078" y="183067"/>
                </a:moveTo>
                <a:lnTo>
                  <a:pt x="38143" y="183388"/>
                </a:lnTo>
                <a:lnTo>
                  <a:pt x="38224" y="183559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120" y="182551"/>
                </a:moveTo>
                <a:lnTo>
                  <a:pt x="38166" y="183223"/>
                </a:lnTo>
                <a:lnTo>
                  <a:pt x="38335" y="183522"/>
                </a:lnTo>
                <a:lnTo>
                  <a:pt x="38245" y="182904"/>
                </a:lnTo>
                <a:lnTo>
                  <a:pt x="38120" y="182551"/>
                </a:lnTo>
                <a:close/>
              </a:path>
              <a:path w="378460" h="328929">
                <a:moveTo>
                  <a:pt x="37809" y="182683"/>
                </a:moveTo>
                <a:lnTo>
                  <a:pt x="37681" y="183388"/>
                </a:lnTo>
                <a:lnTo>
                  <a:pt x="37792" y="182999"/>
                </a:lnTo>
                <a:lnTo>
                  <a:pt x="37809" y="182683"/>
                </a:lnTo>
                <a:close/>
              </a:path>
              <a:path w="378460" h="328929">
                <a:moveTo>
                  <a:pt x="37854" y="182778"/>
                </a:moveTo>
                <a:lnTo>
                  <a:pt x="37681" y="183388"/>
                </a:lnTo>
                <a:lnTo>
                  <a:pt x="37938" y="183388"/>
                </a:lnTo>
                <a:lnTo>
                  <a:pt x="37854" y="182778"/>
                </a:lnTo>
                <a:close/>
              </a:path>
              <a:path w="378460" h="328929">
                <a:moveTo>
                  <a:pt x="37919" y="182785"/>
                </a:moveTo>
                <a:lnTo>
                  <a:pt x="37959" y="182999"/>
                </a:lnTo>
                <a:lnTo>
                  <a:pt x="38065" y="183223"/>
                </a:lnTo>
                <a:lnTo>
                  <a:pt x="37986" y="182904"/>
                </a:lnTo>
                <a:close/>
              </a:path>
              <a:path w="378460" h="328929">
                <a:moveTo>
                  <a:pt x="37946" y="182454"/>
                </a:moveTo>
                <a:lnTo>
                  <a:pt x="37986" y="182904"/>
                </a:lnTo>
                <a:lnTo>
                  <a:pt x="38078" y="183067"/>
                </a:lnTo>
                <a:lnTo>
                  <a:pt x="37946" y="182454"/>
                </a:lnTo>
                <a:close/>
              </a:path>
              <a:path w="378460" h="328929">
                <a:moveTo>
                  <a:pt x="38008" y="182236"/>
                </a:moveTo>
                <a:lnTo>
                  <a:pt x="37971" y="182551"/>
                </a:lnTo>
                <a:lnTo>
                  <a:pt x="38084" y="182999"/>
                </a:lnTo>
                <a:lnTo>
                  <a:pt x="38008" y="182236"/>
                </a:lnTo>
                <a:close/>
              </a:path>
              <a:path w="378460" h="328929">
                <a:moveTo>
                  <a:pt x="37542" y="182118"/>
                </a:moveTo>
                <a:lnTo>
                  <a:pt x="37809" y="182683"/>
                </a:lnTo>
                <a:lnTo>
                  <a:pt x="37732" y="182454"/>
                </a:lnTo>
                <a:lnTo>
                  <a:pt x="37542" y="182118"/>
                </a:lnTo>
                <a:close/>
              </a:path>
              <a:path w="378460" h="328929">
                <a:moveTo>
                  <a:pt x="37862" y="182118"/>
                </a:moveTo>
                <a:lnTo>
                  <a:pt x="37542" y="182118"/>
                </a:lnTo>
                <a:lnTo>
                  <a:pt x="37822" y="182614"/>
                </a:lnTo>
                <a:lnTo>
                  <a:pt x="37862" y="182118"/>
                </a:lnTo>
                <a:close/>
              </a:path>
              <a:path w="378460" h="328929">
                <a:moveTo>
                  <a:pt x="37607" y="181102"/>
                </a:moveTo>
                <a:lnTo>
                  <a:pt x="37891" y="182234"/>
                </a:lnTo>
                <a:lnTo>
                  <a:pt x="37769" y="181559"/>
                </a:lnTo>
                <a:lnTo>
                  <a:pt x="37607" y="181102"/>
                </a:lnTo>
                <a:close/>
              </a:path>
              <a:path w="378460" h="328929">
                <a:moveTo>
                  <a:pt x="38249" y="180962"/>
                </a:moveTo>
                <a:lnTo>
                  <a:pt x="38181" y="181102"/>
                </a:lnTo>
                <a:lnTo>
                  <a:pt x="38100" y="181912"/>
                </a:lnTo>
                <a:lnTo>
                  <a:pt x="38218" y="181347"/>
                </a:lnTo>
                <a:lnTo>
                  <a:pt x="38249" y="180962"/>
                </a:lnTo>
                <a:close/>
              </a:path>
              <a:path w="378460" h="328929">
                <a:moveTo>
                  <a:pt x="37886" y="181737"/>
                </a:moveTo>
                <a:lnTo>
                  <a:pt x="37891" y="181905"/>
                </a:lnTo>
                <a:lnTo>
                  <a:pt x="37886" y="181737"/>
                </a:lnTo>
                <a:close/>
              </a:path>
              <a:path w="378460" h="328929">
                <a:moveTo>
                  <a:pt x="37866" y="181102"/>
                </a:moveTo>
                <a:lnTo>
                  <a:pt x="37607" y="181102"/>
                </a:lnTo>
                <a:lnTo>
                  <a:pt x="37831" y="181737"/>
                </a:lnTo>
                <a:lnTo>
                  <a:pt x="37866" y="181102"/>
                </a:lnTo>
                <a:close/>
              </a:path>
              <a:path w="378460" h="328929">
                <a:moveTo>
                  <a:pt x="38018" y="181347"/>
                </a:moveTo>
                <a:lnTo>
                  <a:pt x="37885" y="181710"/>
                </a:lnTo>
                <a:lnTo>
                  <a:pt x="38010" y="181452"/>
                </a:lnTo>
                <a:close/>
              </a:path>
              <a:path w="378460" h="328929">
                <a:moveTo>
                  <a:pt x="37834" y="180086"/>
                </a:moveTo>
                <a:lnTo>
                  <a:pt x="37885" y="181702"/>
                </a:lnTo>
                <a:lnTo>
                  <a:pt x="38007" y="181377"/>
                </a:lnTo>
                <a:lnTo>
                  <a:pt x="37834" y="180086"/>
                </a:lnTo>
                <a:close/>
              </a:path>
              <a:path w="378460" h="328929">
                <a:moveTo>
                  <a:pt x="38539" y="180365"/>
                </a:moveTo>
                <a:lnTo>
                  <a:pt x="38249" y="180962"/>
                </a:lnTo>
                <a:lnTo>
                  <a:pt x="38200" y="181559"/>
                </a:lnTo>
                <a:lnTo>
                  <a:pt x="38539" y="180365"/>
                </a:lnTo>
                <a:close/>
              </a:path>
              <a:path w="378460" h="328929">
                <a:moveTo>
                  <a:pt x="38273" y="180668"/>
                </a:moveTo>
                <a:lnTo>
                  <a:pt x="38162" y="180962"/>
                </a:lnTo>
                <a:lnTo>
                  <a:pt x="38047" y="181377"/>
                </a:lnTo>
                <a:lnTo>
                  <a:pt x="38148" y="181170"/>
                </a:lnTo>
                <a:lnTo>
                  <a:pt x="38273" y="180668"/>
                </a:lnTo>
                <a:close/>
              </a:path>
              <a:path w="378460" h="328929">
                <a:moveTo>
                  <a:pt x="38282" y="180086"/>
                </a:moveTo>
                <a:lnTo>
                  <a:pt x="37834" y="180086"/>
                </a:lnTo>
                <a:lnTo>
                  <a:pt x="38018" y="181347"/>
                </a:lnTo>
                <a:lnTo>
                  <a:pt x="38122" y="180962"/>
                </a:lnTo>
                <a:lnTo>
                  <a:pt x="38282" y="180086"/>
                </a:lnTo>
                <a:close/>
              </a:path>
              <a:path w="378460" h="328929">
                <a:moveTo>
                  <a:pt x="38351" y="179705"/>
                </a:moveTo>
                <a:lnTo>
                  <a:pt x="38084" y="181170"/>
                </a:lnTo>
                <a:lnTo>
                  <a:pt x="38273" y="180668"/>
                </a:lnTo>
                <a:lnTo>
                  <a:pt x="38351" y="179705"/>
                </a:lnTo>
                <a:close/>
              </a:path>
              <a:path w="378460" h="328929">
                <a:moveTo>
                  <a:pt x="39015" y="178689"/>
                </a:moveTo>
                <a:lnTo>
                  <a:pt x="38273" y="180668"/>
                </a:lnTo>
                <a:lnTo>
                  <a:pt x="38249" y="180962"/>
                </a:lnTo>
                <a:lnTo>
                  <a:pt x="38539" y="180365"/>
                </a:lnTo>
                <a:lnTo>
                  <a:pt x="39015" y="178689"/>
                </a:lnTo>
                <a:close/>
              </a:path>
              <a:path w="378460" h="328929">
                <a:moveTo>
                  <a:pt x="38634" y="179705"/>
                </a:moveTo>
                <a:lnTo>
                  <a:pt x="38351" y="179705"/>
                </a:lnTo>
                <a:lnTo>
                  <a:pt x="38273" y="180668"/>
                </a:lnTo>
                <a:lnTo>
                  <a:pt x="38634" y="179705"/>
                </a:lnTo>
                <a:close/>
              </a:path>
              <a:path w="378460" h="328929">
                <a:moveTo>
                  <a:pt x="39355" y="178689"/>
                </a:moveTo>
                <a:lnTo>
                  <a:pt x="39015" y="178689"/>
                </a:lnTo>
                <a:lnTo>
                  <a:pt x="38539" y="180365"/>
                </a:lnTo>
                <a:lnTo>
                  <a:pt x="39355" y="178689"/>
                </a:lnTo>
                <a:close/>
              </a:path>
              <a:path w="378460" h="328929">
                <a:moveTo>
                  <a:pt x="348855" y="29972"/>
                </a:moveTo>
                <a:lnTo>
                  <a:pt x="264874" y="29972"/>
                </a:lnTo>
                <a:lnTo>
                  <a:pt x="277333" y="65913"/>
                </a:lnTo>
                <a:lnTo>
                  <a:pt x="259192" y="72221"/>
                </a:lnTo>
                <a:lnTo>
                  <a:pt x="271389" y="108204"/>
                </a:lnTo>
                <a:lnTo>
                  <a:pt x="348855" y="29972"/>
                </a:lnTo>
                <a:close/>
              </a:path>
              <a:path w="378460" h="328929">
                <a:moveTo>
                  <a:pt x="264874" y="29972"/>
                </a:moveTo>
                <a:lnTo>
                  <a:pt x="246976" y="36182"/>
                </a:lnTo>
                <a:lnTo>
                  <a:pt x="259192" y="72221"/>
                </a:lnTo>
                <a:lnTo>
                  <a:pt x="277333" y="65913"/>
                </a:lnTo>
                <a:lnTo>
                  <a:pt x="264874" y="29972"/>
                </a:lnTo>
                <a:close/>
              </a:path>
              <a:path w="378460" h="328929">
                <a:moveTo>
                  <a:pt x="234712" y="0"/>
                </a:moveTo>
                <a:lnTo>
                  <a:pt x="246976" y="36182"/>
                </a:lnTo>
                <a:lnTo>
                  <a:pt x="264874" y="29972"/>
                </a:lnTo>
                <a:lnTo>
                  <a:pt x="348855" y="29972"/>
                </a:lnTo>
                <a:lnTo>
                  <a:pt x="361305" y="17399"/>
                </a:lnTo>
                <a:lnTo>
                  <a:pt x="2347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4239" y="492353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7340" y="528319"/>
            <a:ext cx="708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’)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的识别关于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项目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活前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2800" spc="-5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33247" y="26923"/>
            <a:ext cx="8027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7553959" y="350901"/>
            <a:ext cx="1440815" cy="170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8475" indent="-486409">
              <a:lnSpc>
                <a:spcPts val="2280"/>
              </a:lnSpc>
              <a:spcBef>
                <a:spcPts val="100"/>
              </a:spcBef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28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8858" y="3938778"/>
            <a:ext cx="1758950" cy="355600"/>
          </a:xfrm>
          <a:custGeom>
            <a:avLst/>
            <a:gdLst/>
            <a:ahLst/>
            <a:cxnLst/>
            <a:rect l="l" t="t" r="r" b="b"/>
            <a:pathLst>
              <a:path w="1758950" h="355600">
                <a:moveTo>
                  <a:pt x="0" y="355092"/>
                </a:moveTo>
                <a:lnTo>
                  <a:pt x="1758695" y="355092"/>
                </a:lnTo>
                <a:lnTo>
                  <a:pt x="1758695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89826" y="3277361"/>
            <a:ext cx="1626235" cy="344805"/>
          </a:xfrm>
          <a:custGeom>
            <a:avLst/>
            <a:gdLst/>
            <a:ahLst/>
            <a:cxnLst/>
            <a:rect l="l" t="t" r="r" b="b"/>
            <a:pathLst>
              <a:path w="1626234" h="344804">
                <a:moveTo>
                  <a:pt x="0" y="344424"/>
                </a:moveTo>
                <a:lnTo>
                  <a:pt x="1626107" y="344424"/>
                </a:lnTo>
                <a:lnTo>
                  <a:pt x="162610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4162" y="4423409"/>
            <a:ext cx="240030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9654" y="1029461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905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 marR="199390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>
              <a:lnSpc>
                <a:spcPts val="3629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13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90805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140" y="54604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61053" y="698754"/>
            <a:ext cx="20332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34461" y="9723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934583" y="61950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02202" y="1736851"/>
            <a:ext cx="1849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4461" y="1784604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41675" y="543306"/>
            <a:ext cx="378460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61053" y="1309877"/>
            <a:ext cx="2476500" cy="948055"/>
          </a:xfrm>
          <a:custGeom>
            <a:avLst/>
            <a:gdLst/>
            <a:ahLst/>
            <a:cxnLst/>
            <a:rect l="l" t="t" r="r" b="b"/>
            <a:pathLst>
              <a:path w="2476500" h="948055">
                <a:moveTo>
                  <a:pt x="0" y="947927"/>
                </a:moveTo>
                <a:lnTo>
                  <a:pt x="2476500" y="947927"/>
                </a:lnTo>
                <a:lnTo>
                  <a:pt x="2476500" y="0"/>
                </a:lnTo>
                <a:lnTo>
                  <a:pt x="0" y="0"/>
                </a:lnTo>
                <a:lnTo>
                  <a:pt x="0" y="9479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876802" y="1273556"/>
            <a:ext cx="275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909" sz="4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baseline="-26909" sz="4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02202" y="2450083"/>
            <a:ext cx="17259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934461" y="2724911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1" y="0"/>
                </a:moveTo>
                <a:lnTo>
                  <a:pt x="774191" y="114300"/>
                </a:lnTo>
                <a:lnTo>
                  <a:pt x="850391" y="76200"/>
                </a:lnTo>
                <a:lnTo>
                  <a:pt x="793241" y="76200"/>
                </a:lnTo>
                <a:lnTo>
                  <a:pt x="793241" y="38100"/>
                </a:lnTo>
                <a:lnTo>
                  <a:pt x="850391" y="38100"/>
                </a:lnTo>
                <a:lnTo>
                  <a:pt x="774191" y="0"/>
                </a:lnTo>
                <a:close/>
              </a:path>
              <a:path w="889000" h="114300">
                <a:moveTo>
                  <a:pt x="7741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1" y="76200"/>
                </a:lnTo>
                <a:lnTo>
                  <a:pt x="774191" y="38100"/>
                </a:lnTo>
                <a:close/>
              </a:path>
              <a:path w="889000" h="114300">
                <a:moveTo>
                  <a:pt x="850391" y="38100"/>
                </a:moveTo>
                <a:lnTo>
                  <a:pt x="793241" y="38100"/>
                </a:lnTo>
                <a:lnTo>
                  <a:pt x="793241" y="76200"/>
                </a:lnTo>
                <a:lnTo>
                  <a:pt x="850391" y="76200"/>
                </a:lnTo>
                <a:lnTo>
                  <a:pt x="888491" y="57150"/>
                </a:lnTo>
                <a:lnTo>
                  <a:pt x="8503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197098" y="2307463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61053" y="2486405"/>
            <a:ext cx="1995170" cy="485140"/>
          </a:xfrm>
          <a:custGeom>
            <a:avLst/>
            <a:gdLst/>
            <a:ahLst/>
            <a:cxnLst/>
            <a:rect l="l" t="t" r="r" b="b"/>
            <a:pathLst>
              <a:path w="1995170" h="485139">
                <a:moveTo>
                  <a:pt x="0" y="484632"/>
                </a:moveTo>
                <a:lnTo>
                  <a:pt x="1994916" y="484632"/>
                </a:lnTo>
                <a:lnTo>
                  <a:pt x="1994916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908928" y="24202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42003" y="4871720"/>
            <a:ext cx="2743200" cy="1945639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46990" marR="239395">
              <a:lnSpc>
                <a:spcPct val="97900"/>
              </a:lnSpc>
              <a:spcBef>
                <a:spcPts val="1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22953" y="4880609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8"/>
                </a:moveTo>
                <a:lnTo>
                  <a:pt x="2781300" y="1915668"/>
                </a:lnTo>
                <a:lnTo>
                  <a:pt x="2781300" y="0"/>
                </a:lnTo>
                <a:lnTo>
                  <a:pt x="0" y="0"/>
                </a:lnTo>
                <a:lnTo>
                  <a:pt x="0" y="19156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626732" y="5322823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55419" y="3938778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2"/>
                </a:moveTo>
                <a:lnTo>
                  <a:pt x="0" y="370332"/>
                </a:lnTo>
                <a:lnTo>
                  <a:pt x="57150" y="484632"/>
                </a:lnTo>
                <a:lnTo>
                  <a:pt x="104775" y="389382"/>
                </a:lnTo>
                <a:lnTo>
                  <a:pt x="38100" y="389382"/>
                </a:lnTo>
                <a:lnTo>
                  <a:pt x="38100" y="370332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2"/>
                </a:lnTo>
                <a:lnTo>
                  <a:pt x="76200" y="389382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2"/>
                </a:moveTo>
                <a:lnTo>
                  <a:pt x="76200" y="370332"/>
                </a:lnTo>
                <a:lnTo>
                  <a:pt x="76200" y="389382"/>
                </a:lnTo>
                <a:lnTo>
                  <a:pt x="104775" y="389382"/>
                </a:lnTo>
                <a:lnTo>
                  <a:pt x="114300" y="3703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590294" y="3898519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46273" y="435571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93306" y="651509"/>
            <a:ext cx="193040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93306" y="1346708"/>
            <a:ext cx="145669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290183" y="1029461"/>
            <a:ext cx="512445" cy="297180"/>
          </a:xfrm>
          <a:custGeom>
            <a:avLst/>
            <a:gdLst/>
            <a:ahLst/>
            <a:cxnLst/>
            <a:rect l="l" t="t" r="r" b="b"/>
            <a:pathLst>
              <a:path w="512445" h="297180">
                <a:moveTo>
                  <a:pt x="403100" y="38993"/>
                </a:moveTo>
                <a:lnTo>
                  <a:pt x="0" y="263778"/>
                </a:lnTo>
                <a:lnTo>
                  <a:pt x="18541" y="297052"/>
                </a:lnTo>
                <a:lnTo>
                  <a:pt x="421642" y="72267"/>
                </a:lnTo>
                <a:lnTo>
                  <a:pt x="403100" y="38993"/>
                </a:lnTo>
                <a:close/>
              </a:path>
              <a:path w="512445" h="297180">
                <a:moveTo>
                  <a:pt x="491914" y="29717"/>
                </a:moveTo>
                <a:lnTo>
                  <a:pt x="419735" y="29717"/>
                </a:lnTo>
                <a:lnTo>
                  <a:pt x="438276" y="62991"/>
                </a:lnTo>
                <a:lnTo>
                  <a:pt x="421642" y="72267"/>
                </a:lnTo>
                <a:lnTo>
                  <a:pt x="440182" y="105537"/>
                </a:lnTo>
                <a:lnTo>
                  <a:pt x="491914" y="29717"/>
                </a:lnTo>
                <a:close/>
              </a:path>
              <a:path w="512445" h="297180">
                <a:moveTo>
                  <a:pt x="419735" y="29717"/>
                </a:moveTo>
                <a:lnTo>
                  <a:pt x="403100" y="38993"/>
                </a:lnTo>
                <a:lnTo>
                  <a:pt x="421642" y="72267"/>
                </a:lnTo>
                <a:lnTo>
                  <a:pt x="438276" y="62991"/>
                </a:lnTo>
                <a:lnTo>
                  <a:pt x="419735" y="29717"/>
                </a:lnTo>
                <a:close/>
              </a:path>
              <a:path w="512445" h="297180">
                <a:moveTo>
                  <a:pt x="512190" y="0"/>
                </a:moveTo>
                <a:lnTo>
                  <a:pt x="384556" y="5714"/>
                </a:lnTo>
                <a:lnTo>
                  <a:pt x="403100" y="38993"/>
                </a:lnTo>
                <a:lnTo>
                  <a:pt x="419735" y="29717"/>
                </a:lnTo>
                <a:lnTo>
                  <a:pt x="491914" y="29717"/>
                </a:lnTo>
                <a:lnTo>
                  <a:pt x="5121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417055" y="721232"/>
            <a:ext cx="257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02373" y="660654"/>
            <a:ext cx="2178050" cy="1430020"/>
          </a:xfrm>
          <a:custGeom>
            <a:avLst/>
            <a:gdLst/>
            <a:ahLst/>
            <a:cxnLst/>
            <a:rect l="l" t="t" r="r" b="b"/>
            <a:pathLst>
              <a:path w="2178050" h="1430020">
                <a:moveTo>
                  <a:pt x="0" y="1429512"/>
                </a:moveTo>
                <a:lnTo>
                  <a:pt x="2177796" y="1429512"/>
                </a:lnTo>
                <a:lnTo>
                  <a:pt x="21777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728836" y="1268983"/>
            <a:ext cx="21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7754" y="5232653"/>
            <a:ext cx="291846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755">
              <a:lnSpc>
                <a:spcPts val="37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9465" y="6096761"/>
            <a:ext cx="256794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9220">
              <a:lnSpc>
                <a:spcPts val="36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38245" y="520486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940" y="6148527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94906" y="2452242"/>
            <a:ext cx="2019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41670" y="4662170"/>
            <a:ext cx="979805" cy="438784"/>
          </a:xfrm>
          <a:custGeom>
            <a:avLst/>
            <a:gdLst/>
            <a:ahLst/>
            <a:cxnLst/>
            <a:rect l="l" t="t" r="r" b="b"/>
            <a:pathLst>
              <a:path w="979804" h="438785">
                <a:moveTo>
                  <a:pt x="943728" y="38099"/>
                </a:moveTo>
                <a:lnTo>
                  <a:pt x="811656" y="38099"/>
                </a:lnTo>
                <a:lnTo>
                  <a:pt x="828801" y="38353"/>
                </a:lnTo>
                <a:lnTo>
                  <a:pt x="844423" y="39115"/>
                </a:lnTo>
                <a:lnTo>
                  <a:pt x="883030" y="46227"/>
                </a:lnTo>
                <a:lnTo>
                  <a:pt x="921765" y="69976"/>
                </a:lnTo>
                <a:lnTo>
                  <a:pt x="939546" y="109854"/>
                </a:lnTo>
                <a:lnTo>
                  <a:pt x="941704" y="130936"/>
                </a:lnTo>
                <a:lnTo>
                  <a:pt x="941624" y="144652"/>
                </a:lnTo>
                <a:lnTo>
                  <a:pt x="935608" y="194944"/>
                </a:lnTo>
                <a:lnTo>
                  <a:pt x="920241" y="255269"/>
                </a:lnTo>
                <a:lnTo>
                  <a:pt x="898398" y="320928"/>
                </a:lnTo>
                <a:lnTo>
                  <a:pt x="872489" y="389762"/>
                </a:lnTo>
                <a:lnTo>
                  <a:pt x="858774" y="424941"/>
                </a:lnTo>
                <a:lnTo>
                  <a:pt x="894333" y="438657"/>
                </a:lnTo>
                <a:lnTo>
                  <a:pt x="921384" y="368553"/>
                </a:lnTo>
                <a:lnTo>
                  <a:pt x="945896" y="299973"/>
                </a:lnTo>
                <a:lnTo>
                  <a:pt x="965580" y="234441"/>
                </a:lnTo>
                <a:lnTo>
                  <a:pt x="975486" y="187959"/>
                </a:lnTo>
                <a:lnTo>
                  <a:pt x="979804" y="144652"/>
                </a:lnTo>
                <a:lnTo>
                  <a:pt x="979804" y="130936"/>
                </a:lnTo>
                <a:lnTo>
                  <a:pt x="974598" y="92201"/>
                </a:lnTo>
                <a:lnTo>
                  <a:pt x="952373" y="47370"/>
                </a:lnTo>
                <a:lnTo>
                  <a:pt x="943728" y="38099"/>
                </a:lnTo>
                <a:close/>
              </a:path>
              <a:path w="979804" h="438785">
                <a:moveTo>
                  <a:pt x="91058" y="138683"/>
                </a:moveTo>
                <a:lnTo>
                  <a:pt x="0" y="228345"/>
                </a:lnTo>
                <a:lnTo>
                  <a:pt x="126364" y="247268"/>
                </a:lnTo>
                <a:lnTo>
                  <a:pt x="116537" y="217042"/>
                </a:lnTo>
                <a:lnTo>
                  <a:pt x="96519" y="217042"/>
                </a:lnTo>
                <a:lnTo>
                  <a:pt x="84708" y="180720"/>
                </a:lnTo>
                <a:lnTo>
                  <a:pt x="102823" y="174866"/>
                </a:lnTo>
                <a:lnTo>
                  <a:pt x="91058" y="138683"/>
                </a:lnTo>
                <a:close/>
              </a:path>
              <a:path w="979804" h="438785">
                <a:moveTo>
                  <a:pt x="102823" y="174866"/>
                </a:moveTo>
                <a:lnTo>
                  <a:pt x="84708" y="180720"/>
                </a:lnTo>
                <a:lnTo>
                  <a:pt x="96519" y="217042"/>
                </a:lnTo>
                <a:lnTo>
                  <a:pt x="114609" y="211113"/>
                </a:lnTo>
                <a:lnTo>
                  <a:pt x="102823" y="174866"/>
                </a:lnTo>
                <a:close/>
              </a:path>
              <a:path w="979804" h="438785">
                <a:moveTo>
                  <a:pt x="114609" y="211113"/>
                </a:moveTo>
                <a:lnTo>
                  <a:pt x="96519" y="217042"/>
                </a:lnTo>
                <a:lnTo>
                  <a:pt x="116537" y="217042"/>
                </a:lnTo>
                <a:lnTo>
                  <a:pt x="114609" y="211113"/>
                </a:lnTo>
                <a:close/>
              </a:path>
              <a:path w="979804" h="438785">
                <a:moveTo>
                  <a:pt x="812164" y="0"/>
                </a:moveTo>
                <a:lnTo>
                  <a:pt x="771525" y="2031"/>
                </a:lnTo>
                <a:lnTo>
                  <a:pt x="726947" y="6857"/>
                </a:lnTo>
                <a:lnTo>
                  <a:pt x="678941" y="14350"/>
                </a:lnTo>
                <a:lnTo>
                  <a:pt x="627506" y="24383"/>
                </a:lnTo>
                <a:lnTo>
                  <a:pt x="573024" y="36575"/>
                </a:lnTo>
                <a:lnTo>
                  <a:pt x="515746" y="50799"/>
                </a:lnTo>
                <a:lnTo>
                  <a:pt x="456056" y="66801"/>
                </a:lnTo>
                <a:lnTo>
                  <a:pt x="394207" y="84327"/>
                </a:lnTo>
                <a:lnTo>
                  <a:pt x="330326" y="103250"/>
                </a:lnTo>
                <a:lnTo>
                  <a:pt x="264921" y="123316"/>
                </a:lnTo>
                <a:lnTo>
                  <a:pt x="102823" y="174866"/>
                </a:lnTo>
                <a:lnTo>
                  <a:pt x="114609" y="211113"/>
                </a:lnTo>
                <a:lnTo>
                  <a:pt x="142239" y="202056"/>
                </a:lnTo>
                <a:lnTo>
                  <a:pt x="276097" y="159638"/>
                </a:lnTo>
                <a:lnTo>
                  <a:pt x="404621" y="121030"/>
                </a:lnTo>
                <a:lnTo>
                  <a:pt x="465963" y="103631"/>
                </a:lnTo>
                <a:lnTo>
                  <a:pt x="525144" y="87756"/>
                </a:lnTo>
                <a:lnTo>
                  <a:pt x="581532" y="73786"/>
                </a:lnTo>
                <a:lnTo>
                  <a:pt x="635126" y="61721"/>
                </a:lnTo>
                <a:lnTo>
                  <a:pt x="685291" y="51942"/>
                </a:lnTo>
                <a:lnTo>
                  <a:pt x="731646" y="44703"/>
                </a:lnTo>
                <a:lnTo>
                  <a:pt x="774064" y="40004"/>
                </a:lnTo>
                <a:lnTo>
                  <a:pt x="811656" y="38099"/>
                </a:lnTo>
                <a:lnTo>
                  <a:pt x="943728" y="38099"/>
                </a:lnTo>
                <a:lnTo>
                  <a:pt x="910081" y="15747"/>
                </a:lnTo>
                <a:lnTo>
                  <a:pt x="865758" y="3428"/>
                </a:lnTo>
                <a:lnTo>
                  <a:pt x="830960" y="253"/>
                </a:lnTo>
                <a:lnTo>
                  <a:pt x="8121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480428" y="425203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716011" y="2090166"/>
            <a:ext cx="114300" cy="396240"/>
          </a:xfrm>
          <a:custGeom>
            <a:avLst/>
            <a:gdLst/>
            <a:ahLst/>
            <a:cxnLst/>
            <a:rect l="l" t="t" r="r" b="b"/>
            <a:pathLst>
              <a:path w="114300" h="396239">
                <a:moveTo>
                  <a:pt x="38100" y="281939"/>
                </a:moveTo>
                <a:lnTo>
                  <a:pt x="0" y="281939"/>
                </a:lnTo>
                <a:lnTo>
                  <a:pt x="57150" y="396239"/>
                </a:lnTo>
                <a:lnTo>
                  <a:pt x="104775" y="300989"/>
                </a:lnTo>
                <a:lnTo>
                  <a:pt x="38100" y="300989"/>
                </a:lnTo>
                <a:lnTo>
                  <a:pt x="38100" y="281939"/>
                </a:lnTo>
                <a:close/>
              </a:path>
              <a:path w="114300" h="396239">
                <a:moveTo>
                  <a:pt x="76200" y="0"/>
                </a:moveTo>
                <a:lnTo>
                  <a:pt x="38100" y="0"/>
                </a:lnTo>
                <a:lnTo>
                  <a:pt x="38100" y="300989"/>
                </a:lnTo>
                <a:lnTo>
                  <a:pt x="76200" y="300989"/>
                </a:lnTo>
                <a:lnTo>
                  <a:pt x="76200" y="0"/>
                </a:lnTo>
                <a:close/>
              </a:path>
              <a:path w="114300" h="396239">
                <a:moveTo>
                  <a:pt x="114300" y="281939"/>
                </a:moveTo>
                <a:lnTo>
                  <a:pt x="76200" y="281939"/>
                </a:lnTo>
                <a:lnTo>
                  <a:pt x="76200" y="300989"/>
                </a:lnTo>
                <a:lnTo>
                  <a:pt x="104775" y="300989"/>
                </a:lnTo>
                <a:lnTo>
                  <a:pt x="114300" y="281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801736" y="1959610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928866" y="2847594"/>
            <a:ext cx="2215515" cy="0"/>
          </a:xfrm>
          <a:custGeom>
            <a:avLst/>
            <a:gdLst/>
            <a:ahLst/>
            <a:cxnLst/>
            <a:rect l="l" t="t" r="r" b="b"/>
            <a:pathLst>
              <a:path w="2215515" h="0">
                <a:moveTo>
                  <a:pt x="0" y="0"/>
                </a:moveTo>
                <a:lnTo>
                  <a:pt x="221513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928866" y="2462022"/>
            <a:ext cx="2215515" cy="386080"/>
          </a:xfrm>
          <a:custGeom>
            <a:avLst/>
            <a:gdLst/>
            <a:ahLst/>
            <a:cxnLst/>
            <a:rect l="l" t="t" r="r" b="b"/>
            <a:pathLst>
              <a:path w="2215515" h="386080">
                <a:moveTo>
                  <a:pt x="2215133" y="0"/>
                </a:moveTo>
                <a:lnTo>
                  <a:pt x="0" y="0"/>
                </a:lnTo>
                <a:lnTo>
                  <a:pt x="0" y="3855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8308213" y="2815285"/>
            <a:ext cx="763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10</a:t>
            </a:r>
            <a:r>
              <a:rPr dirty="0" sz="3200" spc="-2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baseline="13888" sz="4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008876" y="4144771"/>
            <a:ext cx="1671955" cy="1433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62230" marR="158115">
              <a:lnSpc>
                <a:spcPct val="95000"/>
              </a:lnSpc>
              <a:spcBef>
                <a:spcPts val="24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979157" y="4153661"/>
            <a:ext cx="1720850" cy="1430020"/>
          </a:xfrm>
          <a:custGeom>
            <a:avLst/>
            <a:gdLst/>
            <a:ahLst/>
            <a:cxnLst/>
            <a:rect l="l" t="t" r="r" b="b"/>
            <a:pathLst>
              <a:path w="1720850" h="1430020">
                <a:moveTo>
                  <a:pt x="0" y="1429512"/>
                </a:moveTo>
                <a:lnTo>
                  <a:pt x="1720596" y="1429512"/>
                </a:lnTo>
                <a:lnTo>
                  <a:pt x="17205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703309" y="4447488"/>
            <a:ext cx="3981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75" b="1">
                <a:solidFill>
                  <a:srgbClr val="66FFFF"/>
                </a:solidFill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17646" y="4022216"/>
            <a:ext cx="2038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923667" y="3923029"/>
            <a:ext cx="1420495" cy="985519"/>
          </a:xfrm>
          <a:custGeom>
            <a:avLst/>
            <a:gdLst/>
            <a:ahLst/>
            <a:cxnLst/>
            <a:rect l="l" t="t" r="r" b="b"/>
            <a:pathLst>
              <a:path w="1420495" h="985520">
                <a:moveTo>
                  <a:pt x="1315461" y="935954"/>
                </a:moveTo>
                <a:lnTo>
                  <a:pt x="1293875" y="967359"/>
                </a:lnTo>
                <a:lnTo>
                  <a:pt x="1420495" y="985012"/>
                </a:lnTo>
                <a:lnTo>
                  <a:pt x="1399363" y="946785"/>
                </a:lnTo>
                <a:lnTo>
                  <a:pt x="1331213" y="946785"/>
                </a:lnTo>
                <a:lnTo>
                  <a:pt x="1315461" y="935954"/>
                </a:lnTo>
                <a:close/>
              </a:path>
              <a:path w="1420495" h="985520">
                <a:moveTo>
                  <a:pt x="1337091" y="904485"/>
                </a:moveTo>
                <a:lnTo>
                  <a:pt x="1315461" y="935954"/>
                </a:lnTo>
                <a:lnTo>
                  <a:pt x="1331213" y="946785"/>
                </a:lnTo>
                <a:lnTo>
                  <a:pt x="1352804" y="915289"/>
                </a:lnTo>
                <a:lnTo>
                  <a:pt x="1337091" y="904485"/>
                </a:lnTo>
                <a:close/>
              </a:path>
              <a:path w="1420495" h="985520">
                <a:moveTo>
                  <a:pt x="1358645" y="873125"/>
                </a:moveTo>
                <a:lnTo>
                  <a:pt x="1337091" y="904485"/>
                </a:lnTo>
                <a:lnTo>
                  <a:pt x="1352804" y="915289"/>
                </a:lnTo>
                <a:lnTo>
                  <a:pt x="1331213" y="946785"/>
                </a:lnTo>
                <a:lnTo>
                  <a:pt x="1399363" y="946785"/>
                </a:lnTo>
                <a:lnTo>
                  <a:pt x="1358645" y="873125"/>
                </a:lnTo>
                <a:close/>
              </a:path>
              <a:path w="1420495" h="985520">
                <a:moveTo>
                  <a:pt x="21589" y="0"/>
                </a:moveTo>
                <a:lnTo>
                  <a:pt x="0" y="31496"/>
                </a:lnTo>
                <a:lnTo>
                  <a:pt x="1315461" y="935954"/>
                </a:lnTo>
                <a:lnTo>
                  <a:pt x="1337091" y="904485"/>
                </a:lnTo>
                <a:lnTo>
                  <a:pt x="215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136773" y="5979667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867405" y="6373367"/>
            <a:ext cx="955675" cy="114300"/>
          </a:xfrm>
          <a:custGeom>
            <a:avLst/>
            <a:gdLst/>
            <a:ahLst/>
            <a:cxnLst/>
            <a:rect l="l" t="t" r="r" b="b"/>
            <a:pathLst>
              <a:path w="95567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5567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55675" h="114300">
                <a:moveTo>
                  <a:pt x="955547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55547" y="76199"/>
                </a:lnTo>
                <a:lnTo>
                  <a:pt x="955547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27070" y="5233415"/>
            <a:ext cx="596265" cy="114300"/>
          </a:xfrm>
          <a:custGeom>
            <a:avLst/>
            <a:gdLst/>
            <a:ahLst/>
            <a:cxnLst/>
            <a:rect l="l" t="t" r="r" b="b"/>
            <a:pathLst>
              <a:path w="59626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9626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96264" h="114300">
                <a:moveTo>
                  <a:pt x="59588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95883" y="76200"/>
                </a:lnTo>
                <a:lnTo>
                  <a:pt x="59588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3435350" y="4410913"/>
            <a:ext cx="306705" cy="913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349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34290">
              <a:lnSpc>
                <a:spcPts val="349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934461" y="4800472"/>
            <a:ext cx="890269" cy="127000"/>
          </a:xfrm>
          <a:custGeom>
            <a:avLst/>
            <a:gdLst/>
            <a:ahLst/>
            <a:cxnLst/>
            <a:rect l="l" t="t" r="r" b="b"/>
            <a:pathLst>
              <a:path w="890270" h="127000">
                <a:moveTo>
                  <a:pt x="115272" y="38068"/>
                </a:moveTo>
                <a:lnTo>
                  <a:pt x="112823" y="76041"/>
                </a:lnTo>
                <a:lnTo>
                  <a:pt x="887222" y="126618"/>
                </a:lnTo>
                <a:lnTo>
                  <a:pt x="889762" y="88518"/>
                </a:lnTo>
                <a:lnTo>
                  <a:pt x="115272" y="38068"/>
                </a:lnTo>
                <a:close/>
              </a:path>
              <a:path w="890270" h="127000">
                <a:moveTo>
                  <a:pt x="117729" y="0"/>
                </a:moveTo>
                <a:lnTo>
                  <a:pt x="0" y="49656"/>
                </a:lnTo>
                <a:lnTo>
                  <a:pt x="110362" y="114172"/>
                </a:lnTo>
                <a:lnTo>
                  <a:pt x="112823" y="76041"/>
                </a:lnTo>
                <a:lnTo>
                  <a:pt x="93852" y="74802"/>
                </a:lnTo>
                <a:lnTo>
                  <a:pt x="96265" y="36829"/>
                </a:lnTo>
                <a:lnTo>
                  <a:pt x="115352" y="36829"/>
                </a:lnTo>
                <a:lnTo>
                  <a:pt x="117729" y="0"/>
                </a:lnTo>
                <a:close/>
              </a:path>
              <a:path w="890270" h="127000">
                <a:moveTo>
                  <a:pt x="96265" y="36829"/>
                </a:moveTo>
                <a:lnTo>
                  <a:pt x="93852" y="74802"/>
                </a:lnTo>
                <a:lnTo>
                  <a:pt x="112823" y="76041"/>
                </a:lnTo>
                <a:lnTo>
                  <a:pt x="115272" y="38068"/>
                </a:lnTo>
                <a:lnTo>
                  <a:pt x="96265" y="36829"/>
                </a:lnTo>
                <a:close/>
              </a:path>
              <a:path w="890270" h="127000">
                <a:moveTo>
                  <a:pt x="115352" y="36829"/>
                </a:moveTo>
                <a:lnTo>
                  <a:pt x="96265" y="36829"/>
                </a:lnTo>
                <a:lnTo>
                  <a:pt x="115272" y="38068"/>
                </a:lnTo>
                <a:lnTo>
                  <a:pt x="115352" y="368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198870" y="1794510"/>
            <a:ext cx="603885" cy="1419225"/>
          </a:xfrm>
          <a:custGeom>
            <a:avLst/>
            <a:gdLst/>
            <a:ahLst/>
            <a:cxnLst/>
            <a:rect l="l" t="t" r="r" b="b"/>
            <a:pathLst>
              <a:path w="603884" h="1419225">
                <a:moveTo>
                  <a:pt x="603503" y="0"/>
                </a:moveTo>
                <a:lnTo>
                  <a:pt x="0" y="14188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410961" y="3194811"/>
            <a:ext cx="792480" cy="241935"/>
          </a:xfrm>
          <a:custGeom>
            <a:avLst/>
            <a:gdLst/>
            <a:ahLst/>
            <a:cxnLst/>
            <a:rect l="l" t="t" r="r" b="b"/>
            <a:pathLst>
              <a:path w="792479" h="241935">
                <a:moveTo>
                  <a:pt x="97154" y="130683"/>
                </a:moveTo>
                <a:lnTo>
                  <a:pt x="0" y="213613"/>
                </a:lnTo>
                <a:lnTo>
                  <a:pt x="124713" y="241680"/>
                </a:lnTo>
                <a:lnTo>
                  <a:pt x="116641" y="209168"/>
                </a:lnTo>
                <a:lnTo>
                  <a:pt x="97027" y="209168"/>
                </a:lnTo>
                <a:lnTo>
                  <a:pt x="87884" y="172212"/>
                </a:lnTo>
                <a:lnTo>
                  <a:pt x="106331" y="167643"/>
                </a:lnTo>
                <a:lnTo>
                  <a:pt x="97154" y="130683"/>
                </a:lnTo>
                <a:close/>
              </a:path>
              <a:path w="792479" h="241935">
                <a:moveTo>
                  <a:pt x="106331" y="167643"/>
                </a:moveTo>
                <a:lnTo>
                  <a:pt x="87884" y="172212"/>
                </a:lnTo>
                <a:lnTo>
                  <a:pt x="97027" y="209168"/>
                </a:lnTo>
                <a:lnTo>
                  <a:pt x="115506" y="204596"/>
                </a:lnTo>
                <a:lnTo>
                  <a:pt x="106331" y="167643"/>
                </a:lnTo>
                <a:close/>
              </a:path>
              <a:path w="792479" h="241935">
                <a:moveTo>
                  <a:pt x="115506" y="204596"/>
                </a:moveTo>
                <a:lnTo>
                  <a:pt x="97027" y="209168"/>
                </a:lnTo>
                <a:lnTo>
                  <a:pt x="116641" y="209168"/>
                </a:lnTo>
                <a:lnTo>
                  <a:pt x="115506" y="204596"/>
                </a:lnTo>
                <a:close/>
              </a:path>
              <a:path w="792479" h="241935">
                <a:moveTo>
                  <a:pt x="783336" y="0"/>
                </a:moveTo>
                <a:lnTo>
                  <a:pt x="106331" y="167643"/>
                </a:lnTo>
                <a:lnTo>
                  <a:pt x="115506" y="204596"/>
                </a:lnTo>
                <a:lnTo>
                  <a:pt x="792479" y="37084"/>
                </a:lnTo>
                <a:lnTo>
                  <a:pt x="783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5705602" y="28663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016502" y="3239261"/>
            <a:ext cx="1394460" cy="386080"/>
          </a:xfrm>
          <a:custGeom>
            <a:avLst/>
            <a:gdLst/>
            <a:ahLst/>
            <a:cxnLst/>
            <a:rect l="l" t="t" r="r" b="b"/>
            <a:pathLst>
              <a:path w="1394460" h="386079">
                <a:moveTo>
                  <a:pt x="0" y="385571"/>
                </a:moveTo>
                <a:lnTo>
                  <a:pt x="1394460" y="385571"/>
                </a:lnTo>
                <a:lnTo>
                  <a:pt x="13944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3606800" y="3137357"/>
            <a:ext cx="16884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12</a:t>
            </a:r>
            <a:r>
              <a:rPr dirty="0" sz="3200" spc="-2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baseline="2314" sz="3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44308" y="3217545"/>
            <a:ext cx="131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722869" y="4005834"/>
            <a:ext cx="1252220" cy="454025"/>
          </a:xfrm>
          <a:custGeom>
            <a:avLst/>
            <a:gdLst/>
            <a:ahLst/>
            <a:cxnLst/>
            <a:rect l="l" t="t" r="r" b="b"/>
            <a:pathLst>
              <a:path w="1252220" h="454025">
                <a:moveTo>
                  <a:pt x="1251670" y="94107"/>
                </a:moveTo>
                <a:lnTo>
                  <a:pt x="1213484" y="94107"/>
                </a:lnTo>
                <a:lnTo>
                  <a:pt x="1213865" y="97155"/>
                </a:lnTo>
                <a:lnTo>
                  <a:pt x="1204468" y="141097"/>
                </a:lnTo>
                <a:lnTo>
                  <a:pt x="1184655" y="178054"/>
                </a:lnTo>
                <a:lnTo>
                  <a:pt x="1155573" y="219329"/>
                </a:lnTo>
                <a:lnTo>
                  <a:pt x="1118870" y="264033"/>
                </a:lnTo>
                <a:lnTo>
                  <a:pt x="1091183" y="295275"/>
                </a:lnTo>
                <a:lnTo>
                  <a:pt x="1061338" y="327279"/>
                </a:lnTo>
                <a:lnTo>
                  <a:pt x="1029843" y="360172"/>
                </a:lnTo>
                <a:lnTo>
                  <a:pt x="964437" y="427101"/>
                </a:lnTo>
                <a:lnTo>
                  <a:pt x="991615" y="453771"/>
                </a:lnTo>
                <a:lnTo>
                  <a:pt x="1057148" y="386715"/>
                </a:lnTo>
                <a:lnTo>
                  <a:pt x="1088771" y="353695"/>
                </a:lnTo>
                <a:lnTo>
                  <a:pt x="1118997" y="321183"/>
                </a:lnTo>
                <a:lnTo>
                  <a:pt x="1147572" y="289179"/>
                </a:lnTo>
                <a:lnTo>
                  <a:pt x="1173479" y="258191"/>
                </a:lnTo>
                <a:lnTo>
                  <a:pt x="1196721" y="227965"/>
                </a:lnTo>
                <a:lnTo>
                  <a:pt x="1225041" y="184912"/>
                </a:lnTo>
                <a:lnTo>
                  <a:pt x="1244219" y="143891"/>
                </a:lnTo>
                <a:lnTo>
                  <a:pt x="1252093" y="104775"/>
                </a:lnTo>
                <a:lnTo>
                  <a:pt x="1251670" y="94107"/>
                </a:lnTo>
                <a:close/>
              </a:path>
              <a:path w="1252220" h="454025">
                <a:moveTo>
                  <a:pt x="103504" y="73406"/>
                </a:moveTo>
                <a:lnTo>
                  <a:pt x="0" y="148336"/>
                </a:lnTo>
                <a:lnTo>
                  <a:pt x="122047" y="186182"/>
                </a:lnTo>
                <a:lnTo>
                  <a:pt x="116367" y="151638"/>
                </a:lnTo>
                <a:lnTo>
                  <a:pt x="97027" y="151638"/>
                </a:lnTo>
                <a:lnTo>
                  <a:pt x="90931" y="114046"/>
                </a:lnTo>
                <a:lnTo>
                  <a:pt x="109684" y="110992"/>
                </a:lnTo>
                <a:lnTo>
                  <a:pt x="103504" y="73406"/>
                </a:lnTo>
                <a:close/>
              </a:path>
              <a:path w="1252220" h="454025">
                <a:moveTo>
                  <a:pt x="109684" y="110992"/>
                </a:moveTo>
                <a:lnTo>
                  <a:pt x="90931" y="114046"/>
                </a:lnTo>
                <a:lnTo>
                  <a:pt x="97027" y="151638"/>
                </a:lnTo>
                <a:lnTo>
                  <a:pt x="115862" y="148567"/>
                </a:lnTo>
                <a:lnTo>
                  <a:pt x="109684" y="110992"/>
                </a:lnTo>
                <a:close/>
              </a:path>
              <a:path w="1252220" h="454025">
                <a:moveTo>
                  <a:pt x="115862" y="148567"/>
                </a:moveTo>
                <a:lnTo>
                  <a:pt x="97027" y="151638"/>
                </a:lnTo>
                <a:lnTo>
                  <a:pt x="116367" y="151638"/>
                </a:lnTo>
                <a:lnTo>
                  <a:pt x="115862" y="148567"/>
                </a:lnTo>
                <a:close/>
              </a:path>
              <a:path w="1252220" h="454025">
                <a:moveTo>
                  <a:pt x="1016126" y="0"/>
                </a:moveTo>
                <a:lnTo>
                  <a:pt x="956945" y="1397"/>
                </a:lnTo>
                <a:lnTo>
                  <a:pt x="857757" y="7747"/>
                </a:lnTo>
                <a:lnTo>
                  <a:pt x="708913" y="22733"/>
                </a:lnTo>
                <a:lnTo>
                  <a:pt x="669162" y="27559"/>
                </a:lnTo>
                <a:lnTo>
                  <a:pt x="501396" y="50038"/>
                </a:lnTo>
                <a:lnTo>
                  <a:pt x="245998" y="89038"/>
                </a:lnTo>
                <a:lnTo>
                  <a:pt x="109684" y="110992"/>
                </a:lnTo>
                <a:lnTo>
                  <a:pt x="115862" y="148567"/>
                </a:lnTo>
                <a:lnTo>
                  <a:pt x="418846" y="100711"/>
                </a:lnTo>
                <a:lnTo>
                  <a:pt x="498866" y="89027"/>
                </a:lnTo>
                <a:lnTo>
                  <a:pt x="633222" y="70485"/>
                </a:lnTo>
                <a:lnTo>
                  <a:pt x="751712" y="56261"/>
                </a:lnTo>
                <a:lnTo>
                  <a:pt x="825500" y="48768"/>
                </a:lnTo>
                <a:lnTo>
                  <a:pt x="894460" y="43180"/>
                </a:lnTo>
                <a:lnTo>
                  <a:pt x="958214" y="39497"/>
                </a:lnTo>
                <a:lnTo>
                  <a:pt x="1015873" y="38100"/>
                </a:lnTo>
                <a:lnTo>
                  <a:pt x="1219952" y="38100"/>
                </a:lnTo>
                <a:lnTo>
                  <a:pt x="1217802" y="36322"/>
                </a:lnTo>
                <a:lnTo>
                  <a:pt x="1174750" y="16002"/>
                </a:lnTo>
                <a:lnTo>
                  <a:pt x="1137411" y="7620"/>
                </a:lnTo>
                <a:lnTo>
                  <a:pt x="1093724" y="2413"/>
                </a:lnTo>
                <a:lnTo>
                  <a:pt x="1043558" y="254"/>
                </a:lnTo>
                <a:lnTo>
                  <a:pt x="1016126" y="0"/>
                </a:lnTo>
                <a:close/>
              </a:path>
              <a:path w="1252220" h="454025">
                <a:moveTo>
                  <a:pt x="1213655" y="96156"/>
                </a:moveTo>
                <a:lnTo>
                  <a:pt x="1213738" y="97155"/>
                </a:lnTo>
                <a:lnTo>
                  <a:pt x="1213655" y="96156"/>
                </a:lnTo>
                <a:close/>
              </a:path>
              <a:path w="1252220" h="454025">
                <a:moveTo>
                  <a:pt x="1213484" y="94107"/>
                </a:moveTo>
                <a:lnTo>
                  <a:pt x="1213655" y="96156"/>
                </a:lnTo>
                <a:lnTo>
                  <a:pt x="1213865" y="97155"/>
                </a:lnTo>
                <a:lnTo>
                  <a:pt x="1213484" y="94107"/>
                </a:lnTo>
                <a:close/>
              </a:path>
              <a:path w="1252220" h="454025">
                <a:moveTo>
                  <a:pt x="1212157" y="89038"/>
                </a:moveTo>
                <a:lnTo>
                  <a:pt x="1213655" y="96156"/>
                </a:lnTo>
                <a:lnTo>
                  <a:pt x="1213484" y="94107"/>
                </a:lnTo>
                <a:lnTo>
                  <a:pt x="1251670" y="94107"/>
                </a:lnTo>
                <a:lnTo>
                  <a:pt x="1251584" y="91948"/>
                </a:lnTo>
                <a:lnTo>
                  <a:pt x="1251419" y="90678"/>
                </a:lnTo>
                <a:lnTo>
                  <a:pt x="1212850" y="90678"/>
                </a:lnTo>
                <a:lnTo>
                  <a:pt x="1212157" y="89038"/>
                </a:lnTo>
                <a:close/>
              </a:path>
              <a:path w="1252220" h="454025">
                <a:moveTo>
                  <a:pt x="1211833" y="87503"/>
                </a:moveTo>
                <a:lnTo>
                  <a:pt x="1212157" y="89038"/>
                </a:lnTo>
                <a:lnTo>
                  <a:pt x="1212850" y="90678"/>
                </a:lnTo>
                <a:lnTo>
                  <a:pt x="1211833" y="87503"/>
                </a:lnTo>
                <a:close/>
              </a:path>
              <a:path w="1252220" h="454025">
                <a:moveTo>
                  <a:pt x="1250863" y="87503"/>
                </a:moveTo>
                <a:lnTo>
                  <a:pt x="1211833" y="87503"/>
                </a:lnTo>
                <a:lnTo>
                  <a:pt x="1212850" y="90678"/>
                </a:lnTo>
                <a:lnTo>
                  <a:pt x="1251419" y="90678"/>
                </a:lnTo>
                <a:lnTo>
                  <a:pt x="1251203" y="89027"/>
                </a:lnTo>
                <a:lnTo>
                  <a:pt x="1250863" y="87503"/>
                </a:lnTo>
                <a:close/>
              </a:path>
              <a:path w="1252220" h="454025">
                <a:moveTo>
                  <a:pt x="1209490" y="82726"/>
                </a:moveTo>
                <a:lnTo>
                  <a:pt x="1212157" y="89038"/>
                </a:lnTo>
                <a:lnTo>
                  <a:pt x="1211833" y="87503"/>
                </a:lnTo>
                <a:lnTo>
                  <a:pt x="1250863" y="87503"/>
                </a:lnTo>
                <a:lnTo>
                  <a:pt x="1250181" y="84455"/>
                </a:lnTo>
                <a:lnTo>
                  <a:pt x="1210563" y="84455"/>
                </a:lnTo>
                <a:lnTo>
                  <a:pt x="1209490" y="82726"/>
                </a:lnTo>
                <a:close/>
              </a:path>
              <a:path w="1252220" h="454025">
                <a:moveTo>
                  <a:pt x="1209039" y="81661"/>
                </a:moveTo>
                <a:lnTo>
                  <a:pt x="1209490" y="82726"/>
                </a:lnTo>
                <a:lnTo>
                  <a:pt x="1210563" y="84455"/>
                </a:lnTo>
                <a:lnTo>
                  <a:pt x="1209039" y="81661"/>
                </a:lnTo>
                <a:close/>
              </a:path>
              <a:path w="1252220" h="454025">
                <a:moveTo>
                  <a:pt x="1249556" y="81661"/>
                </a:moveTo>
                <a:lnTo>
                  <a:pt x="1209039" y="81661"/>
                </a:lnTo>
                <a:lnTo>
                  <a:pt x="1210563" y="84455"/>
                </a:lnTo>
                <a:lnTo>
                  <a:pt x="1250181" y="84455"/>
                </a:lnTo>
                <a:lnTo>
                  <a:pt x="1249556" y="81661"/>
                </a:lnTo>
                <a:close/>
              </a:path>
              <a:path w="1252220" h="454025">
                <a:moveTo>
                  <a:pt x="1206182" y="77401"/>
                </a:moveTo>
                <a:lnTo>
                  <a:pt x="1209490" y="82726"/>
                </a:lnTo>
                <a:lnTo>
                  <a:pt x="1209039" y="81661"/>
                </a:lnTo>
                <a:lnTo>
                  <a:pt x="1249556" y="81661"/>
                </a:lnTo>
                <a:lnTo>
                  <a:pt x="1249045" y="79375"/>
                </a:lnTo>
                <a:lnTo>
                  <a:pt x="1248886" y="78740"/>
                </a:lnTo>
                <a:lnTo>
                  <a:pt x="1207388" y="78740"/>
                </a:lnTo>
                <a:lnTo>
                  <a:pt x="1206182" y="77401"/>
                </a:lnTo>
                <a:close/>
              </a:path>
              <a:path w="1252220" h="454025">
                <a:moveTo>
                  <a:pt x="1205356" y="76073"/>
                </a:moveTo>
                <a:lnTo>
                  <a:pt x="1206182" y="77401"/>
                </a:lnTo>
                <a:lnTo>
                  <a:pt x="1207388" y="78740"/>
                </a:lnTo>
                <a:lnTo>
                  <a:pt x="1205356" y="76073"/>
                </a:lnTo>
                <a:close/>
              </a:path>
              <a:path w="1252220" h="454025">
                <a:moveTo>
                  <a:pt x="1247977" y="76073"/>
                </a:moveTo>
                <a:lnTo>
                  <a:pt x="1205356" y="76073"/>
                </a:lnTo>
                <a:lnTo>
                  <a:pt x="1207388" y="78740"/>
                </a:lnTo>
                <a:lnTo>
                  <a:pt x="1248886" y="78740"/>
                </a:lnTo>
                <a:lnTo>
                  <a:pt x="1248536" y="77216"/>
                </a:lnTo>
                <a:lnTo>
                  <a:pt x="1247977" y="76073"/>
                </a:lnTo>
                <a:close/>
              </a:path>
              <a:path w="1252220" h="454025">
                <a:moveTo>
                  <a:pt x="1201690" y="72420"/>
                </a:moveTo>
                <a:lnTo>
                  <a:pt x="1206182" y="77401"/>
                </a:lnTo>
                <a:lnTo>
                  <a:pt x="1205356" y="76073"/>
                </a:lnTo>
                <a:lnTo>
                  <a:pt x="1247977" y="76073"/>
                </a:lnTo>
                <a:lnTo>
                  <a:pt x="1246732" y="73025"/>
                </a:lnTo>
                <a:lnTo>
                  <a:pt x="1202435" y="73025"/>
                </a:lnTo>
                <a:lnTo>
                  <a:pt x="1201690" y="72420"/>
                </a:lnTo>
                <a:close/>
              </a:path>
              <a:path w="1252220" h="454025">
                <a:moveTo>
                  <a:pt x="1200403" y="70993"/>
                </a:moveTo>
                <a:lnTo>
                  <a:pt x="1201690" y="72420"/>
                </a:lnTo>
                <a:lnTo>
                  <a:pt x="1202435" y="73025"/>
                </a:lnTo>
                <a:lnTo>
                  <a:pt x="1200403" y="70993"/>
                </a:lnTo>
                <a:close/>
              </a:path>
              <a:path w="1252220" h="454025">
                <a:moveTo>
                  <a:pt x="1245902" y="70993"/>
                </a:moveTo>
                <a:lnTo>
                  <a:pt x="1200403" y="70993"/>
                </a:lnTo>
                <a:lnTo>
                  <a:pt x="1202435" y="73025"/>
                </a:lnTo>
                <a:lnTo>
                  <a:pt x="1246732" y="73025"/>
                </a:lnTo>
                <a:lnTo>
                  <a:pt x="1245902" y="70993"/>
                </a:lnTo>
                <a:close/>
              </a:path>
              <a:path w="1252220" h="454025">
                <a:moveTo>
                  <a:pt x="1219952" y="38100"/>
                </a:moveTo>
                <a:lnTo>
                  <a:pt x="1015873" y="38100"/>
                </a:lnTo>
                <a:lnTo>
                  <a:pt x="1042415" y="38227"/>
                </a:lnTo>
                <a:lnTo>
                  <a:pt x="1067180" y="38989"/>
                </a:lnTo>
                <a:lnTo>
                  <a:pt x="1111250" y="42418"/>
                </a:lnTo>
                <a:lnTo>
                  <a:pt x="1162303" y="51943"/>
                </a:lnTo>
                <a:lnTo>
                  <a:pt x="1201690" y="72420"/>
                </a:lnTo>
                <a:lnTo>
                  <a:pt x="1200403" y="70993"/>
                </a:lnTo>
                <a:lnTo>
                  <a:pt x="1245902" y="70993"/>
                </a:lnTo>
                <a:lnTo>
                  <a:pt x="1244346" y="67183"/>
                </a:lnTo>
                <a:lnTo>
                  <a:pt x="1243964" y="66167"/>
                </a:lnTo>
                <a:lnTo>
                  <a:pt x="1243456" y="65151"/>
                </a:lnTo>
                <a:lnTo>
                  <a:pt x="1242822" y="64262"/>
                </a:lnTo>
                <a:lnTo>
                  <a:pt x="1237614" y="55880"/>
                </a:lnTo>
                <a:lnTo>
                  <a:pt x="1237106" y="54991"/>
                </a:lnTo>
                <a:lnTo>
                  <a:pt x="1235582" y="53213"/>
                </a:lnTo>
                <a:lnTo>
                  <a:pt x="1228725" y="45593"/>
                </a:lnTo>
                <a:lnTo>
                  <a:pt x="1228089" y="44831"/>
                </a:lnTo>
                <a:lnTo>
                  <a:pt x="12199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8093709" y="374390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18102" y="3796360"/>
            <a:ext cx="26149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305050" algn="l"/>
              </a:tabLst>
            </a:pPr>
            <a:r>
              <a:rPr dirty="0" baseline="-6076" sz="4800" b="1">
                <a:solidFill>
                  <a:srgbClr val="66FFFF"/>
                </a:solidFill>
                <a:latin typeface="Times New Roman"/>
                <a:cs typeface="Times New Roman"/>
              </a:rPr>
              <a:t>13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	</a:t>
            </a:r>
            <a:r>
              <a:rPr dirty="0" baseline="2604" sz="48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baseline="2604" sz="4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337553" y="4123182"/>
            <a:ext cx="654050" cy="545465"/>
          </a:xfrm>
          <a:custGeom>
            <a:avLst/>
            <a:gdLst/>
            <a:ahLst/>
            <a:cxnLst/>
            <a:rect l="l" t="t" r="r" b="b"/>
            <a:pathLst>
              <a:path w="654050" h="545464">
                <a:moveTo>
                  <a:pt x="100262" y="58094"/>
                </a:moveTo>
                <a:lnTo>
                  <a:pt x="76002" y="87435"/>
                </a:lnTo>
                <a:lnTo>
                  <a:pt x="629412" y="545084"/>
                </a:lnTo>
                <a:lnTo>
                  <a:pt x="653796" y="515620"/>
                </a:lnTo>
                <a:lnTo>
                  <a:pt x="100262" y="58094"/>
                </a:lnTo>
                <a:close/>
              </a:path>
              <a:path w="654050" h="545464">
                <a:moveTo>
                  <a:pt x="0" y="0"/>
                </a:moveTo>
                <a:lnTo>
                  <a:pt x="51688" y="116840"/>
                </a:lnTo>
                <a:lnTo>
                  <a:pt x="76002" y="87435"/>
                </a:lnTo>
                <a:lnTo>
                  <a:pt x="61341" y="75311"/>
                </a:lnTo>
                <a:lnTo>
                  <a:pt x="85598" y="45974"/>
                </a:lnTo>
                <a:lnTo>
                  <a:pt x="110283" y="45974"/>
                </a:lnTo>
                <a:lnTo>
                  <a:pt x="124460" y="28829"/>
                </a:lnTo>
                <a:lnTo>
                  <a:pt x="0" y="0"/>
                </a:lnTo>
                <a:close/>
              </a:path>
              <a:path w="654050" h="545464">
                <a:moveTo>
                  <a:pt x="85598" y="45974"/>
                </a:moveTo>
                <a:lnTo>
                  <a:pt x="61341" y="75311"/>
                </a:lnTo>
                <a:lnTo>
                  <a:pt x="76002" y="87435"/>
                </a:lnTo>
                <a:lnTo>
                  <a:pt x="100262" y="58094"/>
                </a:lnTo>
                <a:lnTo>
                  <a:pt x="85598" y="45974"/>
                </a:lnTo>
                <a:close/>
              </a:path>
              <a:path w="654050" h="545464">
                <a:moveTo>
                  <a:pt x="110283" y="45974"/>
                </a:moveTo>
                <a:lnTo>
                  <a:pt x="85598" y="45974"/>
                </a:lnTo>
                <a:lnTo>
                  <a:pt x="100262" y="58094"/>
                </a:lnTo>
                <a:lnTo>
                  <a:pt x="110283" y="459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5959855" y="32266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410961" y="3430015"/>
            <a:ext cx="1576705" cy="741045"/>
          </a:xfrm>
          <a:custGeom>
            <a:avLst/>
            <a:gdLst/>
            <a:ahLst/>
            <a:cxnLst/>
            <a:rect l="l" t="t" r="r" b="b"/>
            <a:pathLst>
              <a:path w="1576704" h="741045">
                <a:moveTo>
                  <a:pt x="111843" y="34631"/>
                </a:moveTo>
                <a:lnTo>
                  <a:pt x="95917" y="69278"/>
                </a:lnTo>
                <a:lnTo>
                  <a:pt x="1560194" y="740918"/>
                </a:lnTo>
                <a:lnTo>
                  <a:pt x="1576196" y="706374"/>
                </a:lnTo>
                <a:lnTo>
                  <a:pt x="111843" y="34631"/>
                </a:lnTo>
                <a:close/>
              </a:path>
              <a:path w="1576704" h="741045">
                <a:moveTo>
                  <a:pt x="127762" y="0"/>
                </a:moveTo>
                <a:lnTo>
                  <a:pt x="0" y="4318"/>
                </a:lnTo>
                <a:lnTo>
                  <a:pt x="80010" y="103886"/>
                </a:lnTo>
                <a:lnTo>
                  <a:pt x="95917" y="69278"/>
                </a:lnTo>
                <a:lnTo>
                  <a:pt x="78612" y="61341"/>
                </a:lnTo>
                <a:lnTo>
                  <a:pt x="94487" y="26670"/>
                </a:lnTo>
                <a:lnTo>
                  <a:pt x="115502" y="26670"/>
                </a:lnTo>
                <a:lnTo>
                  <a:pt x="127762" y="0"/>
                </a:lnTo>
                <a:close/>
              </a:path>
              <a:path w="1576704" h="741045">
                <a:moveTo>
                  <a:pt x="94487" y="26670"/>
                </a:moveTo>
                <a:lnTo>
                  <a:pt x="78612" y="61341"/>
                </a:lnTo>
                <a:lnTo>
                  <a:pt x="95917" y="69278"/>
                </a:lnTo>
                <a:lnTo>
                  <a:pt x="111843" y="34631"/>
                </a:lnTo>
                <a:lnTo>
                  <a:pt x="94487" y="26670"/>
                </a:lnTo>
                <a:close/>
              </a:path>
              <a:path w="1576704" h="741045">
                <a:moveTo>
                  <a:pt x="115502" y="26670"/>
                </a:moveTo>
                <a:lnTo>
                  <a:pt x="94487" y="26670"/>
                </a:lnTo>
                <a:lnTo>
                  <a:pt x="111843" y="34631"/>
                </a:lnTo>
                <a:lnTo>
                  <a:pt x="115502" y="26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417055" y="329984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401561" y="2090166"/>
            <a:ext cx="381000" cy="1088390"/>
          </a:xfrm>
          <a:custGeom>
            <a:avLst/>
            <a:gdLst/>
            <a:ahLst/>
            <a:cxnLst/>
            <a:rect l="l" t="t" r="r" b="b"/>
            <a:pathLst>
              <a:path w="381000" h="1088389">
                <a:moveTo>
                  <a:pt x="380999" y="0"/>
                </a:moveTo>
                <a:lnTo>
                  <a:pt x="0" y="1088136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391909" y="3167633"/>
            <a:ext cx="674370" cy="986155"/>
          </a:xfrm>
          <a:custGeom>
            <a:avLst/>
            <a:gdLst/>
            <a:ahLst/>
            <a:cxnLst/>
            <a:rect l="l" t="t" r="r" b="b"/>
            <a:pathLst>
              <a:path w="674370" h="986154">
                <a:moveTo>
                  <a:pt x="594373" y="901916"/>
                </a:moveTo>
                <a:lnTo>
                  <a:pt x="562737" y="923289"/>
                </a:lnTo>
                <a:lnTo>
                  <a:pt x="674115" y="986027"/>
                </a:lnTo>
                <a:lnTo>
                  <a:pt x="665147" y="917701"/>
                </a:lnTo>
                <a:lnTo>
                  <a:pt x="605028" y="917701"/>
                </a:lnTo>
                <a:lnTo>
                  <a:pt x="594373" y="901916"/>
                </a:lnTo>
                <a:close/>
              </a:path>
              <a:path w="674370" h="986154">
                <a:moveTo>
                  <a:pt x="625981" y="880561"/>
                </a:moveTo>
                <a:lnTo>
                  <a:pt x="594373" y="901916"/>
                </a:lnTo>
                <a:lnTo>
                  <a:pt x="605028" y="917701"/>
                </a:lnTo>
                <a:lnTo>
                  <a:pt x="636650" y="896365"/>
                </a:lnTo>
                <a:lnTo>
                  <a:pt x="625981" y="880561"/>
                </a:lnTo>
                <a:close/>
              </a:path>
              <a:path w="674370" h="986154">
                <a:moveTo>
                  <a:pt x="657479" y="859282"/>
                </a:moveTo>
                <a:lnTo>
                  <a:pt x="625981" y="880561"/>
                </a:lnTo>
                <a:lnTo>
                  <a:pt x="636650" y="896365"/>
                </a:lnTo>
                <a:lnTo>
                  <a:pt x="605028" y="917701"/>
                </a:lnTo>
                <a:lnTo>
                  <a:pt x="665147" y="917701"/>
                </a:lnTo>
                <a:lnTo>
                  <a:pt x="657479" y="859282"/>
                </a:lnTo>
                <a:close/>
              </a:path>
              <a:path w="674370" h="986154">
                <a:moveTo>
                  <a:pt x="31495" y="0"/>
                </a:moveTo>
                <a:lnTo>
                  <a:pt x="0" y="21336"/>
                </a:lnTo>
                <a:lnTo>
                  <a:pt x="594373" y="901916"/>
                </a:lnTo>
                <a:lnTo>
                  <a:pt x="625981" y="880561"/>
                </a:lnTo>
                <a:lnTo>
                  <a:pt x="314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668261" y="2090166"/>
            <a:ext cx="260985" cy="881380"/>
          </a:xfrm>
          <a:custGeom>
            <a:avLst/>
            <a:gdLst/>
            <a:ahLst/>
            <a:cxnLst/>
            <a:rect l="l" t="t" r="r" b="b"/>
            <a:pathLst>
              <a:path w="260984" h="881380">
                <a:moveTo>
                  <a:pt x="260604" y="0"/>
                </a:moveTo>
                <a:lnTo>
                  <a:pt x="0" y="8808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652259" y="2934842"/>
            <a:ext cx="313690" cy="473709"/>
          </a:xfrm>
          <a:custGeom>
            <a:avLst/>
            <a:gdLst/>
            <a:ahLst/>
            <a:cxnLst/>
            <a:rect l="l" t="t" r="r" b="b"/>
            <a:pathLst>
              <a:path w="313690" h="473710">
                <a:moveTo>
                  <a:pt x="235404" y="387610"/>
                </a:moveTo>
                <a:lnTo>
                  <a:pt x="203326" y="408178"/>
                </a:lnTo>
                <a:lnTo>
                  <a:pt x="313182" y="473583"/>
                </a:lnTo>
                <a:lnTo>
                  <a:pt x="305715" y="403733"/>
                </a:lnTo>
                <a:lnTo>
                  <a:pt x="245745" y="403733"/>
                </a:lnTo>
                <a:lnTo>
                  <a:pt x="235404" y="387610"/>
                </a:lnTo>
                <a:close/>
              </a:path>
              <a:path w="313690" h="473710">
                <a:moveTo>
                  <a:pt x="267433" y="367075"/>
                </a:moveTo>
                <a:lnTo>
                  <a:pt x="235404" y="387610"/>
                </a:lnTo>
                <a:lnTo>
                  <a:pt x="245745" y="403733"/>
                </a:lnTo>
                <a:lnTo>
                  <a:pt x="277749" y="383159"/>
                </a:lnTo>
                <a:lnTo>
                  <a:pt x="267433" y="367075"/>
                </a:lnTo>
                <a:close/>
              </a:path>
              <a:path w="313690" h="473710">
                <a:moveTo>
                  <a:pt x="299593" y="346456"/>
                </a:moveTo>
                <a:lnTo>
                  <a:pt x="267433" y="367075"/>
                </a:lnTo>
                <a:lnTo>
                  <a:pt x="277749" y="383159"/>
                </a:lnTo>
                <a:lnTo>
                  <a:pt x="245745" y="403733"/>
                </a:lnTo>
                <a:lnTo>
                  <a:pt x="305715" y="403733"/>
                </a:lnTo>
                <a:lnTo>
                  <a:pt x="299593" y="346456"/>
                </a:lnTo>
                <a:close/>
              </a:path>
              <a:path w="313690" h="473710">
                <a:moveTo>
                  <a:pt x="32004" y="0"/>
                </a:moveTo>
                <a:lnTo>
                  <a:pt x="0" y="20574"/>
                </a:lnTo>
                <a:lnTo>
                  <a:pt x="235404" y="387610"/>
                </a:lnTo>
                <a:lnTo>
                  <a:pt x="267433" y="367075"/>
                </a:lnTo>
                <a:lnTo>
                  <a:pt x="320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6802881" y="2777489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271004" y="3612641"/>
            <a:ext cx="114300" cy="541020"/>
          </a:xfrm>
          <a:custGeom>
            <a:avLst/>
            <a:gdLst/>
            <a:ahLst/>
            <a:cxnLst/>
            <a:rect l="l" t="t" r="r" b="b"/>
            <a:pathLst>
              <a:path w="114300" h="541020">
                <a:moveTo>
                  <a:pt x="76200" y="95249"/>
                </a:moveTo>
                <a:lnTo>
                  <a:pt x="38100" y="95249"/>
                </a:lnTo>
                <a:lnTo>
                  <a:pt x="38100" y="541019"/>
                </a:lnTo>
                <a:lnTo>
                  <a:pt x="76200" y="541019"/>
                </a:lnTo>
                <a:lnTo>
                  <a:pt x="76200" y="95249"/>
                </a:lnTo>
                <a:close/>
              </a:path>
              <a:path w="114300" h="54102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54102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319009" y="3617467"/>
            <a:ext cx="2743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6253" y="1203706"/>
            <a:ext cx="1765935" cy="518159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5"/>
              </a:spcBef>
            </a:pP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00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61765" y="1969770"/>
            <a:ext cx="2438400" cy="11614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37565" marR="31750" indent="-585470">
              <a:lnSpc>
                <a:spcPct val="108500"/>
              </a:lnSpc>
              <a:spcBef>
                <a:spcPts val="61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5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5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361" y="1283969"/>
            <a:ext cx="2242185" cy="2664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1930">
              <a:lnSpc>
                <a:spcPts val="259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6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741680" marR="9525" indent="-82550">
              <a:lnSpc>
                <a:spcPct val="105500"/>
              </a:lnSpc>
              <a:spcBef>
                <a:spcPts val="9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1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105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-4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40" b="1" i="1">
                <a:solidFill>
                  <a:srgbClr val="FFFFFF"/>
                </a:solidFill>
                <a:latin typeface="宋体"/>
                <a:cs typeface="宋体"/>
              </a:rPr>
              <a:t>Ｒ  Ｌ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sz="2750" spc="-16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825500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1765" y="3344417"/>
            <a:ext cx="1861820" cy="5308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52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2833" y="2050516"/>
            <a:ext cx="1994535" cy="1769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10" b="1">
                <a:solidFill>
                  <a:srgbClr val="FFFFFF"/>
                </a:solidFill>
                <a:latin typeface="Times New Roman"/>
                <a:cs typeface="Times New Roman"/>
              </a:rPr>
              <a:t>=·</a:t>
            </a:r>
            <a:r>
              <a:rPr dirty="0" sz="2600" spc="-2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  <a:p>
            <a:pPr algn="ctr" marR="35560">
              <a:lnSpc>
                <a:spcPct val="100000"/>
              </a:lnSpc>
              <a:spcBef>
                <a:spcPts val="31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-1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528955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1765" y="4312158"/>
            <a:ext cx="1823085" cy="3752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4150">
              <a:lnSpc>
                <a:spcPts val="29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750" spc="-35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9766" y="4350258"/>
            <a:ext cx="2418715" cy="3752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36220">
              <a:lnSpc>
                <a:spcPts val="26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3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Ｒ</a:t>
            </a:r>
            <a:r>
              <a:rPr dirty="0" sz="2600" spc="-3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1765" y="5132070"/>
            <a:ext cx="2037714" cy="5842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17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spc="-140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 i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9766" y="5182361"/>
            <a:ext cx="2037714" cy="5842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39065">
              <a:lnSpc>
                <a:spcPts val="290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66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713" y="4354067"/>
            <a:ext cx="1978660" cy="1628775"/>
          </a:xfrm>
          <a:prstGeom prst="rect">
            <a:avLst/>
          </a:prstGeom>
          <a:solidFill>
            <a:srgbClr val="A73737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6520">
              <a:lnSpc>
                <a:spcPts val="2555"/>
              </a:lnSpc>
            </a:pP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675640" marR="26670">
              <a:lnSpc>
                <a:spcPct val="110000"/>
              </a:lnSpc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71166" y="1455419"/>
            <a:ext cx="1085215" cy="114300"/>
          </a:xfrm>
          <a:custGeom>
            <a:avLst/>
            <a:gdLst/>
            <a:ahLst/>
            <a:cxnLst/>
            <a:rect l="l" t="t" r="r" b="b"/>
            <a:pathLst>
              <a:path w="1085214" h="114300">
                <a:moveTo>
                  <a:pt x="970787" y="0"/>
                </a:moveTo>
                <a:lnTo>
                  <a:pt x="970787" y="114300"/>
                </a:lnTo>
                <a:lnTo>
                  <a:pt x="1046987" y="76200"/>
                </a:lnTo>
                <a:lnTo>
                  <a:pt x="989837" y="76200"/>
                </a:lnTo>
                <a:lnTo>
                  <a:pt x="989837" y="38100"/>
                </a:lnTo>
                <a:lnTo>
                  <a:pt x="1046987" y="38100"/>
                </a:lnTo>
                <a:lnTo>
                  <a:pt x="970787" y="0"/>
                </a:lnTo>
                <a:close/>
              </a:path>
              <a:path w="1085214" h="114300">
                <a:moveTo>
                  <a:pt x="9707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0787" y="76200"/>
                </a:lnTo>
                <a:lnTo>
                  <a:pt x="970787" y="38100"/>
                </a:lnTo>
                <a:close/>
              </a:path>
              <a:path w="1085214" h="114300">
                <a:moveTo>
                  <a:pt x="1046987" y="38100"/>
                </a:moveTo>
                <a:lnTo>
                  <a:pt x="989837" y="38100"/>
                </a:lnTo>
                <a:lnTo>
                  <a:pt x="989837" y="76200"/>
                </a:lnTo>
                <a:lnTo>
                  <a:pt x="1046987" y="76200"/>
                </a:lnTo>
                <a:lnTo>
                  <a:pt x="1085087" y="57150"/>
                </a:lnTo>
                <a:lnTo>
                  <a:pt x="104698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63419" y="1952370"/>
            <a:ext cx="998855" cy="461009"/>
          </a:xfrm>
          <a:custGeom>
            <a:avLst/>
            <a:gdLst/>
            <a:ahLst/>
            <a:cxnLst/>
            <a:rect l="l" t="t" r="r" b="b"/>
            <a:pathLst>
              <a:path w="998854" h="461010">
                <a:moveTo>
                  <a:pt x="886086" y="426026"/>
                </a:moveTo>
                <a:lnTo>
                  <a:pt x="870711" y="460882"/>
                </a:lnTo>
                <a:lnTo>
                  <a:pt x="998346" y="454787"/>
                </a:lnTo>
                <a:lnTo>
                  <a:pt x="980882" y="433704"/>
                </a:lnTo>
                <a:lnTo>
                  <a:pt x="903478" y="433704"/>
                </a:lnTo>
                <a:lnTo>
                  <a:pt x="886086" y="426026"/>
                </a:lnTo>
                <a:close/>
              </a:path>
              <a:path w="998854" h="461010">
                <a:moveTo>
                  <a:pt x="901438" y="391220"/>
                </a:moveTo>
                <a:lnTo>
                  <a:pt x="886086" y="426026"/>
                </a:lnTo>
                <a:lnTo>
                  <a:pt x="903478" y="433704"/>
                </a:lnTo>
                <a:lnTo>
                  <a:pt x="918844" y="398906"/>
                </a:lnTo>
                <a:lnTo>
                  <a:pt x="901438" y="391220"/>
                </a:lnTo>
                <a:close/>
              </a:path>
              <a:path w="998854" h="461010">
                <a:moveTo>
                  <a:pt x="916813" y="356362"/>
                </a:moveTo>
                <a:lnTo>
                  <a:pt x="901438" y="391220"/>
                </a:lnTo>
                <a:lnTo>
                  <a:pt x="918844" y="398906"/>
                </a:lnTo>
                <a:lnTo>
                  <a:pt x="903478" y="433704"/>
                </a:lnTo>
                <a:lnTo>
                  <a:pt x="980882" y="433704"/>
                </a:lnTo>
                <a:lnTo>
                  <a:pt x="916813" y="356362"/>
                </a:lnTo>
                <a:close/>
              </a:path>
              <a:path w="998854" h="461010">
                <a:moveTo>
                  <a:pt x="15493" y="0"/>
                </a:moveTo>
                <a:lnTo>
                  <a:pt x="0" y="34798"/>
                </a:lnTo>
                <a:lnTo>
                  <a:pt x="886086" y="426026"/>
                </a:lnTo>
                <a:lnTo>
                  <a:pt x="901438" y="391220"/>
                </a:lnTo>
                <a:lnTo>
                  <a:pt x="15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60751" y="2750947"/>
            <a:ext cx="1001394" cy="666750"/>
          </a:xfrm>
          <a:custGeom>
            <a:avLst/>
            <a:gdLst/>
            <a:ahLst/>
            <a:cxnLst/>
            <a:rect l="l" t="t" r="r" b="b"/>
            <a:pathLst>
              <a:path w="1001395" h="666750">
                <a:moveTo>
                  <a:pt x="895035" y="619830"/>
                </a:moveTo>
                <a:lnTo>
                  <a:pt x="874140" y="651637"/>
                </a:lnTo>
                <a:lnTo>
                  <a:pt x="1001013" y="666623"/>
                </a:lnTo>
                <a:lnTo>
                  <a:pt x="979930" y="630301"/>
                </a:lnTo>
                <a:lnTo>
                  <a:pt x="910971" y="630301"/>
                </a:lnTo>
                <a:lnTo>
                  <a:pt x="895035" y="619830"/>
                </a:lnTo>
                <a:close/>
              </a:path>
              <a:path w="1001395" h="666750">
                <a:moveTo>
                  <a:pt x="915978" y="587949"/>
                </a:moveTo>
                <a:lnTo>
                  <a:pt x="895035" y="619830"/>
                </a:lnTo>
                <a:lnTo>
                  <a:pt x="910971" y="630301"/>
                </a:lnTo>
                <a:lnTo>
                  <a:pt x="931926" y="598424"/>
                </a:lnTo>
                <a:lnTo>
                  <a:pt x="915978" y="587949"/>
                </a:lnTo>
                <a:close/>
              </a:path>
              <a:path w="1001395" h="666750">
                <a:moveTo>
                  <a:pt x="936878" y="556132"/>
                </a:moveTo>
                <a:lnTo>
                  <a:pt x="915978" y="587949"/>
                </a:lnTo>
                <a:lnTo>
                  <a:pt x="931926" y="598424"/>
                </a:lnTo>
                <a:lnTo>
                  <a:pt x="910971" y="630301"/>
                </a:lnTo>
                <a:lnTo>
                  <a:pt x="979930" y="630301"/>
                </a:lnTo>
                <a:lnTo>
                  <a:pt x="936878" y="556132"/>
                </a:lnTo>
                <a:close/>
              </a:path>
              <a:path w="1001395" h="666750">
                <a:moveTo>
                  <a:pt x="20828" y="0"/>
                </a:moveTo>
                <a:lnTo>
                  <a:pt x="0" y="31750"/>
                </a:lnTo>
                <a:lnTo>
                  <a:pt x="895035" y="619830"/>
                </a:lnTo>
                <a:lnTo>
                  <a:pt x="915978" y="587949"/>
                </a:lnTo>
                <a:lnTo>
                  <a:pt x="208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61260" y="3917950"/>
            <a:ext cx="1000760" cy="622935"/>
          </a:xfrm>
          <a:custGeom>
            <a:avLst/>
            <a:gdLst/>
            <a:ahLst/>
            <a:cxnLst/>
            <a:rect l="l" t="t" r="r" b="b"/>
            <a:pathLst>
              <a:path w="1000760" h="622935">
                <a:moveTo>
                  <a:pt x="893054" y="579320"/>
                </a:moveTo>
                <a:lnTo>
                  <a:pt x="873125" y="611886"/>
                </a:lnTo>
                <a:lnTo>
                  <a:pt x="1000505" y="622807"/>
                </a:lnTo>
                <a:lnTo>
                  <a:pt x="979580" y="589280"/>
                </a:lnTo>
                <a:lnTo>
                  <a:pt x="909319" y="589280"/>
                </a:lnTo>
                <a:lnTo>
                  <a:pt x="893054" y="579320"/>
                </a:lnTo>
                <a:close/>
              </a:path>
              <a:path w="1000760" h="622935">
                <a:moveTo>
                  <a:pt x="912961" y="546790"/>
                </a:moveTo>
                <a:lnTo>
                  <a:pt x="893054" y="579320"/>
                </a:lnTo>
                <a:lnTo>
                  <a:pt x="909319" y="589280"/>
                </a:lnTo>
                <a:lnTo>
                  <a:pt x="929259" y="556768"/>
                </a:lnTo>
                <a:lnTo>
                  <a:pt x="912961" y="546790"/>
                </a:lnTo>
                <a:close/>
              </a:path>
              <a:path w="1000760" h="622935">
                <a:moveTo>
                  <a:pt x="932814" y="514350"/>
                </a:moveTo>
                <a:lnTo>
                  <a:pt x="912961" y="546790"/>
                </a:lnTo>
                <a:lnTo>
                  <a:pt x="929259" y="556768"/>
                </a:lnTo>
                <a:lnTo>
                  <a:pt x="909319" y="589280"/>
                </a:lnTo>
                <a:lnTo>
                  <a:pt x="979580" y="589280"/>
                </a:lnTo>
                <a:lnTo>
                  <a:pt x="932814" y="514350"/>
                </a:lnTo>
                <a:close/>
              </a:path>
              <a:path w="1000760" h="622935">
                <a:moveTo>
                  <a:pt x="19812" y="0"/>
                </a:moveTo>
                <a:lnTo>
                  <a:pt x="0" y="32512"/>
                </a:lnTo>
                <a:lnTo>
                  <a:pt x="893054" y="579320"/>
                </a:lnTo>
                <a:lnTo>
                  <a:pt x="912961" y="546790"/>
                </a:lnTo>
                <a:lnTo>
                  <a:pt x="198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6615" y="3947921"/>
            <a:ext cx="114300" cy="402590"/>
          </a:xfrm>
          <a:custGeom>
            <a:avLst/>
            <a:gdLst/>
            <a:ahLst/>
            <a:cxnLst/>
            <a:rect l="l" t="t" r="r" b="b"/>
            <a:pathLst>
              <a:path w="114300" h="402589">
                <a:moveTo>
                  <a:pt x="38100" y="288035"/>
                </a:moveTo>
                <a:lnTo>
                  <a:pt x="0" y="288035"/>
                </a:lnTo>
                <a:lnTo>
                  <a:pt x="57150" y="402335"/>
                </a:lnTo>
                <a:lnTo>
                  <a:pt x="104775" y="307085"/>
                </a:lnTo>
                <a:lnTo>
                  <a:pt x="38100" y="307085"/>
                </a:lnTo>
                <a:lnTo>
                  <a:pt x="38100" y="288035"/>
                </a:lnTo>
                <a:close/>
              </a:path>
              <a:path w="114300" h="402589">
                <a:moveTo>
                  <a:pt x="76200" y="0"/>
                </a:moveTo>
                <a:lnTo>
                  <a:pt x="38100" y="0"/>
                </a:lnTo>
                <a:lnTo>
                  <a:pt x="38100" y="307085"/>
                </a:lnTo>
                <a:lnTo>
                  <a:pt x="76200" y="307085"/>
                </a:lnTo>
                <a:lnTo>
                  <a:pt x="76200" y="0"/>
                </a:lnTo>
                <a:close/>
              </a:path>
              <a:path w="114300" h="402589">
                <a:moveTo>
                  <a:pt x="114300" y="288035"/>
                </a:moveTo>
                <a:lnTo>
                  <a:pt x="76200" y="288035"/>
                </a:lnTo>
                <a:lnTo>
                  <a:pt x="76200" y="307085"/>
                </a:lnTo>
                <a:lnTo>
                  <a:pt x="104775" y="307085"/>
                </a:lnTo>
                <a:lnTo>
                  <a:pt x="114300" y="28803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00165" y="2350007"/>
            <a:ext cx="551815" cy="114300"/>
          </a:xfrm>
          <a:custGeom>
            <a:avLst/>
            <a:gdLst/>
            <a:ahLst/>
            <a:cxnLst/>
            <a:rect l="l" t="t" r="r" b="b"/>
            <a:pathLst>
              <a:path w="551814" h="114300">
                <a:moveTo>
                  <a:pt x="437388" y="0"/>
                </a:moveTo>
                <a:lnTo>
                  <a:pt x="437388" y="114300"/>
                </a:lnTo>
                <a:lnTo>
                  <a:pt x="513588" y="76200"/>
                </a:lnTo>
                <a:lnTo>
                  <a:pt x="456438" y="76200"/>
                </a:lnTo>
                <a:lnTo>
                  <a:pt x="456438" y="38100"/>
                </a:lnTo>
                <a:lnTo>
                  <a:pt x="513588" y="38100"/>
                </a:lnTo>
                <a:lnTo>
                  <a:pt x="437388" y="0"/>
                </a:lnTo>
                <a:close/>
              </a:path>
              <a:path w="551814" h="114300">
                <a:moveTo>
                  <a:pt x="4373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7388" y="76200"/>
                </a:lnTo>
                <a:lnTo>
                  <a:pt x="437388" y="38100"/>
                </a:lnTo>
                <a:close/>
              </a:path>
              <a:path w="551814" h="114300">
                <a:moveTo>
                  <a:pt x="513588" y="38100"/>
                </a:moveTo>
                <a:lnTo>
                  <a:pt x="456438" y="38100"/>
                </a:lnTo>
                <a:lnTo>
                  <a:pt x="456438" y="76200"/>
                </a:lnTo>
                <a:lnTo>
                  <a:pt x="513588" y="76200"/>
                </a:lnTo>
                <a:lnTo>
                  <a:pt x="551688" y="57150"/>
                </a:lnTo>
                <a:lnTo>
                  <a:pt x="5135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64758" y="5379720"/>
            <a:ext cx="445134" cy="114300"/>
          </a:xfrm>
          <a:custGeom>
            <a:avLst/>
            <a:gdLst/>
            <a:ahLst/>
            <a:cxnLst/>
            <a:rect l="l" t="t" r="r" b="b"/>
            <a:pathLst>
              <a:path w="445134" h="114300">
                <a:moveTo>
                  <a:pt x="330707" y="0"/>
                </a:moveTo>
                <a:lnTo>
                  <a:pt x="330707" y="114299"/>
                </a:lnTo>
                <a:lnTo>
                  <a:pt x="406908" y="76199"/>
                </a:lnTo>
                <a:lnTo>
                  <a:pt x="349757" y="76199"/>
                </a:lnTo>
                <a:lnTo>
                  <a:pt x="349757" y="38099"/>
                </a:lnTo>
                <a:lnTo>
                  <a:pt x="406908" y="38099"/>
                </a:lnTo>
                <a:lnTo>
                  <a:pt x="330707" y="0"/>
                </a:lnTo>
                <a:close/>
              </a:path>
              <a:path w="445134" h="114300">
                <a:moveTo>
                  <a:pt x="33070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30707" y="76199"/>
                </a:lnTo>
                <a:lnTo>
                  <a:pt x="330707" y="38099"/>
                </a:lnTo>
                <a:close/>
              </a:path>
              <a:path w="445134" h="114300">
                <a:moveTo>
                  <a:pt x="406908" y="38099"/>
                </a:moveTo>
                <a:lnTo>
                  <a:pt x="349757" y="38099"/>
                </a:lnTo>
                <a:lnTo>
                  <a:pt x="349757" y="76199"/>
                </a:lnTo>
                <a:lnTo>
                  <a:pt x="406908" y="76199"/>
                </a:lnTo>
                <a:lnTo>
                  <a:pt x="445008" y="57149"/>
                </a:lnTo>
                <a:lnTo>
                  <a:pt x="40690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64758" y="3912870"/>
            <a:ext cx="445134" cy="208915"/>
          </a:xfrm>
          <a:custGeom>
            <a:avLst/>
            <a:gdLst/>
            <a:ahLst/>
            <a:cxnLst/>
            <a:rect l="l" t="t" r="r" b="b"/>
            <a:pathLst>
              <a:path w="445134" h="208914">
                <a:moveTo>
                  <a:pt x="445008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64758" y="4121658"/>
            <a:ext cx="0" cy="1333500"/>
          </a:xfrm>
          <a:custGeom>
            <a:avLst/>
            <a:gdLst/>
            <a:ahLst/>
            <a:cxnLst/>
            <a:rect l="l" t="t" r="r" b="b"/>
            <a:pathLst>
              <a:path w="0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8354" y="2922270"/>
            <a:ext cx="0" cy="1219200"/>
          </a:xfrm>
          <a:custGeom>
            <a:avLst/>
            <a:gdLst/>
            <a:ahLst/>
            <a:cxnLst/>
            <a:rect l="l" t="t" r="r" b="b"/>
            <a:pathLst>
              <a:path w="0"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547354" y="4124705"/>
            <a:ext cx="390525" cy="226060"/>
          </a:xfrm>
          <a:custGeom>
            <a:avLst/>
            <a:gdLst/>
            <a:ahLst/>
            <a:cxnLst/>
            <a:rect l="l" t="t" r="r" b="b"/>
            <a:pathLst>
              <a:path w="390525" h="226060">
                <a:moveTo>
                  <a:pt x="72771" y="120523"/>
                </a:moveTo>
                <a:lnTo>
                  <a:pt x="0" y="225552"/>
                </a:lnTo>
                <a:lnTo>
                  <a:pt x="127762" y="220726"/>
                </a:lnTo>
                <a:lnTo>
                  <a:pt x="114449" y="196469"/>
                </a:lnTo>
                <a:lnTo>
                  <a:pt x="92710" y="196469"/>
                </a:lnTo>
                <a:lnTo>
                  <a:pt x="74422" y="163068"/>
                </a:lnTo>
                <a:lnTo>
                  <a:pt x="91101" y="153923"/>
                </a:lnTo>
                <a:lnTo>
                  <a:pt x="72771" y="120523"/>
                </a:lnTo>
                <a:close/>
              </a:path>
              <a:path w="390525" h="226060">
                <a:moveTo>
                  <a:pt x="91101" y="153923"/>
                </a:moveTo>
                <a:lnTo>
                  <a:pt x="74422" y="163068"/>
                </a:lnTo>
                <a:lnTo>
                  <a:pt x="92710" y="196469"/>
                </a:lnTo>
                <a:lnTo>
                  <a:pt x="109424" y="187312"/>
                </a:lnTo>
                <a:lnTo>
                  <a:pt x="91101" y="153923"/>
                </a:lnTo>
                <a:close/>
              </a:path>
              <a:path w="390525" h="226060">
                <a:moveTo>
                  <a:pt x="109424" y="187312"/>
                </a:moveTo>
                <a:lnTo>
                  <a:pt x="92710" y="196469"/>
                </a:lnTo>
                <a:lnTo>
                  <a:pt x="114449" y="196469"/>
                </a:lnTo>
                <a:lnTo>
                  <a:pt x="109424" y="187312"/>
                </a:lnTo>
                <a:close/>
              </a:path>
              <a:path w="390525" h="226060">
                <a:moveTo>
                  <a:pt x="371855" y="0"/>
                </a:moveTo>
                <a:lnTo>
                  <a:pt x="91101" y="153923"/>
                </a:lnTo>
                <a:lnTo>
                  <a:pt x="109424" y="187312"/>
                </a:lnTo>
                <a:lnTo>
                  <a:pt x="390144" y="33528"/>
                </a:lnTo>
                <a:lnTo>
                  <a:pt x="3718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751569" y="2766822"/>
            <a:ext cx="177165" cy="155575"/>
          </a:xfrm>
          <a:custGeom>
            <a:avLst/>
            <a:gdLst/>
            <a:ahLst/>
            <a:cxnLst/>
            <a:rect l="l" t="t" r="r" b="b"/>
            <a:pathLst>
              <a:path w="177165" h="155575">
                <a:moveTo>
                  <a:pt x="176783" y="15544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44673" y="4526153"/>
            <a:ext cx="1079500" cy="911225"/>
          </a:xfrm>
          <a:custGeom>
            <a:avLst/>
            <a:gdLst/>
            <a:ahLst/>
            <a:cxnLst/>
            <a:rect l="l" t="t" r="r" b="b"/>
            <a:pathLst>
              <a:path w="1079500" h="911225">
                <a:moveTo>
                  <a:pt x="979228" y="851761"/>
                </a:moveTo>
                <a:lnTo>
                  <a:pt x="954659" y="880999"/>
                </a:lnTo>
                <a:lnTo>
                  <a:pt x="1078991" y="910717"/>
                </a:lnTo>
                <a:lnTo>
                  <a:pt x="1058738" y="863981"/>
                </a:lnTo>
                <a:lnTo>
                  <a:pt x="993775" y="863981"/>
                </a:lnTo>
                <a:lnTo>
                  <a:pt x="979228" y="851761"/>
                </a:lnTo>
                <a:close/>
              </a:path>
              <a:path w="1079500" h="911225">
                <a:moveTo>
                  <a:pt x="1003697" y="822643"/>
                </a:moveTo>
                <a:lnTo>
                  <a:pt x="979228" y="851761"/>
                </a:lnTo>
                <a:lnTo>
                  <a:pt x="993775" y="863981"/>
                </a:lnTo>
                <a:lnTo>
                  <a:pt x="1018286" y="834898"/>
                </a:lnTo>
                <a:lnTo>
                  <a:pt x="1003697" y="822643"/>
                </a:lnTo>
                <a:close/>
              </a:path>
              <a:path w="1079500" h="911225">
                <a:moveTo>
                  <a:pt x="1028191" y="793496"/>
                </a:moveTo>
                <a:lnTo>
                  <a:pt x="1003697" y="822643"/>
                </a:lnTo>
                <a:lnTo>
                  <a:pt x="1018286" y="834898"/>
                </a:lnTo>
                <a:lnTo>
                  <a:pt x="993775" y="863981"/>
                </a:lnTo>
                <a:lnTo>
                  <a:pt x="1058738" y="863981"/>
                </a:lnTo>
                <a:lnTo>
                  <a:pt x="1028191" y="793496"/>
                </a:lnTo>
                <a:close/>
              </a:path>
              <a:path w="1079500" h="911225">
                <a:moveTo>
                  <a:pt x="24383" y="0"/>
                </a:moveTo>
                <a:lnTo>
                  <a:pt x="0" y="29210"/>
                </a:lnTo>
                <a:lnTo>
                  <a:pt x="979228" y="851761"/>
                </a:lnTo>
                <a:lnTo>
                  <a:pt x="1003697" y="822643"/>
                </a:lnTo>
                <a:lnTo>
                  <a:pt x="243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63698" y="1008125"/>
            <a:ext cx="375920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  <a:spcBef>
                <a:spcPts val="2039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44698" y="273875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96920" y="3713734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01798" y="451383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07455" y="4390135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842" y="390728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19464" y="3172205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04305" y="2051049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509766" y="2157222"/>
            <a:ext cx="2242185" cy="1790700"/>
          </a:xfrm>
          <a:custGeom>
            <a:avLst/>
            <a:gdLst/>
            <a:ahLst/>
            <a:cxnLst/>
            <a:rect l="l" t="t" r="r" b="b"/>
            <a:pathLst>
              <a:path w="2242184" h="1790700">
                <a:moveTo>
                  <a:pt x="0" y="1790700"/>
                </a:moveTo>
                <a:lnTo>
                  <a:pt x="2241804" y="1790700"/>
                </a:lnTo>
                <a:lnTo>
                  <a:pt x="2241804" y="0"/>
                </a:lnTo>
                <a:lnTo>
                  <a:pt x="0" y="0"/>
                </a:lnTo>
                <a:lnTo>
                  <a:pt x="0" y="17907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284470" y="3402457"/>
            <a:ext cx="1236980" cy="948055"/>
          </a:xfrm>
          <a:custGeom>
            <a:avLst/>
            <a:gdLst/>
            <a:ahLst/>
            <a:cxnLst/>
            <a:rect l="l" t="t" r="r" b="b"/>
            <a:pathLst>
              <a:path w="1236979" h="948054">
                <a:moveTo>
                  <a:pt x="56387" y="833119"/>
                </a:moveTo>
                <a:lnTo>
                  <a:pt x="0" y="947800"/>
                </a:lnTo>
                <a:lnTo>
                  <a:pt x="125602" y="924051"/>
                </a:lnTo>
                <a:lnTo>
                  <a:pt x="111295" y="905255"/>
                </a:lnTo>
                <a:lnTo>
                  <a:pt x="87375" y="905255"/>
                </a:lnTo>
                <a:lnTo>
                  <a:pt x="64262" y="874902"/>
                </a:lnTo>
                <a:lnTo>
                  <a:pt x="79413" y="863370"/>
                </a:lnTo>
                <a:lnTo>
                  <a:pt x="56387" y="833119"/>
                </a:lnTo>
                <a:close/>
              </a:path>
              <a:path w="1236979" h="948054">
                <a:moveTo>
                  <a:pt x="79413" y="863370"/>
                </a:moveTo>
                <a:lnTo>
                  <a:pt x="64262" y="874902"/>
                </a:lnTo>
                <a:lnTo>
                  <a:pt x="87375" y="905255"/>
                </a:lnTo>
                <a:lnTo>
                  <a:pt x="102520" y="893727"/>
                </a:lnTo>
                <a:lnTo>
                  <a:pt x="79413" y="863370"/>
                </a:lnTo>
                <a:close/>
              </a:path>
              <a:path w="1236979" h="948054">
                <a:moveTo>
                  <a:pt x="102520" y="893727"/>
                </a:moveTo>
                <a:lnTo>
                  <a:pt x="87375" y="905255"/>
                </a:lnTo>
                <a:lnTo>
                  <a:pt x="111295" y="905255"/>
                </a:lnTo>
                <a:lnTo>
                  <a:pt x="102520" y="893727"/>
                </a:lnTo>
                <a:close/>
              </a:path>
              <a:path w="1236979" h="948054">
                <a:moveTo>
                  <a:pt x="1213739" y="0"/>
                </a:moveTo>
                <a:lnTo>
                  <a:pt x="79413" y="863370"/>
                </a:lnTo>
                <a:lnTo>
                  <a:pt x="102520" y="893727"/>
                </a:lnTo>
                <a:lnTo>
                  <a:pt x="1236852" y="30225"/>
                </a:lnTo>
                <a:lnTo>
                  <a:pt x="12137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635878" y="3581780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557265" y="3609594"/>
            <a:ext cx="952500" cy="807720"/>
          </a:xfrm>
          <a:custGeom>
            <a:avLst/>
            <a:gdLst/>
            <a:ahLst/>
            <a:cxnLst/>
            <a:rect l="l" t="t" r="r" b="b"/>
            <a:pathLst>
              <a:path w="952500" h="807720">
                <a:moveTo>
                  <a:pt x="952500" y="0"/>
                </a:moveTo>
                <a:lnTo>
                  <a:pt x="0" y="80771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595365" y="4370070"/>
            <a:ext cx="0" cy="1447800"/>
          </a:xfrm>
          <a:custGeom>
            <a:avLst/>
            <a:gdLst/>
            <a:ahLst/>
            <a:cxnLst/>
            <a:rect l="l" t="t" r="r" b="b"/>
            <a:pathLst>
              <a:path w="0" h="1447800">
                <a:moveTo>
                  <a:pt x="0" y="0"/>
                </a:moveTo>
                <a:lnTo>
                  <a:pt x="0" y="14477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56866" y="5760720"/>
            <a:ext cx="3238500" cy="114300"/>
          </a:xfrm>
          <a:custGeom>
            <a:avLst/>
            <a:gdLst/>
            <a:ahLst/>
            <a:cxnLst/>
            <a:rect l="l" t="t" r="r" b="b"/>
            <a:pathLst>
              <a:path w="323850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23850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238500" h="114300">
                <a:moveTo>
                  <a:pt x="3238499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238499" y="76199"/>
                </a:lnTo>
                <a:lnTo>
                  <a:pt x="3238499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572505" y="491261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353564" y="4331461"/>
            <a:ext cx="1070610" cy="245745"/>
          </a:xfrm>
          <a:custGeom>
            <a:avLst/>
            <a:gdLst/>
            <a:ahLst/>
            <a:cxnLst/>
            <a:rect l="l" t="t" r="r" b="b"/>
            <a:pathLst>
              <a:path w="1070610" h="245745">
                <a:moveTo>
                  <a:pt x="954235" y="207986"/>
                </a:moveTo>
                <a:lnTo>
                  <a:pt x="947547" y="245490"/>
                </a:lnTo>
                <a:lnTo>
                  <a:pt x="1063221" y="211327"/>
                </a:lnTo>
                <a:lnTo>
                  <a:pt x="972947" y="211327"/>
                </a:lnTo>
                <a:lnTo>
                  <a:pt x="954235" y="207986"/>
                </a:lnTo>
                <a:close/>
              </a:path>
              <a:path w="1070610" h="245745">
                <a:moveTo>
                  <a:pt x="960939" y="170390"/>
                </a:moveTo>
                <a:lnTo>
                  <a:pt x="954235" y="207986"/>
                </a:lnTo>
                <a:lnTo>
                  <a:pt x="972947" y="211327"/>
                </a:lnTo>
                <a:lnTo>
                  <a:pt x="979677" y="173736"/>
                </a:lnTo>
                <a:lnTo>
                  <a:pt x="960939" y="170390"/>
                </a:lnTo>
                <a:close/>
              </a:path>
              <a:path w="1070610" h="245745">
                <a:moveTo>
                  <a:pt x="967613" y="132969"/>
                </a:moveTo>
                <a:lnTo>
                  <a:pt x="960939" y="170390"/>
                </a:lnTo>
                <a:lnTo>
                  <a:pt x="979677" y="173736"/>
                </a:lnTo>
                <a:lnTo>
                  <a:pt x="972947" y="211327"/>
                </a:lnTo>
                <a:lnTo>
                  <a:pt x="1063221" y="211327"/>
                </a:lnTo>
                <a:lnTo>
                  <a:pt x="1070102" y="209295"/>
                </a:lnTo>
                <a:lnTo>
                  <a:pt x="967613" y="132969"/>
                </a:lnTo>
                <a:close/>
              </a:path>
              <a:path w="1070610" h="245745">
                <a:moveTo>
                  <a:pt x="6604" y="0"/>
                </a:moveTo>
                <a:lnTo>
                  <a:pt x="0" y="37592"/>
                </a:lnTo>
                <a:lnTo>
                  <a:pt x="954235" y="207986"/>
                </a:lnTo>
                <a:lnTo>
                  <a:pt x="960939" y="170390"/>
                </a:lnTo>
                <a:lnTo>
                  <a:pt x="66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625598" y="3992702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356866" y="5982461"/>
            <a:ext cx="4768850" cy="0"/>
          </a:xfrm>
          <a:custGeom>
            <a:avLst/>
            <a:gdLst/>
            <a:ahLst/>
            <a:cxnLst/>
            <a:rect l="l" t="t" r="r" b="b"/>
            <a:pathLst>
              <a:path w="4768850" h="0">
                <a:moveTo>
                  <a:pt x="0" y="0"/>
                </a:moveTo>
                <a:lnTo>
                  <a:pt x="476859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68311" y="5766053"/>
            <a:ext cx="114300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851905" y="5573064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9973" y="5139054"/>
            <a:ext cx="378460" cy="328930"/>
          </a:xfrm>
          <a:custGeom>
            <a:avLst/>
            <a:gdLst/>
            <a:ahLst/>
            <a:cxnLst/>
            <a:rect l="l" t="t" r="r" b="b"/>
            <a:pathLst>
              <a:path w="378460" h="328929">
                <a:moveTo>
                  <a:pt x="246976" y="36182"/>
                </a:moveTo>
                <a:lnTo>
                  <a:pt x="198352" y="53340"/>
                </a:lnTo>
                <a:lnTo>
                  <a:pt x="142446" y="75057"/>
                </a:lnTo>
                <a:lnTo>
                  <a:pt x="104947" y="91059"/>
                </a:lnTo>
                <a:lnTo>
                  <a:pt x="62013" y="112649"/>
                </a:lnTo>
                <a:lnTo>
                  <a:pt x="28628" y="134747"/>
                </a:lnTo>
                <a:lnTo>
                  <a:pt x="3524" y="165227"/>
                </a:lnTo>
                <a:lnTo>
                  <a:pt x="1047" y="172974"/>
                </a:lnTo>
                <a:lnTo>
                  <a:pt x="704" y="174117"/>
                </a:lnTo>
                <a:lnTo>
                  <a:pt x="479" y="175387"/>
                </a:lnTo>
                <a:lnTo>
                  <a:pt x="97" y="180086"/>
                </a:lnTo>
                <a:lnTo>
                  <a:pt x="0" y="184658"/>
                </a:lnTo>
                <a:lnTo>
                  <a:pt x="978" y="191389"/>
                </a:lnTo>
                <a:lnTo>
                  <a:pt x="26218" y="225044"/>
                </a:lnTo>
                <a:lnTo>
                  <a:pt x="68066" y="247777"/>
                </a:lnTo>
                <a:lnTo>
                  <a:pt x="112512" y="264287"/>
                </a:lnTo>
                <a:lnTo>
                  <a:pt x="151374" y="276098"/>
                </a:lnTo>
                <a:lnTo>
                  <a:pt x="208791" y="291338"/>
                </a:lnTo>
                <a:lnTo>
                  <a:pt x="271237" y="306324"/>
                </a:lnTo>
                <a:lnTo>
                  <a:pt x="369802" y="328549"/>
                </a:lnTo>
                <a:lnTo>
                  <a:pt x="378158" y="291465"/>
                </a:lnTo>
                <a:lnTo>
                  <a:pt x="248225" y="261747"/>
                </a:lnTo>
                <a:lnTo>
                  <a:pt x="217795" y="254381"/>
                </a:lnTo>
                <a:lnTo>
                  <a:pt x="161484" y="239395"/>
                </a:lnTo>
                <a:lnTo>
                  <a:pt x="124146" y="227965"/>
                </a:lnTo>
                <a:lnTo>
                  <a:pt x="73958" y="208788"/>
                </a:lnTo>
                <a:lnTo>
                  <a:pt x="40783" y="187198"/>
                </a:lnTo>
                <a:lnTo>
                  <a:pt x="39709" y="185674"/>
                </a:lnTo>
                <a:lnTo>
                  <a:pt x="39226" y="185674"/>
                </a:lnTo>
                <a:lnTo>
                  <a:pt x="38745" y="184658"/>
                </a:lnTo>
                <a:lnTo>
                  <a:pt x="38501" y="184658"/>
                </a:lnTo>
                <a:lnTo>
                  <a:pt x="38437" y="184404"/>
                </a:lnTo>
                <a:lnTo>
                  <a:pt x="37970" y="184404"/>
                </a:lnTo>
                <a:lnTo>
                  <a:pt x="37938" y="183388"/>
                </a:lnTo>
                <a:lnTo>
                  <a:pt x="37681" y="183388"/>
                </a:lnTo>
                <a:lnTo>
                  <a:pt x="37805" y="182707"/>
                </a:lnTo>
                <a:lnTo>
                  <a:pt x="37542" y="182118"/>
                </a:lnTo>
                <a:lnTo>
                  <a:pt x="37862" y="182118"/>
                </a:lnTo>
                <a:lnTo>
                  <a:pt x="37607" y="181102"/>
                </a:lnTo>
                <a:lnTo>
                  <a:pt x="37866" y="181102"/>
                </a:lnTo>
                <a:lnTo>
                  <a:pt x="37834" y="180086"/>
                </a:lnTo>
                <a:lnTo>
                  <a:pt x="38282" y="180086"/>
                </a:lnTo>
                <a:lnTo>
                  <a:pt x="38351" y="179705"/>
                </a:lnTo>
                <a:lnTo>
                  <a:pt x="38634" y="179705"/>
                </a:lnTo>
                <a:lnTo>
                  <a:pt x="39015" y="178689"/>
                </a:lnTo>
                <a:lnTo>
                  <a:pt x="39355" y="178689"/>
                </a:lnTo>
                <a:lnTo>
                  <a:pt x="40158" y="177038"/>
                </a:lnTo>
                <a:lnTo>
                  <a:pt x="72973" y="150368"/>
                </a:lnTo>
                <a:lnTo>
                  <a:pt x="121047" y="125603"/>
                </a:lnTo>
                <a:lnTo>
                  <a:pt x="157267" y="110109"/>
                </a:lnTo>
                <a:lnTo>
                  <a:pt x="211852" y="89027"/>
                </a:lnTo>
                <a:lnTo>
                  <a:pt x="259192" y="72221"/>
                </a:lnTo>
                <a:lnTo>
                  <a:pt x="246976" y="36182"/>
                </a:lnTo>
                <a:close/>
              </a:path>
              <a:path w="378460" h="328929">
                <a:moveTo>
                  <a:pt x="38335" y="183522"/>
                </a:moveTo>
                <a:lnTo>
                  <a:pt x="38392" y="183913"/>
                </a:lnTo>
                <a:lnTo>
                  <a:pt x="39226" y="185674"/>
                </a:lnTo>
                <a:lnTo>
                  <a:pt x="38681" y="184134"/>
                </a:lnTo>
                <a:lnTo>
                  <a:pt x="38335" y="183522"/>
                </a:lnTo>
                <a:close/>
              </a:path>
              <a:path w="378460" h="328929">
                <a:moveTo>
                  <a:pt x="38681" y="184134"/>
                </a:moveTo>
                <a:lnTo>
                  <a:pt x="39226" y="185674"/>
                </a:lnTo>
                <a:lnTo>
                  <a:pt x="39709" y="185674"/>
                </a:lnTo>
                <a:lnTo>
                  <a:pt x="38904" y="184531"/>
                </a:lnTo>
                <a:lnTo>
                  <a:pt x="38681" y="184134"/>
                </a:lnTo>
                <a:close/>
              </a:path>
              <a:path w="378460" h="328929">
                <a:moveTo>
                  <a:pt x="38224" y="183559"/>
                </a:moveTo>
                <a:lnTo>
                  <a:pt x="38501" y="184658"/>
                </a:lnTo>
                <a:lnTo>
                  <a:pt x="38392" y="183913"/>
                </a:lnTo>
                <a:lnTo>
                  <a:pt x="38224" y="183559"/>
                </a:lnTo>
                <a:close/>
              </a:path>
              <a:path w="378460" h="328929">
                <a:moveTo>
                  <a:pt x="38392" y="183913"/>
                </a:moveTo>
                <a:lnTo>
                  <a:pt x="38501" y="184658"/>
                </a:lnTo>
                <a:lnTo>
                  <a:pt x="38745" y="184658"/>
                </a:lnTo>
                <a:lnTo>
                  <a:pt x="38392" y="183913"/>
                </a:lnTo>
                <a:close/>
              </a:path>
              <a:path w="378460" h="328929">
                <a:moveTo>
                  <a:pt x="38065" y="183223"/>
                </a:moveTo>
                <a:lnTo>
                  <a:pt x="37970" y="184404"/>
                </a:lnTo>
                <a:lnTo>
                  <a:pt x="38437" y="184404"/>
                </a:lnTo>
                <a:lnTo>
                  <a:pt x="38207" y="183522"/>
                </a:lnTo>
                <a:lnTo>
                  <a:pt x="38065" y="183223"/>
                </a:lnTo>
                <a:close/>
              </a:path>
              <a:path w="378460" h="328929">
                <a:moveTo>
                  <a:pt x="38245" y="182904"/>
                </a:moveTo>
                <a:lnTo>
                  <a:pt x="38356" y="183559"/>
                </a:lnTo>
                <a:lnTo>
                  <a:pt x="38681" y="184134"/>
                </a:lnTo>
                <a:lnTo>
                  <a:pt x="38245" y="182904"/>
                </a:lnTo>
                <a:close/>
              </a:path>
              <a:path w="378460" h="328929">
                <a:moveTo>
                  <a:pt x="38119" y="183140"/>
                </a:moveTo>
                <a:lnTo>
                  <a:pt x="38224" y="183559"/>
                </a:lnTo>
                <a:lnTo>
                  <a:pt x="38392" y="183913"/>
                </a:lnTo>
                <a:lnTo>
                  <a:pt x="38335" y="183522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078" y="183067"/>
                </a:moveTo>
                <a:lnTo>
                  <a:pt x="38143" y="183388"/>
                </a:lnTo>
                <a:lnTo>
                  <a:pt x="38224" y="183559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120" y="182551"/>
                </a:moveTo>
                <a:lnTo>
                  <a:pt x="38166" y="183223"/>
                </a:lnTo>
                <a:lnTo>
                  <a:pt x="38335" y="183522"/>
                </a:lnTo>
                <a:lnTo>
                  <a:pt x="38245" y="182904"/>
                </a:lnTo>
                <a:lnTo>
                  <a:pt x="38120" y="182551"/>
                </a:lnTo>
                <a:close/>
              </a:path>
              <a:path w="378460" h="328929">
                <a:moveTo>
                  <a:pt x="37809" y="182683"/>
                </a:moveTo>
                <a:lnTo>
                  <a:pt x="37681" y="183388"/>
                </a:lnTo>
                <a:lnTo>
                  <a:pt x="37792" y="182999"/>
                </a:lnTo>
                <a:lnTo>
                  <a:pt x="37809" y="182683"/>
                </a:lnTo>
                <a:close/>
              </a:path>
              <a:path w="378460" h="328929">
                <a:moveTo>
                  <a:pt x="37854" y="182778"/>
                </a:moveTo>
                <a:lnTo>
                  <a:pt x="37681" y="183388"/>
                </a:lnTo>
                <a:lnTo>
                  <a:pt x="37938" y="183388"/>
                </a:lnTo>
                <a:lnTo>
                  <a:pt x="37854" y="182778"/>
                </a:lnTo>
                <a:close/>
              </a:path>
              <a:path w="378460" h="328929">
                <a:moveTo>
                  <a:pt x="37919" y="182785"/>
                </a:moveTo>
                <a:lnTo>
                  <a:pt x="37959" y="182999"/>
                </a:lnTo>
                <a:lnTo>
                  <a:pt x="38065" y="183223"/>
                </a:lnTo>
                <a:lnTo>
                  <a:pt x="37986" y="182904"/>
                </a:lnTo>
                <a:close/>
              </a:path>
              <a:path w="378460" h="328929">
                <a:moveTo>
                  <a:pt x="37946" y="182454"/>
                </a:moveTo>
                <a:lnTo>
                  <a:pt x="37986" y="182904"/>
                </a:lnTo>
                <a:lnTo>
                  <a:pt x="38078" y="183067"/>
                </a:lnTo>
                <a:lnTo>
                  <a:pt x="37946" y="182454"/>
                </a:lnTo>
                <a:close/>
              </a:path>
              <a:path w="378460" h="328929">
                <a:moveTo>
                  <a:pt x="38008" y="182236"/>
                </a:moveTo>
                <a:lnTo>
                  <a:pt x="37971" y="182551"/>
                </a:lnTo>
                <a:lnTo>
                  <a:pt x="38084" y="182999"/>
                </a:lnTo>
                <a:lnTo>
                  <a:pt x="38008" y="182236"/>
                </a:lnTo>
                <a:close/>
              </a:path>
              <a:path w="378460" h="328929">
                <a:moveTo>
                  <a:pt x="37542" y="182118"/>
                </a:moveTo>
                <a:lnTo>
                  <a:pt x="37809" y="182683"/>
                </a:lnTo>
                <a:lnTo>
                  <a:pt x="37732" y="182454"/>
                </a:lnTo>
                <a:lnTo>
                  <a:pt x="37542" y="182118"/>
                </a:lnTo>
                <a:close/>
              </a:path>
              <a:path w="378460" h="328929">
                <a:moveTo>
                  <a:pt x="37862" y="182118"/>
                </a:moveTo>
                <a:lnTo>
                  <a:pt x="37542" y="182118"/>
                </a:lnTo>
                <a:lnTo>
                  <a:pt x="37822" y="182614"/>
                </a:lnTo>
                <a:lnTo>
                  <a:pt x="37862" y="182118"/>
                </a:lnTo>
                <a:close/>
              </a:path>
              <a:path w="378460" h="328929">
                <a:moveTo>
                  <a:pt x="37607" y="181102"/>
                </a:moveTo>
                <a:lnTo>
                  <a:pt x="37891" y="182234"/>
                </a:lnTo>
                <a:lnTo>
                  <a:pt x="37769" y="181559"/>
                </a:lnTo>
                <a:lnTo>
                  <a:pt x="37607" y="181102"/>
                </a:lnTo>
                <a:close/>
              </a:path>
              <a:path w="378460" h="328929">
                <a:moveTo>
                  <a:pt x="38249" y="180962"/>
                </a:moveTo>
                <a:lnTo>
                  <a:pt x="38181" y="181102"/>
                </a:lnTo>
                <a:lnTo>
                  <a:pt x="38100" y="181912"/>
                </a:lnTo>
                <a:lnTo>
                  <a:pt x="38218" y="181347"/>
                </a:lnTo>
                <a:lnTo>
                  <a:pt x="38249" y="180962"/>
                </a:lnTo>
                <a:close/>
              </a:path>
              <a:path w="378460" h="328929">
                <a:moveTo>
                  <a:pt x="37886" y="181737"/>
                </a:moveTo>
                <a:lnTo>
                  <a:pt x="37891" y="181905"/>
                </a:lnTo>
                <a:lnTo>
                  <a:pt x="37886" y="181737"/>
                </a:lnTo>
                <a:close/>
              </a:path>
              <a:path w="378460" h="328929">
                <a:moveTo>
                  <a:pt x="37866" y="181102"/>
                </a:moveTo>
                <a:lnTo>
                  <a:pt x="37607" y="181102"/>
                </a:lnTo>
                <a:lnTo>
                  <a:pt x="37831" y="181737"/>
                </a:lnTo>
                <a:lnTo>
                  <a:pt x="37866" y="181102"/>
                </a:lnTo>
                <a:close/>
              </a:path>
              <a:path w="378460" h="328929">
                <a:moveTo>
                  <a:pt x="38018" y="181347"/>
                </a:moveTo>
                <a:lnTo>
                  <a:pt x="37885" y="181710"/>
                </a:lnTo>
                <a:lnTo>
                  <a:pt x="38010" y="181452"/>
                </a:lnTo>
                <a:close/>
              </a:path>
              <a:path w="378460" h="328929">
                <a:moveTo>
                  <a:pt x="37834" y="180086"/>
                </a:moveTo>
                <a:lnTo>
                  <a:pt x="37885" y="181702"/>
                </a:lnTo>
                <a:lnTo>
                  <a:pt x="38007" y="181377"/>
                </a:lnTo>
                <a:lnTo>
                  <a:pt x="37834" y="180086"/>
                </a:lnTo>
                <a:close/>
              </a:path>
              <a:path w="378460" h="328929">
                <a:moveTo>
                  <a:pt x="38539" y="180365"/>
                </a:moveTo>
                <a:lnTo>
                  <a:pt x="38249" y="180962"/>
                </a:lnTo>
                <a:lnTo>
                  <a:pt x="38200" y="181559"/>
                </a:lnTo>
                <a:lnTo>
                  <a:pt x="38539" y="180365"/>
                </a:lnTo>
                <a:close/>
              </a:path>
              <a:path w="378460" h="328929">
                <a:moveTo>
                  <a:pt x="38273" y="180668"/>
                </a:moveTo>
                <a:lnTo>
                  <a:pt x="38162" y="180962"/>
                </a:lnTo>
                <a:lnTo>
                  <a:pt x="38047" y="181377"/>
                </a:lnTo>
                <a:lnTo>
                  <a:pt x="38148" y="181170"/>
                </a:lnTo>
                <a:lnTo>
                  <a:pt x="38273" y="180668"/>
                </a:lnTo>
                <a:close/>
              </a:path>
              <a:path w="378460" h="328929">
                <a:moveTo>
                  <a:pt x="38282" y="180086"/>
                </a:moveTo>
                <a:lnTo>
                  <a:pt x="37834" y="180086"/>
                </a:lnTo>
                <a:lnTo>
                  <a:pt x="38018" y="181347"/>
                </a:lnTo>
                <a:lnTo>
                  <a:pt x="38122" y="180962"/>
                </a:lnTo>
                <a:lnTo>
                  <a:pt x="38282" y="180086"/>
                </a:lnTo>
                <a:close/>
              </a:path>
              <a:path w="378460" h="328929">
                <a:moveTo>
                  <a:pt x="38351" y="179705"/>
                </a:moveTo>
                <a:lnTo>
                  <a:pt x="38084" y="181170"/>
                </a:lnTo>
                <a:lnTo>
                  <a:pt x="38273" y="180668"/>
                </a:lnTo>
                <a:lnTo>
                  <a:pt x="38351" y="179705"/>
                </a:lnTo>
                <a:close/>
              </a:path>
              <a:path w="378460" h="328929">
                <a:moveTo>
                  <a:pt x="39015" y="178689"/>
                </a:moveTo>
                <a:lnTo>
                  <a:pt x="38273" y="180668"/>
                </a:lnTo>
                <a:lnTo>
                  <a:pt x="38249" y="180962"/>
                </a:lnTo>
                <a:lnTo>
                  <a:pt x="38539" y="180365"/>
                </a:lnTo>
                <a:lnTo>
                  <a:pt x="39015" y="178689"/>
                </a:lnTo>
                <a:close/>
              </a:path>
              <a:path w="378460" h="328929">
                <a:moveTo>
                  <a:pt x="38634" y="179705"/>
                </a:moveTo>
                <a:lnTo>
                  <a:pt x="38351" y="179705"/>
                </a:lnTo>
                <a:lnTo>
                  <a:pt x="38273" y="180668"/>
                </a:lnTo>
                <a:lnTo>
                  <a:pt x="38634" y="179705"/>
                </a:lnTo>
                <a:close/>
              </a:path>
              <a:path w="378460" h="328929">
                <a:moveTo>
                  <a:pt x="39355" y="178689"/>
                </a:moveTo>
                <a:lnTo>
                  <a:pt x="39015" y="178689"/>
                </a:lnTo>
                <a:lnTo>
                  <a:pt x="38539" y="180365"/>
                </a:lnTo>
                <a:lnTo>
                  <a:pt x="39355" y="178689"/>
                </a:lnTo>
                <a:close/>
              </a:path>
              <a:path w="378460" h="328929">
                <a:moveTo>
                  <a:pt x="348855" y="29972"/>
                </a:moveTo>
                <a:lnTo>
                  <a:pt x="264874" y="29972"/>
                </a:lnTo>
                <a:lnTo>
                  <a:pt x="277333" y="65913"/>
                </a:lnTo>
                <a:lnTo>
                  <a:pt x="259192" y="72221"/>
                </a:lnTo>
                <a:lnTo>
                  <a:pt x="271389" y="108204"/>
                </a:lnTo>
                <a:lnTo>
                  <a:pt x="348855" y="29972"/>
                </a:lnTo>
                <a:close/>
              </a:path>
              <a:path w="378460" h="328929">
                <a:moveTo>
                  <a:pt x="264874" y="29972"/>
                </a:moveTo>
                <a:lnTo>
                  <a:pt x="246976" y="36182"/>
                </a:lnTo>
                <a:lnTo>
                  <a:pt x="259192" y="72221"/>
                </a:lnTo>
                <a:lnTo>
                  <a:pt x="277333" y="65913"/>
                </a:lnTo>
                <a:lnTo>
                  <a:pt x="264874" y="29972"/>
                </a:lnTo>
                <a:close/>
              </a:path>
              <a:path w="378460" h="328929">
                <a:moveTo>
                  <a:pt x="234712" y="0"/>
                </a:moveTo>
                <a:lnTo>
                  <a:pt x="246976" y="36182"/>
                </a:lnTo>
                <a:lnTo>
                  <a:pt x="264874" y="29972"/>
                </a:lnTo>
                <a:lnTo>
                  <a:pt x="348855" y="29972"/>
                </a:lnTo>
                <a:lnTo>
                  <a:pt x="361305" y="17399"/>
                </a:lnTo>
                <a:lnTo>
                  <a:pt x="2347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4239" y="492353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7340" y="528319"/>
            <a:ext cx="708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’)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的识别关于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项目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活前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2800" spc="-5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33247" y="26923"/>
            <a:ext cx="8027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7553959" y="350901"/>
            <a:ext cx="1440815" cy="170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8475" indent="-486409">
              <a:lnSpc>
                <a:spcPts val="2280"/>
              </a:lnSpc>
              <a:spcBef>
                <a:spcPts val="100"/>
              </a:spcBef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28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1261" y="3213354"/>
            <a:ext cx="1409700" cy="399415"/>
          </a:xfrm>
          <a:custGeom>
            <a:avLst/>
            <a:gdLst/>
            <a:ahLst/>
            <a:cxnLst/>
            <a:rect l="l" t="t" r="r" b="b"/>
            <a:pathLst>
              <a:path w="1409700" h="399414">
                <a:moveTo>
                  <a:pt x="0" y="399288"/>
                </a:moveTo>
                <a:lnTo>
                  <a:pt x="1409700" y="399288"/>
                </a:lnTo>
                <a:lnTo>
                  <a:pt x="1409700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01261" y="3213354"/>
            <a:ext cx="1409700" cy="399415"/>
          </a:xfrm>
          <a:custGeom>
            <a:avLst/>
            <a:gdLst/>
            <a:ahLst/>
            <a:cxnLst/>
            <a:rect l="l" t="t" r="r" b="b"/>
            <a:pathLst>
              <a:path w="1409700" h="399414">
                <a:moveTo>
                  <a:pt x="0" y="399288"/>
                </a:moveTo>
                <a:lnTo>
                  <a:pt x="1409700" y="399288"/>
                </a:lnTo>
                <a:lnTo>
                  <a:pt x="1409700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78858" y="3938778"/>
            <a:ext cx="1758950" cy="355600"/>
          </a:xfrm>
          <a:custGeom>
            <a:avLst/>
            <a:gdLst/>
            <a:ahLst/>
            <a:cxnLst/>
            <a:rect l="l" t="t" r="r" b="b"/>
            <a:pathLst>
              <a:path w="1758950" h="355600">
                <a:moveTo>
                  <a:pt x="0" y="355092"/>
                </a:moveTo>
                <a:lnTo>
                  <a:pt x="1758695" y="355092"/>
                </a:lnTo>
                <a:lnTo>
                  <a:pt x="1758695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89826" y="3277361"/>
            <a:ext cx="1626235" cy="344805"/>
          </a:xfrm>
          <a:custGeom>
            <a:avLst/>
            <a:gdLst/>
            <a:ahLst/>
            <a:cxnLst/>
            <a:rect l="l" t="t" r="r" b="b"/>
            <a:pathLst>
              <a:path w="1626234" h="344804">
                <a:moveTo>
                  <a:pt x="0" y="344424"/>
                </a:moveTo>
                <a:lnTo>
                  <a:pt x="1626107" y="344424"/>
                </a:lnTo>
                <a:lnTo>
                  <a:pt x="162610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4162" y="4423409"/>
            <a:ext cx="2400300" cy="485140"/>
          </a:xfrm>
          <a:prstGeom prst="rect">
            <a:avLst/>
          </a:prstGeom>
          <a:solidFill>
            <a:srgbClr val="0080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9654" y="1029461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905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 marR="199390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>
              <a:lnSpc>
                <a:spcPts val="3629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13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90805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140" y="54604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1053" y="698754"/>
            <a:ext cx="20332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34461" y="9723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934583" y="61950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02202" y="1736851"/>
            <a:ext cx="1849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34461" y="1784604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241675" y="543306"/>
            <a:ext cx="378460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61053" y="1309877"/>
            <a:ext cx="2476500" cy="948055"/>
          </a:xfrm>
          <a:custGeom>
            <a:avLst/>
            <a:gdLst/>
            <a:ahLst/>
            <a:cxnLst/>
            <a:rect l="l" t="t" r="r" b="b"/>
            <a:pathLst>
              <a:path w="2476500" h="948055">
                <a:moveTo>
                  <a:pt x="0" y="947927"/>
                </a:moveTo>
                <a:lnTo>
                  <a:pt x="2476500" y="947927"/>
                </a:lnTo>
                <a:lnTo>
                  <a:pt x="2476500" y="0"/>
                </a:lnTo>
                <a:lnTo>
                  <a:pt x="0" y="0"/>
                </a:lnTo>
                <a:lnTo>
                  <a:pt x="0" y="9479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876802" y="1273556"/>
            <a:ext cx="275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909" sz="4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baseline="-26909" sz="4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2202" y="2450083"/>
            <a:ext cx="17259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34461" y="2724911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1" y="0"/>
                </a:moveTo>
                <a:lnTo>
                  <a:pt x="774191" y="114300"/>
                </a:lnTo>
                <a:lnTo>
                  <a:pt x="850391" y="76200"/>
                </a:lnTo>
                <a:lnTo>
                  <a:pt x="793241" y="76200"/>
                </a:lnTo>
                <a:lnTo>
                  <a:pt x="793241" y="38100"/>
                </a:lnTo>
                <a:lnTo>
                  <a:pt x="850391" y="38100"/>
                </a:lnTo>
                <a:lnTo>
                  <a:pt x="774191" y="0"/>
                </a:lnTo>
                <a:close/>
              </a:path>
              <a:path w="889000" h="114300">
                <a:moveTo>
                  <a:pt x="7741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1" y="76200"/>
                </a:lnTo>
                <a:lnTo>
                  <a:pt x="774191" y="38100"/>
                </a:lnTo>
                <a:close/>
              </a:path>
              <a:path w="889000" h="114300">
                <a:moveTo>
                  <a:pt x="850391" y="38100"/>
                </a:moveTo>
                <a:lnTo>
                  <a:pt x="793241" y="38100"/>
                </a:lnTo>
                <a:lnTo>
                  <a:pt x="793241" y="76200"/>
                </a:lnTo>
                <a:lnTo>
                  <a:pt x="850391" y="76200"/>
                </a:lnTo>
                <a:lnTo>
                  <a:pt x="888491" y="57150"/>
                </a:lnTo>
                <a:lnTo>
                  <a:pt x="8503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97098" y="2307463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61053" y="2486405"/>
            <a:ext cx="1995170" cy="485140"/>
          </a:xfrm>
          <a:custGeom>
            <a:avLst/>
            <a:gdLst/>
            <a:ahLst/>
            <a:cxnLst/>
            <a:rect l="l" t="t" r="r" b="b"/>
            <a:pathLst>
              <a:path w="1995170" h="485139">
                <a:moveTo>
                  <a:pt x="0" y="484632"/>
                </a:moveTo>
                <a:lnTo>
                  <a:pt x="1994916" y="484632"/>
                </a:lnTo>
                <a:lnTo>
                  <a:pt x="1994916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908928" y="24202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42003" y="4871720"/>
            <a:ext cx="2743200" cy="1945639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46990" marR="239395">
              <a:lnSpc>
                <a:spcPct val="97900"/>
              </a:lnSpc>
              <a:spcBef>
                <a:spcPts val="1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822953" y="4880609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8"/>
                </a:moveTo>
                <a:lnTo>
                  <a:pt x="2781300" y="1915668"/>
                </a:lnTo>
                <a:lnTo>
                  <a:pt x="2781300" y="0"/>
                </a:lnTo>
                <a:lnTo>
                  <a:pt x="0" y="0"/>
                </a:lnTo>
                <a:lnTo>
                  <a:pt x="0" y="19156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626732" y="5322823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55419" y="3938778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2"/>
                </a:moveTo>
                <a:lnTo>
                  <a:pt x="0" y="370332"/>
                </a:lnTo>
                <a:lnTo>
                  <a:pt x="57150" y="484632"/>
                </a:lnTo>
                <a:lnTo>
                  <a:pt x="104775" y="389382"/>
                </a:lnTo>
                <a:lnTo>
                  <a:pt x="38100" y="389382"/>
                </a:lnTo>
                <a:lnTo>
                  <a:pt x="38100" y="370332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2"/>
                </a:lnTo>
                <a:lnTo>
                  <a:pt x="76200" y="389382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2"/>
                </a:moveTo>
                <a:lnTo>
                  <a:pt x="76200" y="370332"/>
                </a:lnTo>
                <a:lnTo>
                  <a:pt x="76200" y="389382"/>
                </a:lnTo>
                <a:lnTo>
                  <a:pt x="104775" y="389382"/>
                </a:lnTo>
                <a:lnTo>
                  <a:pt x="114300" y="3703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590294" y="3898519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46273" y="435571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93306" y="651509"/>
            <a:ext cx="193040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93306" y="1346708"/>
            <a:ext cx="145669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90183" y="1029461"/>
            <a:ext cx="512445" cy="297180"/>
          </a:xfrm>
          <a:custGeom>
            <a:avLst/>
            <a:gdLst/>
            <a:ahLst/>
            <a:cxnLst/>
            <a:rect l="l" t="t" r="r" b="b"/>
            <a:pathLst>
              <a:path w="512445" h="297180">
                <a:moveTo>
                  <a:pt x="403100" y="38993"/>
                </a:moveTo>
                <a:lnTo>
                  <a:pt x="0" y="263778"/>
                </a:lnTo>
                <a:lnTo>
                  <a:pt x="18541" y="297052"/>
                </a:lnTo>
                <a:lnTo>
                  <a:pt x="421642" y="72267"/>
                </a:lnTo>
                <a:lnTo>
                  <a:pt x="403100" y="38993"/>
                </a:lnTo>
                <a:close/>
              </a:path>
              <a:path w="512445" h="297180">
                <a:moveTo>
                  <a:pt x="491914" y="29717"/>
                </a:moveTo>
                <a:lnTo>
                  <a:pt x="419735" y="29717"/>
                </a:lnTo>
                <a:lnTo>
                  <a:pt x="438276" y="62991"/>
                </a:lnTo>
                <a:lnTo>
                  <a:pt x="421642" y="72267"/>
                </a:lnTo>
                <a:lnTo>
                  <a:pt x="440182" y="105537"/>
                </a:lnTo>
                <a:lnTo>
                  <a:pt x="491914" y="29717"/>
                </a:lnTo>
                <a:close/>
              </a:path>
              <a:path w="512445" h="297180">
                <a:moveTo>
                  <a:pt x="419735" y="29717"/>
                </a:moveTo>
                <a:lnTo>
                  <a:pt x="403100" y="38993"/>
                </a:lnTo>
                <a:lnTo>
                  <a:pt x="421642" y="72267"/>
                </a:lnTo>
                <a:lnTo>
                  <a:pt x="438276" y="62991"/>
                </a:lnTo>
                <a:lnTo>
                  <a:pt x="419735" y="29717"/>
                </a:lnTo>
                <a:close/>
              </a:path>
              <a:path w="512445" h="297180">
                <a:moveTo>
                  <a:pt x="512190" y="0"/>
                </a:moveTo>
                <a:lnTo>
                  <a:pt x="384556" y="5714"/>
                </a:lnTo>
                <a:lnTo>
                  <a:pt x="403100" y="38993"/>
                </a:lnTo>
                <a:lnTo>
                  <a:pt x="419735" y="29717"/>
                </a:lnTo>
                <a:lnTo>
                  <a:pt x="491914" y="29717"/>
                </a:lnTo>
                <a:lnTo>
                  <a:pt x="5121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417055" y="721232"/>
            <a:ext cx="257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02373" y="660654"/>
            <a:ext cx="2178050" cy="1430020"/>
          </a:xfrm>
          <a:custGeom>
            <a:avLst/>
            <a:gdLst/>
            <a:ahLst/>
            <a:cxnLst/>
            <a:rect l="l" t="t" r="r" b="b"/>
            <a:pathLst>
              <a:path w="2178050" h="1430020">
                <a:moveTo>
                  <a:pt x="0" y="1429512"/>
                </a:moveTo>
                <a:lnTo>
                  <a:pt x="2177796" y="1429512"/>
                </a:lnTo>
                <a:lnTo>
                  <a:pt x="21777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8728836" y="1268983"/>
            <a:ext cx="21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7754" y="5232653"/>
            <a:ext cx="291846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755">
              <a:lnSpc>
                <a:spcPts val="37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9465" y="6096761"/>
            <a:ext cx="256794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9220">
              <a:lnSpc>
                <a:spcPts val="36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38245" y="520486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40" y="6148527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94906" y="2452242"/>
            <a:ext cx="2019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41670" y="4662170"/>
            <a:ext cx="979805" cy="438784"/>
          </a:xfrm>
          <a:custGeom>
            <a:avLst/>
            <a:gdLst/>
            <a:ahLst/>
            <a:cxnLst/>
            <a:rect l="l" t="t" r="r" b="b"/>
            <a:pathLst>
              <a:path w="979804" h="438785">
                <a:moveTo>
                  <a:pt x="943728" y="38099"/>
                </a:moveTo>
                <a:lnTo>
                  <a:pt x="811656" y="38099"/>
                </a:lnTo>
                <a:lnTo>
                  <a:pt x="828801" y="38353"/>
                </a:lnTo>
                <a:lnTo>
                  <a:pt x="844423" y="39115"/>
                </a:lnTo>
                <a:lnTo>
                  <a:pt x="883030" y="46227"/>
                </a:lnTo>
                <a:lnTo>
                  <a:pt x="921765" y="69976"/>
                </a:lnTo>
                <a:lnTo>
                  <a:pt x="939546" y="109854"/>
                </a:lnTo>
                <a:lnTo>
                  <a:pt x="941704" y="130936"/>
                </a:lnTo>
                <a:lnTo>
                  <a:pt x="941624" y="144652"/>
                </a:lnTo>
                <a:lnTo>
                  <a:pt x="935608" y="194944"/>
                </a:lnTo>
                <a:lnTo>
                  <a:pt x="920241" y="255269"/>
                </a:lnTo>
                <a:lnTo>
                  <a:pt x="898398" y="320928"/>
                </a:lnTo>
                <a:lnTo>
                  <a:pt x="872489" y="389762"/>
                </a:lnTo>
                <a:lnTo>
                  <a:pt x="858774" y="424941"/>
                </a:lnTo>
                <a:lnTo>
                  <a:pt x="894333" y="438657"/>
                </a:lnTo>
                <a:lnTo>
                  <a:pt x="921384" y="368553"/>
                </a:lnTo>
                <a:lnTo>
                  <a:pt x="945896" y="299973"/>
                </a:lnTo>
                <a:lnTo>
                  <a:pt x="965580" y="234441"/>
                </a:lnTo>
                <a:lnTo>
                  <a:pt x="975486" y="187959"/>
                </a:lnTo>
                <a:lnTo>
                  <a:pt x="979804" y="144652"/>
                </a:lnTo>
                <a:lnTo>
                  <a:pt x="979804" y="130936"/>
                </a:lnTo>
                <a:lnTo>
                  <a:pt x="974598" y="92201"/>
                </a:lnTo>
                <a:lnTo>
                  <a:pt x="952373" y="47370"/>
                </a:lnTo>
                <a:lnTo>
                  <a:pt x="943728" y="38099"/>
                </a:lnTo>
                <a:close/>
              </a:path>
              <a:path w="979804" h="438785">
                <a:moveTo>
                  <a:pt x="91058" y="138683"/>
                </a:moveTo>
                <a:lnTo>
                  <a:pt x="0" y="228345"/>
                </a:lnTo>
                <a:lnTo>
                  <a:pt x="126364" y="247268"/>
                </a:lnTo>
                <a:lnTo>
                  <a:pt x="116537" y="217042"/>
                </a:lnTo>
                <a:lnTo>
                  <a:pt x="96519" y="217042"/>
                </a:lnTo>
                <a:lnTo>
                  <a:pt x="84708" y="180720"/>
                </a:lnTo>
                <a:lnTo>
                  <a:pt x="102823" y="174866"/>
                </a:lnTo>
                <a:lnTo>
                  <a:pt x="91058" y="138683"/>
                </a:lnTo>
                <a:close/>
              </a:path>
              <a:path w="979804" h="438785">
                <a:moveTo>
                  <a:pt x="102823" y="174866"/>
                </a:moveTo>
                <a:lnTo>
                  <a:pt x="84708" y="180720"/>
                </a:lnTo>
                <a:lnTo>
                  <a:pt x="96519" y="217042"/>
                </a:lnTo>
                <a:lnTo>
                  <a:pt x="114609" y="211113"/>
                </a:lnTo>
                <a:lnTo>
                  <a:pt x="102823" y="174866"/>
                </a:lnTo>
                <a:close/>
              </a:path>
              <a:path w="979804" h="438785">
                <a:moveTo>
                  <a:pt x="114609" y="211113"/>
                </a:moveTo>
                <a:lnTo>
                  <a:pt x="96519" y="217042"/>
                </a:lnTo>
                <a:lnTo>
                  <a:pt x="116537" y="217042"/>
                </a:lnTo>
                <a:lnTo>
                  <a:pt x="114609" y="211113"/>
                </a:lnTo>
                <a:close/>
              </a:path>
              <a:path w="979804" h="438785">
                <a:moveTo>
                  <a:pt x="812164" y="0"/>
                </a:moveTo>
                <a:lnTo>
                  <a:pt x="771525" y="2031"/>
                </a:lnTo>
                <a:lnTo>
                  <a:pt x="726947" y="6857"/>
                </a:lnTo>
                <a:lnTo>
                  <a:pt x="678941" y="14350"/>
                </a:lnTo>
                <a:lnTo>
                  <a:pt x="627506" y="24383"/>
                </a:lnTo>
                <a:lnTo>
                  <a:pt x="573024" y="36575"/>
                </a:lnTo>
                <a:lnTo>
                  <a:pt x="515746" y="50799"/>
                </a:lnTo>
                <a:lnTo>
                  <a:pt x="456056" y="66801"/>
                </a:lnTo>
                <a:lnTo>
                  <a:pt x="394207" y="84327"/>
                </a:lnTo>
                <a:lnTo>
                  <a:pt x="330326" y="103250"/>
                </a:lnTo>
                <a:lnTo>
                  <a:pt x="264921" y="123316"/>
                </a:lnTo>
                <a:lnTo>
                  <a:pt x="102823" y="174866"/>
                </a:lnTo>
                <a:lnTo>
                  <a:pt x="114609" y="211113"/>
                </a:lnTo>
                <a:lnTo>
                  <a:pt x="142239" y="202056"/>
                </a:lnTo>
                <a:lnTo>
                  <a:pt x="276097" y="159638"/>
                </a:lnTo>
                <a:lnTo>
                  <a:pt x="404621" y="121030"/>
                </a:lnTo>
                <a:lnTo>
                  <a:pt x="465963" y="103631"/>
                </a:lnTo>
                <a:lnTo>
                  <a:pt x="525144" y="87756"/>
                </a:lnTo>
                <a:lnTo>
                  <a:pt x="581532" y="73786"/>
                </a:lnTo>
                <a:lnTo>
                  <a:pt x="635126" y="61721"/>
                </a:lnTo>
                <a:lnTo>
                  <a:pt x="685291" y="51942"/>
                </a:lnTo>
                <a:lnTo>
                  <a:pt x="731646" y="44703"/>
                </a:lnTo>
                <a:lnTo>
                  <a:pt x="774064" y="40004"/>
                </a:lnTo>
                <a:lnTo>
                  <a:pt x="811656" y="38099"/>
                </a:lnTo>
                <a:lnTo>
                  <a:pt x="943728" y="38099"/>
                </a:lnTo>
                <a:lnTo>
                  <a:pt x="910081" y="15747"/>
                </a:lnTo>
                <a:lnTo>
                  <a:pt x="865758" y="3428"/>
                </a:lnTo>
                <a:lnTo>
                  <a:pt x="830960" y="253"/>
                </a:lnTo>
                <a:lnTo>
                  <a:pt x="8121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480428" y="425203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716011" y="2090166"/>
            <a:ext cx="114300" cy="396240"/>
          </a:xfrm>
          <a:custGeom>
            <a:avLst/>
            <a:gdLst/>
            <a:ahLst/>
            <a:cxnLst/>
            <a:rect l="l" t="t" r="r" b="b"/>
            <a:pathLst>
              <a:path w="114300" h="396239">
                <a:moveTo>
                  <a:pt x="38100" y="281939"/>
                </a:moveTo>
                <a:lnTo>
                  <a:pt x="0" y="281939"/>
                </a:lnTo>
                <a:lnTo>
                  <a:pt x="57150" y="396239"/>
                </a:lnTo>
                <a:lnTo>
                  <a:pt x="104775" y="300989"/>
                </a:lnTo>
                <a:lnTo>
                  <a:pt x="38100" y="300989"/>
                </a:lnTo>
                <a:lnTo>
                  <a:pt x="38100" y="281939"/>
                </a:lnTo>
                <a:close/>
              </a:path>
              <a:path w="114300" h="396239">
                <a:moveTo>
                  <a:pt x="76200" y="0"/>
                </a:moveTo>
                <a:lnTo>
                  <a:pt x="38100" y="0"/>
                </a:lnTo>
                <a:lnTo>
                  <a:pt x="38100" y="300989"/>
                </a:lnTo>
                <a:lnTo>
                  <a:pt x="76200" y="300989"/>
                </a:lnTo>
                <a:lnTo>
                  <a:pt x="76200" y="0"/>
                </a:lnTo>
                <a:close/>
              </a:path>
              <a:path w="114300" h="396239">
                <a:moveTo>
                  <a:pt x="114300" y="281939"/>
                </a:moveTo>
                <a:lnTo>
                  <a:pt x="76200" y="281939"/>
                </a:lnTo>
                <a:lnTo>
                  <a:pt x="76200" y="300989"/>
                </a:lnTo>
                <a:lnTo>
                  <a:pt x="104775" y="300989"/>
                </a:lnTo>
                <a:lnTo>
                  <a:pt x="114300" y="281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801736" y="1959610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928866" y="2847594"/>
            <a:ext cx="2215515" cy="0"/>
          </a:xfrm>
          <a:custGeom>
            <a:avLst/>
            <a:gdLst/>
            <a:ahLst/>
            <a:cxnLst/>
            <a:rect l="l" t="t" r="r" b="b"/>
            <a:pathLst>
              <a:path w="2215515" h="0">
                <a:moveTo>
                  <a:pt x="0" y="0"/>
                </a:moveTo>
                <a:lnTo>
                  <a:pt x="221513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928866" y="2462022"/>
            <a:ext cx="2215515" cy="386080"/>
          </a:xfrm>
          <a:custGeom>
            <a:avLst/>
            <a:gdLst/>
            <a:ahLst/>
            <a:cxnLst/>
            <a:rect l="l" t="t" r="r" b="b"/>
            <a:pathLst>
              <a:path w="2215515" h="386080">
                <a:moveTo>
                  <a:pt x="2215133" y="0"/>
                </a:moveTo>
                <a:lnTo>
                  <a:pt x="0" y="0"/>
                </a:lnTo>
                <a:lnTo>
                  <a:pt x="0" y="3855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8308213" y="2815285"/>
            <a:ext cx="763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10</a:t>
            </a:r>
            <a:r>
              <a:rPr dirty="0" sz="3200" spc="-2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baseline="13888" sz="4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08876" y="4144771"/>
            <a:ext cx="1671955" cy="1433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62230" marR="158115">
              <a:lnSpc>
                <a:spcPct val="95000"/>
              </a:lnSpc>
              <a:spcBef>
                <a:spcPts val="24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979157" y="4153661"/>
            <a:ext cx="1720850" cy="1430020"/>
          </a:xfrm>
          <a:custGeom>
            <a:avLst/>
            <a:gdLst/>
            <a:ahLst/>
            <a:cxnLst/>
            <a:rect l="l" t="t" r="r" b="b"/>
            <a:pathLst>
              <a:path w="1720850" h="1430020">
                <a:moveTo>
                  <a:pt x="0" y="1429512"/>
                </a:moveTo>
                <a:lnTo>
                  <a:pt x="1720596" y="1429512"/>
                </a:lnTo>
                <a:lnTo>
                  <a:pt x="17205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8703309" y="4447488"/>
            <a:ext cx="3981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75" b="1">
                <a:solidFill>
                  <a:srgbClr val="66FFFF"/>
                </a:solidFill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517646" y="4022216"/>
            <a:ext cx="2038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923667" y="3923029"/>
            <a:ext cx="1420495" cy="985519"/>
          </a:xfrm>
          <a:custGeom>
            <a:avLst/>
            <a:gdLst/>
            <a:ahLst/>
            <a:cxnLst/>
            <a:rect l="l" t="t" r="r" b="b"/>
            <a:pathLst>
              <a:path w="1420495" h="985520">
                <a:moveTo>
                  <a:pt x="1315461" y="935954"/>
                </a:moveTo>
                <a:lnTo>
                  <a:pt x="1293875" y="967359"/>
                </a:lnTo>
                <a:lnTo>
                  <a:pt x="1420495" y="985012"/>
                </a:lnTo>
                <a:lnTo>
                  <a:pt x="1399363" y="946785"/>
                </a:lnTo>
                <a:lnTo>
                  <a:pt x="1331213" y="946785"/>
                </a:lnTo>
                <a:lnTo>
                  <a:pt x="1315461" y="935954"/>
                </a:lnTo>
                <a:close/>
              </a:path>
              <a:path w="1420495" h="985520">
                <a:moveTo>
                  <a:pt x="1337091" y="904485"/>
                </a:moveTo>
                <a:lnTo>
                  <a:pt x="1315461" y="935954"/>
                </a:lnTo>
                <a:lnTo>
                  <a:pt x="1331213" y="946785"/>
                </a:lnTo>
                <a:lnTo>
                  <a:pt x="1352804" y="915289"/>
                </a:lnTo>
                <a:lnTo>
                  <a:pt x="1337091" y="904485"/>
                </a:lnTo>
                <a:close/>
              </a:path>
              <a:path w="1420495" h="985520">
                <a:moveTo>
                  <a:pt x="1358645" y="873125"/>
                </a:moveTo>
                <a:lnTo>
                  <a:pt x="1337091" y="904485"/>
                </a:lnTo>
                <a:lnTo>
                  <a:pt x="1352804" y="915289"/>
                </a:lnTo>
                <a:lnTo>
                  <a:pt x="1331213" y="946785"/>
                </a:lnTo>
                <a:lnTo>
                  <a:pt x="1399363" y="946785"/>
                </a:lnTo>
                <a:lnTo>
                  <a:pt x="1358645" y="873125"/>
                </a:lnTo>
                <a:close/>
              </a:path>
              <a:path w="1420495" h="985520">
                <a:moveTo>
                  <a:pt x="21589" y="0"/>
                </a:moveTo>
                <a:lnTo>
                  <a:pt x="0" y="31496"/>
                </a:lnTo>
                <a:lnTo>
                  <a:pt x="1315461" y="935954"/>
                </a:lnTo>
                <a:lnTo>
                  <a:pt x="1337091" y="904485"/>
                </a:lnTo>
                <a:lnTo>
                  <a:pt x="215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136773" y="5979667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867405" y="6373367"/>
            <a:ext cx="955675" cy="114300"/>
          </a:xfrm>
          <a:custGeom>
            <a:avLst/>
            <a:gdLst/>
            <a:ahLst/>
            <a:cxnLst/>
            <a:rect l="l" t="t" r="r" b="b"/>
            <a:pathLst>
              <a:path w="95567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5567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55675" h="114300">
                <a:moveTo>
                  <a:pt x="955547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55547" y="76199"/>
                </a:lnTo>
                <a:lnTo>
                  <a:pt x="955547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227070" y="5233415"/>
            <a:ext cx="596265" cy="114300"/>
          </a:xfrm>
          <a:custGeom>
            <a:avLst/>
            <a:gdLst/>
            <a:ahLst/>
            <a:cxnLst/>
            <a:rect l="l" t="t" r="r" b="b"/>
            <a:pathLst>
              <a:path w="59626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9626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96264" h="114300">
                <a:moveTo>
                  <a:pt x="59588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95883" y="76200"/>
                </a:lnTo>
                <a:lnTo>
                  <a:pt x="59588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435350" y="4410913"/>
            <a:ext cx="306705" cy="913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349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34290">
              <a:lnSpc>
                <a:spcPts val="349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934461" y="4800472"/>
            <a:ext cx="890269" cy="127000"/>
          </a:xfrm>
          <a:custGeom>
            <a:avLst/>
            <a:gdLst/>
            <a:ahLst/>
            <a:cxnLst/>
            <a:rect l="l" t="t" r="r" b="b"/>
            <a:pathLst>
              <a:path w="890270" h="127000">
                <a:moveTo>
                  <a:pt x="115272" y="38068"/>
                </a:moveTo>
                <a:lnTo>
                  <a:pt x="112823" y="76041"/>
                </a:lnTo>
                <a:lnTo>
                  <a:pt x="887222" y="126618"/>
                </a:lnTo>
                <a:lnTo>
                  <a:pt x="889762" y="88518"/>
                </a:lnTo>
                <a:lnTo>
                  <a:pt x="115272" y="38068"/>
                </a:lnTo>
                <a:close/>
              </a:path>
              <a:path w="890270" h="127000">
                <a:moveTo>
                  <a:pt x="117729" y="0"/>
                </a:moveTo>
                <a:lnTo>
                  <a:pt x="0" y="49656"/>
                </a:lnTo>
                <a:lnTo>
                  <a:pt x="110362" y="114172"/>
                </a:lnTo>
                <a:lnTo>
                  <a:pt x="112823" y="76041"/>
                </a:lnTo>
                <a:lnTo>
                  <a:pt x="93852" y="74802"/>
                </a:lnTo>
                <a:lnTo>
                  <a:pt x="96265" y="36829"/>
                </a:lnTo>
                <a:lnTo>
                  <a:pt x="115352" y="36829"/>
                </a:lnTo>
                <a:lnTo>
                  <a:pt x="117729" y="0"/>
                </a:lnTo>
                <a:close/>
              </a:path>
              <a:path w="890270" h="127000">
                <a:moveTo>
                  <a:pt x="96265" y="36829"/>
                </a:moveTo>
                <a:lnTo>
                  <a:pt x="93852" y="74802"/>
                </a:lnTo>
                <a:lnTo>
                  <a:pt x="112823" y="76041"/>
                </a:lnTo>
                <a:lnTo>
                  <a:pt x="115272" y="38068"/>
                </a:lnTo>
                <a:lnTo>
                  <a:pt x="96265" y="36829"/>
                </a:lnTo>
                <a:close/>
              </a:path>
              <a:path w="890270" h="127000">
                <a:moveTo>
                  <a:pt x="115352" y="36829"/>
                </a:moveTo>
                <a:lnTo>
                  <a:pt x="96265" y="36829"/>
                </a:lnTo>
                <a:lnTo>
                  <a:pt x="115272" y="38068"/>
                </a:lnTo>
                <a:lnTo>
                  <a:pt x="115352" y="368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198870" y="1794510"/>
            <a:ext cx="603885" cy="1419225"/>
          </a:xfrm>
          <a:custGeom>
            <a:avLst/>
            <a:gdLst/>
            <a:ahLst/>
            <a:cxnLst/>
            <a:rect l="l" t="t" r="r" b="b"/>
            <a:pathLst>
              <a:path w="603884" h="1419225">
                <a:moveTo>
                  <a:pt x="603503" y="0"/>
                </a:moveTo>
                <a:lnTo>
                  <a:pt x="0" y="14188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410961" y="3194811"/>
            <a:ext cx="792480" cy="241935"/>
          </a:xfrm>
          <a:custGeom>
            <a:avLst/>
            <a:gdLst/>
            <a:ahLst/>
            <a:cxnLst/>
            <a:rect l="l" t="t" r="r" b="b"/>
            <a:pathLst>
              <a:path w="792479" h="241935">
                <a:moveTo>
                  <a:pt x="97154" y="130683"/>
                </a:moveTo>
                <a:lnTo>
                  <a:pt x="0" y="213613"/>
                </a:lnTo>
                <a:lnTo>
                  <a:pt x="124713" y="241680"/>
                </a:lnTo>
                <a:lnTo>
                  <a:pt x="116641" y="209168"/>
                </a:lnTo>
                <a:lnTo>
                  <a:pt x="97027" y="209168"/>
                </a:lnTo>
                <a:lnTo>
                  <a:pt x="87884" y="172212"/>
                </a:lnTo>
                <a:lnTo>
                  <a:pt x="106331" y="167643"/>
                </a:lnTo>
                <a:lnTo>
                  <a:pt x="97154" y="130683"/>
                </a:lnTo>
                <a:close/>
              </a:path>
              <a:path w="792479" h="241935">
                <a:moveTo>
                  <a:pt x="106331" y="167643"/>
                </a:moveTo>
                <a:lnTo>
                  <a:pt x="87884" y="172212"/>
                </a:lnTo>
                <a:lnTo>
                  <a:pt x="97027" y="209168"/>
                </a:lnTo>
                <a:lnTo>
                  <a:pt x="115506" y="204596"/>
                </a:lnTo>
                <a:lnTo>
                  <a:pt x="106331" y="167643"/>
                </a:lnTo>
                <a:close/>
              </a:path>
              <a:path w="792479" h="241935">
                <a:moveTo>
                  <a:pt x="115506" y="204596"/>
                </a:moveTo>
                <a:lnTo>
                  <a:pt x="97027" y="209168"/>
                </a:lnTo>
                <a:lnTo>
                  <a:pt x="116641" y="209168"/>
                </a:lnTo>
                <a:lnTo>
                  <a:pt x="115506" y="204596"/>
                </a:lnTo>
                <a:close/>
              </a:path>
              <a:path w="792479" h="241935">
                <a:moveTo>
                  <a:pt x="783336" y="0"/>
                </a:moveTo>
                <a:lnTo>
                  <a:pt x="106331" y="167643"/>
                </a:lnTo>
                <a:lnTo>
                  <a:pt x="115506" y="204596"/>
                </a:lnTo>
                <a:lnTo>
                  <a:pt x="792479" y="37084"/>
                </a:lnTo>
                <a:lnTo>
                  <a:pt x="783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705602" y="28663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016502" y="3239261"/>
            <a:ext cx="1394460" cy="386080"/>
          </a:xfrm>
          <a:custGeom>
            <a:avLst/>
            <a:gdLst/>
            <a:ahLst/>
            <a:cxnLst/>
            <a:rect l="l" t="t" r="r" b="b"/>
            <a:pathLst>
              <a:path w="1394460" h="386079">
                <a:moveTo>
                  <a:pt x="0" y="385571"/>
                </a:moveTo>
                <a:lnTo>
                  <a:pt x="1394460" y="385571"/>
                </a:lnTo>
                <a:lnTo>
                  <a:pt x="13944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606800" y="3137357"/>
            <a:ext cx="16884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12</a:t>
            </a:r>
            <a:r>
              <a:rPr dirty="0" sz="3200" spc="-2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baseline="2314" sz="3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044308" y="3217545"/>
            <a:ext cx="131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722869" y="4005834"/>
            <a:ext cx="1252220" cy="454025"/>
          </a:xfrm>
          <a:custGeom>
            <a:avLst/>
            <a:gdLst/>
            <a:ahLst/>
            <a:cxnLst/>
            <a:rect l="l" t="t" r="r" b="b"/>
            <a:pathLst>
              <a:path w="1252220" h="454025">
                <a:moveTo>
                  <a:pt x="1251670" y="94107"/>
                </a:moveTo>
                <a:lnTo>
                  <a:pt x="1213484" y="94107"/>
                </a:lnTo>
                <a:lnTo>
                  <a:pt x="1213865" y="97155"/>
                </a:lnTo>
                <a:lnTo>
                  <a:pt x="1204468" y="141097"/>
                </a:lnTo>
                <a:lnTo>
                  <a:pt x="1184655" y="178054"/>
                </a:lnTo>
                <a:lnTo>
                  <a:pt x="1155573" y="219329"/>
                </a:lnTo>
                <a:lnTo>
                  <a:pt x="1118870" y="264033"/>
                </a:lnTo>
                <a:lnTo>
                  <a:pt x="1091183" y="295275"/>
                </a:lnTo>
                <a:lnTo>
                  <a:pt x="1061338" y="327279"/>
                </a:lnTo>
                <a:lnTo>
                  <a:pt x="1029843" y="360172"/>
                </a:lnTo>
                <a:lnTo>
                  <a:pt x="964437" y="427101"/>
                </a:lnTo>
                <a:lnTo>
                  <a:pt x="991615" y="453771"/>
                </a:lnTo>
                <a:lnTo>
                  <a:pt x="1057148" y="386715"/>
                </a:lnTo>
                <a:lnTo>
                  <a:pt x="1088771" y="353695"/>
                </a:lnTo>
                <a:lnTo>
                  <a:pt x="1118997" y="321183"/>
                </a:lnTo>
                <a:lnTo>
                  <a:pt x="1147572" y="289179"/>
                </a:lnTo>
                <a:lnTo>
                  <a:pt x="1173479" y="258191"/>
                </a:lnTo>
                <a:lnTo>
                  <a:pt x="1196721" y="227965"/>
                </a:lnTo>
                <a:lnTo>
                  <a:pt x="1225041" y="184912"/>
                </a:lnTo>
                <a:lnTo>
                  <a:pt x="1244219" y="143891"/>
                </a:lnTo>
                <a:lnTo>
                  <a:pt x="1252093" y="104775"/>
                </a:lnTo>
                <a:lnTo>
                  <a:pt x="1251670" y="94107"/>
                </a:lnTo>
                <a:close/>
              </a:path>
              <a:path w="1252220" h="454025">
                <a:moveTo>
                  <a:pt x="103504" y="73406"/>
                </a:moveTo>
                <a:lnTo>
                  <a:pt x="0" y="148336"/>
                </a:lnTo>
                <a:lnTo>
                  <a:pt x="122047" y="186182"/>
                </a:lnTo>
                <a:lnTo>
                  <a:pt x="116367" y="151638"/>
                </a:lnTo>
                <a:lnTo>
                  <a:pt x="97027" y="151638"/>
                </a:lnTo>
                <a:lnTo>
                  <a:pt x="90931" y="114046"/>
                </a:lnTo>
                <a:lnTo>
                  <a:pt x="109684" y="110992"/>
                </a:lnTo>
                <a:lnTo>
                  <a:pt x="103504" y="73406"/>
                </a:lnTo>
                <a:close/>
              </a:path>
              <a:path w="1252220" h="454025">
                <a:moveTo>
                  <a:pt x="109684" y="110992"/>
                </a:moveTo>
                <a:lnTo>
                  <a:pt x="90931" y="114046"/>
                </a:lnTo>
                <a:lnTo>
                  <a:pt x="97027" y="151638"/>
                </a:lnTo>
                <a:lnTo>
                  <a:pt x="115862" y="148567"/>
                </a:lnTo>
                <a:lnTo>
                  <a:pt x="109684" y="110992"/>
                </a:lnTo>
                <a:close/>
              </a:path>
              <a:path w="1252220" h="454025">
                <a:moveTo>
                  <a:pt x="115862" y="148567"/>
                </a:moveTo>
                <a:lnTo>
                  <a:pt x="97027" y="151638"/>
                </a:lnTo>
                <a:lnTo>
                  <a:pt x="116367" y="151638"/>
                </a:lnTo>
                <a:lnTo>
                  <a:pt x="115862" y="148567"/>
                </a:lnTo>
                <a:close/>
              </a:path>
              <a:path w="1252220" h="454025">
                <a:moveTo>
                  <a:pt x="1016126" y="0"/>
                </a:moveTo>
                <a:lnTo>
                  <a:pt x="956945" y="1397"/>
                </a:lnTo>
                <a:lnTo>
                  <a:pt x="857757" y="7747"/>
                </a:lnTo>
                <a:lnTo>
                  <a:pt x="708913" y="22733"/>
                </a:lnTo>
                <a:lnTo>
                  <a:pt x="669162" y="27559"/>
                </a:lnTo>
                <a:lnTo>
                  <a:pt x="501396" y="50038"/>
                </a:lnTo>
                <a:lnTo>
                  <a:pt x="245998" y="89038"/>
                </a:lnTo>
                <a:lnTo>
                  <a:pt x="109684" y="110992"/>
                </a:lnTo>
                <a:lnTo>
                  <a:pt x="115862" y="148567"/>
                </a:lnTo>
                <a:lnTo>
                  <a:pt x="418846" y="100711"/>
                </a:lnTo>
                <a:lnTo>
                  <a:pt x="498866" y="89027"/>
                </a:lnTo>
                <a:lnTo>
                  <a:pt x="633222" y="70485"/>
                </a:lnTo>
                <a:lnTo>
                  <a:pt x="751712" y="56261"/>
                </a:lnTo>
                <a:lnTo>
                  <a:pt x="825500" y="48768"/>
                </a:lnTo>
                <a:lnTo>
                  <a:pt x="894460" y="43180"/>
                </a:lnTo>
                <a:lnTo>
                  <a:pt x="958214" y="39497"/>
                </a:lnTo>
                <a:lnTo>
                  <a:pt x="1015873" y="38100"/>
                </a:lnTo>
                <a:lnTo>
                  <a:pt x="1219952" y="38100"/>
                </a:lnTo>
                <a:lnTo>
                  <a:pt x="1217802" y="36322"/>
                </a:lnTo>
                <a:lnTo>
                  <a:pt x="1174750" y="16002"/>
                </a:lnTo>
                <a:lnTo>
                  <a:pt x="1137411" y="7620"/>
                </a:lnTo>
                <a:lnTo>
                  <a:pt x="1093724" y="2413"/>
                </a:lnTo>
                <a:lnTo>
                  <a:pt x="1043558" y="254"/>
                </a:lnTo>
                <a:lnTo>
                  <a:pt x="1016126" y="0"/>
                </a:lnTo>
                <a:close/>
              </a:path>
              <a:path w="1252220" h="454025">
                <a:moveTo>
                  <a:pt x="1213655" y="96156"/>
                </a:moveTo>
                <a:lnTo>
                  <a:pt x="1213738" y="97155"/>
                </a:lnTo>
                <a:lnTo>
                  <a:pt x="1213655" y="96156"/>
                </a:lnTo>
                <a:close/>
              </a:path>
              <a:path w="1252220" h="454025">
                <a:moveTo>
                  <a:pt x="1213484" y="94107"/>
                </a:moveTo>
                <a:lnTo>
                  <a:pt x="1213655" y="96156"/>
                </a:lnTo>
                <a:lnTo>
                  <a:pt x="1213865" y="97155"/>
                </a:lnTo>
                <a:lnTo>
                  <a:pt x="1213484" y="94107"/>
                </a:lnTo>
                <a:close/>
              </a:path>
              <a:path w="1252220" h="454025">
                <a:moveTo>
                  <a:pt x="1212157" y="89038"/>
                </a:moveTo>
                <a:lnTo>
                  <a:pt x="1213655" y="96156"/>
                </a:lnTo>
                <a:lnTo>
                  <a:pt x="1213484" y="94107"/>
                </a:lnTo>
                <a:lnTo>
                  <a:pt x="1251670" y="94107"/>
                </a:lnTo>
                <a:lnTo>
                  <a:pt x="1251584" y="91948"/>
                </a:lnTo>
                <a:lnTo>
                  <a:pt x="1251419" y="90678"/>
                </a:lnTo>
                <a:lnTo>
                  <a:pt x="1212850" y="90678"/>
                </a:lnTo>
                <a:lnTo>
                  <a:pt x="1212157" y="89038"/>
                </a:lnTo>
                <a:close/>
              </a:path>
              <a:path w="1252220" h="454025">
                <a:moveTo>
                  <a:pt x="1211833" y="87503"/>
                </a:moveTo>
                <a:lnTo>
                  <a:pt x="1212157" y="89038"/>
                </a:lnTo>
                <a:lnTo>
                  <a:pt x="1212850" y="90678"/>
                </a:lnTo>
                <a:lnTo>
                  <a:pt x="1211833" y="87503"/>
                </a:lnTo>
                <a:close/>
              </a:path>
              <a:path w="1252220" h="454025">
                <a:moveTo>
                  <a:pt x="1250863" y="87503"/>
                </a:moveTo>
                <a:lnTo>
                  <a:pt x="1211833" y="87503"/>
                </a:lnTo>
                <a:lnTo>
                  <a:pt x="1212850" y="90678"/>
                </a:lnTo>
                <a:lnTo>
                  <a:pt x="1251419" y="90678"/>
                </a:lnTo>
                <a:lnTo>
                  <a:pt x="1251203" y="89027"/>
                </a:lnTo>
                <a:lnTo>
                  <a:pt x="1250863" y="87503"/>
                </a:lnTo>
                <a:close/>
              </a:path>
              <a:path w="1252220" h="454025">
                <a:moveTo>
                  <a:pt x="1209490" y="82726"/>
                </a:moveTo>
                <a:lnTo>
                  <a:pt x="1212157" y="89038"/>
                </a:lnTo>
                <a:lnTo>
                  <a:pt x="1211833" y="87503"/>
                </a:lnTo>
                <a:lnTo>
                  <a:pt x="1250863" y="87503"/>
                </a:lnTo>
                <a:lnTo>
                  <a:pt x="1250181" y="84455"/>
                </a:lnTo>
                <a:lnTo>
                  <a:pt x="1210563" y="84455"/>
                </a:lnTo>
                <a:lnTo>
                  <a:pt x="1209490" y="82726"/>
                </a:lnTo>
                <a:close/>
              </a:path>
              <a:path w="1252220" h="454025">
                <a:moveTo>
                  <a:pt x="1209039" y="81661"/>
                </a:moveTo>
                <a:lnTo>
                  <a:pt x="1209490" y="82726"/>
                </a:lnTo>
                <a:lnTo>
                  <a:pt x="1210563" y="84455"/>
                </a:lnTo>
                <a:lnTo>
                  <a:pt x="1209039" y="81661"/>
                </a:lnTo>
                <a:close/>
              </a:path>
              <a:path w="1252220" h="454025">
                <a:moveTo>
                  <a:pt x="1249556" y="81661"/>
                </a:moveTo>
                <a:lnTo>
                  <a:pt x="1209039" y="81661"/>
                </a:lnTo>
                <a:lnTo>
                  <a:pt x="1210563" y="84455"/>
                </a:lnTo>
                <a:lnTo>
                  <a:pt x="1250181" y="84455"/>
                </a:lnTo>
                <a:lnTo>
                  <a:pt x="1249556" y="81661"/>
                </a:lnTo>
                <a:close/>
              </a:path>
              <a:path w="1252220" h="454025">
                <a:moveTo>
                  <a:pt x="1206182" y="77401"/>
                </a:moveTo>
                <a:lnTo>
                  <a:pt x="1209490" y="82726"/>
                </a:lnTo>
                <a:lnTo>
                  <a:pt x="1209039" y="81661"/>
                </a:lnTo>
                <a:lnTo>
                  <a:pt x="1249556" y="81661"/>
                </a:lnTo>
                <a:lnTo>
                  <a:pt x="1249045" y="79375"/>
                </a:lnTo>
                <a:lnTo>
                  <a:pt x="1248886" y="78740"/>
                </a:lnTo>
                <a:lnTo>
                  <a:pt x="1207388" y="78740"/>
                </a:lnTo>
                <a:lnTo>
                  <a:pt x="1206182" y="77401"/>
                </a:lnTo>
                <a:close/>
              </a:path>
              <a:path w="1252220" h="454025">
                <a:moveTo>
                  <a:pt x="1205356" y="76073"/>
                </a:moveTo>
                <a:lnTo>
                  <a:pt x="1206182" y="77401"/>
                </a:lnTo>
                <a:lnTo>
                  <a:pt x="1207388" y="78740"/>
                </a:lnTo>
                <a:lnTo>
                  <a:pt x="1205356" y="76073"/>
                </a:lnTo>
                <a:close/>
              </a:path>
              <a:path w="1252220" h="454025">
                <a:moveTo>
                  <a:pt x="1247977" y="76073"/>
                </a:moveTo>
                <a:lnTo>
                  <a:pt x="1205356" y="76073"/>
                </a:lnTo>
                <a:lnTo>
                  <a:pt x="1207388" y="78740"/>
                </a:lnTo>
                <a:lnTo>
                  <a:pt x="1248886" y="78740"/>
                </a:lnTo>
                <a:lnTo>
                  <a:pt x="1248536" y="77216"/>
                </a:lnTo>
                <a:lnTo>
                  <a:pt x="1247977" y="76073"/>
                </a:lnTo>
                <a:close/>
              </a:path>
              <a:path w="1252220" h="454025">
                <a:moveTo>
                  <a:pt x="1201690" y="72420"/>
                </a:moveTo>
                <a:lnTo>
                  <a:pt x="1206182" y="77401"/>
                </a:lnTo>
                <a:lnTo>
                  <a:pt x="1205356" y="76073"/>
                </a:lnTo>
                <a:lnTo>
                  <a:pt x="1247977" y="76073"/>
                </a:lnTo>
                <a:lnTo>
                  <a:pt x="1246732" y="73025"/>
                </a:lnTo>
                <a:lnTo>
                  <a:pt x="1202435" y="73025"/>
                </a:lnTo>
                <a:lnTo>
                  <a:pt x="1201690" y="72420"/>
                </a:lnTo>
                <a:close/>
              </a:path>
              <a:path w="1252220" h="454025">
                <a:moveTo>
                  <a:pt x="1200403" y="70993"/>
                </a:moveTo>
                <a:lnTo>
                  <a:pt x="1201690" y="72420"/>
                </a:lnTo>
                <a:lnTo>
                  <a:pt x="1202435" y="73025"/>
                </a:lnTo>
                <a:lnTo>
                  <a:pt x="1200403" y="70993"/>
                </a:lnTo>
                <a:close/>
              </a:path>
              <a:path w="1252220" h="454025">
                <a:moveTo>
                  <a:pt x="1245902" y="70993"/>
                </a:moveTo>
                <a:lnTo>
                  <a:pt x="1200403" y="70993"/>
                </a:lnTo>
                <a:lnTo>
                  <a:pt x="1202435" y="73025"/>
                </a:lnTo>
                <a:lnTo>
                  <a:pt x="1246732" y="73025"/>
                </a:lnTo>
                <a:lnTo>
                  <a:pt x="1245902" y="70993"/>
                </a:lnTo>
                <a:close/>
              </a:path>
              <a:path w="1252220" h="454025">
                <a:moveTo>
                  <a:pt x="1219952" y="38100"/>
                </a:moveTo>
                <a:lnTo>
                  <a:pt x="1015873" y="38100"/>
                </a:lnTo>
                <a:lnTo>
                  <a:pt x="1042415" y="38227"/>
                </a:lnTo>
                <a:lnTo>
                  <a:pt x="1067180" y="38989"/>
                </a:lnTo>
                <a:lnTo>
                  <a:pt x="1111250" y="42418"/>
                </a:lnTo>
                <a:lnTo>
                  <a:pt x="1162303" y="51943"/>
                </a:lnTo>
                <a:lnTo>
                  <a:pt x="1201690" y="72420"/>
                </a:lnTo>
                <a:lnTo>
                  <a:pt x="1200403" y="70993"/>
                </a:lnTo>
                <a:lnTo>
                  <a:pt x="1245902" y="70993"/>
                </a:lnTo>
                <a:lnTo>
                  <a:pt x="1244346" y="67183"/>
                </a:lnTo>
                <a:lnTo>
                  <a:pt x="1243964" y="66167"/>
                </a:lnTo>
                <a:lnTo>
                  <a:pt x="1243456" y="65151"/>
                </a:lnTo>
                <a:lnTo>
                  <a:pt x="1242822" y="64262"/>
                </a:lnTo>
                <a:lnTo>
                  <a:pt x="1237614" y="55880"/>
                </a:lnTo>
                <a:lnTo>
                  <a:pt x="1237106" y="54991"/>
                </a:lnTo>
                <a:lnTo>
                  <a:pt x="1235582" y="53213"/>
                </a:lnTo>
                <a:lnTo>
                  <a:pt x="1228725" y="45593"/>
                </a:lnTo>
                <a:lnTo>
                  <a:pt x="1228089" y="44831"/>
                </a:lnTo>
                <a:lnTo>
                  <a:pt x="12199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8093709" y="374390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118102" y="3796360"/>
            <a:ext cx="26149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305050" algn="l"/>
              </a:tabLst>
            </a:pPr>
            <a:r>
              <a:rPr dirty="0" baseline="-6076" sz="4800" b="1">
                <a:solidFill>
                  <a:srgbClr val="66FFFF"/>
                </a:solidFill>
                <a:latin typeface="Times New Roman"/>
                <a:cs typeface="Times New Roman"/>
              </a:rPr>
              <a:t>13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	</a:t>
            </a:r>
            <a:r>
              <a:rPr dirty="0" baseline="2604" sz="48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baseline="2604" sz="48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337553" y="4123182"/>
            <a:ext cx="654050" cy="545465"/>
          </a:xfrm>
          <a:custGeom>
            <a:avLst/>
            <a:gdLst/>
            <a:ahLst/>
            <a:cxnLst/>
            <a:rect l="l" t="t" r="r" b="b"/>
            <a:pathLst>
              <a:path w="654050" h="545464">
                <a:moveTo>
                  <a:pt x="100262" y="58094"/>
                </a:moveTo>
                <a:lnTo>
                  <a:pt x="76002" y="87435"/>
                </a:lnTo>
                <a:lnTo>
                  <a:pt x="629412" y="545084"/>
                </a:lnTo>
                <a:lnTo>
                  <a:pt x="653796" y="515620"/>
                </a:lnTo>
                <a:lnTo>
                  <a:pt x="100262" y="58094"/>
                </a:lnTo>
                <a:close/>
              </a:path>
              <a:path w="654050" h="545464">
                <a:moveTo>
                  <a:pt x="0" y="0"/>
                </a:moveTo>
                <a:lnTo>
                  <a:pt x="51688" y="116840"/>
                </a:lnTo>
                <a:lnTo>
                  <a:pt x="76002" y="87435"/>
                </a:lnTo>
                <a:lnTo>
                  <a:pt x="61341" y="75311"/>
                </a:lnTo>
                <a:lnTo>
                  <a:pt x="85598" y="45974"/>
                </a:lnTo>
                <a:lnTo>
                  <a:pt x="110283" y="45974"/>
                </a:lnTo>
                <a:lnTo>
                  <a:pt x="124460" y="28829"/>
                </a:lnTo>
                <a:lnTo>
                  <a:pt x="0" y="0"/>
                </a:lnTo>
                <a:close/>
              </a:path>
              <a:path w="654050" h="545464">
                <a:moveTo>
                  <a:pt x="85598" y="45974"/>
                </a:moveTo>
                <a:lnTo>
                  <a:pt x="61341" y="75311"/>
                </a:lnTo>
                <a:lnTo>
                  <a:pt x="76002" y="87435"/>
                </a:lnTo>
                <a:lnTo>
                  <a:pt x="100262" y="58094"/>
                </a:lnTo>
                <a:lnTo>
                  <a:pt x="85598" y="45974"/>
                </a:lnTo>
                <a:close/>
              </a:path>
              <a:path w="654050" h="545464">
                <a:moveTo>
                  <a:pt x="110283" y="45974"/>
                </a:moveTo>
                <a:lnTo>
                  <a:pt x="85598" y="45974"/>
                </a:lnTo>
                <a:lnTo>
                  <a:pt x="100262" y="58094"/>
                </a:lnTo>
                <a:lnTo>
                  <a:pt x="110283" y="459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5959855" y="32266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410961" y="3430015"/>
            <a:ext cx="1576705" cy="741045"/>
          </a:xfrm>
          <a:custGeom>
            <a:avLst/>
            <a:gdLst/>
            <a:ahLst/>
            <a:cxnLst/>
            <a:rect l="l" t="t" r="r" b="b"/>
            <a:pathLst>
              <a:path w="1576704" h="741045">
                <a:moveTo>
                  <a:pt x="111843" y="34631"/>
                </a:moveTo>
                <a:lnTo>
                  <a:pt x="95917" y="69278"/>
                </a:lnTo>
                <a:lnTo>
                  <a:pt x="1560194" y="740918"/>
                </a:lnTo>
                <a:lnTo>
                  <a:pt x="1576196" y="706374"/>
                </a:lnTo>
                <a:lnTo>
                  <a:pt x="111843" y="34631"/>
                </a:lnTo>
                <a:close/>
              </a:path>
              <a:path w="1576704" h="741045">
                <a:moveTo>
                  <a:pt x="127762" y="0"/>
                </a:moveTo>
                <a:lnTo>
                  <a:pt x="0" y="4318"/>
                </a:lnTo>
                <a:lnTo>
                  <a:pt x="80010" y="103886"/>
                </a:lnTo>
                <a:lnTo>
                  <a:pt x="95917" y="69278"/>
                </a:lnTo>
                <a:lnTo>
                  <a:pt x="78612" y="61341"/>
                </a:lnTo>
                <a:lnTo>
                  <a:pt x="94487" y="26670"/>
                </a:lnTo>
                <a:lnTo>
                  <a:pt x="115502" y="26670"/>
                </a:lnTo>
                <a:lnTo>
                  <a:pt x="127762" y="0"/>
                </a:lnTo>
                <a:close/>
              </a:path>
              <a:path w="1576704" h="741045">
                <a:moveTo>
                  <a:pt x="94487" y="26670"/>
                </a:moveTo>
                <a:lnTo>
                  <a:pt x="78612" y="61341"/>
                </a:lnTo>
                <a:lnTo>
                  <a:pt x="95917" y="69278"/>
                </a:lnTo>
                <a:lnTo>
                  <a:pt x="111843" y="34631"/>
                </a:lnTo>
                <a:lnTo>
                  <a:pt x="94487" y="26670"/>
                </a:lnTo>
                <a:close/>
              </a:path>
              <a:path w="1576704" h="741045">
                <a:moveTo>
                  <a:pt x="115502" y="26670"/>
                </a:moveTo>
                <a:lnTo>
                  <a:pt x="94487" y="26670"/>
                </a:lnTo>
                <a:lnTo>
                  <a:pt x="111843" y="34631"/>
                </a:lnTo>
                <a:lnTo>
                  <a:pt x="115502" y="26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6417055" y="329984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6401561" y="2090166"/>
            <a:ext cx="381000" cy="1088390"/>
          </a:xfrm>
          <a:custGeom>
            <a:avLst/>
            <a:gdLst/>
            <a:ahLst/>
            <a:cxnLst/>
            <a:rect l="l" t="t" r="r" b="b"/>
            <a:pathLst>
              <a:path w="381000" h="1088389">
                <a:moveTo>
                  <a:pt x="380999" y="0"/>
                </a:moveTo>
                <a:lnTo>
                  <a:pt x="0" y="1088136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391909" y="3167633"/>
            <a:ext cx="674370" cy="986155"/>
          </a:xfrm>
          <a:custGeom>
            <a:avLst/>
            <a:gdLst/>
            <a:ahLst/>
            <a:cxnLst/>
            <a:rect l="l" t="t" r="r" b="b"/>
            <a:pathLst>
              <a:path w="674370" h="986154">
                <a:moveTo>
                  <a:pt x="594373" y="901916"/>
                </a:moveTo>
                <a:lnTo>
                  <a:pt x="562737" y="923289"/>
                </a:lnTo>
                <a:lnTo>
                  <a:pt x="674115" y="986027"/>
                </a:lnTo>
                <a:lnTo>
                  <a:pt x="665147" y="917701"/>
                </a:lnTo>
                <a:lnTo>
                  <a:pt x="605028" y="917701"/>
                </a:lnTo>
                <a:lnTo>
                  <a:pt x="594373" y="901916"/>
                </a:lnTo>
                <a:close/>
              </a:path>
              <a:path w="674370" h="986154">
                <a:moveTo>
                  <a:pt x="625981" y="880561"/>
                </a:moveTo>
                <a:lnTo>
                  <a:pt x="594373" y="901916"/>
                </a:lnTo>
                <a:lnTo>
                  <a:pt x="605028" y="917701"/>
                </a:lnTo>
                <a:lnTo>
                  <a:pt x="636650" y="896365"/>
                </a:lnTo>
                <a:lnTo>
                  <a:pt x="625981" y="880561"/>
                </a:lnTo>
                <a:close/>
              </a:path>
              <a:path w="674370" h="986154">
                <a:moveTo>
                  <a:pt x="657479" y="859282"/>
                </a:moveTo>
                <a:lnTo>
                  <a:pt x="625981" y="880561"/>
                </a:lnTo>
                <a:lnTo>
                  <a:pt x="636650" y="896365"/>
                </a:lnTo>
                <a:lnTo>
                  <a:pt x="605028" y="917701"/>
                </a:lnTo>
                <a:lnTo>
                  <a:pt x="665147" y="917701"/>
                </a:lnTo>
                <a:lnTo>
                  <a:pt x="657479" y="859282"/>
                </a:lnTo>
                <a:close/>
              </a:path>
              <a:path w="674370" h="986154">
                <a:moveTo>
                  <a:pt x="31495" y="0"/>
                </a:moveTo>
                <a:lnTo>
                  <a:pt x="0" y="21336"/>
                </a:lnTo>
                <a:lnTo>
                  <a:pt x="594373" y="901916"/>
                </a:lnTo>
                <a:lnTo>
                  <a:pt x="625981" y="880561"/>
                </a:lnTo>
                <a:lnTo>
                  <a:pt x="314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668261" y="2090166"/>
            <a:ext cx="260985" cy="881380"/>
          </a:xfrm>
          <a:custGeom>
            <a:avLst/>
            <a:gdLst/>
            <a:ahLst/>
            <a:cxnLst/>
            <a:rect l="l" t="t" r="r" b="b"/>
            <a:pathLst>
              <a:path w="260984" h="881380">
                <a:moveTo>
                  <a:pt x="260604" y="0"/>
                </a:moveTo>
                <a:lnTo>
                  <a:pt x="0" y="8808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652259" y="2934842"/>
            <a:ext cx="313690" cy="473709"/>
          </a:xfrm>
          <a:custGeom>
            <a:avLst/>
            <a:gdLst/>
            <a:ahLst/>
            <a:cxnLst/>
            <a:rect l="l" t="t" r="r" b="b"/>
            <a:pathLst>
              <a:path w="313690" h="473710">
                <a:moveTo>
                  <a:pt x="235404" y="387610"/>
                </a:moveTo>
                <a:lnTo>
                  <a:pt x="203326" y="408178"/>
                </a:lnTo>
                <a:lnTo>
                  <a:pt x="313182" y="473583"/>
                </a:lnTo>
                <a:lnTo>
                  <a:pt x="305715" y="403733"/>
                </a:lnTo>
                <a:lnTo>
                  <a:pt x="245745" y="403733"/>
                </a:lnTo>
                <a:lnTo>
                  <a:pt x="235404" y="387610"/>
                </a:lnTo>
                <a:close/>
              </a:path>
              <a:path w="313690" h="473710">
                <a:moveTo>
                  <a:pt x="267433" y="367075"/>
                </a:moveTo>
                <a:lnTo>
                  <a:pt x="235404" y="387610"/>
                </a:lnTo>
                <a:lnTo>
                  <a:pt x="245745" y="403733"/>
                </a:lnTo>
                <a:lnTo>
                  <a:pt x="277749" y="383159"/>
                </a:lnTo>
                <a:lnTo>
                  <a:pt x="267433" y="367075"/>
                </a:lnTo>
                <a:close/>
              </a:path>
              <a:path w="313690" h="473710">
                <a:moveTo>
                  <a:pt x="299593" y="346456"/>
                </a:moveTo>
                <a:lnTo>
                  <a:pt x="267433" y="367075"/>
                </a:lnTo>
                <a:lnTo>
                  <a:pt x="277749" y="383159"/>
                </a:lnTo>
                <a:lnTo>
                  <a:pt x="245745" y="403733"/>
                </a:lnTo>
                <a:lnTo>
                  <a:pt x="305715" y="403733"/>
                </a:lnTo>
                <a:lnTo>
                  <a:pt x="299593" y="346456"/>
                </a:lnTo>
                <a:close/>
              </a:path>
              <a:path w="313690" h="473710">
                <a:moveTo>
                  <a:pt x="32004" y="0"/>
                </a:moveTo>
                <a:lnTo>
                  <a:pt x="0" y="20574"/>
                </a:lnTo>
                <a:lnTo>
                  <a:pt x="235404" y="387610"/>
                </a:lnTo>
                <a:lnTo>
                  <a:pt x="267433" y="367075"/>
                </a:lnTo>
                <a:lnTo>
                  <a:pt x="320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6802881" y="2777489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271004" y="3612641"/>
            <a:ext cx="114300" cy="541020"/>
          </a:xfrm>
          <a:custGeom>
            <a:avLst/>
            <a:gdLst/>
            <a:ahLst/>
            <a:cxnLst/>
            <a:rect l="l" t="t" r="r" b="b"/>
            <a:pathLst>
              <a:path w="114300" h="541020">
                <a:moveTo>
                  <a:pt x="76200" y="95249"/>
                </a:moveTo>
                <a:lnTo>
                  <a:pt x="38100" y="95249"/>
                </a:lnTo>
                <a:lnTo>
                  <a:pt x="38100" y="541019"/>
                </a:lnTo>
                <a:lnTo>
                  <a:pt x="76200" y="541019"/>
                </a:lnTo>
                <a:lnTo>
                  <a:pt x="76200" y="95249"/>
                </a:lnTo>
                <a:close/>
              </a:path>
              <a:path w="114300" h="54102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54102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7319009" y="3617467"/>
            <a:ext cx="2743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3" name="object 83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6253" y="1203706"/>
            <a:ext cx="1765935" cy="518159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5"/>
              </a:spcBef>
            </a:pP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00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61765" y="1969770"/>
            <a:ext cx="2438400" cy="11614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37565" marR="31750" indent="-585470">
              <a:lnSpc>
                <a:spcPct val="108500"/>
              </a:lnSpc>
              <a:spcBef>
                <a:spcPts val="61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5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5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361" y="1283969"/>
            <a:ext cx="2242185" cy="2664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1930">
              <a:lnSpc>
                <a:spcPts val="259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6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741680" marR="9525" indent="-82550">
              <a:lnSpc>
                <a:spcPct val="105500"/>
              </a:lnSpc>
              <a:spcBef>
                <a:spcPts val="9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1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105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-4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40" b="1" i="1">
                <a:solidFill>
                  <a:srgbClr val="FFFFFF"/>
                </a:solidFill>
                <a:latin typeface="宋体"/>
                <a:cs typeface="宋体"/>
              </a:rPr>
              <a:t>Ｒ  Ｌ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sz="2750" spc="-16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825500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1765" y="3344417"/>
            <a:ext cx="1861820" cy="5308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52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2833" y="2050516"/>
            <a:ext cx="1994535" cy="1769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10" b="1">
                <a:solidFill>
                  <a:srgbClr val="FFFFFF"/>
                </a:solidFill>
                <a:latin typeface="Times New Roman"/>
                <a:cs typeface="Times New Roman"/>
              </a:rPr>
              <a:t>=·</a:t>
            </a:r>
            <a:r>
              <a:rPr dirty="0" sz="2600" spc="-2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  <a:p>
            <a:pPr algn="ctr" marR="35560">
              <a:lnSpc>
                <a:spcPct val="100000"/>
              </a:lnSpc>
              <a:spcBef>
                <a:spcPts val="31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-1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528955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1765" y="4312158"/>
            <a:ext cx="1823085" cy="375285"/>
          </a:xfrm>
          <a:prstGeom prst="rect">
            <a:avLst/>
          </a:prstGeom>
          <a:solidFill>
            <a:srgbClr val="0080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4150">
              <a:lnSpc>
                <a:spcPts val="29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750" spc="-35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9766" y="4350258"/>
            <a:ext cx="2418715" cy="3752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36220">
              <a:lnSpc>
                <a:spcPts val="26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3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Ｒ</a:t>
            </a:r>
            <a:r>
              <a:rPr dirty="0" sz="2600" spc="-3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1765" y="5132070"/>
            <a:ext cx="2037714" cy="5842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17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spc="-140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 i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9766" y="5182361"/>
            <a:ext cx="2037714" cy="5842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39065">
              <a:lnSpc>
                <a:spcPts val="290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66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713" y="4354067"/>
            <a:ext cx="1978660" cy="1628775"/>
          </a:xfrm>
          <a:prstGeom prst="rect">
            <a:avLst/>
          </a:prstGeom>
          <a:solidFill>
            <a:srgbClr val="A73737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6520">
              <a:lnSpc>
                <a:spcPts val="2555"/>
              </a:lnSpc>
            </a:pP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675640" marR="26670">
              <a:lnSpc>
                <a:spcPct val="110000"/>
              </a:lnSpc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71166" y="1455419"/>
            <a:ext cx="1085215" cy="114300"/>
          </a:xfrm>
          <a:custGeom>
            <a:avLst/>
            <a:gdLst/>
            <a:ahLst/>
            <a:cxnLst/>
            <a:rect l="l" t="t" r="r" b="b"/>
            <a:pathLst>
              <a:path w="1085214" h="114300">
                <a:moveTo>
                  <a:pt x="970787" y="0"/>
                </a:moveTo>
                <a:lnTo>
                  <a:pt x="970787" y="114300"/>
                </a:lnTo>
                <a:lnTo>
                  <a:pt x="1046987" y="76200"/>
                </a:lnTo>
                <a:lnTo>
                  <a:pt x="989837" y="76200"/>
                </a:lnTo>
                <a:lnTo>
                  <a:pt x="989837" y="38100"/>
                </a:lnTo>
                <a:lnTo>
                  <a:pt x="1046987" y="38100"/>
                </a:lnTo>
                <a:lnTo>
                  <a:pt x="970787" y="0"/>
                </a:lnTo>
                <a:close/>
              </a:path>
              <a:path w="1085214" h="114300">
                <a:moveTo>
                  <a:pt x="9707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0787" y="76200"/>
                </a:lnTo>
                <a:lnTo>
                  <a:pt x="970787" y="38100"/>
                </a:lnTo>
                <a:close/>
              </a:path>
              <a:path w="1085214" h="114300">
                <a:moveTo>
                  <a:pt x="1046987" y="38100"/>
                </a:moveTo>
                <a:lnTo>
                  <a:pt x="989837" y="38100"/>
                </a:lnTo>
                <a:lnTo>
                  <a:pt x="989837" y="76200"/>
                </a:lnTo>
                <a:lnTo>
                  <a:pt x="1046987" y="76200"/>
                </a:lnTo>
                <a:lnTo>
                  <a:pt x="1085087" y="57150"/>
                </a:lnTo>
                <a:lnTo>
                  <a:pt x="104698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63419" y="1952370"/>
            <a:ext cx="998855" cy="461009"/>
          </a:xfrm>
          <a:custGeom>
            <a:avLst/>
            <a:gdLst/>
            <a:ahLst/>
            <a:cxnLst/>
            <a:rect l="l" t="t" r="r" b="b"/>
            <a:pathLst>
              <a:path w="998854" h="461010">
                <a:moveTo>
                  <a:pt x="886086" y="426026"/>
                </a:moveTo>
                <a:lnTo>
                  <a:pt x="870711" y="460882"/>
                </a:lnTo>
                <a:lnTo>
                  <a:pt x="998346" y="454787"/>
                </a:lnTo>
                <a:lnTo>
                  <a:pt x="980882" y="433704"/>
                </a:lnTo>
                <a:lnTo>
                  <a:pt x="903478" y="433704"/>
                </a:lnTo>
                <a:lnTo>
                  <a:pt x="886086" y="426026"/>
                </a:lnTo>
                <a:close/>
              </a:path>
              <a:path w="998854" h="461010">
                <a:moveTo>
                  <a:pt x="901438" y="391220"/>
                </a:moveTo>
                <a:lnTo>
                  <a:pt x="886086" y="426026"/>
                </a:lnTo>
                <a:lnTo>
                  <a:pt x="903478" y="433704"/>
                </a:lnTo>
                <a:lnTo>
                  <a:pt x="918844" y="398906"/>
                </a:lnTo>
                <a:lnTo>
                  <a:pt x="901438" y="391220"/>
                </a:lnTo>
                <a:close/>
              </a:path>
              <a:path w="998854" h="461010">
                <a:moveTo>
                  <a:pt x="916813" y="356362"/>
                </a:moveTo>
                <a:lnTo>
                  <a:pt x="901438" y="391220"/>
                </a:lnTo>
                <a:lnTo>
                  <a:pt x="918844" y="398906"/>
                </a:lnTo>
                <a:lnTo>
                  <a:pt x="903478" y="433704"/>
                </a:lnTo>
                <a:lnTo>
                  <a:pt x="980882" y="433704"/>
                </a:lnTo>
                <a:lnTo>
                  <a:pt x="916813" y="356362"/>
                </a:lnTo>
                <a:close/>
              </a:path>
              <a:path w="998854" h="461010">
                <a:moveTo>
                  <a:pt x="15493" y="0"/>
                </a:moveTo>
                <a:lnTo>
                  <a:pt x="0" y="34798"/>
                </a:lnTo>
                <a:lnTo>
                  <a:pt x="886086" y="426026"/>
                </a:lnTo>
                <a:lnTo>
                  <a:pt x="901438" y="391220"/>
                </a:lnTo>
                <a:lnTo>
                  <a:pt x="15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60751" y="2750947"/>
            <a:ext cx="1001394" cy="666750"/>
          </a:xfrm>
          <a:custGeom>
            <a:avLst/>
            <a:gdLst/>
            <a:ahLst/>
            <a:cxnLst/>
            <a:rect l="l" t="t" r="r" b="b"/>
            <a:pathLst>
              <a:path w="1001395" h="666750">
                <a:moveTo>
                  <a:pt x="895035" y="619830"/>
                </a:moveTo>
                <a:lnTo>
                  <a:pt x="874140" y="651637"/>
                </a:lnTo>
                <a:lnTo>
                  <a:pt x="1001013" y="666623"/>
                </a:lnTo>
                <a:lnTo>
                  <a:pt x="979930" y="630301"/>
                </a:lnTo>
                <a:lnTo>
                  <a:pt x="910971" y="630301"/>
                </a:lnTo>
                <a:lnTo>
                  <a:pt x="895035" y="619830"/>
                </a:lnTo>
                <a:close/>
              </a:path>
              <a:path w="1001395" h="666750">
                <a:moveTo>
                  <a:pt x="915978" y="587949"/>
                </a:moveTo>
                <a:lnTo>
                  <a:pt x="895035" y="619830"/>
                </a:lnTo>
                <a:lnTo>
                  <a:pt x="910971" y="630301"/>
                </a:lnTo>
                <a:lnTo>
                  <a:pt x="931926" y="598424"/>
                </a:lnTo>
                <a:lnTo>
                  <a:pt x="915978" y="587949"/>
                </a:lnTo>
                <a:close/>
              </a:path>
              <a:path w="1001395" h="666750">
                <a:moveTo>
                  <a:pt x="936878" y="556132"/>
                </a:moveTo>
                <a:lnTo>
                  <a:pt x="915978" y="587949"/>
                </a:lnTo>
                <a:lnTo>
                  <a:pt x="931926" y="598424"/>
                </a:lnTo>
                <a:lnTo>
                  <a:pt x="910971" y="630301"/>
                </a:lnTo>
                <a:lnTo>
                  <a:pt x="979930" y="630301"/>
                </a:lnTo>
                <a:lnTo>
                  <a:pt x="936878" y="556132"/>
                </a:lnTo>
                <a:close/>
              </a:path>
              <a:path w="1001395" h="666750">
                <a:moveTo>
                  <a:pt x="20828" y="0"/>
                </a:moveTo>
                <a:lnTo>
                  <a:pt x="0" y="31750"/>
                </a:lnTo>
                <a:lnTo>
                  <a:pt x="895035" y="619830"/>
                </a:lnTo>
                <a:lnTo>
                  <a:pt x="915978" y="587949"/>
                </a:lnTo>
                <a:lnTo>
                  <a:pt x="208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61260" y="3917950"/>
            <a:ext cx="1000760" cy="622935"/>
          </a:xfrm>
          <a:custGeom>
            <a:avLst/>
            <a:gdLst/>
            <a:ahLst/>
            <a:cxnLst/>
            <a:rect l="l" t="t" r="r" b="b"/>
            <a:pathLst>
              <a:path w="1000760" h="622935">
                <a:moveTo>
                  <a:pt x="893054" y="579320"/>
                </a:moveTo>
                <a:lnTo>
                  <a:pt x="873125" y="611886"/>
                </a:lnTo>
                <a:lnTo>
                  <a:pt x="1000505" y="622807"/>
                </a:lnTo>
                <a:lnTo>
                  <a:pt x="979580" y="589280"/>
                </a:lnTo>
                <a:lnTo>
                  <a:pt x="909319" y="589280"/>
                </a:lnTo>
                <a:lnTo>
                  <a:pt x="893054" y="579320"/>
                </a:lnTo>
                <a:close/>
              </a:path>
              <a:path w="1000760" h="622935">
                <a:moveTo>
                  <a:pt x="912961" y="546790"/>
                </a:moveTo>
                <a:lnTo>
                  <a:pt x="893054" y="579320"/>
                </a:lnTo>
                <a:lnTo>
                  <a:pt x="909319" y="589280"/>
                </a:lnTo>
                <a:lnTo>
                  <a:pt x="929259" y="556768"/>
                </a:lnTo>
                <a:lnTo>
                  <a:pt x="912961" y="546790"/>
                </a:lnTo>
                <a:close/>
              </a:path>
              <a:path w="1000760" h="622935">
                <a:moveTo>
                  <a:pt x="932814" y="514350"/>
                </a:moveTo>
                <a:lnTo>
                  <a:pt x="912961" y="546790"/>
                </a:lnTo>
                <a:lnTo>
                  <a:pt x="929259" y="556768"/>
                </a:lnTo>
                <a:lnTo>
                  <a:pt x="909319" y="589280"/>
                </a:lnTo>
                <a:lnTo>
                  <a:pt x="979580" y="589280"/>
                </a:lnTo>
                <a:lnTo>
                  <a:pt x="932814" y="514350"/>
                </a:lnTo>
                <a:close/>
              </a:path>
              <a:path w="1000760" h="622935">
                <a:moveTo>
                  <a:pt x="19812" y="0"/>
                </a:moveTo>
                <a:lnTo>
                  <a:pt x="0" y="32512"/>
                </a:lnTo>
                <a:lnTo>
                  <a:pt x="893054" y="579320"/>
                </a:lnTo>
                <a:lnTo>
                  <a:pt x="912961" y="546790"/>
                </a:lnTo>
                <a:lnTo>
                  <a:pt x="198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6615" y="3947921"/>
            <a:ext cx="114300" cy="402590"/>
          </a:xfrm>
          <a:custGeom>
            <a:avLst/>
            <a:gdLst/>
            <a:ahLst/>
            <a:cxnLst/>
            <a:rect l="l" t="t" r="r" b="b"/>
            <a:pathLst>
              <a:path w="114300" h="402589">
                <a:moveTo>
                  <a:pt x="38100" y="288035"/>
                </a:moveTo>
                <a:lnTo>
                  <a:pt x="0" y="288035"/>
                </a:lnTo>
                <a:lnTo>
                  <a:pt x="57150" y="402335"/>
                </a:lnTo>
                <a:lnTo>
                  <a:pt x="104775" y="307085"/>
                </a:lnTo>
                <a:lnTo>
                  <a:pt x="38100" y="307085"/>
                </a:lnTo>
                <a:lnTo>
                  <a:pt x="38100" y="288035"/>
                </a:lnTo>
                <a:close/>
              </a:path>
              <a:path w="114300" h="402589">
                <a:moveTo>
                  <a:pt x="76200" y="0"/>
                </a:moveTo>
                <a:lnTo>
                  <a:pt x="38100" y="0"/>
                </a:lnTo>
                <a:lnTo>
                  <a:pt x="38100" y="307085"/>
                </a:lnTo>
                <a:lnTo>
                  <a:pt x="76200" y="307085"/>
                </a:lnTo>
                <a:lnTo>
                  <a:pt x="76200" y="0"/>
                </a:lnTo>
                <a:close/>
              </a:path>
              <a:path w="114300" h="402589">
                <a:moveTo>
                  <a:pt x="114300" y="288035"/>
                </a:moveTo>
                <a:lnTo>
                  <a:pt x="76200" y="288035"/>
                </a:lnTo>
                <a:lnTo>
                  <a:pt x="76200" y="307085"/>
                </a:lnTo>
                <a:lnTo>
                  <a:pt x="104775" y="307085"/>
                </a:lnTo>
                <a:lnTo>
                  <a:pt x="114300" y="28803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00165" y="2350007"/>
            <a:ext cx="551815" cy="114300"/>
          </a:xfrm>
          <a:custGeom>
            <a:avLst/>
            <a:gdLst/>
            <a:ahLst/>
            <a:cxnLst/>
            <a:rect l="l" t="t" r="r" b="b"/>
            <a:pathLst>
              <a:path w="551814" h="114300">
                <a:moveTo>
                  <a:pt x="437388" y="0"/>
                </a:moveTo>
                <a:lnTo>
                  <a:pt x="437388" y="114300"/>
                </a:lnTo>
                <a:lnTo>
                  <a:pt x="513588" y="76200"/>
                </a:lnTo>
                <a:lnTo>
                  <a:pt x="456438" y="76200"/>
                </a:lnTo>
                <a:lnTo>
                  <a:pt x="456438" y="38100"/>
                </a:lnTo>
                <a:lnTo>
                  <a:pt x="513588" y="38100"/>
                </a:lnTo>
                <a:lnTo>
                  <a:pt x="437388" y="0"/>
                </a:lnTo>
                <a:close/>
              </a:path>
              <a:path w="551814" h="114300">
                <a:moveTo>
                  <a:pt x="4373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7388" y="76200"/>
                </a:lnTo>
                <a:lnTo>
                  <a:pt x="437388" y="38100"/>
                </a:lnTo>
                <a:close/>
              </a:path>
              <a:path w="551814" h="114300">
                <a:moveTo>
                  <a:pt x="513588" y="38100"/>
                </a:moveTo>
                <a:lnTo>
                  <a:pt x="456438" y="38100"/>
                </a:lnTo>
                <a:lnTo>
                  <a:pt x="456438" y="76200"/>
                </a:lnTo>
                <a:lnTo>
                  <a:pt x="513588" y="76200"/>
                </a:lnTo>
                <a:lnTo>
                  <a:pt x="551688" y="57150"/>
                </a:lnTo>
                <a:lnTo>
                  <a:pt x="5135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64758" y="5379720"/>
            <a:ext cx="445134" cy="114300"/>
          </a:xfrm>
          <a:custGeom>
            <a:avLst/>
            <a:gdLst/>
            <a:ahLst/>
            <a:cxnLst/>
            <a:rect l="l" t="t" r="r" b="b"/>
            <a:pathLst>
              <a:path w="445134" h="114300">
                <a:moveTo>
                  <a:pt x="330707" y="0"/>
                </a:moveTo>
                <a:lnTo>
                  <a:pt x="330707" y="114299"/>
                </a:lnTo>
                <a:lnTo>
                  <a:pt x="406908" y="76199"/>
                </a:lnTo>
                <a:lnTo>
                  <a:pt x="349757" y="76199"/>
                </a:lnTo>
                <a:lnTo>
                  <a:pt x="349757" y="38099"/>
                </a:lnTo>
                <a:lnTo>
                  <a:pt x="406908" y="38099"/>
                </a:lnTo>
                <a:lnTo>
                  <a:pt x="330707" y="0"/>
                </a:lnTo>
                <a:close/>
              </a:path>
              <a:path w="445134" h="114300">
                <a:moveTo>
                  <a:pt x="33070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30707" y="76199"/>
                </a:lnTo>
                <a:lnTo>
                  <a:pt x="330707" y="38099"/>
                </a:lnTo>
                <a:close/>
              </a:path>
              <a:path w="445134" h="114300">
                <a:moveTo>
                  <a:pt x="406908" y="38099"/>
                </a:moveTo>
                <a:lnTo>
                  <a:pt x="349757" y="38099"/>
                </a:lnTo>
                <a:lnTo>
                  <a:pt x="349757" y="76199"/>
                </a:lnTo>
                <a:lnTo>
                  <a:pt x="406908" y="76199"/>
                </a:lnTo>
                <a:lnTo>
                  <a:pt x="445008" y="57149"/>
                </a:lnTo>
                <a:lnTo>
                  <a:pt x="40690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64758" y="3912870"/>
            <a:ext cx="445134" cy="208915"/>
          </a:xfrm>
          <a:custGeom>
            <a:avLst/>
            <a:gdLst/>
            <a:ahLst/>
            <a:cxnLst/>
            <a:rect l="l" t="t" r="r" b="b"/>
            <a:pathLst>
              <a:path w="445134" h="208914">
                <a:moveTo>
                  <a:pt x="445008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64758" y="4121658"/>
            <a:ext cx="0" cy="1333500"/>
          </a:xfrm>
          <a:custGeom>
            <a:avLst/>
            <a:gdLst/>
            <a:ahLst/>
            <a:cxnLst/>
            <a:rect l="l" t="t" r="r" b="b"/>
            <a:pathLst>
              <a:path w="0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28354" y="2922270"/>
            <a:ext cx="0" cy="1219200"/>
          </a:xfrm>
          <a:custGeom>
            <a:avLst/>
            <a:gdLst/>
            <a:ahLst/>
            <a:cxnLst/>
            <a:rect l="l" t="t" r="r" b="b"/>
            <a:pathLst>
              <a:path w="0"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547354" y="4124705"/>
            <a:ext cx="390525" cy="226060"/>
          </a:xfrm>
          <a:custGeom>
            <a:avLst/>
            <a:gdLst/>
            <a:ahLst/>
            <a:cxnLst/>
            <a:rect l="l" t="t" r="r" b="b"/>
            <a:pathLst>
              <a:path w="390525" h="226060">
                <a:moveTo>
                  <a:pt x="72771" y="120523"/>
                </a:moveTo>
                <a:lnTo>
                  <a:pt x="0" y="225552"/>
                </a:lnTo>
                <a:lnTo>
                  <a:pt x="127762" y="220726"/>
                </a:lnTo>
                <a:lnTo>
                  <a:pt x="114449" y="196469"/>
                </a:lnTo>
                <a:lnTo>
                  <a:pt x="92710" y="196469"/>
                </a:lnTo>
                <a:lnTo>
                  <a:pt x="74422" y="163068"/>
                </a:lnTo>
                <a:lnTo>
                  <a:pt x="91101" y="153923"/>
                </a:lnTo>
                <a:lnTo>
                  <a:pt x="72771" y="120523"/>
                </a:lnTo>
                <a:close/>
              </a:path>
              <a:path w="390525" h="226060">
                <a:moveTo>
                  <a:pt x="91101" y="153923"/>
                </a:moveTo>
                <a:lnTo>
                  <a:pt x="74422" y="163068"/>
                </a:lnTo>
                <a:lnTo>
                  <a:pt x="92710" y="196469"/>
                </a:lnTo>
                <a:lnTo>
                  <a:pt x="109424" y="187312"/>
                </a:lnTo>
                <a:lnTo>
                  <a:pt x="91101" y="153923"/>
                </a:lnTo>
                <a:close/>
              </a:path>
              <a:path w="390525" h="226060">
                <a:moveTo>
                  <a:pt x="109424" y="187312"/>
                </a:moveTo>
                <a:lnTo>
                  <a:pt x="92710" y="196469"/>
                </a:lnTo>
                <a:lnTo>
                  <a:pt x="114449" y="196469"/>
                </a:lnTo>
                <a:lnTo>
                  <a:pt x="109424" y="187312"/>
                </a:lnTo>
                <a:close/>
              </a:path>
              <a:path w="390525" h="226060">
                <a:moveTo>
                  <a:pt x="371855" y="0"/>
                </a:moveTo>
                <a:lnTo>
                  <a:pt x="91101" y="153923"/>
                </a:lnTo>
                <a:lnTo>
                  <a:pt x="109424" y="187312"/>
                </a:lnTo>
                <a:lnTo>
                  <a:pt x="390144" y="33528"/>
                </a:lnTo>
                <a:lnTo>
                  <a:pt x="3718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751569" y="2766822"/>
            <a:ext cx="177165" cy="155575"/>
          </a:xfrm>
          <a:custGeom>
            <a:avLst/>
            <a:gdLst/>
            <a:ahLst/>
            <a:cxnLst/>
            <a:rect l="l" t="t" r="r" b="b"/>
            <a:pathLst>
              <a:path w="177165" h="155575">
                <a:moveTo>
                  <a:pt x="176783" y="15544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44673" y="4526153"/>
            <a:ext cx="1079500" cy="911225"/>
          </a:xfrm>
          <a:custGeom>
            <a:avLst/>
            <a:gdLst/>
            <a:ahLst/>
            <a:cxnLst/>
            <a:rect l="l" t="t" r="r" b="b"/>
            <a:pathLst>
              <a:path w="1079500" h="911225">
                <a:moveTo>
                  <a:pt x="979228" y="851761"/>
                </a:moveTo>
                <a:lnTo>
                  <a:pt x="954659" y="880999"/>
                </a:lnTo>
                <a:lnTo>
                  <a:pt x="1078991" y="910717"/>
                </a:lnTo>
                <a:lnTo>
                  <a:pt x="1058738" y="863981"/>
                </a:lnTo>
                <a:lnTo>
                  <a:pt x="993775" y="863981"/>
                </a:lnTo>
                <a:lnTo>
                  <a:pt x="979228" y="851761"/>
                </a:lnTo>
                <a:close/>
              </a:path>
              <a:path w="1079500" h="911225">
                <a:moveTo>
                  <a:pt x="1003697" y="822643"/>
                </a:moveTo>
                <a:lnTo>
                  <a:pt x="979228" y="851761"/>
                </a:lnTo>
                <a:lnTo>
                  <a:pt x="993775" y="863981"/>
                </a:lnTo>
                <a:lnTo>
                  <a:pt x="1018286" y="834898"/>
                </a:lnTo>
                <a:lnTo>
                  <a:pt x="1003697" y="822643"/>
                </a:lnTo>
                <a:close/>
              </a:path>
              <a:path w="1079500" h="911225">
                <a:moveTo>
                  <a:pt x="1028191" y="793496"/>
                </a:moveTo>
                <a:lnTo>
                  <a:pt x="1003697" y="822643"/>
                </a:lnTo>
                <a:lnTo>
                  <a:pt x="1018286" y="834898"/>
                </a:lnTo>
                <a:lnTo>
                  <a:pt x="993775" y="863981"/>
                </a:lnTo>
                <a:lnTo>
                  <a:pt x="1058738" y="863981"/>
                </a:lnTo>
                <a:lnTo>
                  <a:pt x="1028191" y="793496"/>
                </a:lnTo>
                <a:close/>
              </a:path>
              <a:path w="1079500" h="911225">
                <a:moveTo>
                  <a:pt x="24383" y="0"/>
                </a:moveTo>
                <a:lnTo>
                  <a:pt x="0" y="29210"/>
                </a:lnTo>
                <a:lnTo>
                  <a:pt x="979228" y="851761"/>
                </a:lnTo>
                <a:lnTo>
                  <a:pt x="1003697" y="822643"/>
                </a:lnTo>
                <a:lnTo>
                  <a:pt x="243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63698" y="1008125"/>
            <a:ext cx="375920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  <a:spcBef>
                <a:spcPts val="2039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44698" y="273875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96920" y="3713734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01798" y="451383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07455" y="4390135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842" y="390728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19464" y="3172205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04305" y="2051049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509766" y="2157222"/>
            <a:ext cx="2242185" cy="1790700"/>
          </a:xfrm>
          <a:custGeom>
            <a:avLst/>
            <a:gdLst/>
            <a:ahLst/>
            <a:cxnLst/>
            <a:rect l="l" t="t" r="r" b="b"/>
            <a:pathLst>
              <a:path w="2242184" h="1790700">
                <a:moveTo>
                  <a:pt x="0" y="1790700"/>
                </a:moveTo>
                <a:lnTo>
                  <a:pt x="2241804" y="1790700"/>
                </a:lnTo>
                <a:lnTo>
                  <a:pt x="2241804" y="0"/>
                </a:lnTo>
                <a:lnTo>
                  <a:pt x="0" y="0"/>
                </a:lnTo>
                <a:lnTo>
                  <a:pt x="0" y="17907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284470" y="3402457"/>
            <a:ext cx="1236980" cy="948055"/>
          </a:xfrm>
          <a:custGeom>
            <a:avLst/>
            <a:gdLst/>
            <a:ahLst/>
            <a:cxnLst/>
            <a:rect l="l" t="t" r="r" b="b"/>
            <a:pathLst>
              <a:path w="1236979" h="948054">
                <a:moveTo>
                  <a:pt x="56387" y="833119"/>
                </a:moveTo>
                <a:lnTo>
                  <a:pt x="0" y="947800"/>
                </a:lnTo>
                <a:lnTo>
                  <a:pt x="125602" y="924051"/>
                </a:lnTo>
                <a:lnTo>
                  <a:pt x="111295" y="905255"/>
                </a:lnTo>
                <a:lnTo>
                  <a:pt x="87375" y="905255"/>
                </a:lnTo>
                <a:lnTo>
                  <a:pt x="64262" y="874902"/>
                </a:lnTo>
                <a:lnTo>
                  <a:pt x="79413" y="863370"/>
                </a:lnTo>
                <a:lnTo>
                  <a:pt x="56387" y="833119"/>
                </a:lnTo>
                <a:close/>
              </a:path>
              <a:path w="1236979" h="948054">
                <a:moveTo>
                  <a:pt x="79413" y="863370"/>
                </a:moveTo>
                <a:lnTo>
                  <a:pt x="64262" y="874902"/>
                </a:lnTo>
                <a:lnTo>
                  <a:pt x="87375" y="905255"/>
                </a:lnTo>
                <a:lnTo>
                  <a:pt x="102520" y="893727"/>
                </a:lnTo>
                <a:lnTo>
                  <a:pt x="79413" y="863370"/>
                </a:lnTo>
                <a:close/>
              </a:path>
              <a:path w="1236979" h="948054">
                <a:moveTo>
                  <a:pt x="102520" y="893727"/>
                </a:moveTo>
                <a:lnTo>
                  <a:pt x="87375" y="905255"/>
                </a:lnTo>
                <a:lnTo>
                  <a:pt x="111295" y="905255"/>
                </a:lnTo>
                <a:lnTo>
                  <a:pt x="102520" y="893727"/>
                </a:lnTo>
                <a:close/>
              </a:path>
              <a:path w="1236979" h="948054">
                <a:moveTo>
                  <a:pt x="1213739" y="0"/>
                </a:moveTo>
                <a:lnTo>
                  <a:pt x="79413" y="863370"/>
                </a:lnTo>
                <a:lnTo>
                  <a:pt x="102520" y="893727"/>
                </a:lnTo>
                <a:lnTo>
                  <a:pt x="1236852" y="30225"/>
                </a:lnTo>
                <a:lnTo>
                  <a:pt x="12137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635878" y="3581780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557265" y="3609594"/>
            <a:ext cx="952500" cy="807720"/>
          </a:xfrm>
          <a:custGeom>
            <a:avLst/>
            <a:gdLst/>
            <a:ahLst/>
            <a:cxnLst/>
            <a:rect l="l" t="t" r="r" b="b"/>
            <a:pathLst>
              <a:path w="952500" h="807720">
                <a:moveTo>
                  <a:pt x="952500" y="0"/>
                </a:moveTo>
                <a:lnTo>
                  <a:pt x="0" y="80771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595365" y="4370070"/>
            <a:ext cx="0" cy="1447800"/>
          </a:xfrm>
          <a:custGeom>
            <a:avLst/>
            <a:gdLst/>
            <a:ahLst/>
            <a:cxnLst/>
            <a:rect l="l" t="t" r="r" b="b"/>
            <a:pathLst>
              <a:path w="0" h="1447800">
                <a:moveTo>
                  <a:pt x="0" y="0"/>
                </a:moveTo>
                <a:lnTo>
                  <a:pt x="0" y="14477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56866" y="5760720"/>
            <a:ext cx="3238500" cy="114300"/>
          </a:xfrm>
          <a:custGeom>
            <a:avLst/>
            <a:gdLst/>
            <a:ahLst/>
            <a:cxnLst/>
            <a:rect l="l" t="t" r="r" b="b"/>
            <a:pathLst>
              <a:path w="323850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23850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238500" h="114300">
                <a:moveTo>
                  <a:pt x="3238499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238499" y="76199"/>
                </a:lnTo>
                <a:lnTo>
                  <a:pt x="3238499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572505" y="491261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353564" y="4331461"/>
            <a:ext cx="1070610" cy="245745"/>
          </a:xfrm>
          <a:custGeom>
            <a:avLst/>
            <a:gdLst/>
            <a:ahLst/>
            <a:cxnLst/>
            <a:rect l="l" t="t" r="r" b="b"/>
            <a:pathLst>
              <a:path w="1070610" h="245745">
                <a:moveTo>
                  <a:pt x="954235" y="207986"/>
                </a:moveTo>
                <a:lnTo>
                  <a:pt x="947547" y="245490"/>
                </a:lnTo>
                <a:lnTo>
                  <a:pt x="1063221" y="211327"/>
                </a:lnTo>
                <a:lnTo>
                  <a:pt x="972947" y="211327"/>
                </a:lnTo>
                <a:lnTo>
                  <a:pt x="954235" y="207986"/>
                </a:lnTo>
                <a:close/>
              </a:path>
              <a:path w="1070610" h="245745">
                <a:moveTo>
                  <a:pt x="960939" y="170390"/>
                </a:moveTo>
                <a:lnTo>
                  <a:pt x="954235" y="207986"/>
                </a:lnTo>
                <a:lnTo>
                  <a:pt x="972947" y="211327"/>
                </a:lnTo>
                <a:lnTo>
                  <a:pt x="979677" y="173736"/>
                </a:lnTo>
                <a:lnTo>
                  <a:pt x="960939" y="170390"/>
                </a:lnTo>
                <a:close/>
              </a:path>
              <a:path w="1070610" h="245745">
                <a:moveTo>
                  <a:pt x="967613" y="132969"/>
                </a:moveTo>
                <a:lnTo>
                  <a:pt x="960939" y="170390"/>
                </a:lnTo>
                <a:lnTo>
                  <a:pt x="979677" y="173736"/>
                </a:lnTo>
                <a:lnTo>
                  <a:pt x="972947" y="211327"/>
                </a:lnTo>
                <a:lnTo>
                  <a:pt x="1063221" y="211327"/>
                </a:lnTo>
                <a:lnTo>
                  <a:pt x="1070102" y="209295"/>
                </a:lnTo>
                <a:lnTo>
                  <a:pt x="967613" y="132969"/>
                </a:lnTo>
                <a:close/>
              </a:path>
              <a:path w="1070610" h="245745">
                <a:moveTo>
                  <a:pt x="6604" y="0"/>
                </a:moveTo>
                <a:lnTo>
                  <a:pt x="0" y="37592"/>
                </a:lnTo>
                <a:lnTo>
                  <a:pt x="954235" y="207986"/>
                </a:lnTo>
                <a:lnTo>
                  <a:pt x="960939" y="170390"/>
                </a:lnTo>
                <a:lnTo>
                  <a:pt x="66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625598" y="3992702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356866" y="5982461"/>
            <a:ext cx="4768850" cy="0"/>
          </a:xfrm>
          <a:custGeom>
            <a:avLst/>
            <a:gdLst/>
            <a:ahLst/>
            <a:cxnLst/>
            <a:rect l="l" t="t" r="r" b="b"/>
            <a:pathLst>
              <a:path w="4768850" h="0">
                <a:moveTo>
                  <a:pt x="0" y="0"/>
                </a:moveTo>
                <a:lnTo>
                  <a:pt x="476859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68311" y="5766053"/>
            <a:ext cx="114300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851905" y="5573064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9973" y="5139054"/>
            <a:ext cx="378460" cy="328930"/>
          </a:xfrm>
          <a:custGeom>
            <a:avLst/>
            <a:gdLst/>
            <a:ahLst/>
            <a:cxnLst/>
            <a:rect l="l" t="t" r="r" b="b"/>
            <a:pathLst>
              <a:path w="378460" h="328929">
                <a:moveTo>
                  <a:pt x="246976" y="36182"/>
                </a:moveTo>
                <a:lnTo>
                  <a:pt x="198352" y="53340"/>
                </a:lnTo>
                <a:lnTo>
                  <a:pt x="142446" y="75057"/>
                </a:lnTo>
                <a:lnTo>
                  <a:pt x="104947" y="91059"/>
                </a:lnTo>
                <a:lnTo>
                  <a:pt x="62013" y="112649"/>
                </a:lnTo>
                <a:lnTo>
                  <a:pt x="28628" y="134747"/>
                </a:lnTo>
                <a:lnTo>
                  <a:pt x="3524" y="165227"/>
                </a:lnTo>
                <a:lnTo>
                  <a:pt x="1047" y="172974"/>
                </a:lnTo>
                <a:lnTo>
                  <a:pt x="704" y="174117"/>
                </a:lnTo>
                <a:lnTo>
                  <a:pt x="479" y="175387"/>
                </a:lnTo>
                <a:lnTo>
                  <a:pt x="97" y="180086"/>
                </a:lnTo>
                <a:lnTo>
                  <a:pt x="0" y="184658"/>
                </a:lnTo>
                <a:lnTo>
                  <a:pt x="978" y="191389"/>
                </a:lnTo>
                <a:lnTo>
                  <a:pt x="26218" y="225044"/>
                </a:lnTo>
                <a:lnTo>
                  <a:pt x="68066" y="247777"/>
                </a:lnTo>
                <a:lnTo>
                  <a:pt x="112512" y="264287"/>
                </a:lnTo>
                <a:lnTo>
                  <a:pt x="151374" y="276098"/>
                </a:lnTo>
                <a:lnTo>
                  <a:pt x="208791" y="291338"/>
                </a:lnTo>
                <a:lnTo>
                  <a:pt x="271237" y="306324"/>
                </a:lnTo>
                <a:lnTo>
                  <a:pt x="369802" y="328549"/>
                </a:lnTo>
                <a:lnTo>
                  <a:pt x="378158" y="291465"/>
                </a:lnTo>
                <a:lnTo>
                  <a:pt x="248225" y="261747"/>
                </a:lnTo>
                <a:lnTo>
                  <a:pt x="217795" y="254381"/>
                </a:lnTo>
                <a:lnTo>
                  <a:pt x="161484" y="239395"/>
                </a:lnTo>
                <a:lnTo>
                  <a:pt x="124146" y="227965"/>
                </a:lnTo>
                <a:lnTo>
                  <a:pt x="73958" y="208788"/>
                </a:lnTo>
                <a:lnTo>
                  <a:pt x="40783" y="187198"/>
                </a:lnTo>
                <a:lnTo>
                  <a:pt x="39709" y="185674"/>
                </a:lnTo>
                <a:lnTo>
                  <a:pt x="39226" y="185674"/>
                </a:lnTo>
                <a:lnTo>
                  <a:pt x="38745" y="184658"/>
                </a:lnTo>
                <a:lnTo>
                  <a:pt x="38501" y="184658"/>
                </a:lnTo>
                <a:lnTo>
                  <a:pt x="38437" y="184404"/>
                </a:lnTo>
                <a:lnTo>
                  <a:pt x="37970" y="184404"/>
                </a:lnTo>
                <a:lnTo>
                  <a:pt x="37938" y="183388"/>
                </a:lnTo>
                <a:lnTo>
                  <a:pt x="37681" y="183388"/>
                </a:lnTo>
                <a:lnTo>
                  <a:pt x="37805" y="182707"/>
                </a:lnTo>
                <a:lnTo>
                  <a:pt x="37542" y="182118"/>
                </a:lnTo>
                <a:lnTo>
                  <a:pt x="37862" y="182118"/>
                </a:lnTo>
                <a:lnTo>
                  <a:pt x="37607" y="181102"/>
                </a:lnTo>
                <a:lnTo>
                  <a:pt x="37866" y="181102"/>
                </a:lnTo>
                <a:lnTo>
                  <a:pt x="37834" y="180086"/>
                </a:lnTo>
                <a:lnTo>
                  <a:pt x="38282" y="180086"/>
                </a:lnTo>
                <a:lnTo>
                  <a:pt x="38351" y="179705"/>
                </a:lnTo>
                <a:lnTo>
                  <a:pt x="38634" y="179705"/>
                </a:lnTo>
                <a:lnTo>
                  <a:pt x="39015" y="178689"/>
                </a:lnTo>
                <a:lnTo>
                  <a:pt x="39355" y="178689"/>
                </a:lnTo>
                <a:lnTo>
                  <a:pt x="40158" y="177038"/>
                </a:lnTo>
                <a:lnTo>
                  <a:pt x="72973" y="150368"/>
                </a:lnTo>
                <a:lnTo>
                  <a:pt x="121047" y="125603"/>
                </a:lnTo>
                <a:lnTo>
                  <a:pt x="157267" y="110109"/>
                </a:lnTo>
                <a:lnTo>
                  <a:pt x="211852" y="89027"/>
                </a:lnTo>
                <a:lnTo>
                  <a:pt x="259192" y="72221"/>
                </a:lnTo>
                <a:lnTo>
                  <a:pt x="246976" y="36182"/>
                </a:lnTo>
                <a:close/>
              </a:path>
              <a:path w="378460" h="328929">
                <a:moveTo>
                  <a:pt x="38335" y="183522"/>
                </a:moveTo>
                <a:lnTo>
                  <a:pt x="38392" y="183913"/>
                </a:lnTo>
                <a:lnTo>
                  <a:pt x="39226" y="185674"/>
                </a:lnTo>
                <a:lnTo>
                  <a:pt x="38681" y="184134"/>
                </a:lnTo>
                <a:lnTo>
                  <a:pt x="38335" y="183522"/>
                </a:lnTo>
                <a:close/>
              </a:path>
              <a:path w="378460" h="328929">
                <a:moveTo>
                  <a:pt x="38681" y="184134"/>
                </a:moveTo>
                <a:lnTo>
                  <a:pt x="39226" y="185674"/>
                </a:lnTo>
                <a:lnTo>
                  <a:pt x="39709" y="185674"/>
                </a:lnTo>
                <a:lnTo>
                  <a:pt x="38904" y="184531"/>
                </a:lnTo>
                <a:lnTo>
                  <a:pt x="38681" y="184134"/>
                </a:lnTo>
                <a:close/>
              </a:path>
              <a:path w="378460" h="328929">
                <a:moveTo>
                  <a:pt x="38224" y="183559"/>
                </a:moveTo>
                <a:lnTo>
                  <a:pt x="38501" y="184658"/>
                </a:lnTo>
                <a:lnTo>
                  <a:pt x="38392" y="183913"/>
                </a:lnTo>
                <a:lnTo>
                  <a:pt x="38224" y="183559"/>
                </a:lnTo>
                <a:close/>
              </a:path>
              <a:path w="378460" h="328929">
                <a:moveTo>
                  <a:pt x="38392" y="183913"/>
                </a:moveTo>
                <a:lnTo>
                  <a:pt x="38501" y="184658"/>
                </a:lnTo>
                <a:lnTo>
                  <a:pt x="38745" y="184658"/>
                </a:lnTo>
                <a:lnTo>
                  <a:pt x="38392" y="183913"/>
                </a:lnTo>
                <a:close/>
              </a:path>
              <a:path w="378460" h="328929">
                <a:moveTo>
                  <a:pt x="38065" y="183223"/>
                </a:moveTo>
                <a:lnTo>
                  <a:pt x="37970" y="184404"/>
                </a:lnTo>
                <a:lnTo>
                  <a:pt x="38437" y="184404"/>
                </a:lnTo>
                <a:lnTo>
                  <a:pt x="38207" y="183522"/>
                </a:lnTo>
                <a:lnTo>
                  <a:pt x="38065" y="183223"/>
                </a:lnTo>
                <a:close/>
              </a:path>
              <a:path w="378460" h="328929">
                <a:moveTo>
                  <a:pt x="38245" y="182904"/>
                </a:moveTo>
                <a:lnTo>
                  <a:pt x="38356" y="183559"/>
                </a:lnTo>
                <a:lnTo>
                  <a:pt x="38681" y="184134"/>
                </a:lnTo>
                <a:lnTo>
                  <a:pt x="38245" y="182904"/>
                </a:lnTo>
                <a:close/>
              </a:path>
              <a:path w="378460" h="328929">
                <a:moveTo>
                  <a:pt x="38119" y="183140"/>
                </a:moveTo>
                <a:lnTo>
                  <a:pt x="38224" y="183559"/>
                </a:lnTo>
                <a:lnTo>
                  <a:pt x="38392" y="183913"/>
                </a:lnTo>
                <a:lnTo>
                  <a:pt x="38335" y="183522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078" y="183067"/>
                </a:moveTo>
                <a:lnTo>
                  <a:pt x="38143" y="183388"/>
                </a:lnTo>
                <a:lnTo>
                  <a:pt x="38224" y="183559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120" y="182551"/>
                </a:moveTo>
                <a:lnTo>
                  <a:pt x="38166" y="183223"/>
                </a:lnTo>
                <a:lnTo>
                  <a:pt x="38335" y="183522"/>
                </a:lnTo>
                <a:lnTo>
                  <a:pt x="38245" y="182904"/>
                </a:lnTo>
                <a:lnTo>
                  <a:pt x="38120" y="182551"/>
                </a:lnTo>
                <a:close/>
              </a:path>
              <a:path w="378460" h="328929">
                <a:moveTo>
                  <a:pt x="37809" y="182683"/>
                </a:moveTo>
                <a:lnTo>
                  <a:pt x="37681" y="183388"/>
                </a:lnTo>
                <a:lnTo>
                  <a:pt x="37792" y="182999"/>
                </a:lnTo>
                <a:lnTo>
                  <a:pt x="37809" y="182683"/>
                </a:lnTo>
                <a:close/>
              </a:path>
              <a:path w="378460" h="328929">
                <a:moveTo>
                  <a:pt x="37854" y="182778"/>
                </a:moveTo>
                <a:lnTo>
                  <a:pt x="37681" y="183388"/>
                </a:lnTo>
                <a:lnTo>
                  <a:pt x="37938" y="183388"/>
                </a:lnTo>
                <a:lnTo>
                  <a:pt x="37854" y="182778"/>
                </a:lnTo>
                <a:close/>
              </a:path>
              <a:path w="378460" h="328929">
                <a:moveTo>
                  <a:pt x="37919" y="182785"/>
                </a:moveTo>
                <a:lnTo>
                  <a:pt x="37959" y="182999"/>
                </a:lnTo>
                <a:lnTo>
                  <a:pt x="38065" y="183223"/>
                </a:lnTo>
                <a:lnTo>
                  <a:pt x="37986" y="182904"/>
                </a:lnTo>
                <a:close/>
              </a:path>
              <a:path w="378460" h="328929">
                <a:moveTo>
                  <a:pt x="37946" y="182454"/>
                </a:moveTo>
                <a:lnTo>
                  <a:pt x="37986" y="182904"/>
                </a:lnTo>
                <a:lnTo>
                  <a:pt x="38078" y="183067"/>
                </a:lnTo>
                <a:lnTo>
                  <a:pt x="37946" y="182454"/>
                </a:lnTo>
                <a:close/>
              </a:path>
              <a:path w="378460" h="328929">
                <a:moveTo>
                  <a:pt x="38008" y="182236"/>
                </a:moveTo>
                <a:lnTo>
                  <a:pt x="37971" y="182551"/>
                </a:lnTo>
                <a:lnTo>
                  <a:pt x="38084" y="182999"/>
                </a:lnTo>
                <a:lnTo>
                  <a:pt x="38008" y="182236"/>
                </a:lnTo>
                <a:close/>
              </a:path>
              <a:path w="378460" h="328929">
                <a:moveTo>
                  <a:pt x="37542" y="182118"/>
                </a:moveTo>
                <a:lnTo>
                  <a:pt x="37809" y="182683"/>
                </a:lnTo>
                <a:lnTo>
                  <a:pt x="37732" y="182454"/>
                </a:lnTo>
                <a:lnTo>
                  <a:pt x="37542" y="182118"/>
                </a:lnTo>
                <a:close/>
              </a:path>
              <a:path w="378460" h="328929">
                <a:moveTo>
                  <a:pt x="37862" y="182118"/>
                </a:moveTo>
                <a:lnTo>
                  <a:pt x="37542" y="182118"/>
                </a:lnTo>
                <a:lnTo>
                  <a:pt x="37822" y="182614"/>
                </a:lnTo>
                <a:lnTo>
                  <a:pt x="37862" y="182118"/>
                </a:lnTo>
                <a:close/>
              </a:path>
              <a:path w="378460" h="328929">
                <a:moveTo>
                  <a:pt x="37607" y="181102"/>
                </a:moveTo>
                <a:lnTo>
                  <a:pt x="37891" y="182234"/>
                </a:lnTo>
                <a:lnTo>
                  <a:pt x="37769" y="181559"/>
                </a:lnTo>
                <a:lnTo>
                  <a:pt x="37607" y="181102"/>
                </a:lnTo>
                <a:close/>
              </a:path>
              <a:path w="378460" h="328929">
                <a:moveTo>
                  <a:pt x="38249" y="180962"/>
                </a:moveTo>
                <a:lnTo>
                  <a:pt x="38181" y="181102"/>
                </a:lnTo>
                <a:lnTo>
                  <a:pt x="38100" y="181912"/>
                </a:lnTo>
                <a:lnTo>
                  <a:pt x="38218" y="181347"/>
                </a:lnTo>
                <a:lnTo>
                  <a:pt x="38249" y="180962"/>
                </a:lnTo>
                <a:close/>
              </a:path>
              <a:path w="378460" h="328929">
                <a:moveTo>
                  <a:pt x="37886" y="181737"/>
                </a:moveTo>
                <a:lnTo>
                  <a:pt x="37891" y="181905"/>
                </a:lnTo>
                <a:lnTo>
                  <a:pt x="37886" y="181737"/>
                </a:lnTo>
                <a:close/>
              </a:path>
              <a:path w="378460" h="328929">
                <a:moveTo>
                  <a:pt x="37866" y="181102"/>
                </a:moveTo>
                <a:lnTo>
                  <a:pt x="37607" y="181102"/>
                </a:lnTo>
                <a:lnTo>
                  <a:pt x="37831" y="181737"/>
                </a:lnTo>
                <a:lnTo>
                  <a:pt x="37866" y="181102"/>
                </a:lnTo>
                <a:close/>
              </a:path>
              <a:path w="378460" h="328929">
                <a:moveTo>
                  <a:pt x="38018" y="181347"/>
                </a:moveTo>
                <a:lnTo>
                  <a:pt x="37885" y="181710"/>
                </a:lnTo>
                <a:lnTo>
                  <a:pt x="38010" y="181452"/>
                </a:lnTo>
                <a:close/>
              </a:path>
              <a:path w="378460" h="328929">
                <a:moveTo>
                  <a:pt x="37834" y="180086"/>
                </a:moveTo>
                <a:lnTo>
                  <a:pt x="37885" y="181702"/>
                </a:lnTo>
                <a:lnTo>
                  <a:pt x="38007" y="181377"/>
                </a:lnTo>
                <a:lnTo>
                  <a:pt x="37834" y="180086"/>
                </a:lnTo>
                <a:close/>
              </a:path>
              <a:path w="378460" h="328929">
                <a:moveTo>
                  <a:pt x="38539" y="180365"/>
                </a:moveTo>
                <a:lnTo>
                  <a:pt x="38249" y="180962"/>
                </a:lnTo>
                <a:lnTo>
                  <a:pt x="38200" y="181559"/>
                </a:lnTo>
                <a:lnTo>
                  <a:pt x="38539" y="180365"/>
                </a:lnTo>
                <a:close/>
              </a:path>
              <a:path w="378460" h="328929">
                <a:moveTo>
                  <a:pt x="38273" y="180668"/>
                </a:moveTo>
                <a:lnTo>
                  <a:pt x="38162" y="180962"/>
                </a:lnTo>
                <a:lnTo>
                  <a:pt x="38047" y="181377"/>
                </a:lnTo>
                <a:lnTo>
                  <a:pt x="38148" y="181170"/>
                </a:lnTo>
                <a:lnTo>
                  <a:pt x="38273" y="180668"/>
                </a:lnTo>
                <a:close/>
              </a:path>
              <a:path w="378460" h="328929">
                <a:moveTo>
                  <a:pt x="38282" y="180086"/>
                </a:moveTo>
                <a:lnTo>
                  <a:pt x="37834" y="180086"/>
                </a:lnTo>
                <a:lnTo>
                  <a:pt x="38018" y="181347"/>
                </a:lnTo>
                <a:lnTo>
                  <a:pt x="38122" y="180962"/>
                </a:lnTo>
                <a:lnTo>
                  <a:pt x="38282" y="180086"/>
                </a:lnTo>
                <a:close/>
              </a:path>
              <a:path w="378460" h="328929">
                <a:moveTo>
                  <a:pt x="38351" y="179705"/>
                </a:moveTo>
                <a:lnTo>
                  <a:pt x="38084" y="181170"/>
                </a:lnTo>
                <a:lnTo>
                  <a:pt x="38273" y="180668"/>
                </a:lnTo>
                <a:lnTo>
                  <a:pt x="38351" y="179705"/>
                </a:lnTo>
                <a:close/>
              </a:path>
              <a:path w="378460" h="328929">
                <a:moveTo>
                  <a:pt x="39015" y="178689"/>
                </a:moveTo>
                <a:lnTo>
                  <a:pt x="38273" y="180668"/>
                </a:lnTo>
                <a:lnTo>
                  <a:pt x="38249" y="180962"/>
                </a:lnTo>
                <a:lnTo>
                  <a:pt x="38539" y="180365"/>
                </a:lnTo>
                <a:lnTo>
                  <a:pt x="39015" y="178689"/>
                </a:lnTo>
                <a:close/>
              </a:path>
              <a:path w="378460" h="328929">
                <a:moveTo>
                  <a:pt x="38634" y="179705"/>
                </a:moveTo>
                <a:lnTo>
                  <a:pt x="38351" y="179705"/>
                </a:lnTo>
                <a:lnTo>
                  <a:pt x="38273" y="180668"/>
                </a:lnTo>
                <a:lnTo>
                  <a:pt x="38634" y="179705"/>
                </a:lnTo>
                <a:close/>
              </a:path>
              <a:path w="378460" h="328929">
                <a:moveTo>
                  <a:pt x="39355" y="178689"/>
                </a:moveTo>
                <a:lnTo>
                  <a:pt x="39015" y="178689"/>
                </a:lnTo>
                <a:lnTo>
                  <a:pt x="38539" y="180365"/>
                </a:lnTo>
                <a:lnTo>
                  <a:pt x="39355" y="178689"/>
                </a:lnTo>
                <a:close/>
              </a:path>
              <a:path w="378460" h="328929">
                <a:moveTo>
                  <a:pt x="348855" y="29972"/>
                </a:moveTo>
                <a:lnTo>
                  <a:pt x="264874" y="29972"/>
                </a:lnTo>
                <a:lnTo>
                  <a:pt x="277333" y="65913"/>
                </a:lnTo>
                <a:lnTo>
                  <a:pt x="259192" y="72221"/>
                </a:lnTo>
                <a:lnTo>
                  <a:pt x="271389" y="108204"/>
                </a:lnTo>
                <a:lnTo>
                  <a:pt x="348855" y="29972"/>
                </a:lnTo>
                <a:close/>
              </a:path>
              <a:path w="378460" h="328929">
                <a:moveTo>
                  <a:pt x="264874" y="29972"/>
                </a:moveTo>
                <a:lnTo>
                  <a:pt x="246976" y="36182"/>
                </a:lnTo>
                <a:lnTo>
                  <a:pt x="259192" y="72221"/>
                </a:lnTo>
                <a:lnTo>
                  <a:pt x="277333" y="65913"/>
                </a:lnTo>
                <a:lnTo>
                  <a:pt x="264874" y="29972"/>
                </a:lnTo>
                <a:close/>
              </a:path>
              <a:path w="378460" h="328929">
                <a:moveTo>
                  <a:pt x="234712" y="0"/>
                </a:moveTo>
                <a:lnTo>
                  <a:pt x="246976" y="36182"/>
                </a:lnTo>
                <a:lnTo>
                  <a:pt x="264874" y="29972"/>
                </a:lnTo>
                <a:lnTo>
                  <a:pt x="348855" y="29972"/>
                </a:lnTo>
                <a:lnTo>
                  <a:pt x="361305" y="17399"/>
                </a:lnTo>
                <a:lnTo>
                  <a:pt x="2347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4239" y="492353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7340" y="528319"/>
            <a:ext cx="708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’)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的关于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项目的识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别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活前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2800" spc="2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2800" spc="-5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33247" y="26923"/>
            <a:ext cx="8027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7553959" y="350901"/>
            <a:ext cx="1440815" cy="170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8475" indent="-486409">
              <a:lnSpc>
                <a:spcPts val="2280"/>
              </a:lnSpc>
              <a:spcBef>
                <a:spcPts val="100"/>
              </a:spcBef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28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465" y="5246370"/>
            <a:ext cx="2927985" cy="483234"/>
          </a:xfrm>
          <a:custGeom>
            <a:avLst/>
            <a:gdLst/>
            <a:ahLst/>
            <a:cxnLst/>
            <a:rect l="l" t="t" r="r" b="b"/>
            <a:pathLst>
              <a:path w="2927985" h="483235">
                <a:moveTo>
                  <a:pt x="0" y="483107"/>
                </a:moveTo>
                <a:lnTo>
                  <a:pt x="2927604" y="483107"/>
                </a:lnTo>
                <a:lnTo>
                  <a:pt x="2927604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78858" y="3938778"/>
            <a:ext cx="1752600" cy="355600"/>
          </a:xfrm>
          <a:custGeom>
            <a:avLst/>
            <a:gdLst/>
            <a:ahLst/>
            <a:cxnLst/>
            <a:rect l="l" t="t" r="r" b="b"/>
            <a:pathLst>
              <a:path w="1752600" h="355600">
                <a:moveTo>
                  <a:pt x="0" y="355092"/>
                </a:moveTo>
                <a:lnTo>
                  <a:pt x="1752600" y="355092"/>
                </a:lnTo>
                <a:lnTo>
                  <a:pt x="1752600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78858" y="3938778"/>
            <a:ext cx="1752600" cy="355600"/>
          </a:xfrm>
          <a:custGeom>
            <a:avLst/>
            <a:gdLst/>
            <a:ahLst/>
            <a:cxnLst/>
            <a:rect l="l" t="t" r="r" b="b"/>
            <a:pathLst>
              <a:path w="1752600" h="355600">
                <a:moveTo>
                  <a:pt x="0" y="355092"/>
                </a:moveTo>
                <a:lnTo>
                  <a:pt x="1752600" y="355092"/>
                </a:lnTo>
                <a:lnTo>
                  <a:pt x="1752600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01261" y="3213354"/>
            <a:ext cx="1409700" cy="399415"/>
          </a:xfrm>
          <a:custGeom>
            <a:avLst/>
            <a:gdLst/>
            <a:ahLst/>
            <a:cxnLst/>
            <a:rect l="l" t="t" r="r" b="b"/>
            <a:pathLst>
              <a:path w="1409700" h="399414">
                <a:moveTo>
                  <a:pt x="0" y="399288"/>
                </a:moveTo>
                <a:lnTo>
                  <a:pt x="1409700" y="399288"/>
                </a:lnTo>
                <a:lnTo>
                  <a:pt x="1409700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01261" y="3213354"/>
            <a:ext cx="1409700" cy="399415"/>
          </a:xfrm>
          <a:custGeom>
            <a:avLst/>
            <a:gdLst/>
            <a:ahLst/>
            <a:cxnLst/>
            <a:rect l="l" t="t" r="r" b="b"/>
            <a:pathLst>
              <a:path w="1409700" h="399414">
                <a:moveTo>
                  <a:pt x="0" y="399288"/>
                </a:moveTo>
                <a:lnTo>
                  <a:pt x="1409700" y="399288"/>
                </a:lnTo>
                <a:lnTo>
                  <a:pt x="1409700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8858" y="3938778"/>
            <a:ext cx="1758950" cy="355600"/>
          </a:xfrm>
          <a:custGeom>
            <a:avLst/>
            <a:gdLst/>
            <a:ahLst/>
            <a:cxnLst/>
            <a:rect l="l" t="t" r="r" b="b"/>
            <a:pathLst>
              <a:path w="1758950" h="355600">
                <a:moveTo>
                  <a:pt x="0" y="355092"/>
                </a:moveTo>
                <a:lnTo>
                  <a:pt x="1758695" y="355092"/>
                </a:lnTo>
                <a:lnTo>
                  <a:pt x="1758695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43502" y="3840937"/>
            <a:ext cx="4343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89826" y="3277361"/>
            <a:ext cx="1626235" cy="344805"/>
          </a:xfrm>
          <a:custGeom>
            <a:avLst/>
            <a:gdLst/>
            <a:ahLst/>
            <a:cxnLst/>
            <a:rect l="l" t="t" r="r" b="b"/>
            <a:pathLst>
              <a:path w="1626234" h="344804">
                <a:moveTo>
                  <a:pt x="0" y="344424"/>
                </a:moveTo>
                <a:lnTo>
                  <a:pt x="1626107" y="344424"/>
                </a:lnTo>
                <a:lnTo>
                  <a:pt x="162610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4162" y="4423409"/>
            <a:ext cx="2400300" cy="485140"/>
          </a:xfrm>
          <a:prstGeom prst="rect">
            <a:avLst/>
          </a:prstGeom>
          <a:solidFill>
            <a:srgbClr val="0080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79654" y="1029461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905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 marR="199390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>
              <a:lnSpc>
                <a:spcPts val="3629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13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90805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140" y="54604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1053" y="698754"/>
            <a:ext cx="20332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34461" y="9723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934583" y="61950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02202" y="1736851"/>
            <a:ext cx="1849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34461" y="1784604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241675" y="543306"/>
            <a:ext cx="378460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61053" y="1309877"/>
            <a:ext cx="2476500" cy="948055"/>
          </a:xfrm>
          <a:custGeom>
            <a:avLst/>
            <a:gdLst/>
            <a:ahLst/>
            <a:cxnLst/>
            <a:rect l="l" t="t" r="r" b="b"/>
            <a:pathLst>
              <a:path w="2476500" h="948055">
                <a:moveTo>
                  <a:pt x="0" y="947927"/>
                </a:moveTo>
                <a:lnTo>
                  <a:pt x="2476500" y="947927"/>
                </a:lnTo>
                <a:lnTo>
                  <a:pt x="2476500" y="0"/>
                </a:lnTo>
                <a:lnTo>
                  <a:pt x="0" y="0"/>
                </a:lnTo>
                <a:lnTo>
                  <a:pt x="0" y="9479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876802" y="1273556"/>
            <a:ext cx="275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909" sz="4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baseline="-26909" sz="4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02202" y="2450083"/>
            <a:ext cx="17259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34461" y="2724911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1" y="0"/>
                </a:moveTo>
                <a:lnTo>
                  <a:pt x="774191" y="114300"/>
                </a:lnTo>
                <a:lnTo>
                  <a:pt x="850391" y="76200"/>
                </a:lnTo>
                <a:lnTo>
                  <a:pt x="793241" y="76200"/>
                </a:lnTo>
                <a:lnTo>
                  <a:pt x="793241" y="38100"/>
                </a:lnTo>
                <a:lnTo>
                  <a:pt x="850391" y="38100"/>
                </a:lnTo>
                <a:lnTo>
                  <a:pt x="774191" y="0"/>
                </a:lnTo>
                <a:close/>
              </a:path>
              <a:path w="889000" h="114300">
                <a:moveTo>
                  <a:pt x="7741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1" y="76200"/>
                </a:lnTo>
                <a:lnTo>
                  <a:pt x="774191" y="38100"/>
                </a:lnTo>
                <a:close/>
              </a:path>
              <a:path w="889000" h="114300">
                <a:moveTo>
                  <a:pt x="850391" y="38100"/>
                </a:moveTo>
                <a:lnTo>
                  <a:pt x="793241" y="38100"/>
                </a:lnTo>
                <a:lnTo>
                  <a:pt x="793241" y="76200"/>
                </a:lnTo>
                <a:lnTo>
                  <a:pt x="850391" y="76200"/>
                </a:lnTo>
                <a:lnTo>
                  <a:pt x="888491" y="57150"/>
                </a:lnTo>
                <a:lnTo>
                  <a:pt x="8503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197098" y="2307463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861053" y="2486405"/>
            <a:ext cx="1995170" cy="485140"/>
          </a:xfrm>
          <a:custGeom>
            <a:avLst/>
            <a:gdLst/>
            <a:ahLst/>
            <a:cxnLst/>
            <a:rect l="l" t="t" r="r" b="b"/>
            <a:pathLst>
              <a:path w="1995170" h="485139">
                <a:moveTo>
                  <a:pt x="0" y="484632"/>
                </a:moveTo>
                <a:lnTo>
                  <a:pt x="1994916" y="484632"/>
                </a:lnTo>
                <a:lnTo>
                  <a:pt x="1994916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908928" y="24202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42003" y="4871720"/>
            <a:ext cx="2743200" cy="1945639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46990" marR="239395">
              <a:lnSpc>
                <a:spcPct val="97900"/>
              </a:lnSpc>
              <a:spcBef>
                <a:spcPts val="1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22953" y="4880609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8"/>
                </a:moveTo>
                <a:lnTo>
                  <a:pt x="2781300" y="1915668"/>
                </a:lnTo>
                <a:lnTo>
                  <a:pt x="2781300" y="0"/>
                </a:lnTo>
                <a:lnTo>
                  <a:pt x="0" y="0"/>
                </a:lnTo>
                <a:lnTo>
                  <a:pt x="0" y="19156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626732" y="5322823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55419" y="3938778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2"/>
                </a:moveTo>
                <a:lnTo>
                  <a:pt x="0" y="370332"/>
                </a:lnTo>
                <a:lnTo>
                  <a:pt x="57150" y="484632"/>
                </a:lnTo>
                <a:lnTo>
                  <a:pt x="104775" y="389382"/>
                </a:lnTo>
                <a:lnTo>
                  <a:pt x="38100" y="389382"/>
                </a:lnTo>
                <a:lnTo>
                  <a:pt x="38100" y="370332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2"/>
                </a:lnTo>
                <a:lnTo>
                  <a:pt x="76200" y="389382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2"/>
                </a:moveTo>
                <a:lnTo>
                  <a:pt x="76200" y="370332"/>
                </a:lnTo>
                <a:lnTo>
                  <a:pt x="76200" y="389382"/>
                </a:lnTo>
                <a:lnTo>
                  <a:pt x="104775" y="389382"/>
                </a:lnTo>
                <a:lnTo>
                  <a:pt x="114300" y="3703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590294" y="3898519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46273" y="435571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93306" y="651509"/>
            <a:ext cx="193040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93306" y="1346708"/>
            <a:ext cx="145669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290183" y="1029461"/>
            <a:ext cx="512445" cy="297180"/>
          </a:xfrm>
          <a:custGeom>
            <a:avLst/>
            <a:gdLst/>
            <a:ahLst/>
            <a:cxnLst/>
            <a:rect l="l" t="t" r="r" b="b"/>
            <a:pathLst>
              <a:path w="512445" h="297180">
                <a:moveTo>
                  <a:pt x="403100" y="38993"/>
                </a:moveTo>
                <a:lnTo>
                  <a:pt x="0" y="263778"/>
                </a:lnTo>
                <a:lnTo>
                  <a:pt x="18541" y="297052"/>
                </a:lnTo>
                <a:lnTo>
                  <a:pt x="421642" y="72267"/>
                </a:lnTo>
                <a:lnTo>
                  <a:pt x="403100" y="38993"/>
                </a:lnTo>
                <a:close/>
              </a:path>
              <a:path w="512445" h="297180">
                <a:moveTo>
                  <a:pt x="491914" y="29717"/>
                </a:moveTo>
                <a:lnTo>
                  <a:pt x="419735" y="29717"/>
                </a:lnTo>
                <a:lnTo>
                  <a:pt x="438276" y="62991"/>
                </a:lnTo>
                <a:lnTo>
                  <a:pt x="421642" y="72267"/>
                </a:lnTo>
                <a:lnTo>
                  <a:pt x="440182" y="105537"/>
                </a:lnTo>
                <a:lnTo>
                  <a:pt x="491914" y="29717"/>
                </a:lnTo>
                <a:close/>
              </a:path>
              <a:path w="512445" h="297180">
                <a:moveTo>
                  <a:pt x="419735" y="29717"/>
                </a:moveTo>
                <a:lnTo>
                  <a:pt x="403100" y="38993"/>
                </a:lnTo>
                <a:lnTo>
                  <a:pt x="421642" y="72267"/>
                </a:lnTo>
                <a:lnTo>
                  <a:pt x="438276" y="62991"/>
                </a:lnTo>
                <a:lnTo>
                  <a:pt x="419735" y="29717"/>
                </a:lnTo>
                <a:close/>
              </a:path>
              <a:path w="512445" h="297180">
                <a:moveTo>
                  <a:pt x="512190" y="0"/>
                </a:moveTo>
                <a:lnTo>
                  <a:pt x="384556" y="5714"/>
                </a:lnTo>
                <a:lnTo>
                  <a:pt x="403100" y="38993"/>
                </a:lnTo>
                <a:lnTo>
                  <a:pt x="419735" y="29717"/>
                </a:lnTo>
                <a:lnTo>
                  <a:pt x="491914" y="29717"/>
                </a:lnTo>
                <a:lnTo>
                  <a:pt x="5121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417055" y="721232"/>
            <a:ext cx="257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02373" y="660654"/>
            <a:ext cx="2178050" cy="1430020"/>
          </a:xfrm>
          <a:custGeom>
            <a:avLst/>
            <a:gdLst/>
            <a:ahLst/>
            <a:cxnLst/>
            <a:rect l="l" t="t" r="r" b="b"/>
            <a:pathLst>
              <a:path w="2178050" h="1430020">
                <a:moveTo>
                  <a:pt x="0" y="1429512"/>
                </a:moveTo>
                <a:lnTo>
                  <a:pt x="2177796" y="1429512"/>
                </a:lnTo>
                <a:lnTo>
                  <a:pt x="21777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8728836" y="1268983"/>
            <a:ext cx="21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6804" y="5265420"/>
            <a:ext cx="2871470" cy="433070"/>
          </a:xfrm>
          <a:prstGeom prst="rect">
            <a:avLst/>
          </a:prstGeom>
          <a:solidFill>
            <a:srgbClr val="333300"/>
          </a:solidFill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341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9465" y="6096761"/>
            <a:ext cx="256794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9220">
              <a:lnSpc>
                <a:spcPts val="36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17754" y="5232653"/>
            <a:ext cx="2918460" cy="485140"/>
          </a:xfrm>
          <a:custGeom>
            <a:avLst/>
            <a:gdLst/>
            <a:ahLst/>
            <a:cxnLst/>
            <a:rect l="l" t="t" r="r" b="b"/>
            <a:pathLst>
              <a:path w="2918460" h="485139">
                <a:moveTo>
                  <a:pt x="0" y="484632"/>
                </a:moveTo>
                <a:lnTo>
                  <a:pt x="2918460" y="484632"/>
                </a:lnTo>
                <a:lnTo>
                  <a:pt x="2918460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238245" y="520486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40" y="6148527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94906" y="2452242"/>
            <a:ext cx="2019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741670" y="4662170"/>
            <a:ext cx="979805" cy="438784"/>
          </a:xfrm>
          <a:custGeom>
            <a:avLst/>
            <a:gdLst/>
            <a:ahLst/>
            <a:cxnLst/>
            <a:rect l="l" t="t" r="r" b="b"/>
            <a:pathLst>
              <a:path w="979804" h="438785">
                <a:moveTo>
                  <a:pt x="943728" y="38099"/>
                </a:moveTo>
                <a:lnTo>
                  <a:pt x="811656" y="38099"/>
                </a:lnTo>
                <a:lnTo>
                  <a:pt x="828801" y="38353"/>
                </a:lnTo>
                <a:lnTo>
                  <a:pt x="844423" y="39115"/>
                </a:lnTo>
                <a:lnTo>
                  <a:pt x="883030" y="46227"/>
                </a:lnTo>
                <a:lnTo>
                  <a:pt x="921765" y="69976"/>
                </a:lnTo>
                <a:lnTo>
                  <a:pt x="939546" y="109854"/>
                </a:lnTo>
                <a:lnTo>
                  <a:pt x="941704" y="130936"/>
                </a:lnTo>
                <a:lnTo>
                  <a:pt x="941624" y="144652"/>
                </a:lnTo>
                <a:lnTo>
                  <a:pt x="935608" y="194944"/>
                </a:lnTo>
                <a:lnTo>
                  <a:pt x="920241" y="255269"/>
                </a:lnTo>
                <a:lnTo>
                  <a:pt x="898398" y="320928"/>
                </a:lnTo>
                <a:lnTo>
                  <a:pt x="872489" y="389762"/>
                </a:lnTo>
                <a:lnTo>
                  <a:pt x="858774" y="424941"/>
                </a:lnTo>
                <a:lnTo>
                  <a:pt x="894333" y="438657"/>
                </a:lnTo>
                <a:lnTo>
                  <a:pt x="921384" y="368553"/>
                </a:lnTo>
                <a:lnTo>
                  <a:pt x="945896" y="299973"/>
                </a:lnTo>
                <a:lnTo>
                  <a:pt x="965580" y="234441"/>
                </a:lnTo>
                <a:lnTo>
                  <a:pt x="975486" y="187959"/>
                </a:lnTo>
                <a:lnTo>
                  <a:pt x="979804" y="144652"/>
                </a:lnTo>
                <a:lnTo>
                  <a:pt x="979804" y="130936"/>
                </a:lnTo>
                <a:lnTo>
                  <a:pt x="974598" y="92201"/>
                </a:lnTo>
                <a:lnTo>
                  <a:pt x="952373" y="47370"/>
                </a:lnTo>
                <a:lnTo>
                  <a:pt x="943728" y="38099"/>
                </a:lnTo>
                <a:close/>
              </a:path>
              <a:path w="979804" h="438785">
                <a:moveTo>
                  <a:pt x="91058" y="138683"/>
                </a:moveTo>
                <a:lnTo>
                  <a:pt x="0" y="228345"/>
                </a:lnTo>
                <a:lnTo>
                  <a:pt x="126364" y="247268"/>
                </a:lnTo>
                <a:lnTo>
                  <a:pt x="116537" y="217042"/>
                </a:lnTo>
                <a:lnTo>
                  <a:pt x="96519" y="217042"/>
                </a:lnTo>
                <a:lnTo>
                  <a:pt x="84708" y="180720"/>
                </a:lnTo>
                <a:lnTo>
                  <a:pt x="102823" y="174866"/>
                </a:lnTo>
                <a:lnTo>
                  <a:pt x="91058" y="138683"/>
                </a:lnTo>
                <a:close/>
              </a:path>
              <a:path w="979804" h="438785">
                <a:moveTo>
                  <a:pt x="102823" y="174866"/>
                </a:moveTo>
                <a:lnTo>
                  <a:pt x="84708" y="180720"/>
                </a:lnTo>
                <a:lnTo>
                  <a:pt x="96519" y="217042"/>
                </a:lnTo>
                <a:lnTo>
                  <a:pt x="114609" y="211113"/>
                </a:lnTo>
                <a:lnTo>
                  <a:pt x="102823" y="174866"/>
                </a:lnTo>
                <a:close/>
              </a:path>
              <a:path w="979804" h="438785">
                <a:moveTo>
                  <a:pt x="114609" y="211113"/>
                </a:moveTo>
                <a:lnTo>
                  <a:pt x="96519" y="217042"/>
                </a:lnTo>
                <a:lnTo>
                  <a:pt x="116537" y="217042"/>
                </a:lnTo>
                <a:lnTo>
                  <a:pt x="114609" y="211113"/>
                </a:lnTo>
                <a:close/>
              </a:path>
              <a:path w="979804" h="438785">
                <a:moveTo>
                  <a:pt x="812164" y="0"/>
                </a:moveTo>
                <a:lnTo>
                  <a:pt x="771525" y="2031"/>
                </a:lnTo>
                <a:lnTo>
                  <a:pt x="726947" y="6857"/>
                </a:lnTo>
                <a:lnTo>
                  <a:pt x="678941" y="14350"/>
                </a:lnTo>
                <a:lnTo>
                  <a:pt x="627506" y="24383"/>
                </a:lnTo>
                <a:lnTo>
                  <a:pt x="573024" y="36575"/>
                </a:lnTo>
                <a:lnTo>
                  <a:pt x="515746" y="50799"/>
                </a:lnTo>
                <a:lnTo>
                  <a:pt x="456056" y="66801"/>
                </a:lnTo>
                <a:lnTo>
                  <a:pt x="394207" y="84327"/>
                </a:lnTo>
                <a:lnTo>
                  <a:pt x="330326" y="103250"/>
                </a:lnTo>
                <a:lnTo>
                  <a:pt x="264921" y="123316"/>
                </a:lnTo>
                <a:lnTo>
                  <a:pt x="102823" y="174866"/>
                </a:lnTo>
                <a:lnTo>
                  <a:pt x="114609" y="211113"/>
                </a:lnTo>
                <a:lnTo>
                  <a:pt x="142239" y="202056"/>
                </a:lnTo>
                <a:lnTo>
                  <a:pt x="276097" y="159638"/>
                </a:lnTo>
                <a:lnTo>
                  <a:pt x="404621" y="121030"/>
                </a:lnTo>
                <a:lnTo>
                  <a:pt x="465963" y="103631"/>
                </a:lnTo>
                <a:lnTo>
                  <a:pt x="525144" y="87756"/>
                </a:lnTo>
                <a:lnTo>
                  <a:pt x="581532" y="73786"/>
                </a:lnTo>
                <a:lnTo>
                  <a:pt x="635126" y="61721"/>
                </a:lnTo>
                <a:lnTo>
                  <a:pt x="685291" y="51942"/>
                </a:lnTo>
                <a:lnTo>
                  <a:pt x="731646" y="44703"/>
                </a:lnTo>
                <a:lnTo>
                  <a:pt x="774064" y="40004"/>
                </a:lnTo>
                <a:lnTo>
                  <a:pt x="811656" y="38099"/>
                </a:lnTo>
                <a:lnTo>
                  <a:pt x="943728" y="38099"/>
                </a:lnTo>
                <a:lnTo>
                  <a:pt x="910081" y="15747"/>
                </a:lnTo>
                <a:lnTo>
                  <a:pt x="865758" y="3428"/>
                </a:lnTo>
                <a:lnTo>
                  <a:pt x="830960" y="253"/>
                </a:lnTo>
                <a:lnTo>
                  <a:pt x="8121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493128" y="4252036"/>
            <a:ext cx="203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716011" y="2090166"/>
            <a:ext cx="114300" cy="396240"/>
          </a:xfrm>
          <a:custGeom>
            <a:avLst/>
            <a:gdLst/>
            <a:ahLst/>
            <a:cxnLst/>
            <a:rect l="l" t="t" r="r" b="b"/>
            <a:pathLst>
              <a:path w="114300" h="396239">
                <a:moveTo>
                  <a:pt x="38100" y="281939"/>
                </a:moveTo>
                <a:lnTo>
                  <a:pt x="0" y="281939"/>
                </a:lnTo>
                <a:lnTo>
                  <a:pt x="57150" y="396239"/>
                </a:lnTo>
                <a:lnTo>
                  <a:pt x="104775" y="300989"/>
                </a:lnTo>
                <a:lnTo>
                  <a:pt x="38100" y="300989"/>
                </a:lnTo>
                <a:lnTo>
                  <a:pt x="38100" y="281939"/>
                </a:lnTo>
                <a:close/>
              </a:path>
              <a:path w="114300" h="396239">
                <a:moveTo>
                  <a:pt x="76200" y="0"/>
                </a:moveTo>
                <a:lnTo>
                  <a:pt x="38100" y="0"/>
                </a:lnTo>
                <a:lnTo>
                  <a:pt x="38100" y="300989"/>
                </a:lnTo>
                <a:lnTo>
                  <a:pt x="76200" y="300989"/>
                </a:lnTo>
                <a:lnTo>
                  <a:pt x="76200" y="0"/>
                </a:lnTo>
                <a:close/>
              </a:path>
              <a:path w="114300" h="396239">
                <a:moveTo>
                  <a:pt x="114300" y="281939"/>
                </a:moveTo>
                <a:lnTo>
                  <a:pt x="76200" y="281939"/>
                </a:lnTo>
                <a:lnTo>
                  <a:pt x="76200" y="300989"/>
                </a:lnTo>
                <a:lnTo>
                  <a:pt x="104775" y="300989"/>
                </a:lnTo>
                <a:lnTo>
                  <a:pt x="114300" y="281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7801736" y="1959610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928866" y="2847594"/>
            <a:ext cx="2215515" cy="0"/>
          </a:xfrm>
          <a:custGeom>
            <a:avLst/>
            <a:gdLst/>
            <a:ahLst/>
            <a:cxnLst/>
            <a:rect l="l" t="t" r="r" b="b"/>
            <a:pathLst>
              <a:path w="2215515" h="0">
                <a:moveTo>
                  <a:pt x="0" y="0"/>
                </a:moveTo>
                <a:lnTo>
                  <a:pt x="221513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928866" y="2462022"/>
            <a:ext cx="2215515" cy="386080"/>
          </a:xfrm>
          <a:custGeom>
            <a:avLst/>
            <a:gdLst/>
            <a:ahLst/>
            <a:cxnLst/>
            <a:rect l="l" t="t" r="r" b="b"/>
            <a:pathLst>
              <a:path w="2215515" h="386080">
                <a:moveTo>
                  <a:pt x="2215133" y="0"/>
                </a:moveTo>
                <a:lnTo>
                  <a:pt x="0" y="0"/>
                </a:lnTo>
                <a:lnTo>
                  <a:pt x="0" y="3855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8308213" y="2815285"/>
            <a:ext cx="763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10</a:t>
            </a:r>
            <a:r>
              <a:rPr dirty="0" sz="3200" spc="-2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baseline="13888" sz="4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008876" y="4144771"/>
            <a:ext cx="1671955" cy="1433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62230" marR="158115">
              <a:lnSpc>
                <a:spcPct val="95000"/>
              </a:lnSpc>
              <a:spcBef>
                <a:spcPts val="24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979157" y="4153661"/>
            <a:ext cx="1720850" cy="1430020"/>
          </a:xfrm>
          <a:custGeom>
            <a:avLst/>
            <a:gdLst/>
            <a:ahLst/>
            <a:cxnLst/>
            <a:rect l="l" t="t" r="r" b="b"/>
            <a:pathLst>
              <a:path w="1720850" h="1430020">
                <a:moveTo>
                  <a:pt x="0" y="1429512"/>
                </a:moveTo>
                <a:lnTo>
                  <a:pt x="1720596" y="1429512"/>
                </a:lnTo>
                <a:lnTo>
                  <a:pt x="17205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8703309" y="4447488"/>
            <a:ext cx="3981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75" b="1">
                <a:solidFill>
                  <a:srgbClr val="66FFFF"/>
                </a:solidFill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517646" y="4022216"/>
            <a:ext cx="2038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923667" y="3923029"/>
            <a:ext cx="1420495" cy="985519"/>
          </a:xfrm>
          <a:custGeom>
            <a:avLst/>
            <a:gdLst/>
            <a:ahLst/>
            <a:cxnLst/>
            <a:rect l="l" t="t" r="r" b="b"/>
            <a:pathLst>
              <a:path w="1420495" h="985520">
                <a:moveTo>
                  <a:pt x="1315461" y="935954"/>
                </a:moveTo>
                <a:lnTo>
                  <a:pt x="1293875" y="967359"/>
                </a:lnTo>
                <a:lnTo>
                  <a:pt x="1420495" y="985012"/>
                </a:lnTo>
                <a:lnTo>
                  <a:pt x="1399363" y="946785"/>
                </a:lnTo>
                <a:lnTo>
                  <a:pt x="1331213" y="946785"/>
                </a:lnTo>
                <a:lnTo>
                  <a:pt x="1315461" y="935954"/>
                </a:lnTo>
                <a:close/>
              </a:path>
              <a:path w="1420495" h="985520">
                <a:moveTo>
                  <a:pt x="1337091" y="904485"/>
                </a:moveTo>
                <a:lnTo>
                  <a:pt x="1315461" y="935954"/>
                </a:lnTo>
                <a:lnTo>
                  <a:pt x="1331213" y="946785"/>
                </a:lnTo>
                <a:lnTo>
                  <a:pt x="1352804" y="915289"/>
                </a:lnTo>
                <a:lnTo>
                  <a:pt x="1337091" y="904485"/>
                </a:lnTo>
                <a:close/>
              </a:path>
              <a:path w="1420495" h="985520">
                <a:moveTo>
                  <a:pt x="1358645" y="873125"/>
                </a:moveTo>
                <a:lnTo>
                  <a:pt x="1337091" y="904485"/>
                </a:lnTo>
                <a:lnTo>
                  <a:pt x="1352804" y="915289"/>
                </a:lnTo>
                <a:lnTo>
                  <a:pt x="1331213" y="946785"/>
                </a:lnTo>
                <a:lnTo>
                  <a:pt x="1399363" y="946785"/>
                </a:lnTo>
                <a:lnTo>
                  <a:pt x="1358645" y="873125"/>
                </a:lnTo>
                <a:close/>
              </a:path>
              <a:path w="1420495" h="985520">
                <a:moveTo>
                  <a:pt x="21589" y="0"/>
                </a:moveTo>
                <a:lnTo>
                  <a:pt x="0" y="31496"/>
                </a:lnTo>
                <a:lnTo>
                  <a:pt x="1315461" y="935954"/>
                </a:lnTo>
                <a:lnTo>
                  <a:pt x="1337091" y="904485"/>
                </a:lnTo>
                <a:lnTo>
                  <a:pt x="215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3136773" y="5979667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867405" y="6373367"/>
            <a:ext cx="955675" cy="114300"/>
          </a:xfrm>
          <a:custGeom>
            <a:avLst/>
            <a:gdLst/>
            <a:ahLst/>
            <a:cxnLst/>
            <a:rect l="l" t="t" r="r" b="b"/>
            <a:pathLst>
              <a:path w="95567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5567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55675" h="114300">
                <a:moveTo>
                  <a:pt x="955547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55547" y="76199"/>
                </a:lnTo>
                <a:lnTo>
                  <a:pt x="955547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227070" y="5233415"/>
            <a:ext cx="596265" cy="114300"/>
          </a:xfrm>
          <a:custGeom>
            <a:avLst/>
            <a:gdLst/>
            <a:ahLst/>
            <a:cxnLst/>
            <a:rect l="l" t="t" r="r" b="b"/>
            <a:pathLst>
              <a:path w="59626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9626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96264" h="114300">
                <a:moveTo>
                  <a:pt x="59588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95883" y="76200"/>
                </a:lnTo>
                <a:lnTo>
                  <a:pt x="59588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3435350" y="4410913"/>
            <a:ext cx="306705" cy="913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349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34290">
              <a:lnSpc>
                <a:spcPts val="349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934461" y="4800472"/>
            <a:ext cx="890269" cy="127000"/>
          </a:xfrm>
          <a:custGeom>
            <a:avLst/>
            <a:gdLst/>
            <a:ahLst/>
            <a:cxnLst/>
            <a:rect l="l" t="t" r="r" b="b"/>
            <a:pathLst>
              <a:path w="890270" h="127000">
                <a:moveTo>
                  <a:pt x="115272" y="38068"/>
                </a:moveTo>
                <a:lnTo>
                  <a:pt x="112823" y="76041"/>
                </a:lnTo>
                <a:lnTo>
                  <a:pt x="887222" y="126618"/>
                </a:lnTo>
                <a:lnTo>
                  <a:pt x="889762" y="88518"/>
                </a:lnTo>
                <a:lnTo>
                  <a:pt x="115272" y="38068"/>
                </a:lnTo>
                <a:close/>
              </a:path>
              <a:path w="890270" h="127000">
                <a:moveTo>
                  <a:pt x="117729" y="0"/>
                </a:moveTo>
                <a:lnTo>
                  <a:pt x="0" y="49656"/>
                </a:lnTo>
                <a:lnTo>
                  <a:pt x="110362" y="114172"/>
                </a:lnTo>
                <a:lnTo>
                  <a:pt x="112823" y="76041"/>
                </a:lnTo>
                <a:lnTo>
                  <a:pt x="93852" y="74802"/>
                </a:lnTo>
                <a:lnTo>
                  <a:pt x="96265" y="36829"/>
                </a:lnTo>
                <a:lnTo>
                  <a:pt x="115352" y="36829"/>
                </a:lnTo>
                <a:lnTo>
                  <a:pt x="117729" y="0"/>
                </a:lnTo>
                <a:close/>
              </a:path>
              <a:path w="890270" h="127000">
                <a:moveTo>
                  <a:pt x="96265" y="36829"/>
                </a:moveTo>
                <a:lnTo>
                  <a:pt x="93852" y="74802"/>
                </a:lnTo>
                <a:lnTo>
                  <a:pt x="112823" y="76041"/>
                </a:lnTo>
                <a:lnTo>
                  <a:pt x="115272" y="38068"/>
                </a:lnTo>
                <a:lnTo>
                  <a:pt x="96265" y="36829"/>
                </a:lnTo>
                <a:close/>
              </a:path>
              <a:path w="890270" h="127000">
                <a:moveTo>
                  <a:pt x="115352" y="36829"/>
                </a:moveTo>
                <a:lnTo>
                  <a:pt x="96265" y="36829"/>
                </a:lnTo>
                <a:lnTo>
                  <a:pt x="115272" y="38068"/>
                </a:lnTo>
                <a:lnTo>
                  <a:pt x="115352" y="368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198870" y="1794510"/>
            <a:ext cx="603885" cy="1419225"/>
          </a:xfrm>
          <a:custGeom>
            <a:avLst/>
            <a:gdLst/>
            <a:ahLst/>
            <a:cxnLst/>
            <a:rect l="l" t="t" r="r" b="b"/>
            <a:pathLst>
              <a:path w="603884" h="1419225">
                <a:moveTo>
                  <a:pt x="603503" y="0"/>
                </a:moveTo>
                <a:lnTo>
                  <a:pt x="0" y="14188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410961" y="3194811"/>
            <a:ext cx="792480" cy="241935"/>
          </a:xfrm>
          <a:custGeom>
            <a:avLst/>
            <a:gdLst/>
            <a:ahLst/>
            <a:cxnLst/>
            <a:rect l="l" t="t" r="r" b="b"/>
            <a:pathLst>
              <a:path w="792479" h="241935">
                <a:moveTo>
                  <a:pt x="97154" y="130683"/>
                </a:moveTo>
                <a:lnTo>
                  <a:pt x="0" y="213613"/>
                </a:lnTo>
                <a:lnTo>
                  <a:pt x="124713" y="241680"/>
                </a:lnTo>
                <a:lnTo>
                  <a:pt x="116641" y="209168"/>
                </a:lnTo>
                <a:lnTo>
                  <a:pt x="97027" y="209168"/>
                </a:lnTo>
                <a:lnTo>
                  <a:pt x="87884" y="172212"/>
                </a:lnTo>
                <a:lnTo>
                  <a:pt x="106331" y="167643"/>
                </a:lnTo>
                <a:lnTo>
                  <a:pt x="97154" y="130683"/>
                </a:lnTo>
                <a:close/>
              </a:path>
              <a:path w="792479" h="241935">
                <a:moveTo>
                  <a:pt x="106331" y="167643"/>
                </a:moveTo>
                <a:lnTo>
                  <a:pt x="87884" y="172212"/>
                </a:lnTo>
                <a:lnTo>
                  <a:pt x="97027" y="209168"/>
                </a:lnTo>
                <a:lnTo>
                  <a:pt x="115506" y="204596"/>
                </a:lnTo>
                <a:lnTo>
                  <a:pt x="106331" y="167643"/>
                </a:lnTo>
                <a:close/>
              </a:path>
              <a:path w="792479" h="241935">
                <a:moveTo>
                  <a:pt x="115506" y="204596"/>
                </a:moveTo>
                <a:lnTo>
                  <a:pt x="97027" y="209168"/>
                </a:lnTo>
                <a:lnTo>
                  <a:pt x="116641" y="209168"/>
                </a:lnTo>
                <a:lnTo>
                  <a:pt x="115506" y="204596"/>
                </a:lnTo>
                <a:close/>
              </a:path>
              <a:path w="792479" h="241935">
                <a:moveTo>
                  <a:pt x="783336" y="0"/>
                </a:moveTo>
                <a:lnTo>
                  <a:pt x="106331" y="167643"/>
                </a:lnTo>
                <a:lnTo>
                  <a:pt x="115506" y="204596"/>
                </a:lnTo>
                <a:lnTo>
                  <a:pt x="792479" y="37084"/>
                </a:lnTo>
                <a:lnTo>
                  <a:pt x="783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5705602" y="28663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016502" y="3239261"/>
            <a:ext cx="1394460" cy="386080"/>
          </a:xfrm>
          <a:custGeom>
            <a:avLst/>
            <a:gdLst/>
            <a:ahLst/>
            <a:cxnLst/>
            <a:rect l="l" t="t" r="r" b="b"/>
            <a:pathLst>
              <a:path w="1394460" h="386079">
                <a:moveTo>
                  <a:pt x="0" y="385571"/>
                </a:moveTo>
                <a:lnTo>
                  <a:pt x="1394460" y="385571"/>
                </a:lnTo>
                <a:lnTo>
                  <a:pt x="13944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3606800" y="3137357"/>
            <a:ext cx="16884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12</a:t>
            </a:r>
            <a:r>
              <a:rPr dirty="0" sz="3200" spc="-2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baseline="2314" sz="3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597908" y="3898772"/>
            <a:ext cx="1714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044308" y="3217545"/>
            <a:ext cx="131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722869" y="4005834"/>
            <a:ext cx="1252220" cy="454025"/>
          </a:xfrm>
          <a:custGeom>
            <a:avLst/>
            <a:gdLst/>
            <a:ahLst/>
            <a:cxnLst/>
            <a:rect l="l" t="t" r="r" b="b"/>
            <a:pathLst>
              <a:path w="1252220" h="454025">
                <a:moveTo>
                  <a:pt x="1251670" y="94107"/>
                </a:moveTo>
                <a:lnTo>
                  <a:pt x="1213484" y="94107"/>
                </a:lnTo>
                <a:lnTo>
                  <a:pt x="1213865" y="97155"/>
                </a:lnTo>
                <a:lnTo>
                  <a:pt x="1204468" y="141097"/>
                </a:lnTo>
                <a:lnTo>
                  <a:pt x="1184655" y="178054"/>
                </a:lnTo>
                <a:lnTo>
                  <a:pt x="1155573" y="219329"/>
                </a:lnTo>
                <a:lnTo>
                  <a:pt x="1118870" y="264033"/>
                </a:lnTo>
                <a:lnTo>
                  <a:pt x="1091183" y="295275"/>
                </a:lnTo>
                <a:lnTo>
                  <a:pt x="1061338" y="327279"/>
                </a:lnTo>
                <a:lnTo>
                  <a:pt x="1029843" y="360172"/>
                </a:lnTo>
                <a:lnTo>
                  <a:pt x="964437" y="427101"/>
                </a:lnTo>
                <a:lnTo>
                  <a:pt x="991615" y="453771"/>
                </a:lnTo>
                <a:lnTo>
                  <a:pt x="1057148" y="386715"/>
                </a:lnTo>
                <a:lnTo>
                  <a:pt x="1088771" y="353695"/>
                </a:lnTo>
                <a:lnTo>
                  <a:pt x="1118997" y="321183"/>
                </a:lnTo>
                <a:lnTo>
                  <a:pt x="1147572" y="289179"/>
                </a:lnTo>
                <a:lnTo>
                  <a:pt x="1173479" y="258191"/>
                </a:lnTo>
                <a:lnTo>
                  <a:pt x="1196721" y="227965"/>
                </a:lnTo>
                <a:lnTo>
                  <a:pt x="1225041" y="184912"/>
                </a:lnTo>
                <a:lnTo>
                  <a:pt x="1244219" y="143891"/>
                </a:lnTo>
                <a:lnTo>
                  <a:pt x="1252093" y="104775"/>
                </a:lnTo>
                <a:lnTo>
                  <a:pt x="1251670" y="94107"/>
                </a:lnTo>
                <a:close/>
              </a:path>
              <a:path w="1252220" h="454025">
                <a:moveTo>
                  <a:pt x="103504" y="73406"/>
                </a:moveTo>
                <a:lnTo>
                  <a:pt x="0" y="148336"/>
                </a:lnTo>
                <a:lnTo>
                  <a:pt x="122047" y="186182"/>
                </a:lnTo>
                <a:lnTo>
                  <a:pt x="116367" y="151638"/>
                </a:lnTo>
                <a:lnTo>
                  <a:pt x="97027" y="151638"/>
                </a:lnTo>
                <a:lnTo>
                  <a:pt x="90931" y="114046"/>
                </a:lnTo>
                <a:lnTo>
                  <a:pt x="109684" y="110992"/>
                </a:lnTo>
                <a:lnTo>
                  <a:pt x="103504" y="73406"/>
                </a:lnTo>
                <a:close/>
              </a:path>
              <a:path w="1252220" h="454025">
                <a:moveTo>
                  <a:pt x="109684" y="110992"/>
                </a:moveTo>
                <a:lnTo>
                  <a:pt x="90931" y="114046"/>
                </a:lnTo>
                <a:lnTo>
                  <a:pt x="97027" y="151638"/>
                </a:lnTo>
                <a:lnTo>
                  <a:pt x="115862" y="148567"/>
                </a:lnTo>
                <a:lnTo>
                  <a:pt x="109684" y="110992"/>
                </a:lnTo>
                <a:close/>
              </a:path>
              <a:path w="1252220" h="454025">
                <a:moveTo>
                  <a:pt x="115862" y="148567"/>
                </a:moveTo>
                <a:lnTo>
                  <a:pt x="97027" y="151638"/>
                </a:lnTo>
                <a:lnTo>
                  <a:pt x="116367" y="151638"/>
                </a:lnTo>
                <a:lnTo>
                  <a:pt x="115862" y="148567"/>
                </a:lnTo>
                <a:close/>
              </a:path>
              <a:path w="1252220" h="454025">
                <a:moveTo>
                  <a:pt x="1016126" y="0"/>
                </a:moveTo>
                <a:lnTo>
                  <a:pt x="956945" y="1397"/>
                </a:lnTo>
                <a:lnTo>
                  <a:pt x="857757" y="7747"/>
                </a:lnTo>
                <a:lnTo>
                  <a:pt x="708913" y="22733"/>
                </a:lnTo>
                <a:lnTo>
                  <a:pt x="669162" y="27559"/>
                </a:lnTo>
                <a:lnTo>
                  <a:pt x="501396" y="50038"/>
                </a:lnTo>
                <a:lnTo>
                  <a:pt x="245998" y="89038"/>
                </a:lnTo>
                <a:lnTo>
                  <a:pt x="109684" y="110992"/>
                </a:lnTo>
                <a:lnTo>
                  <a:pt x="115862" y="148567"/>
                </a:lnTo>
                <a:lnTo>
                  <a:pt x="418846" y="100711"/>
                </a:lnTo>
                <a:lnTo>
                  <a:pt x="498866" y="89027"/>
                </a:lnTo>
                <a:lnTo>
                  <a:pt x="633222" y="70485"/>
                </a:lnTo>
                <a:lnTo>
                  <a:pt x="751712" y="56261"/>
                </a:lnTo>
                <a:lnTo>
                  <a:pt x="825500" y="48768"/>
                </a:lnTo>
                <a:lnTo>
                  <a:pt x="894460" y="43180"/>
                </a:lnTo>
                <a:lnTo>
                  <a:pt x="958214" y="39497"/>
                </a:lnTo>
                <a:lnTo>
                  <a:pt x="1015873" y="38100"/>
                </a:lnTo>
                <a:lnTo>
                  <a:pt x="1219952" y="38100"/>
                </a:lnTo>
                <a:lnTo>
                  <a:pt x="1217802" y="36322"/>
                </a:lnTo>
                <a:lnTo>
                  <a:pt x="1174750" y="16002"/>
                </a:lnTo>
                <a:lnTo>
                  <a:pt x="1137411" y="7620"/>
                </a:lnTo>
                <a:lnTo>
                  <a:pt x="1093724" y="2413"/>
                </a:lnTo>
                <a:lnTo>
                  <a:pt x="1043558" y="254"/>
                </a:lnTo>
                <a:lnTo>
                  <a:pt x="1016126" y="0"/>
                </a:lnTo>
                <a:close/>
              </a:path>
              <a:path w="1252220" h="454025">
                <a:moveTo>
                  <a:pt x="1213655" y="96156"/>
                </a:moveTo>
                <a:lnTo>
                  <a:pt x="1213738" y="97155"/>
                </a:lnTo>
                <a:lnTo>
                  <a:pt x="1213655" y="96156"/>
                </a:lnTo>
                <a:close/>
              </a:path>
              <a:path w="1252220" h="454025">
                <a:moveTo>
                  <a:pt x="1213484" y="94107"/>
                </a:moveTo>
                <a:lnTo>
                  <a:pt x="1213655" y="96156"/>
                </a:lnTo>
                <a:lnTo>
                  <a:pt x="1213865" y="97155"/>
                </a:lnTo>
                <a:lnTo>
                  <a:pt x="1213484" y="94107"/>
                </a:lnTo>
                <a:close/>
              </a:path>
              <a:path w="1252220" h="454025">
                <a:moveTo>
                  <a:pt x="1212157" y="89038"/>
                </a:moveTo>
                <a:lnTo>
                  <a:pt x="1213655" y="96156"/>
                </a:lnTo>
                <a:lnTo>
                  <a:pt x="1213484" y="94107"/>
                </a:lnTo>
                <a:lnTo>
                  <a:pt x="1251670" y="94107"/>
                </a:lnTo>
                <a:lnTo>
                  <a:pt x="1251584" y="91948"/>
                </a:lnTo>
                <a:lnTo>
                  <a:pt x="1251419" y="90678"/>
                </a:lnTo>
                <a:lnTo>
                  <a:pt x="1212850" y="90678"/>
                </a:lnTo>
                <a:lnTo>
                  <a:pt x="1212157" y="89038"/>
                </a:lnTo>
                <a:close/>
              </a:path>
              <a:path w="1252220" h="454025">
                <a:moveTo>
                  <a:pt x="1211833" y="87503"/>
                </a:moveTo>
                <a:lnTo>
                  <a:pt x="1212157" y="89038"/>
                </a:lnTo>
                <a:lnTo>
                  <a:pt x="1212850" y="90678"/>
                </a:lnTo>
                <a:lnTo>
                  <a:pt x="1211833" y="87503"/>
                </a:lnTo>
                <a:close/>
              </a:path>
              <a:path w="1252220" h="454025">
                <a:moveTo>
                  <a:pt x="1250863" y="87503"/>
                </a:moveTo>
                <a:lnTo>
                  <a:pt x="1211833" y="87503"/>
                </a:lnTo>
                <a:lnTo>
                  <a:pt x="1212850" y="90678"/>
                </a:lnTo>
                <a:lnTo>
                  <a:pt x="1251419" y="90678"/>
                </a:lnTo>
                <a:lnTo>
                  <a:pt x="1251203" y="89027"/>
                </a:lnTo>
                <a:lnTo>
                  <a:pt x="1250863" y="87503"/>
                </a:lnTo>
                <a:close/>
              </a:path>
              <a:path w="1252220" h="454025">
                <a:moveTo>
                  <a:pt x="1209490" y="82726"/>
                </a:moveTo>
                <a:lnTo>
                  <a:pt x="1212157" y="89038"/>
                </a:lnTo>
                <a:lnTo>
                  <a:pt x="1211833" y="87503"/>
                </a:lnTo>
                <a:lnTo>
                  <a:pt x="1250863" y="87503"/>
                </a:lnTo>
                <a:lnTo>
                  <a:pt x="1250181" y="84455"/>
                </a:lnTo>
                <a:lnTo>
                  <a:pt x="1210563" y="84455"/>
                </a:lnTo>
                <a:lnTo>
                  <a:pt x="1209490" y="82726"/>
                </a:lnTo>
                <a:close/>
              </a:path>
              <a:path w="1252220" h="454025">
                <a:moveTo>
                  <a:pt x="1209039" y="81661"/>
                </a:moveTo>
                <a:lnTo>
                  <a:pt x="1209490" y="82726"/>
                </a:lnTo>
                <a:lnTo>
                  <a:pt x="1210563" y="84455"/>
                </a:lnTo>
                <a:lnTo>
                  <a:pt x="1209039" y="81661"/>
                </a:lnTo>
                <a:close/>
              </a:path>
              <a:path w="1252220" h="454025">
                <a:moveTo>
                  <a:pt x="1249556" y="81661"/>
                </a:moveTo>
                <a:lnTo>
                  <a:pt x="1209039" y="81661"/>
                </a:lnTo>
                <a:lnTo>
                  <a:pt x="1210563" y="84455"/>
                </a:lnTo>
                <a:lnTo>
                  <a:pt x="1250181" y="84455"/>
                </a:lnTo>
                <a:lnTo>
                  <a:pt x="1249556" y="81661"/>
                </a:lnTo>
                <a:close/>
              </a:path>
              <a:path w="1252220" h="454025">
                <a:moveTo>
                  <a:pt x="1206182" y="77401"/>
                </a:moveTo>
                <a:lnTo>
                  <a:pt x="1209490" y="82726"/>
                </a:lnTo>
                <a:lnTo>
                  <a:pt x="1209039" y="81661"/>
                </a:lnTo>
                <a:lnTo>
                  <a:pt x="1249556" y="81661"/>
                </a:lnTo>
                <a:lnTo>
                  <a:pt x="1249045" y="79375"/>
                </a:lnTo>
                <a:lnTo>
                  <a:pt x="1248886" y="78740"/>
                </a:lnTo>
                <a:lnTo>
                  <a:pt x="1207388" y="78740"/>
                </a:lnTo>
                <a:lnTo>
                  <a:pt x="1206182" y="77401"/>
                </a:lnTo>
                <a:close/>
              </a:path>
              <a:path w="1252220" h="454025">
                <a:moveTo>
                  <a:pt x="1205356" y="76073"/>
                </a:moveTo>
                <a:lnTo>
                  <a:pt x="1206182" y="77401"/>
                </a:lnTo>
                <a:lnTo>
                  <a:pt x="1207388" y="78740"/>
                </a:lnTo>
                <a:lnTo>
                  <a:pt x="1205356" y="76073"/>
                </a:lnTo>
                <a:close/>
              </a:path>
              <a:path w="1252220" h="454025">
                <a:moveTo>
                  <a:pt x="1247977" y="76073"/>
                </a:moveTo>
                <a:lnTo>
                  <a:pt x="1205356" y="76073"/>
                </a:lnTo>
                <a:lnTo>
                  <a:pt x="1207388" y="78740"/>
                </a:lnTo>
                <a:lnTo>
                  <a:pt x="1248886" y="78740"/>
                </a:lnTo>
                <a:lnTo>
                  <a:pt x="1248536" y="77216"/>
                </a:lnTo>
                <a:lnTo>
                  <a:pt x="1247977" y="76073"/>
                </a:lnTo>
                <a:close/>
              </a:path>
              <a:path w="1252220" h="454025">
                <a:moveTo>
                  <a:pt x="1201690" y="72420"/>
                </a:moveTo>
                <a:lnTo>
                  <a:pt x="1206182" y="77401"/>
                </a:lnTo>
                <a:lnTo>
                  <a:pt x="1205356" y="76073"/>
                </a:lnTo>
                <a:lnTo>
                  <a:pt x="1247977" y="76073"/>
                </a:lnTo>
                <a:lnTo>
                  <a:pt x="1246732" y="73025"/>
                </a:lnTo>
                <a:lnTo>
                  <a:pt x="1202435" y="73025"/>
                </a:lnTo>
                <a:lnTo>
                  <a:pt x="1201690" y="72420"/>
                </a:lnTo>
                <a:close/>
              </a:path>
              <a:path w="1252220" h="454025">
                <a:moveTo>
                  <a:pt x="1200403" y="70993"/>
                </a:moveTo>
                <a:lnTo>
                  <a:pt x="1201690" y="72420"/>
                </a:lnTo>
                <a:lnTo>
                  <a:pt x="1202435" y="73025"/>
                </a:lnTo>
                <a:lnTo>
                  <a:pt x="1200403" y="70993"/>
                </a:lnTo>
                <a:close/>
              </a:path>
              <a:path w="1252220" h="454025">
                <a:moveTo>
                  <a:pt x="1245902" y="70993"/>
                </a:moveTo>
                <a:lnTo>
                  <a:pt x="1200403" y="70993"/>
                </a:lnTo>
                <a:lnTo>
                  <a:pt x="1202435" y="73025"/>
                </a:lnTo>
                <a:lnTo>
                  <a:pt x="1246732" y="73025"/>
                </a:lnTo>
                <a:lnTo>
                  <a:pt x="1245902" y="70993"/>
                </a:lnTo>
                <a:close/>
              </a:path>
              <a:path w="1252220" h="454025">
                <a:moveTo>
                  <a:pt x="1219952" y="38100"/>
                </a:moveTo>
                <a:lnTo>
                  <a:pt x="1015873" y="38100"/>
                </a:lnTo>
                <a:lnTo>
                  <a:pt x="1042415" y="38227"/>
                </a:lnTo>
                <a:lnTo>
                  <a:pt x="1067180" y="38989"/>
                </a:lnTo>
                <a:lnTo>
                  <a:pt x="1111250" y="42418"/>
                </a:lnTo>
                <a:lnTo>
                  <a:pt x="1162303" y="51943"/>
                </a:lnTo>
                <a:lnTo>
                  <a:pt x="1201690" y="72420"/>
                </a:lnTo>
                <a:lnTo>
                  <a:pt x="1200403" y="70993"/>
                </a:lnTo>
                <a:lnTo>
                  <a:pt x="1245902" y="70993"/>
                </a:lnTo>
                <a:lnTo>
                  <a:pt x="1244346" y="67183"/>
                </a:lnTo>
                <a:lnTo>
                  <a:pt x="1243964" y="66167"/>
                </a:lnTo>
                <a:lnTo>
                  <a:pt x="1243456" y="65151"/>
                </a:lnTo>
                <a:lnTo>
                  <a:pt x="1242822" y="64262"/>
                </a:lnTo>
                <a:lnTo>
                  <a:pt x="1237614" y="55880"/>
                </a:lnTo>
                <a:lnTo>
                  <a:pt x="1237106" y="54991"/>
                </a:lnTo>
                <a:lnTo>
                  <a:pt x="1235582" y="53213"/>
                </a:lnTo>
                <a:lnTo>
                  <a:pt x="1228725" y="45593"/>
                </a:lnTo>
                <a:lnTo>
                  <a:pt x="1228089" y="44831"/>
                </a:lnTo>
                <a:lnTo>
                  <a:pt x="12199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093709" y="374390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423405" y="3779265"/>
            <a:ext cx="2717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337553" y="4123182"/>
            <a:ext cx="654050" cy="545465"/>
          </a:xfrm>
          <a:custGeom>
            <a:avLst/>
            <a:gdLst/>
            <a:ahLst/>
            <a:cxnLst/>
            <a:rect l="l" t="t" r="r" b="b"/>
            <a:pathLst>
              <a:path w="654050" h="545464">
                <a:moveTo>
                  <a:pt x="100262" y="58094"/>
                </a:moveTo>
                <a:lnTo>
                  <a:pt x="76002" y="87435"/>
                </a:lnTo>
                <a:lnTo>
                  <a:pt x="629412" y="545084"/>
                </a:lnTo>
                <a:lnTo>
                  <a:pt x="653796" y="515620"/>
                </a:lnTo>
                <a:lnTo>
                  <a:pt x="100262" y="58094"/>
                </a:lnTo>
                <a:close/>
              </a:path>
              <a:path w="654050" h="545464">
                <a:moveTo>
                  <a:pt x="0" y="0"/>
                </a:moveTo>
                <a:lnTo>
                  <a:pt x="51688" y="116840"/>
                </a:lnTo>
                <a:lnTo>
                  <a:pt x="76002" y="87435"/>
                </a:lnTo>
                <a:lnTo>
                  <a:pt x="61341" y="75311"/>
                </a:lnTo>
                <a:lnTo>
                  <a:pt x="85598" y="45974"/>
                </a:lnTo>
                <a:lnTo>
                  <a:pt x="110283" y="45974"/>
                </a:lnTo>
                <a:lnTo>
                  <a:pt x="124460" y="28829"/>
                </a:lnTo>
                <a:lnTo>
                  <a:pt x="0" y="0"/>
                </a:lnTo>
                <a:close/>
              </a:path>
              <a:path w="654050" h="545464">
                <a:moveTo>
                  <a:pt x="85598" y="45974"/>
                </a:moveTo>
                <a:lnTo>
                  <a:pt x="61341" y="75311"/>
                </a:lnTo>
                <a:lnTo>
                  <a:pt x="76002" y="87435"/>
                </a:lnTo>
                <a:lnTo>
                  <a:pt x="100262" y="58094"/>
                </a:lnTo>
                <a:lnTo>
                  <a:pt x="85598" y="45974"/>
                </a:lnTo>
                <a:close/>
              </a:path>
              <a:path w="654050" h="545464">
                <a:moveTo>
                  <a:pt x="110283" y="45974"/>
                </a:moveTo>
                <a:lnTo>
                  <a:pt x="85598" y="45974"/>
                </a:lnTo>
                <a:lnTo>
                  <a:pt x="100262" y="58094"/>
                </a:lnTo>
                <a:lnTo>
                  <a:pt x="110283" y="459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5959855" y="32266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410961" y="3430015"/>
            <a:ext cx="1576705" cy="741045"/>
          </a:xfrm>
          <a:custGeom>
            <a:avLst/>
            <a:gdLst/>
            <a:ahLst/>
            <a:cxnLst/>
            <a:rect l="l" t="t" r="r" b="b"/>
            <a:pathLst>
              <a:path w="1576704" h="741045">
                <a:moveTo>
                  <a:pt x="111843" y="34631"/>
                </a:moveTo>
                <a:lnTo>
                  <a:pt x="95917" y="69278"/>
                </a:lnTo>
                <a:lnTo>
                  <a:pt x="1560194" y="740918"/>
                </a:lnTo>
                <a:lnTo>
                  <a:pt x="1576196" y="706374"/>
                </a:lnTo>
                <a:lnTo>
                  <a:pt x="111843" y="34631"/>
                </a:lnTo>
                <a:close/>
              </a:path>
              <a:path w="1576704" h="741045">
                <a:moveTo>
                  <a:pt x="127762" y="0"/>
                </a:moveTo>
                <a:lnTo>
                  <a:pt x="0" y="4318"/>
                </a:lnTo>
                <a:lnTo>
                  <a:pt x="80010" y="103886"/>
                </a:lnTo>
                <a:lnTo>
                  <a:pt x="95917" y="69278"/>
                </a:lnTo>
                <a:lnTo>
                  <a:pt x="78612" y="61341"/>
                </a:lnTo>
                <a:lnTo>
                  <a:pt x="94487" y="26670"/>
                </a:lnTo>
                <a:lnTo>
                  <a:pt x="115502" y="26670"/>
                </a:lnTo>
                <a:lnTo>
                  <a:pt x="127762" y="0"/>
                </a:lnTo>
                <a:close/>
              </a:path>
              <a:path w="1576704" h="741045">
                <a:moveTo>
                  <a:pt x="94487" y="26670"/>
                </a:moveTo>
                <a:lnTo>
                  <a:pt x="78612" y="61341"/>
                </a:lnTo>
                <a:lnTo>
                  <a:pt x="95917" y="69278"/>
                </a:lnTo>
                <a:lnTo>
                  <a:pt x="111843" y="34631"/>
                </a:lnTo>
                <a:lnTo>
                  <a:pt x="94487" y="26670"/>
                </a:lnTo>
                <a:close/>
              </a:path>
              <a:path w="1576704" h="741045">
                <a:moveTo>
                  <a:pt x="115502" y="26670"/>
                </a:moveTo>
                <a:lnTo>
                  <a:pt x="94487" y="26670"/>
                </a:lnTo>
                <a:lnTo>
                  <a:pt x="111843" y="34631"/>
                </a:lnTo>
                <a:lnTo>
                  <a:pt x="115502" y="26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6429755" y="3299840"/>
            <a:ext cx="2038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401561" y="2090166"/>
            <a:ext cx="381000" cy="1088390"/>
          </a:xfrm>
          <a:custGeom>
            <a:avLst/>
            <a:gdLst/>
            <a:ahLst/>
            <a:cxnLst/>
            <a:rect l="l" t="t" r="r" b="b"/>
            <a:pathLst>
              <a:path w="381000" h="1088389">
                <a:moveTo>
                  <a:pt x="380999" y="0"/>
                </a:moveTo>
                <a:lnTo>
                  <a:pt x="0" y="1088136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391909" y="3167633"/>
            <a:ext cx="674370" cy="986155"/>
          </a:xfrm>
          <a:custGeom>
            <a:avLst/>
            <a:gdLst/>
            <a:ahLst/>
            <a:cxnLst/>
            <a:rect l="l" t="t" r="r" b="b"/>
            <a:pathLst>
              <a:path w="674370" h="986154">
                <a:moveTo>
                  <a:pt x="594373" y="901916"/>
                </a:moveTo>
                <a:lnTo>
                  <a:pt x="562737" y="923289"/>
                </a:lnTo>
                <a:lnTo>
                  <a:pt x="674115" y="986027"/>
                </a:lnTo>
                <a:lnTo>
                  <a:pt x="665147" y="917701"/>
                </a:lnTo>
                <a:lnTo>
                  <a:pt x="605028" y="917701"/>
                </a:lnTo>
                <a:lnTo>
                  <a:pt x="594373" y="901916"/>
                </a:lnTo>
                <a:close/>
              </a:path>
              <a:path w="674370" h="986154">
                <a:moveTo>
                  <a:pt x="625981" y="880561"/>
                </a:moveTo>
                <a:lnTo>
                  <a:pt x="594373" y="901916"/>
                </a:lnTo>
                <a:lnTo>
                  <a:pt x="605028" y="917701"/>
                </a:lnTo>
                <a:lnTo>
                  <a:pt x="636650" y="896365"/>
                </a:lnTo>
                <a:lnTo>
                  <a:pt x="625981" y="880561"/>
                </a:lnTo>
                <a:close/>
              </a:path>
              <a:path w="674370" h="986154">
                <a:moveTo>
                  <a:pt x="657479" y="859282"/>
                </a:moveTo>
                <a:lnTo>
                  <a:pt x="625981" y="880561"/>
                </a:lnTo>
                <a:lnTo>
                  <a:pt x="636650" y="896365"/>
                </a:lnTo>
                <a:lnTo>
                  <a:pt x="605028" y="917701"/>
                </a:lnTo>
                <a:lnTo>
                  <a:pt x="665147" y="917701"/>
                </a:lnTo>
                <a:lnTo>
                  <a:pt x="657479" y="859282"/>
                </a:lnTo>
                <a:close/>
              </a:path>
              <a:path w="674370" h="986154">
                <a:moveTo>
                  <a:pt x="31495" y="0"/>
                </a:moveTo>
                <a:lnTo>
                  <a:pt x="0" y="21336"/>
                </a:lnTo>
                <a:lnTo>
                  <a:pt x="594373" y="901916"/>
                </a:lnTo>
                <a:lnTo>
                  <a:pt x="625981" y="880561"/>
                </a:lnTo>
                <a:lnTo>
                  <a:pt x="314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668261" y="2090166"/>
            <a:ext cx="260985" cy="881380"/>
          </a:xfrm>
          <a:custGeom>
            <a:avLst/>
            <a:gdLst/>
            <a:ahLst/>
            <a:cxnLst/>
            <a:rect l="l" t="t" r="r" b="b"/>
            <a:pathLst>
              <a:path w="260984" h="881380">
                <a:moveTo>
                  <a:pt x="260604" y="0"/>
                </a:moveTo>
                <a:lnTo>
                  <a:pt x="0" y="8808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652259" y="2934842"/>
            <a:ext cx="313690" cy="473709"/>
          </a:xfrm>
          <a:custGeom>
            <a:avLst/>
            <a:gdLst/>
            <a:ahLst/>
            <a:cxnLst/>
            <a:rect l="l" t="t" r="r" b="b"/>
            <a:pathLst>
              <a:path w="313690" h="473710">
                <a:moveTo>
                  <a:pt x="235404" y="387610"/>
                </a:moveTo>
                <a:lnTo>
                  <a:pt x="203326" y="408178"/>
                </a:lnTo>
                <a:lnTo>
                  <a:pt x="313182" y="473583"/>
                </a:lnTo>
                <a:lnTo>
                  <a:pt x="305715" y="403733"/>
                </a:lnTo>
                <a:lnTo>
                  <a:pt x="245745" y="403733"/>
                </a:lnTo>
                <a:lnTo>
                  <a:pt x="235404" y="387610"/>
                </a:lnTo>
                <a:close/>
              </a:path>
              <a:path w="313690" h="473710">
                <a:moveTo>
                  <a:pt x="267433" y="367075"/>
                </a:moveTo>
                <a:lnTo>
                  <a:pt x="235404" y="387610"/>
                </a:lnTo>
                <a:lnTo>
                  <a:pt x="245745" y="403733"/>
                </a:lnTo>
                <a:lnTo>
                  <a:pt x="277749" y="383159"/>
                </a:lnTo>
                <a:lnTo>
                  <a:pt x="267433" y="367075"/>
                </a:lnTo>
                <a:close/>
              </a:path>
              <a:path w="313690" h="473710">
                <a:moveTo>
                  <a:pt x="299593" y="346456"/>
                </a:moveTo>
                <a:lnTo>
                  <a:pt x="267433" y="367075"/>
                </a:lnTo>
                <a:lnTo>
                  <a:pt x="277749" y="383159"/>
                </a:lnTo>
                <a:lnTo>
                  <a:pt x="245745" y="403733"/>
                </a:lnTo>
                <a:lnTo>
                  <a:pt x="305715" y="403733"/>
                </a:lnTo>
                <a:lnTo>
                  <a:pt x="299593" y="346456"/>
                </a:lnTo>
                <a:close/>
              </a:path>
              <a:path w="313690" h="473710">
                <a:moveTo>
                  <a:pt x="32004" y="0"/>
                </a:moveTo>
                <a:lnTo>
                  <a:pt x="0" y="20574"/>
                </a:lnTo>
                <a:lnTo>
                  <a:pt x="235404" y="387610"/>
                </a:lnTo>
                <a:lnTo>
                  <a:pt x="267433" y="367075"/>
                </a:lnTo>
                <a:lnTo>
                  <a:pt x="320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6802881" y="2777489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271004" y="3612641"/>
            <a:ext cx="114300" cy="541020"/>
          </a:xfrm>
          <a:custGeom>
            <a:avLst/>
            <a:gdLst/>
            <a:ahLst/>
            <a:cxnLst/>
            <a:rect l="l" t="t" r="r" b="b"/>
            <a:pathLst>
              <a:path w="114300" h="541020">
                <a:moveTo>
                  <a:pt x="76200" y="95249"/>
                </a:moveTo>
                <a:lnTo>
                  <a:pt x="38100" y="95249"/>
                </a:lnTo>
                <a:lnTo>
                  <a:pt x="38100" y="541019"/>
                </a:lnTo>
                <a:lnTo>
                  <a:pt x="76200" y="541019"/>
                </a:lnTo>
                <a:lnTo>
                  <a:pt x="76200" y="95249"/>
                </a:lnTo>
                <a:close/>
              </a:path>
              <a:path w="114300" h="54102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54102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7319009" y="3617467"/>
            <a:ext cx="2743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63290" y="5118353"/>
            <a:ext cx="2032000" cy="585470"/>
          </a:xfrm>
          <a:custGeom>
            <a:avLst/>
            <a:gdLst/>
            <a:ahLst/>
            <a:cxnLst/>
            <a:rect l="l" t="t" r="r" b="b"/>
            <a:pathLst>
              <a:path w="2032000" h="585470">
                <a:moveTo>
                  <a:pt x="0" y="585216"/>
                </a:moveTo>
                <a:lnTo>
                  <a:pt x="2031491" y="585216"/>
                </a:lnTo>
                <a:lnTo>
                  <a:pt x="2031491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6253" y="1203706"/>
            <a:ext cx="1765935" cy="518159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5"/>
              </a:spcBef>
            </a:pP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00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1765" y="1969770"/>
            <a:ext cx="2438400" cy="11614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37565" marR="31750" indent="-585470">
              <a:lnSpc>
                <a:spcPct val="108500"/>
              </a:lnSpc>
              <a:spcBef>
                <a:spcPts val="61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5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5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361" y="1283969"/>
            <a:ext cx="2242185" cy="2664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1930">
              <a:lnSpc>
                <a:spcPts val="259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6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741680" marR="9525" indent="-82550">
              <a:lnSpc>
                <a:spcPct val="105500"/>
              </a:lnSpc>
              <a:spcBef>
                <a:spcPts val="9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1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105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-4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40" b="1" i="1">
                <a:solidFill>
                  <a:srgbClr val="FFFFFF"/>
                </a:solidFill>
                <a:latin typeface="宋体"/>
                <a:cs typeface="宋体"/>
              </a:rPr>
              <a:t>Ｒ  Ｌ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sz="2750" spc="-16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825500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1765" y="3344417"/>
            <a:ext cx="1861820" cy="5308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52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2833" y="2050516"/>
            <a:ext cx="1994535" cy="1769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10" b="1">
                <a:solidFill>
                  <a:srgbClr val="FFFFFF"/>
                </a:solidFill>
                <a:latin typeface="Times New Roman"/>
                <a:cs typeface="Times New Roman"/>
              </a:rPr>
              <a:t>=·</a:t>
            </a:r>
            <a:r>
              <a:rPr dirty="0" sz="2600" spc="-2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  <a:p>
            <a:pPr algn="ctr" marR="35560">
              <a:lnSpc>
                <a:spcPct val="100000"/>
              </a:lnSpc>
              <a:spcBef>
                <a:spcPts val="31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-1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528955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1765" y="4312158"/>
            <a:ext cx="1823085" cy="375285"/>
          </a:xfrm>
          <a:prstGeom prst="rect">
            <a:avLst/>
          </a:prstGeom>
          <a:solidFill>
            <a:srgbClr val="0080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4150">
              <a:lnSpc>
                <a:spcPts val="29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750" spc="-35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09766" y="4350258"/>
            <a:ext cx="2418715" cy="3752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36220">
              <a:lnSpc>
                <a:spcPts val="26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3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Ｒ</a:t>
            </a:r>
            <a:r>
              <a:rPr dirty="0" sz="2600" spc="-3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2340" y="5151120"/>
            <a:ext cx="1993900" cy="533400"/>
          </a:xfrm>
          <a:prstGeom prst="rect">
            <a:avLst/>
          </a:prstGeom>
          <a:solidFill>
            <a:srgbClr val="333300"/>
          </a:solidFill>
        </p:spPr>
        <p:txBody>
          <a:bodyPr wrap="square" lIns="0" tIns="3175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2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spc="-145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 i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09766" y="5182361"/>
            <a:ext cx="2037714" cy="5842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39065">
              <a:lnSpc>
                <a:spcPts val="290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66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8713" y="4354067"/>
            <a:ext cx="1978660" cy="1628775"/>
          </a:xfrm>
          <a:prstGeom prst="rect">
            <a:avLst/>
          </a:prstGeom>
          <a:solidFill>
            <a:srgbClr val="A73737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6520">
              <a:lnSpc>
                <a:spcPts val="2555"/>
              </a:lnSpc>
            </a:pP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675640" marR="26670">
              <a:lnSpc>
                <a:spcPct val="110000"/>
              </a:lnSpc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71166" y="1455419"/>
            <a:ext cx="1085215" cy="114300"/>
          </a:xfrm>
          <a:custGeom>
            <a:avLst/>
            <a:gdLst/>
            <a:ahLst/>
            <a:cxnLst/>
            <a:rect l="l" t="t" r="r" b="b"/>
            <a:pathLst>
              <a:path w="1085214" h="114300">
                <a:moveTo>
                  <a:pt x="970787" y="0"/>
                </a:moveTo>
                <a:lnTo>
                  <a:pt x="970787" y="114300"/>
                </a:lnTo>
                <a:lnTo>
                  <a:pt x="1046987" y="76200"/>
                </a:lnTo>
                <a:lnTo>
                  <a:pt x="989837" y="76200"/>
                </a:lnTo>
                <a:lnTo>
                  <a:pt x="989837" y="38100"/>
                </a:lnTo>
                <a:lnTo>
                  <a:pt x="1046987" y="38100"/>
                </a:lnTo>
                <a:lnTo>
                  <a:pt x="970787" y="0"/>
                </a:lnTo>
                <a:close/>
              </a:path>
              <a:path w="1085214" h="114300">
                <a:moveTo>
                  <a:pt x="9707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0787" y="76200"/>
                </a:lnTo>
                <a:lnTo>
                  <a:pt x="970787" y="38100"/>
                </a:lnTo>
                <a:close/>
              </a:path>
              <a:path w="1085214" h="114300">
                <a:moveTo>
                  <a:pt x="1046987" y="38100"/>
                </a:moveTo>
                <a:lnTo>
                  <a:pt x="989837" y="38100"/>
                </a:lnTo>
                <a:lnTo>
                  <a:pt x="989837" y="76200"/>
                </a:lnTo>
                <a:lnTo>
                  <a:pt x="1046987" y="76200"/>
                </a:lnTo>
                <a:lnTo>
                  <a:pt x="1085087" y="57150"/>
                </a:lnTo>
                <a:lnTo>
                  <a:pt x="104698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63419" y="1952370"/>
            <a:ext cx="998855" cy="461009"/>
          </a:xfrm>
          <a:custGeom>
            <a:avLst/>
            <a:gdLst/>
            <a:ahLst/>
            <a:cxnLst/>
            <a:rect l="l" t="t" r="r" b="b"/>
            <a:pathLst>
              <a:path w="998854" h="461010">
                <a:moveTo>
                  <a:pt x="886086" y="426026"/>
                </a:moveTo>
                <a:lnTo>
                  <a:pt x="870711" y="460882"/>
                </a:lnTo>
                <a:lnTo>
                  <a:pt x="998346" y="454787"/>
                </a:lnTo>
                <a:lnTo>
                  <a:pt x="980882" y="433704"/>
                </a:lnTo>
                <a:lnTo>
                  <a:pt x="903478" y="433704"/>
                </a:lnTo>
                <a:lnTo>
                  <a:pt x="886086" y="426026"/>
                </a:lnTo>
                <a:close/>
              </a:path>
              <a:path w="998854" h="461010">
                <a:moveTo>
                  <a:pt x="901438" y="391220"/>
                </a:moveTo>
                <a:lnTo>
                  <a:pt x="886086" y="426026"/>
                </a:lnTo>
                <a:lnTo>
                  <a:pt x="903478" y="433704"/>
                </a:lnTo>
                <a:lnTo>
                  <a:pt x="918844" y="398906"/>
                </a:lnTo>
                <a:lnTo>
                  <a:pt x="901438" y="391220"/>
                </a:lnTo>
                <a:close/>
              </a:path>
              <a:path w="998854" h="461010">
                <a:moveTo>
                  <a:pt x="916813" y="356362"/>
                </a:moveTo>
                <a:lnTo>
                  <a:pt x="901438" y="391220"/>
                </a:lnTo>
                <a:lnTo>
                  <a:pt x="918844" y="398906"/>
                </a:lnTo>
                <a:lnTo>
                  <a:pt x="903478" y="433704"/>
                </a:lnTo>
                <a:lnTo>
                  <a:pt x="980882" y="433704"/>
                </a:lnTo>
                <a:lnTo>
                  <a:pt x="916813" y="356362"/>
                </a:lnTo>
                <a:close/>
              </a:path>
              <a:path w="998854" h="461010">
                <a:moveTo>
                  <a:pt x="15493" y="0"/>
                </a:moveTo>
                <a:lnTo>
                  <a:pt x="0" y="34798"/>
                </a:lnTo>
                <a:lnTo>
                  <a:pt x="886086" y="426026"/>
                </a:lnTo>
                <a:lnTo>
                  <a:pt x="901438" y="391220"/>
                </a:lnTo>
                <a:lnTo>
                  <a:pt x="15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60751" y="2750947"/>
            <a:ext cx="1001394" cy="666750"/>
          </a:xfrm>
          <a:custGeom>
            <a:avLst/>
            <a:gdLst/>
            <a:ahLst/>
            <a:cxnLst/>
            <a:rect l="l" t="t" r="r" b="b"/>
            <a:pathLst>
              <a:path w="1001395" h="666750">
                <a:moveTo>
                  <a:pt x="895035" y="619830"/>
                </a:moveTo>
                <a:lnTo>
                  <a:pt x="874140" y="651637"/>
                </a:lnTo>
                <a:lnTo>
                  <a:pt x="1001013" y="666623"/>
                </a:lnTo>
                <a:lnTo>
                  <a:pt x="979930" y="630301"/>
                </a:lnTo>
                <a:lnTo>
                  <a:pt x="910971" y="630301"/>
                </a:lnTo>
                <a:lnTo>
                  <a:pt x="895035" y="619830"/>
                </a:lnTo>
                <a:close/>
              </a:path>
              <a:path w="1001395" h="666750">
                <a:moveTo>
                  <a:pt x="915978" y="587949"/>
                </a:moveTo>
                <a:lnTo>
                  <a:pt x="895035" y="619830"/>
                </a:lnTo>
                <a:lnTo>
                  <a:pt x="910971" y="630301"/>
                </a:lnTo>
                <a:lnTo>
                  <a:pt x="931926" y="598424"/>
                </a:lnTo>
                <a:lnTo>
                  <a:pt x="915978" y="587949"/>
                </a:lnTo>
                <a:close/>
              </a:path>
              <a:path w="1001395" h="666750">
                <a:moveTo>
                  <a:pt x="936878" y="556132"/>
                </a:moveTo>
                <a:lnTo>
                  <a:pt x="915978" y="587949"/>
                </a:lnTo>
                <a:lnTo>
                  <a:pt x="931926" y="598424"/>
                </a:lnTo>
                <a:lnTo>
                  <a:pt x="910971" y="630301"/>
                </a:lnTo>
                <a:lnTo>
                  <a:pt x="979930" y="630301"/>
                </a:lnTo>
                <a:lnTo>
                  <a:pt x="936878" y="556132"/>
                </a:lnTo>
                <a:close/>
              </a:path>
              <a:path w="1001395" h="666750">
                <a:moveTo>
                  <a:pt x="20828" y="0"/>
                </a:moveTo>
                <a:lnTo>
                  <a:pt x="0" y="31750"/>
                </a:lnTo>
                <a:lnTo>
                  <a:pt x="895035" y="619830"/>
                </a:lnTo>
                <a:lnTo>
                  <a:pt x="915978" y="587949"/>
                </a:lnTo>
                <a:lnTo>
                  <a:pt x="208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61260" y="3917950"/>
            <a:ext cx="1000760" cy="622935"/>
          </a:xfrm>
          <a:custGeom>
            <a:avLst/>
            <a:gdLst/>
            <a:ahLst/>
            <a:cxnLst/>
            <a:rect l="l" t="t" r="r" b="b"/>
            <a:pathLst>
              <a:path w="1000760" h="622935">
                <a:moveTo>
                  <a:pt x="893054" y="579320"/>
                </a:moveTo>
                <a:lnTo>
                  <a:pt x="873125" y="611886"/>
                </a:lnTo>
                <a:lnTo>
                  <a:pt x="1000505" y="622807"/>
                </a:lnTo>
                <a:lnTo>
                  <a:pt x="979580" y="589280"/>
                </a:lnTo>
                <a:lnTo>
                  <a:pt x="909319" y="589280"/>
                </a:lnTo>
                <a:lnTo>
                  <a:pt x="893054" y="579320"/>
                </a:lnTo>
                <a:close/>
              </a:path>
              <a:path w="1000760" h="622935">
                <a:moveTo>
                  <a:pt x="912961" y="546790"/>
                </a:moveTo>
                <a:lnTo>
                  <a:pt x="893054" y="579320"/>
                </a:lnTo>
                <a:lnTo>
                  <a:pt x="909319" y="589280"/>
                </a:lnTo>
                <a:lnTo>
                  <a:pt x="929259" y="556768"/>
                </a:lnTo>
                <a:lnTo>
                  <a:pt x="912961" y="546790"/>
                </a:lnTo>
                <a:close/>
              </a:path>
              <a:path w="1000760" h="622935">
                <a:moveTo>
                  <a:pt x="932814" y="514350"/>
                </a:moveTo>
                <a:lnTo>
                  <a:pt x="912961" y="546790"/>
                </a:lnTo>
                <a:lnTo>
                  <a:pt x="929259" y="556768"/>
                </a:lnTo>
                <a:lnTo>
                  <a:pt x="909319" y="589280"/>
                </a:lnTo>
                <a:lnTo>
                  <a:pt x="979580" y="589280"/>
                </a:lnTo>
                <a:lnTo>
                  <a:pt x="932814" y="514350"/>
                </a:lnTo>
                <a:close/>
              </a:path>
              <a:path w="1000760" h="622935">
                <a:moveTo>
                  <a:pt x="19812" y="0"/>
                </a:moveTo>
                <a:lnTo>
                  <a:pt x="0" y="32512"/>
                </a:lnTo>
                <a:lnTo>
                  <a:pt x="893054" y="579320"/>
                </a:lnTo>
                <a:lnTo>
                  <a:pt x="912961" y="546790"/>
                </a:lnTo>
                <a:lnTo>
                  <a:pt x="198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6615" y="3947921"/>
            <a:ext cx="114300" cy="402590"/>
          </a:xfrm>
          <a:custGeom>
            <a:avLst/>
            <a:gdLst/>
            <a:ahLst/>
            <a:cxnLst/>
            <a:rect l="l" t="t" r="r" b="b"/>
            <a:pathLst>
              <a:path w="114300" h="402589">
                <a:moveTo>
                  <a:pt x="38100" y="288035"/>
                </a:moveTo>
                <a:lnTo>
                  <a:pt x="0" y="288035"/>
                </a:lnTo>
                <a:lnTo>
                  <a:pt x="57150" y="402335"/>
                </a:lnTo>
                <a:lnTo>
                  <a:pt x="104775" y="307085"/>
                </a:lnTo>
                <a:lnTo>
                  <a:pt x="38100" y="307085"/>
                </a:lnTo>
                <a:lnTo>
                  <a:pt x="38100" y="288035"/>
                </a:lnTo>
                <a:close/>
              </a:path>
              <a:path w="114300" h="402589">
                <a:moveTo>
                  <a:pt x="76200" y="0"/>
                </a:moveTo>
                <a:lnTo>
                  <a:pt x="38100" y="0"/>
                </a:lnTo>
                <a:lnTo>
                  <a:pt x="38100" y="307085"/>
                </a:lnTo>
                <a:lnTo>
                  <a:pt x="76200" y="307085"/>
                </a:lnTo>
                <a:lnTo>
                  <a:pt x="76200" y="0"/>
                </a:lnTo>
                <a:close/>
              </a:path>
              <a:path w="114300" h="402589">
                <a:moveTo>
                  <a:pt x="114300" y="288035"/>
                </a:moveTo>
                <a:lnTo>
                  <a:pt x="76200" y="288035"/>
                </a:lnTo>
                <a:lnTo>
                  <a:pt x="76200" y="307085"/>
                </a:lnTo>
                <a:lnTo>
                  <a:pt x="104775" y="307085"/>
                </a:lnTo>
                <a:lnTo>
                  <a:pt x="114300" y="28803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00165" y="2350007"/>
            <a:ext cx="551815" cy="114300"/>
          </a:xfrm>
          <a:custGeom>
            <a:avLst/>
            <a:gdLst/>
            <a:ahLst/>
            <a:cxnLst/>
            <a:rect l="l" t="t" r="r" b="b"/>
            <a:pathLst>
              <a:path w="551814" h="114300">
                <a:moveTo>
                  <a:pt x="437388" y="0"/>
                </a:moveTo>
                <a:lnTo>
                  <a:pt x="437388" y="114300"/>
                </a:lnTo>
                <a:lnTo>
                  <a:pt x="513588" y="76200"/>
                </a:lnTo>
                <a:lnTo>
                  <a:pt x="456438" y="76200"/>
                </a:lnTo>
                <a:lnTo>
                  <a:pt x="456438" y="38100"/>
                </a:lnTo>
                <a:lnTo>
                  <a:pt x="513588" y="38100"/>
                </a:lnTo>
                <a:lnTo>
                  <a:pt x="437388" y="0"/>
                </a:lnTo>
                <a:close/>
              </a:path>
              <a:path w="551814" h="114300">
                <a:moveTo>
                  <a:pt x="4373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7388" y="76200"/>
                </a:lnTo>
                <a:lnTo>
                  <a:pt x="437388" y="38100"/>
                </a:lnTo>
                <a:close/>
              </a:path>
              <a:path w="551814" h="114300">
                <a:moveTo>
                  <a:pt x="513588" y="38100"/>
                </a:moveTo>
                <a:lnTo>
                  <a:pt x="456438" y="38100"/>
                </a:lnTo>
                <a:lnTo>
                  <a:pt x="456438" y="76200"/>
                </a:lnTo>
                <a:lnTo>
                  <a:pt x="513588" y="76200"/>
                </a:lnTo>
                <a:lnTo>
                  <a:pt x="551688" y="57150"/>
                </a:lnTo>
                <a:lnTo>
                  <a:pt x="5135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64758" y="5379720"/>
            <a:ext cx="445134" cy="114300"/>
          </a:xfrm>
          <a:custGeom>
            <a:avLst/>
            <a:gdLst/>
            <a:ahLst/>
            <a:cxnLst/>
            <a:rect l="l" t="t" r="r" b="b"/>
            <a:pathLst>
              <a:path w="445134" h="114300">
                <a:moveTo>
                  <a:pt x="330707" y="0"/>
                </a:moveTo>
                <a:lnTo>
                  <a:pt x="330707" y="114299"/>
                </a:lnTo>
                <a:lnTo>
                  <a:pt x="406908" y="76199"/>
                </a:lnTo>
                <a:lnTo>
                  <a:pt x="349757" y="76199"/>
                </a:lnTo>
                <a:lnTo>
                  <a:pt x="349757" y="38099"/>
                </a:lnTo>
                <a:lnTo>
                  <a:pt x="406908" y="38099"/>
                </a:lnTo>
                <a:lnTo>
                  <a:pt x="330707" y="0"/>
                </a:lnTo>
                <a:close/>
              </a:path>
              <a:path w="445134" h="114300">
                <a:moveTo>
                  <a:pt x="33070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30707" y="76199"/>
                </a:lnTo>
                <a:lnTo>
                  <a:pt x="330707" y="38099"/>
                </a:lnTo>
                <a:close/>
              </a:path>
              <a:path w="445134" h="114300">
                <a:moveTo>
                  <a:pt x="406908" y="38099"/>
                </a:moveTo>
                <a:lnTo>
                  <a:pt x="349757" y="38099"/>
                </a:lnTo>
                <a:lnTo>
                  <a:pt x="349757" y="76199"/>
                </a:lnTo>
                <a:lnTo>
                  <a:pt x="406908" y="76199"/>
                </a:lnTo>
                <a:lnTo>
                  <a:pt x="445008" y="57149"/>
                </a:lnTo>
                <a:lnTo>
                  <a:pt x="40690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64758" y="3912870"/>
            <a:ext cx="445134" cy="208915"/>
          </a:xfrm>
          <a:custGeom>
            <a:avLst/>
            <a:gdLst/>
            <a:ahLst/>
            <a:cxnLst/>
            <a:rect l="l" t="t" r="r" b="b"/>
            <a:pathLst>
              <a:path w="445134" h="208914">
                <a:moveTo>
                  <a:pt x="445008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64758" y="4121658"/>
            <a:ext cx="0" cy="1333500"/>
          </a:xfrm>
          <a:custGeom>
            <a:avLst/>
            <a:gdLst/>
            <a:ahLst/>
            <a:cxnLst/>
            <a:rect l="l" t="t" r="r" b="b"/>
            <a:pathLst>
              <a:path w="0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928354" y="2922270"/>
            <a:ext cx="0" cy="1219200"/>
          </a:xfrm>
          <a:custGeom>
            <a:avLst/>
            <a:gdLst/>
            <a:ahLst/>
            <a:cxnLst/>
            <a:rect l="l" t="t" r="r" b="b"/>
            <a:pathLst>
              <a:path w="0"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547354" y="4124705"/>
            <a:ext cx="390525" cy="226060"/>
          </a:xfrm>
          <a:custGeom>
            <a:avLst/>
            <a:gdLst/>
            <a:ahLst/>
            <a:cxnLst/>
            <a:rect l="l" t="t" r="r" b="b"/>
            <a:pathLst>
              <a:path w="390525" h="226060">
                <a:moveTo>
                  <a:pt x="72771" y="120523"/>
                </a:moveTo>
                <a:lnTo>
                  <a:pt x="0" y="225552"/>
                </a:lnTo>
                <a:lnTo>
                  <a:pt x="127762" y="220726"/>
                </a:lnTo>
                <a:lnTo>
                  <a:pt x="114449" y="196469"/>
                </a:lnTo>
                <a:lnTo>
                  <a:pt x="92710" y="196469"/>
                </a:lnTo>
                <a:lnTo>
                  <a:pt x="74422" y="163068"/>
                </a:lnTo>
                <a:lnTo>
                  <a:pt x="91101" y="153923"/>
                </a:lnTo>
                <a:lnTo>
                  <a:pt x="72771" y="120523"/>
                </a:lnTo>
                <a:close/>
              </a:path>
              <a:path w="390525" h="226060">
                <a:moveTo>
                  <a:pt x="91101" y="153923"/>
                </a:moveTo>
                <a:lnTo>
                  <a:pt x="74422" y="163068"/>
                </a:lnTo>
                <a:lnTo>
                  <a:pt x="92710" y="196469"/>
                </a:lnTo>
                <a:lnTo>
                  <a:pt x="109424" y="187312"/>
                </a:lnTo>
                <a:lnTo>
                  <a:pt x="91101" y="153923"/>
                </a:lnTo>
                <a:close/>
              </a:path>
              <a:path w="390525" h="226060">
                <a:moveTo>
                  <a:pt x="109424" y="187312"/>
                </a:moveTo>
                <a:lnTo>
                  <a:pt x="92710" y="196469"/>
                </a:lnTo>
                <a:lnTo>
                  <a:pt x="114449" y="196469"/>
                </a:lnTo>
                <a:lnTo>
                  <a:pt x="109424" y="187312"/>
                </a:lnTo>
                <a:close/>
              </a:path>
              <a:path w="390525" h="226060">
                <a:moveTo>
                  <a:pt x="371855" y="0"/>
                </a:moveTo>
                <a:lnTo>
                  <a:pt x="91101" y="153923"/>
                </a:lnTo>
                <a:lnTo>
                  <a:pt x="109424" y="187312"/>
                </a:lnTo>
                <a:lnTo>
                  <a:pt x="390144" y="33528"/>
                </a:lnTo>
                <a:lnTo>
                  <a:pt x="3718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751569" y="2766822"/>
            <a:ext cx="177165" cy="155575"/>
          </a:xfrm>
          <a:custGeom>
            <a:avLst/>
            <a:gdLst/>
            <a:ahLst/>
            <a:cxnLst/>
            <a:rect l="l" t="t" r="r" b="b"/>
            <a:pathLst>
              <a:path w="177165" h="155575">
                <a:moveTo>
                  <a:pt x="176783" y="15544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44673" y="4526153"/>
            <a:ext cx="1079500" cy="911225"/>
          </a:xfrm>
          <a:custGeom>
            <a:avLst/>
            <a:gdLst/>
            <a:ahLst/>
            <a:cxnLst/>
            <a:rect l="l" t="t" r="r" b="b"/>
            <a:pathLst>
              <a:path w="1079500" h="911225">
                <a:moveTo>
                  <a:pt x="979228" y="851761"/>
                </a:moveTo>
                <a:lnTo>
                  <a:pt x="954659" y="880999"/>
                </a:lnTo>
                <a:lnTo>
                  <a:pt x="1078991" y="910717"/>
                </a:lnTo>
                <a:lnTo>
                  <a:pt x="1058738" y="863981"/>
                </a:lnTo>
                <a:lnTo>
                  <a:pt x="993775" y="863981"/>
                </a:lnTo>
                <a:lnTo>
                  <a:pt x="979228" y="851761"/>
                </a:lnTo>
                <a:close/>
              </a:path>
              <a:path w="1079500" h="911225">
                <a:moveTo>
                  <a:pt x="1003697" y="822643"/>
                </a:moveTo>
                <a:lnTo>
                  <a:pt x="979228" y="851761"/>
                </a:lnTo>
                <a:lnTo>
                  <a:pt x="993775" y="863981"/>
                </a:lnTo>
                <a:lnTo>
                  <a:pt x="1018286" y="834898"/>
                </a:lnTo>
                <a:lnTo>
                  <a:pt x="1003697" y="822643"/>
                </a:lnTo>
                <a:close/>
              </a:path>
              <a:path w="1079500" h="911225">
                <a:moveTo>
                  <a:pt x="1028191" y="793496"/>
                </a:moveTo>
                <a:lnTo>
                  <a:pt x="1003697" y="822643"/>
                </a:lnTo>
                <a:lnTo>
                  <a:pt x="1018286" y="834898"/>
                </a:lnTo>
                <a:lnTo>
                  <a:pt x="993775" y="863981"/>
                </a:lnTo>
                <a:lnTo>
                  <a:pt x="1058738" y="863981"/>
                </a:lnTo>
                <a:lnTo>
                  <a:pt x="1028191" y="793496"/>
                </a:lnTo>
                <a:close/>
              </a:path>
              <a:path w="1079500" h="911225">
                <a:moveTo>
                  <a:pt x="24383" y="0"/>
                </a:moveTo>
                <a:lnTo>
                  <a:pt x="0" y="29210"/>
                </a:lnTo>
                <a:lnTo>
                  <a:pt x="979228" y="851761"/>
                </a:lnTo>
                <a:lnTo>
                  <a:pt x="1003697" y="822643"/>
                </a:lnTo>
                <a:lnTo>
                  <a:pt x="243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663698" y="1008125"/>
            <a:ext cx="375920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  <a:spcBef>
                <a:spcPts val="2039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44698" y="273875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96920" y="3713734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01798" y="451383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07455" y="4390135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0842" y="390728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919464" y="3172205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04305" y="2051049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61765" y="5132070"/>
            <a:ext cx="2037714" cy="584200"/>
          </a:xfrm>
          <a:custGeom>
            <a:avLst/>
            <a:gdLst/>
            <a:ahLst/>
            <a:cxnLst/>
            <a:rect l="l" t="t" r="r" b="b"/>
            <a:pathLst>
              <a:path w="2037714" h="584200">
                <a:moveTo>
                  <a:pt x="0" y="583691"/>
                </a:moveTo>
                <a:lnTo>
                  <a:pt x="2037588" y="583691"/>
                </a:lnTo>
                <a:lnTo>
                  <a:pt x="2037588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09766" y="2157222"/>
            <a:ext cx="2242185" cy="1790700"/>
          </a:xfrm>
          <a:custGeom>
            <a:avLst/>
            <a:gdLst/>
            <a:ahLst/>
            <a:cxnLst/>
            <a:rect l="l" t="t" r="r" b="b"/>
            <a:pathLst>
              <a:path w="2242184" h="1790700">
                <a:moveTo>
                  <a:pt x="0" y="1790700"/>
                </a:moveTo>
                <a:lnTo>
                  <a:pt x="2241804" y="1790700"/>
                </a:lnTo>
                <a:lnTo>
                  <a:pt x="2241804" y="0"/>
                </a:lnTo>
                <a:lnTo>
                  <a:pt x="0" y="0"/>
                </a:lnTo>
                <a:lnTo>
                  <a:pt x="0" y="17907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284470" y="3402457"/>
            <a:ext cx="1236980" cy="948055"/>
          </a:xfrm>
          <a:custGeom>
            <a:avLst/>
            <a:gdLst/>
            <a:ahLst/>
            <a:cxnLst/>
            <a:rect l="l" t="t" r="r" b="b"/>
            <a:pathLst>
              <a:path w="1236979" h="948054">
                <a:moveTo>
                  <a:pt x="56387" y="833119"/>
                </a:moveTo>
                <a:lnTo>
                  <a:pt x="0" y="947800"/>
                </a:lnTo>
                <a:lnTo>
                  <a:pt x="125602" y="924051"/>
                </a:lnTo>
                <a:lnTo>
                  <a:pt x="111295" y="905255"/>
                </a:lnTo>
                <a:lnTo>
                  <a:pt x="87375" y="905255"/>
                </a:lnTo>
                <a:lnTo>
                  <a:pt x="64262" y="874902"/>
                </a:lnTo>
                <a:lnTo>
                  <a:pt x="79413" y="863370"/>
                </a:lnTo>
                <a:lnTo>
                  <a:pt x="56387" y="833119"/>
                </a:lnTo>
                <a:close/>
              </a:path>
              <a:path w="1236979" h="948054">
                <a:moveTo>
                  <a:pt x="79413" y="863370"/>
                </a:moveTo>
                <a:lnTo>
                  <a:pt x="64262" y="874902"/>
                </a:lnTo>
                <a:lnTo>
                  <a:pt x="87375" y="905255"/>
                </a:lnTo>
                <a:lnTo>
                  <a:pt x="102520" y="893727"/>
                </a:lnTo>
                <a:lnTo>
                  <a:pt x="79413" y="863370"/>
                </a:lnTo>
                <a:close/>
              </a:path>
              <a:path w="1236979" h="948054">
                <a:moveTo>
                  <a:pt x="102520" y="893727"/>
                </a:moveTo>
                <a:lnTo>
                  <a:pt x="87375" y="905255"/>
                </a:lnTo>
                <a:lnTo>
                  <a:pt x="111295" y="905255"/>
                </a:lnTo>
                <a:lnTo>
                  <a:pt x="102520" y="893727"/>
                </a:lnTo>
                <a:close/>
              </a:path>
              <a:path w="1236979" h="948054">
                <a:moveTo>
                  <a:pt x="1213739" y="0"/>
                </a:moveTo>
                <a:lnTo>
                  <a:pt x="79413" y="863370"/>
                </a:lnTo>
                <a:lnTo>
                  <a:pt x="102520" y="893727"/>
                </a:lnTo>
                <a:lnTo>
                  <a:pt x="1236852" y="30225"/>
                </a:lnTo>
                <a:lnTo>
                  <a:pt x="12137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635878" y="3581780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57265" y="3609594"/>
            <a:ext cx="952500" cy="807720"/>
          </a:xfrm>
          <a:custGeom>
            <a:avLst/>
            <a:gdLst/>
            <a:ahLst/>
            <a:cxnLst/>
            <a:rect l="l" t="t" r="r" b="b"/>
            <a:pathLst>
              <a:path w="952500" h="807720">
                <a:moveTo>
                  <a:pt x="952500" y="0"/>
                </a:moveTo>
                <a:lnTo>
                  <a:pt x="0" y="80771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595365" y="4370070"/>
            <a:ext cx="0" cy="1447800"/>
          </a:xfrm>
          <a:custGeom>
            <a:avLst/>
            <a:gdLst/>
            <a:ahLst/>
            <a:cxnLst/>
            <a:rect l="l" t="t" r="r" b="b"/>
            <a:pathLst>
              <a:path w="0" h="1447800">
                <a:moveTo>
                  <a:pt x="0" y="0"/>
                </a:moveTo>
                <a:lnTo>
                  <a:pt x="0" y="14477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56866" y="5760720"/>
            <a:ext cx="3238500" cy="114300"/>
          </a:xfrm>
          <a:custGeom>
            <a:avLst/>
            <a:gdLst/>
            <a:ahLst/>
            <a:cxnLst/>
            <a:rect l="l" t="t" r="r" b="b"/>
            <a:pathLst>
              <a:path w="323850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23850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238500" h="114300">
                <a:moveTo>
                  <a:pt x="3238499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238499" y="76199"/>
                </a:lnTo>
                <a:lnTo>
                  <a:pt x="3238499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572505" y="491261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353564" y="4331461"/>
            <a:ext cx="1070610" cy="245745"/>
          </a:xfrm>
          <a:custGeom>
            <a:avLst/>
            <a:gdLst/>
            <a:ahLst/>
            <a:cxnLst/>
            <a:rect l="l" t="t" r="r" b="b"/>
            <a:pathLst>
              <a:path w="1070610" h="245745">
                <a:moveTo>
                  <a:pt x="954235" y="207986"/>
                </a:moveTo>
                <a:lnTo>
                  <a:pt x="947547" y="245490"/>
                </a:lnTo>
                <a:lnTo>
                  <a:pt x="1063221" y="211327"/>
                </a:lnTo>
                <a:lnTo>
                  <a:pt x="972947" y="211327"/>
                </a:lnTo>
                <a:lnTo>
                  <a:pt x="954235" y="207986"/>
                </a:lnTo>
                <a:close/>
              </a:path>
              <a:path w="1070610" h="245745">
                <a:moveTo>
                  <a:pt x="960939" y="170390"/>
                </a:moveTo>
                <a:lnTo>
                  <a:pt x="954235" y="207986"/>
                </a:lnTo>
                <a:lnTo>
                  <a:pt x="972947" y="211327"/>
                </a:lnTo>
                <a:lnTo>
                  <a:pt x="979677" y="173736"/>
                </a:lnTo>
                <a:lnTo>
                  <a:pt x="960939" y="170390"/>
                </a:lnTo>
                <a:close/>
              </a:path>
              <a:path w="1070610" h="245745">
                <a:moveTo>
                  <a:pt x="967613" y="132969"/>
                </a:moveTo>
                <a:lnTo>
                  <a:pt x="960939" y="170390"/>
                </a:lnTo>
                <a:lnTo>
                  <a:pt x="979677" y="173736"/>
                </a:lnTo>
                <a:lnTo>
                  <a:pt x="972947" y="211327"/>
                </a:lnTo>
                <a:lnTo>
                  <a:pt x="1063221" y="211327"/>
                </a:lnTo>
                <a:lnTo>
                  <a:pt x="1070102" y="209295"/>
                </a:lnTo>
                <a:lnTo>
                  <a:pt x="967613" y="132969"/>
                </a:lnTo>
                <a:close/>
              </a:path>
              <a:path w="1070610" h="245745">
                <a:moveTo>
                  <a:pt x="6604" y="0"/>
                </a:moveTo>
                <a:lnTo>
                  <a:pt x="0" y="37592"/>
                </a:lnTo>
                <a:lnTo>
                  <a:pt x="954235" y="207986"/>
                </a:lnTo>
                <a:lnTo>
                  <a:pt x="960939" y="170390"/>
                </a:lnTo>
                <a:lnTo>
                  <a:pt x="66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625598" y="3992702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356866" y="5982461"/>
            <a:ext cx="4768850" cy="0"/>
          </a:xfrm>
          <a:custGeom>
            <a:avLst/>
            <a:gdLst/>
            <a:ahLst/>
            <a:cxnLst/>
            <a:rect l="l" t="t" r="r" b="b"/>
            <a:pathLst>
              <a:path w="4768850" h="0">
                <a:moveTo>
                  <a:pt x="0" y="0"/>
                </a:moveTo>
                <a:lnTo>
                  <a:pt x="476859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068311" y="5766053"/>
            <a:ext cx="114300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851905" y="5573064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9973" y="5139054"/>
            <a:ext cx="378460" cy="328930"/>
          </a:xfrm>
          <a:custGeom>
            <a:avLst/>
            <a:gdLst/>
            <a:ahLst/>
            <a:cxnLst/>
            <a:rect l="l" t="t" r="r" b="b"/>
            <a:pathLst>
              <a:path w="378460" h="328929">
                <a:moveTo>
                  <a:pt x="246976" y="36182"/>
                </a:moveTo>
                <a:lnTo>
                  <a:pt x="198352" y="53340"/>
                </a:lnTo>
                <a:lnTo>
                  <a:pt x="142446" y="75057"/>
                </a:lnTo>
                <a:lnTo>
                  <a:pt x="104947" y="91059"/>
                </a:lnTo>
                <a:lnTo>
                  <a:pt x="62013" y="112649"/>
                </a:lnTo>
                <a:lnTo>
                  <a:pt x="28628" y="134747"/>
                </a:lnTo>
                <a:lnTo>
                  <a:pt x="3524" y="165227"/>
                </a:lnTo>
                <a:lnTo>
                  <a:pt x="1047" y="172974"/>
                </a:lnTo>
                <a:lnTo>
                  <a:pt x="704" y="174117"/>
                </a:lnTo>
                <a:lnTo>
                  <a:pt x="479" y="175387"/>
                </a:lnTo>
                <a:lnTo>
                  <a:pt x="97" y="180086"/>
                </a:lnTo>
                <a:lnTo>
                  <a:pt x="0" y="184658"/>
                </a:lnTo>
                <a:lnTo>
                  <a:pt x="978" y="191389"/>
                </a:lnTo>
                <a:lnTo>
                  <a:pt x="26218" y="225044"/>
                </a:lnTo>
                <a:lnTo>
                  <a:pt x="68066" y="247777"/>
                </a:lnTo>
                <a:lnTo>
                  <a:pt x="112512" y="264287"/>
                </a:lnTo>
                <a:lnTo>
                  <a:pt x="151374" y="276098"/>
                </a:lnTo>
                <a:lnTo>
                  <a:pt x="208791" y="291338"/>
                </a:lnTo>
                <a:lnTo>
                  <a:pt x="271237" y="306324"/>
                </a:lnTo>
                <a:lnTo>
                  <a:pt x="369802" y="328549"/>
                </a:lnTo>
                <a:lnTo>
                  <a:pt x="378158" y="291465"/>
                </a:lnTo>
                <a:lnTo>
                  <a:pt x="248225" y="261747"/>
                </a:lnTo>
                <a:lnTo>
                  <a:pt x="217795" y="254381"/>
                </a:lnTo>
                <a:lnTo>
                  <a:pt x="161484" y="239395"/>
                </a:lnTo>
                <a:lnTo>
                  <a:pt x="124146" y="227965"/>
                </a:lnTo>
                <a:lnTo>
                  <a:pt x="73958" y="208788"/>
                </a:lnTo>
                <a:lnTo>
                  <a:pt x="40783" y="187198"/>
                </a:lnTo>
                <a:lnTo>
                  <a:pt x="39709" y="185674"/>
                </a:lnTo>
                <a:lnTo>
                  <a:pt x="39226" y="185674"/>
                </a:lnTo>
                <a:lnTo>
                  <a:pt x="38745" y="184658"/>
                </a:lnTo>
                <a:lnTo>
                  <a:pt x="38501" y="184658"/>
                </a:lnTo>
                <a:lnTo>
                  <a:pt x="38437" y="184404"/>
                </a:lnTo>
                <a:lnTo>
                  <a:pt x="37970" y="184404"/>
                </a:lnTo>
                <a:lnTo>
                  <a:pt x="37938" y="183388"/>
                </a:lnTo>
                <a:lnTo>
                  <a:pt x="37681" y="183388"/>
                </a:lnTo>
                <a:lnTo>
                  <a:pt x="37805" y="182707"/>
                </a:lnTo>
                <a:lnTo>
                  <a:pt x="37542" y="182118"/>
                </a:lnTo>
                <a:lnTo>
                  <a:pt x="37862" y="182118"/>
                </a:lnTo>
                <a:lnTo>
                  <a:pt x="37607" y="181102"/>
                </a:lnTo>
                <a:lnTo>
                  <a:pt x="37866" y="181102"/>
                </a:lnTo>
                <a:lnTo>
                  <a:pt x="37834" y="180086"/>
                </a:lnTo>
                <a:lnTo>
                  <a:pt x="38282" y="180086"/>
                </a:lnTo>
                <a:lnTo>
                  <a:pt x="38351" y="179705"/>
                </a:lnTo>
                <a:lnTo>
                  <a:pt x="38634" y="179705"/>
                </a:lnTo>
                <a:lnTo>
                  <a:pt x="39015" y="178689"/>
                </a:lnTo>
                <a:lnTo>
                  <a:pt x="39355" y="178689"/>
                </a:lnTo>
                <a:lnTo>
                  <a:pt x="40158" y="177038"/>
                </a:lnTo>
                <a:lnTo>
                  <a:pt x="72973" y="150368"/>
                </a:lnTo>
                <a:lnTo>
                  <a:pt x="121047" y="125603"/>
                </a:lnTo>
                <a:lnTo>
                  <a:pt x="157267" y="110109"/>
                </a:lnTo>
                <a:lnTo>
                  <a:pt x="211852" y="89027"/>
                </a:lnTo>
                <a:lnTo>
                  <a:pt x="259192" y="72221"/>
                </a:lnTo>
                <a:lnTo>
                  <a:pt x="246976" y="36182"/>
                </a:lnTo>
                <a:close/>
              </a:path>
              <a:path w="378460" h="328929">
                <a:moveTo>
                  <a:pt x="38335" y="183522"/>
                </a:moveTo>
                <a:lnTo>
                  <a:pt x="38392" y="183913"/>
                </a:lnTo>
                <a:lnTo>
                  <a:pt x="39226" y="185674"/>
                </a:lnTo>
                <a:lnTo>
                  <a:pt x="38681" y="184134"/>
                </a:lnTo>
                <a:lnTo>
                  <a:pt x="38335" y="183522"/>
                </a:lnTo>
                <a:close/>
              </a:path>
              <a:path w="378460" h="328929">
                <a:moveTo>
                  <a:pt x="38681" y="184134"/>
                </a:moveTo>
                <a:lnTo>
                  <a:pt x="39226" y="185674"/>
                </a:lnTo>
                <a:lnTo>
                  <a:pt x="39709" y="185674"/>
                </a:lnTo>
                <a:lnTo>
                  <a:pt x="38904" y="184531"/>
                </a:lnTo>
                <a:lnTo>
                  <a:pt x="38681" y="184134"/>
                </a:lnTo>
                <a:close/>
              </a:path>
              <a:path w="378460" h="328929">
                <a:moveTo>
                  <a:pt x="38224" y="183559"/>
                </a:moveTo>
                <a:lnTo>
                  <a:pt x="38501" y="184658"/>
                </a:lnTo>
                <a:lnTo>
                  <a:pt x="38392" y="183913"/>
                </a:lnTo>
                <a:lnTo>
                  <a:pt x="38224" y="183559"/>
                </a:lnTo>
                <a:close/>
              </a:path>
              <a:path w="378460" h="328929">
                <a:moveTo>
                  <a:pt x="38392" y="183913"/>
                </a:moveTo>
                <a:lnTo>
                  <a:pt x="38501" y="184658"/>
                </a:lnTo>
                <a:lnTo>
                  <a:pt x="38745" y="184658"/>
                </a:lnTo>
                <a:lnTo>
                  <a:pt x="38392" y="183913"/>
                </a:lnTo>
                <a:close/>
              </a:path>
              <a:path w="378460" h="328929">
                <a:moveTo>
                  <a:pt x="38065" y="183223"/>
                </a:moveTo>
                <a:lnTo>
                  <a:pt x="37970" y="184404"/>
                </a:lnTo>
                <a:lnTo>
                  <a:pt x="38437" y="184404"/>
                </a:lnTo>
                <a:lnTo>
                  <a:pt x="38207" y="183522"/>
                </a:lnTo>
                <a:lnTo>
                  <a:pt x="38065" y="183223"/>
                </a:lnTo>
                <a:close/>
              </a:path>
              <a:path w="378460" h="328929">
                <a:moveTo>
                  <a:pt x="38245" y="182904"/>
                </a:moveTo>
                <a:lnTo>
                  <a:pt x="38356" y="183559"/>
                </a:lnTo>
                <a:lnTo>
                  <a:pt x="38681" y="184134"/>
                </a:lnTo>
                <a:lnTo>
                  <a:pt x="38245" y="182904"/>
                </a:lnTo>
                <a:close/>
              </a:path>
              <a:path w="378460" h="328929">
                <a:moveTo>
                  <a:pt x="38119" y="183140"/>
                </a:moveTo>
                <a:lnTo>
                  <a:pt x="38224" y="183559"/>
                </a:lnTo>
                <a:lnTo>
                  <a:pt x="38392" y="183913"/>
                </a:lnTo>
                <a:lnTo>
                  <a:pt x="38335" y="183522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078" y="183067"/>
                </a:moveTo>
                <a:lnTo>
                  <a:pt x="38143" y="183388"/>
                </a:lnTo>
                <a:lnTo>
                  <a:pt x="38224" y="183559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120" y="182551"/>
                </a:moveTo>
                <a:lnTo>
                  <a:pt x="38166" y="183223"/>
                </a:lnTo>
                <a:lnTo>
                  <a:pt x="38335" y="183522"/>
                </a:lnTo>
                <a:lnTo>
                  <a:pt x="38245" y="182904"/>
                </a:lnTo>
                <a:lnTo>
                  <a:pt x="38120" y="182551"/>
                </a:lnTo>
                <a:close/>
              </a:path>
              <a:path w="378460" h="328929">
                <a:moveTo>
                  <a:pt x="37809" y="182683"/>
                </a:moveTo>
                <a:lnTo>
                  <a:pt x="37681" y="183388"/>
                </a:lnTo>
                <a:lnTo>
                  <a:pt x="37792" y="182999"/>
                </a:lnTo>
                <a:lnTo>
                  <a:pt x="37809" y="182683"/>
                </a:lnTo>
                <a:close/>
              </a:path>
              <a:path w="378460" h="328929">
                <a:moveTo>
                  <a:pt x="37854" y="182778"/>
                </a:moveTo>
                <a:lnTo>
                  <a:pt x="37681" y="183388"/>
                </a:lnTo>
                <a:lnTo>
                  <a:pt x="37938" y="183388"/>
                </a:lnTo>
                <a:lnTo>
                  <a:pt x="37854" y="182778"/>
                </a:lnTo>
                <a:close/>
              </a:path>
              <a:path w="378460" h="328929">
                <a:moveTo>
                  <a:pt x="37919" y="182785"/>
                </a:moveTo>
                <a:lnTo>
                  <a:pt x="37959" y="182999"/>
                </a:lnTo>
                <a:lnTo>
                  <a:pt x="38065" y="183223"/>
                </a:lnTo>
                <a:lnTo>
                  <a:pt x="37986" y="182904"/>
                </a:lnTo>
                <a:close/>
              </a:path>
              <a:path w="378460" h="328929">
                <a:moveTo>
                  <a:pt x="37946" y="182454"/>
                </a:moveTo>
                <a:lnTo>
                  <a:pt x="37986" y="182904"/>
                </a:lnTo>
                <a:lnTo>
                  <a:pt x="38078" y="183067"/>
                </a:lnTo>
                <a:lnTo>
                  <a:pt x="37946" y="182454"/>
                </a:lnTo>
                <a:close/>
              </a:path>
              <a:path w="378460" h="328929">
                <a:moveTo>
                  <a:pt x="38008" y="182236"/>
                </a:moveTo>
                <a:lnTo>
                  <a:pt x="37971" y="182551"/>
                </a:lnTo>
                <a:lnTo>
                  <a:pt x="38084" y="182999"/>
                </a:lnTo>
                <a:lnTo>
                  <a:pt x="38008" y="182236"/>
                </a:lnTo>
                <a:close/>
              </a:path>
              <a:path w="378460" h="328929">
                <a:moveTo>
                  <a:pt x="37542" y="182118"/>
                </a:moveTo>
                <a:lnTo>
                  <a:pt x="37809" y="182683"/>
                </a:lnTo>
                <a:lnTo>
                  <a:pt x="37732" y="182454"/>
                </a:lnTo>
                <a:lnTo>
                  <a:pt x="37542" y="182118"/>
                </a:lnTo>
                <a:close/>
              </a:path>
              <a:path w="378460" h="328929">
                <a:moveTo>
                  <a:pt x="37862" y="182118"/>
                </a:moveTo>
                <a:lnTo>
                  <a:pt x="37542" y="182118"/>
                </a:lnTo>
                <a:lnTo>
                  <a:pt x="37822" y="182614"/>
                </a:lnTo>
                <a:lnTo>
                  <a:pt x="37862" y="182118"/>
                </a:lnTo>
                <a:close/>
              </a:path>
              <a:path w="378460" h="328929">
                <a:moveTo>
                  <a:pt x="37607" y="181102"/>
                </a:moveTo>
                <a:lnTo>
                  <a:pt x="37891" y="182234"/>
                </a:lnTo>
                <a:lnTo>
                  <a:pt x="37769" y="181559"/>
                </a:lnTo>
                <a:lnTo>
                  <a:pt x="37607" y="181102"/>
                </a:lnTo>
                <a:close/>
              </a:path>
              <a:path w="378460" h="328929">
                <a:moveTo>
                  <a:pt x="38249" y="180962"/>
                </a:moveTo>
                <a:lnTo>
                  <a:pt x="38181" y="181102"/>
                </a:lnTo>
                <a:lnTo>
                  <a:pt x="38100" y="181912"/>
                </a:lnTo>
                <a:lnTo>
                  <a:pt x="38218" y="181347"/>
                </a:lnTo>
                <a:lnTo>
                  <a:pt x="38249" y="180962"/>
                </a:lnTo>
                <a:close/>
              </a:path>
              <a:path w="378460" h="328929">
                <a:moveTo>
                  <a:pt x="37886" y="181737"/>
                </a:moveTo>
                <a:lnTo>
                  <a:pt x="37891" y="181905"/>
                </a:lnTo>
                <a:lnTo>
                  <a:pt x="37886" y="181737"/>
                </a:lnTo>
                <a:close/>
              </a:path>
              <a:path w="378460" h="328929">
                <a:moveTo>
                  <a:pt x="37866" y="181102"/>
                </a:moveTo>
                <a:lnTo>
                  <a:pt x="37607" y="181102"/>
                </a:lnTo>
                <a:lnTo>
                  <a:pt x="37831" y="181737"/>
                </a:lnTo>
                <a:lnTo>
                  <a:pt x="37866" y="181102"/>
                </a:lnTo>
                <a:close/>
              </a:path>
              <a:path w="378460" h="328929">
                <a:moveTo>
                  <a:pt x="38018" y="181347"/>
                </a:moveTo>
                <a:lnTo>
                  <a:pt x="37885" y="181710"/>
                </a:lnTo>
                <a:lnTo>
                  <a:pt x="38010" y="181452"/>
                </a:lnTo>
                <a:close/>
              </a:path>
              <a:path w="378460" h="328929">
                <a:moveTo>
                  <a:pt x="37834" y="180086"/>
                </a:moveTo>
                <a:lnTo>
                  <a:pt x="37885" y="181702"/>
                </a:lnTo>
                <a:lnTo>
                  <a:pt x="38007" y="181377"/>
                </a:lnTo>
                <a:lnTo>
                  <a:pt x="37834" y="180086"/>
                </a:lnTo>
                <a:close/>
              </a:path>
              <a:path w="378460" h="328929">
                <a:moveTo>
                  <a:pt x="38539" y="180365"/>
                </a:moveTo>
                <a:lnTo>
                  <a:pt x="38249" y="180962"/>
                </a:lnTo>
                <a:lnTo>
                  <a:pt x="38200" y="181559"/>
                </a:lnTo>
                <a:lnTo>
                  <a:pt x="38539" y="180365"/>
                </a:lnTo>
                <a:close/>
              </a:path>
              <a:path w="378460" h="328929">
                <a:moveTo>
                  <a:pt x="38273" y="180668"/>
                </a:moveTo>
                <a:lnTo>
                  <a:pt x="38162" y="180962"/>
                </a:lnTo>
                <a:lnTo>
                  <a:pt x="38047" y="181377"/>
                </a:lnTo>
                <a:lnTo>
                  <a:pt x="38148" y="181170"/>
                </a:lnTo>
                <a:lnTo>
                  <a:pt x="38273" y="180668"/>
                </a:lnTo>
                <a:close/>
              </a:path>
              <a:path w="378460" h="328929">
                <a:moveTo>
                  <a:pt x="38282" y="180086"/>
                </a:moveTo>
                <a:lnTo>
                  <a:pt x="37834" y="180086"/>
                </a:lnTo>
                <a:lnTo>
                  <a:pt x="38018" y="181347"/>
                </a:lnTo>
                <a:lnTo>
                  <a:pt x="38122" y="180962"/>
                </a:lnTo>
                <a:lnTo>
                  <a:pt x="38282" y="180086"/>
                </a:lnTo>
                <a:close/>
              </a:path>
              <a:path w="378460" h="328929">
                <a:moveTo>
                  <a:pt x="38351" y="179705"/>
                </a:moveTo>
                <a:lnTo>
                  <a:pt x="38084" y="181170"/>
                </a:lnTo>
                <a:lnTo>
                  <a:pt x="38273" y="180668"/>
                </a:lnTo>
                <a:lnTo>
                  <a:pt x="38351" y="179705"/>
                </a:lnTo>
                <a:close/>
              </a:path>
              <a:path w="378460" h="328929">
                <a:moveTo>
                  <a:pt x="39015" y="178689"/>
                </a:moveTo>
                <a:lnTo>
                  <a:pt x="38273" y="180668"/>
                </a:lnTo>
                <a:lnTo>
                  <a:pt x="38249" y="180962"/>
                </a:lnTo>
                <a:lnTo>
                  <a:pt x="38539" y="180365"/>
                </a:lnTo>
                <a:lnTo>
                  <a:pt x="39015" y="178689"/>
                </a:lnTo>
                <a:close/>
              </a:path>
              <a:path w="378460" h="328929">
                <a:moveTo>
                  <a:pt x="38634" y="179705"/>
                </a:moveTo>
                <a:lnTo>
                  <a:pt x="38351" y="179705"/>
                </a:lnTo>
                <a:lnTo>
                  <a:pt x="38273" y="180668"/>
                </a:lnTo>
                <a:lnTo>
                  <a:pt x="38634" y="179705"/>
                </a:lnTo>
                <a:close/>
              </a:path>
              <a:path w="378460" h="328929">
                <a:moveTo>
                  <a:pt x="39355" y="178689"/>
                </a:moveTo>
                <a:lnTo>
                  <a:pt x="39015" y="178689"/>
                </a:lnTo>
                <a:lnTo>
                  <a:pt x="38539" y="180365"/>
                </a:lnTo>
                <a:lnTo>
                  <a:pt x="39355" y="178689"/>
                </a:lnTo>
                <a:close/>
              </a:path>
              <a:path w="378460" h="328929">
                <a:moveTo>
                  <a:pt x="348855" y="29972"/>
                </a:moveTo>
                <a:lnTo>
                  <a:pt x="264874" y="29972"/>
                </a:lnTo>
                <a:lnTo>
                  <a:pt x="277333" y="65913"/>
                </a:lnTo>
                <a:lnTo>
                  <a:pt x="259192" y="72221"/>
                </a:lnTo>
                <a:lnTo>
                  <a:pt x="271389" y="108204"/>
                </a:lnTo>
                <a:lnTo>
                  <a:pt x="348855" y="29972"/>
                </a:lnTo>
                <a:close/>
              </a:path>
              <a:path w="378460" h="328929">
                <a:moveTo>
                  <a:pt x="264874" y="29972"/>
                </a:moveTo>
                <a:lnTo>
                  <a:pt x="246976" y="36182"/>
                </a:lnTo>
                <a:lnTo>
                  <a:pt x="259192" y="72221"/>
                </a:lnTo>
                <a:lnTo>
                  <a:pt x="277333" y="65913"/>
                </a:lnTo>
                <a:lnTo>
                  <a:pt x="264874" y="29972"/>
                </a:lnTo>
                <a:close/>
              </a:path>
              <a:path w="378460" h="328929">
                <a:moveTo>
                  <a:pt x="234712" y="0"/>
                </a:moveTo>
                <a:lnTo>
                  <a:pt x="246976" y="36182"/>
                </a:lnTo>
                <a:lnTo>
                  <a:pt x="264874" y="29972"/>
                </a:lnTo>
                <a:lnTo>
                  <a:pt x="348855" y="29972"/>
                </a:lnTo>
                <a:lnTo>
                  <a:pt x="361305" y="17399"/>
                </a:lnTo>
                <a:lnTo>
                  <a:pt x="2347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4239" y="492353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07340" y="528319"/>
            <a:ext cx="708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’)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的关于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项目的识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别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活前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2800" spc="2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2800" spc="-5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333247" y="26923"/>
            <a:ext cx="8027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553959" y="350901"/>
            <a:ext cx="1440815" cy="170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8475" indent="-486409">
              <a:lnSpc>
                <a:spcPts val="2280"/>
              </a:lnSpc>
              <a:spcBef>
                <a:spcPts val="100"/>
              </a:spcBef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28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9654" y="6096761"/>
            <a:ext cx="2588260" cy="485140"/>
          </a:xfrm>
          <a:custGeom>
            <a:avLst/>
            <a:gdLst/>
            <a:ahLst/>
            <a:cxnLst/>
            <a:rect l="l" t="t" r="r" b="b"/>
            <a:pathLst>
              <a:path w="2588260" h="485140">
                <a:moveTo>
                  <a:pt x="0" y="484631"/>
                </a:moveTo>
                <a:lnTo>
                  <a:pt x="2587752" y="484631"/>
                </a:lnTo>
                <a:lnTo>
                  <a:pt x="2587752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89826" y="3268217"/>
            <a:ext cx="1633855" cy="344805"/>
          </a:xfrm>
          <a:custGeom>
            <a:avLst/>
            <a:gdLst/>
            <a:ahLst/>
            <a:cxnLst/>
            <a:rect l="l" t="t" r="r" b="b"/>
            <a:pathLst>
              <a:path w="1633854" h="344804">
                <a:moveTo>
                  <a:pt x="0" y="344423"/>
                </a:moveTo>
                <a:lnTo>
                  <a:pt x="1633727" y="344423"/>
                </a:lnTo>
                <a:lnTo>
                  <a:pt x="1633727" y="0"/>
                </a:lnTo>
                <a:lnTo>
                  <a:pt x="0" y="0"/>
                </a:lnTo>
                <a:lnTo>
                  <a:pt x="0" y="344423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89826" y="3268217"/>
            <a:ext cx="1633855" cy="344805"/>
          </a:xfrm>
          <a:custGeom>
            <a:avLst/>
            <a:gdLst/>
            <a:ahLst/>
            <a:cxnLst/>
            <a:rect l="l" t="t" r="r" b="b"/>
            <a:pathLst>
              <a:path w="1633854" h="344804">
                <a:moveTo>
                  <a:pt x="0" y="344423"/>
                </a:moveTo>
                <a:lnTo>
                  <a:pt x="1633727" y="344423"/>
                </a:lnTo>
                <a:lnTo>
                  <a:pt x="1633727" y="0"/>
                </a:lnTo>
                <a:lnTo>
                  <a:pt x="0" y="0"/>
                </a:lnTo>
                <a:lnTo>
                  <a:pt x="0" y="344423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9465" y="5246370"/>
            <a:ext cx="2927985" cy="483234"/>
          </a:xfrm>
          <a:custGeom>
            <a:avLst/>
            <a:gdLst/>
            <a:ahLst/>
            <a:cxnLst/>
            <a:rect l="l" t="t" r="r" b="b"/>
            <a:pathLst>
              <a:path w="2927985" h="483235">
                <a:moveTo>
                  <a:pt x="0" y="483107"/>
                </a:moveTo>
                <a:lnTo>
                  <a:pt x="2927604" y="483107"/>
                </a:lnTo>
                <a:lnTo>
                  <a:pt x="2927604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78858" y="3938778"/>
            <a:ext cx="1752600" cy="355600"/>
          </a:xfrm>
          <a:custGeom>
            <a:avLst/>
            <a:gdLst/>
            <a:ahLst/>
            <a:cxnLst/>
            <a:rect l="l" t="t" r="r" b="b"/>
            <a:pathLst>
              <a:path w="1752600" h="355600">
                <a:moveTo>
                  <a:pt x="0" y="355092"/>
                </a:moveTo>
                <a:lnTo>
                  <a:pt x="1752600" y="355092"/>
                </a:lnTo>
                <a:lnTo>
                  <a:pt x="1752600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8858" y="3938778"/>
            <a:ext cx="1752600" cy="355600"/>
          </a:xfrm>
          <a:custGeom>
            <a:avLst/>
            <a:gdLst/>
            <a:ahLst/>
            <a:cxnLst/>
            <a:rect l="l" t="t" r="r" b="b"/>
            <a:pathLst>
              <a:path w="1752600" h="355600">
                <a:moveTo>
                  <a:pt x="0" y="355092"/>
                </a:moveTo>
                <a:lnTo>
                  <a:pt x="1752600" y="355092"/>
                </a:lnTo>
                <a:lnTo>
                  <a:pt x="1752600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01261" y="3213354"/>
            <a:ext cx="1409700" cy="399415"/>
          </a:xfrm>
          <a:custGeom>
            <a:avLst/>
            <a:gdLst/>
            <a:ahLst/>
            <a:cxnLst/>
            <a:rect l="l" t="t" r="r" b="b"/>
            <a:pathLst>
              <a:path w="1409700" h="399414">
                <a:moveTo>
                  <a:pt x="0" y="399288"/>
                </a:moveTo>
                <a:lnTo>
                  <a:pt x="1409700" y="399288"/>
                </a:lnTo>
                <a:lnTo>
                  <a:pt x="1409700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01261" y="3213354"/>
            <a:ext cx="1409700" cy="399415"/>
          </a:xfrm>
          <a:custGeom>
            <a:avLst/>
            <a:gdLst/>
            <a:ahLst/>
            <a:cxnLst/>
            <a:rect l="l" t="t" r="r" b="b"/>
            <a:pathLst>
              <a:path w="1409700" h="399414">
                <a:moveTo>
                  <a:pt x="0" y="399288"/>
                </a:moveTo>
                <a:lnTo>
                  <a:pt x="1409700" y="399288"/>
                </a:lnTo>
                <a:lnTo>
                  <a:pt x="1409700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78858" y="3938778"/>
            <a:ext cx="1758950" cy="355600"/>
          </a:xfrm>
          <a:custGeom>
            <a:avLst/>
            <a:gdLst/>
            <a:ahLst/>
            <a:cxnLst/>
            <a:rect l="l" t="t" r="r" b="b"/>
            <a:pathLst>
              <a:path w="1758950" h="355600">
                <a:moveTo>
                  <a:pt x="0" y="355092"/>
                </a:moveTo>
                <a:lnTo>
                  <a:pt x="1758695" y="355092"/>
                </a:lnTo>
                <a:lnTo>
                  <a:pt x="1758695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43502" y="3840937"/>
            <a:ext cx="4343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89826" y="3277361"/>
            <a:ext cx="1626235" cy="344805"/>
          </a:xfrm>
          <a:custGeom>
            <a:avLst/>
            <a:gdLst/>
            <a:ahLst/>
            <a:cxnLst/>
            <a:rect l="l" t="t" r="r" b="b"/>
            <a:pathLst>
              <a:path w="1626234" h="344804">
                <a:moveTo>
                  <a:pt x="0" y="344424"/>
                </a:moveTo>
                <a:lnTo>
                  <a:pt x="1626107" y="344424"/>
                </a:lnTo>
                <a:lnTo>
                  <a:pt x="162610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4162" y="4423409"/>
            <a:ext cx="2400300" cy="485140"/>
          </a:xfrm>
          <a:prstGeom prst="rect">
            <a:avLst/>
          </a:prstGeom>
          <a:solidFill>
            <a:srgbClr val="0080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79654" y="1029461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905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 marR="199390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>
              <a:lnSpc>
                <a:spcPts val="3629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13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90805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2140" y="54604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61053" y="698754"/>
            <a:ext cx="20332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34461" y="9723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34583" y="61950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02202" y="1736851"/>
            <a:ext cx="1849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34461" y="1784604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241675" y="543306"/>
            <a:ext cx="378460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61053" y="1309877"/>
            <a:ext cx="2476500" cy="948055"/>
          </a:xfrm>
          <a:custGeom>
            <a:avLst/>
            <a:gdLst/>
            <a:ahLst/>
            <a:cxnLst/>
            <a:rect l="l" t="t" r="r" b="b"/>
            <a:pathLst>
              <a:path w="2476500" h="948055">
                <a:moveTo>
                  <a:pt x="0" y="947927"/>
                </a:moveTo>
                <a:lnTo>
                  <a:pt x="2476500" y="947927"/>
                </a:lnTo>
                <a:lnTo>
                  <a:pt x="2476500" y="0"/>
                </a:lnTo>
                <a:lnTo>
                  <a:pt x="0" y="0"/>
                </a:lnTo>
                <a:lnTo>
                  <a:pt x="0" y="9479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876802" y="1273556"/>
            <a:ext cx="275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909" sz="4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baseline="-26909" sz="4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02202" y="2450083"/>
            <a:ext cx="17259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34461" y="2724911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1" y="0"/>
                </a:moveTo>
                <a:lnTo>
                  <a:pt x="774191" y="114300"/>
                </a:lnTo>
                <a:lnTo>
                  <a:pt x="850391" y="76200"/>
                </a:lnTo>
                <a:lnTo>
                  <a:pt x="793241" y="76200"/>
                </a:lnTo>
                <a:lnTo>
                  <a:pt x="793241" y="38100"/>
                </a:lnTo>
                <a:lnTo>
                  <a:pt x="850391" y="38100"/>
                </a:lnTo>
                <a:lnTo>
                  <a:pt x="774191" y="0"/>
                </a:lnTo>
                <a:close/>
              </a:path>
              <a:path w="889000" h="114300">
                <a:moveTo>
                  <a:pt x="7741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1" y="76200"/>
                </a:lnTo>
                <a:lnTo>
                  <a:pt x="774191" y="38100"/>
                </a:lnTo>
                <a:close/>
              </a:path>
              <a:path w="889000" h="114300">
                <a:moveTo>
                  <a:pt x="850391" y="38100"/>
                </a:moveTo>
                <a:lnTo>
                  <a:pt x="793241" y="38100"/>
                </a:lnTo>
                <a:lnTo>
                  <a:pt x="793241" y="76200"/>
                </a:lnTo>
                <a:lnTo>
                  <a:pt x="850391" y="76200"/>
                </a:lnTo>
                <a:lnTo>
                  <a:pt x="888491" y="57150"/>
                </a:lnTo>
                <a:lnTo>
                  <a:pt x="8503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197098" y="2307463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61053" y="2486405"/>
            <a:ext cx="1995170" cy="485140"/>
          </a:xfrm>
          <a:custGeom>
            <a:avLst/>
            <a:gdLst/>
            <a:ahLst/>
            <a:cxnLst/>
            <a:rect l="l" t="t" r="r" b="b"/>
            <a:pathLst>
              <a:path w="1995170" h="485139">
                <a:moveTo>
                  <a:pt x="0" y="484632"/>
                </a:moveTo>
                <a:lnTo>
                  <a:pt x="1994916" y="484632"/>
                </a:lnTo>
                <a:lnTo>
                  <a:pt x="1994916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908928" y="24202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42003" y="4871720"/>
            <a:ext cx="2743200" cy="1945639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46990" marR="239395">
              <a:lnSpc>
                <a:spcPct val="97900"/>
              </a:lnSpc>
              <a:spcBef>
                <a:spcPts val="1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22953" y="4880609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8"/>
                </a:moveTo>
                <a:lnTo>
                  <a:pt x="2781300" y="1915668"/>
                </a:lnTo>
                <a:lnTo>
                  <a:pt x="2781300" y="0"/>
                </a:lnTo>
                <a:lnTo>
                  <a:pt x="0" y="0"/>
                </a:lnTo>
                <a:lnTo>
                  <a:pt x="0" y="19156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626732" y="5322823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455419" y="3938778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2"/>
                </a:moveTo>
                <a:lnTo>
                  <a:pt x="0" y="370332"/>
                </a:lnTo>
                <a:lnTo>
                  <a:pt x="57150" y="484632"/>
                </a:lnTo>
                <a:lnTo>
                  <a:pt x="104775" y="389382"/>
                </a:lnTo>
                <a:lnTo>
                  <a:pt x="38100" y="389382"/>
                </a:lnTo>
                <a:lnTo>
                  <a:pt x="38100" y="370332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2"/>
                </a:lnTo>
                <a:lnTo>
                  <a:pt x="76200" y="389382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2"/>
                </a:moveTo>
                <a:lnTo>
                  <a:pt x="76200" y="370332"/>
                </a:lnTo>
                <a:lnTo>
                  <a:pt x="76200" y="389382"/>
                </a:lnTo>
                <a:lnTo>
                  <a:pt x="104775" y="389382"/>
                </a:lnTo>
                <a:lnTo>
                  <a:pt x="114300" y="3703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590294" y="3898519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46273" y="435571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93306" y="651509"/>
            <a:ext cx="193040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93306" y="1346708"/>
            <a:ext cx="145669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290183" y="1029461"/>
            <a:ext cx="512445" cy="297180"/>
          </a:xfrm>
          <a:custGeom>
            <a:avLst/>
            <a:gdLst/>
            <a:ahLst/>
            <a:cxnLst/>
            <a:rect l="l" t="t" r="r" b="b"/>
            <a:pathLst>
              <a:path w="512445" h="297180">
                <a:moveTo>
                  <a:pt x="403100" y="38993"/>
                </a:moveTo>
                <a:lnTo>
                  <a:pt x="0" y="263778"/>
                </a:lnTo>
                <a:lnTo>
                  <a:pt x="18541" y="297052"/>
                </a:lnTo>
                <a:lnTo>
                  <a:pt x="421642" y="72267"/>
                </a:lnTo>
                <a:lnTo>
                  <a:pt x="403100" y="38993"/>
                </a:lnTo>
                <a:close/>
              </a:path>
              <a:path w="512445" h="297180">
                <a:moveTo>
                  <a:pt x="491914" y="29717"/>
                </a:moveTo>
                <a:lnTo>
                  <a:pt x="419735" y="29717"/>
                </a:lnTo>
                <a:lnTo>
                  <a:pt x="438276" y="62991"/>
                </a:lnTo>
                <a:lnTo>
                  <a:pt x="421642" y="72267"/>
                </a:lnTo>
                <a:lnTo>
                  <a:pt x="440182" y="105537"/>
                </a:lnTo>
                <a:lnTo>
                  <a:pt x="491914" y="29717"/>
                </a:lnTo>
                <a:close/>
              </a:path>
              <a:path w="512445" h="297180">
                <a:moveTo>
                  <a:pt x="419735" y="29717"/>
                </a:moveTo>
                <a:lnTo>
                  <a:pt x="403100" y="38993"/>
                </a:lnTo>
                <a:lnTo>
                  <a:pt x="421642" y="72267"/>
                </a:lnTo>
                <a:lnTo>
                  <a:pt x="438276" y="62991"/>
                </a:lnTo>
                <a:lnTo>
                  <a:pt x="419735" y="29717"/>
                </a:lnTo>
                <a:close/>
              </a:path>
              <a:path w="512445" h="297180">
                <a:moveTo>
                  <a:pt x="512190" y="0"/>
                </a:moveTo>
                <a:lnTo>
                  <a:pt x="384556" y="5714"/>
                </a:lnTo>
                <a:lnTo>
                  <a:pt x="403100" y="38993"/>
                </a:lnTo>
                <a:lnTo>
                  <a:pt x="419735" y="29717"/>
                </a:lnTo>
                <a:lnTo>
                  <a:pt x="491914" y="29717"/>
                </a:lnTo>
                <a:lnTo>
                  <a:pt x="5121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417055" y="721232"/>
            <a:ext cx="257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802373" y="660654"/>
            <a:ext cx="2178050" cy="1430020"/>
          </a:xfrm>
          <a:custGeom>
            <a:avLst/>
            <a:gdLst/>
            <a:ahLst/>
            <a:cxnLst/>
            <a:rect l="l" t="t" r="r" b="b"/>
            <a:pathLst>
              <a:path w="2178050" h="1430020">
                <a:moveTo>
                  <a:pt x="0" y="1429512"/>
                </a:moveTo>
                <a:lnTo>
                  <a:pt x="2177796" y="1429512"/>
                </a:lnTo>
                <a:lnTo>
                  <a:pt x="21777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8728836" y="1268983"/>
            <a:ext cx="21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6804" y="5265420"/>
            <a:ext cx="2871470" cy="433070"/>
          </a:xfrm>
          <a:prstGeom prst="rect">
            <a:avLst/>
          </a:prstGeom>
          <a:solidFill>
            <a:srgbClr val="333300"/>
          </a:solidFill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341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8515" y="6115811"/>
            <a:ext cx="2529840" cy="447040"/>
          </a:xfrm>
          <a:prstGeom prst="rect">
            <a:avLst/>
          </a:prstGeom>
          <a:solidFill>
            <a:srgbClr val="800080"/>
          </a:solidFill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51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17754" y="5232653"/>
            <a:ext cx="2918460" cy="485140"/>
          </a:xfrm>
          <a:custGeom>
            <a:avLst/>
            <a:gdLst/>
            <a:ahLst/>
            <a:cxnLst/>
            <a:rect l="l" t="t" r="r" b="b"/>
            <a:pathLst>
              <a:path w="2918460" h="485139">
                <a:moveTo>
                  <a:pt x="0" y="484632"/>
                </a:moveTo>
                <a:lnTo>
                  <a:pt x="2918460" y="484632"/>
                </a:lnTo>
                <a:lnTo>
                  <a:pt x="2918460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238245" y="520486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99465" y="6096761"/>
            <a:ext cx="2567940" cy="485140"/>
          </a:xfrm>
          <a:custGeom>
            <a:avLst/>
            <a:gdLst/>
            <a:ahLst/>
            <a:cxnLst/>
            <a:rect l="l" t="t" r="r" b="b"/>
            <a:pathLst>
              <a:path w="2567940" h="485140">
                <a:moveTo>
                  <a:pt x="0" y="484631"/>
                </a:moveTo>
                <a:lnTo>
                  <a:pt x="2567940" y="484631"/>
                </a:lnTo>
                <a:lnTo>
                  <a:pt x="2567940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940" y="6148527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94906" y="2452242"/>
            <a:ext cx="2019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41670" y="4662170"/>
            <a:ext cx="979805" cy="438784"/>
          </a:xfrm>
          <a:custGeom>
            <a:avLst/>
            <a:gdLst/>
            <a:ahLst/>
            <a:cxnLst/>
            <a:rect l="l" t="t" r="r" b="b"/>
            <a:pathLst>
              <a:path w="979804" h="438785">
                <a:moveTo>
                  <a:pt x="943728" y="38099"/>
                </a:moveTo>
                <a:lnTo>
                  <a:pt x="811656" y="38099"/>
                </a:lnTo>
                <a:lnTo>
                  <a:pt x="828801" y="38353"/>
                </a:lnTo>
                <a:lnTo>
                  <a:pt x="844423" y="39115"/>
                </a:lnTo>
                <a:lnTo>
                  <a:pt x="883030" y="46227"/>
                </a:lnTo>
                <a:lnTo>
                  <a:pt x="921765" y="69976"/>
                </a:lnTo>
                <a:lnTo>
                  <a:pt x="939546" y="109854"/>
                </a:lnTo>
                <a:lnTo>
                  <a:pt x="941704" y="130936"/>
                </a:lnTo>
                <a:lnTo>
                  <a:pt x="941624" y="144652"/>
                </a:lnTo>
                <a:lnTo>
                  <a:pt x="935608" y="194944"/>
                </a:lnTo>
                <a:lnTo>
                  <a:pt x="920241" y="255269"/>
                </a:lnTo>
                <a:lnTo>
                  <a:pt x="898398" y="320928"/>
                </a:lnTo>
                <a:lnTo>
                  <a:pt x="872489" y="389762"/>
                </a:lnTo>
                <a:lnTo>
                  <a:pt x="858774" y="424941"/>
                </a:lnTo>
                <a:lnTo>
                  <a:pt x="894333" y="438657"/>
                </a:lnTo>
                <a:lnTo>
                  <a:pt x="921384" y="368553"/>
                </a:lnTo>
                <a:lnTo>
                  <a:pt x="945896" y="299973"/>
                </a:lnTo>
                <a:lnTo>
                  <a:pt x="965580" y="234441"/>
                </a:lnTo>
                <a:lnTo>
                  <a:pt x="975486" y="187959"/>
                </a:lnTo>
                <a:lnTo>
                  <a:pt x="979804" y="144652"/>
                </a:lnTo>
                <a:lnTo>
                  <a:pt x="979804" y="130936"/>
                </a:lnTo>
                <a:lnTo>
                  <a:pt x="974598" y="92201"/>
                </a:lnTo>
                <a:lnTo>
                  <a:pt x="952373" y="47370"/>
                </a:lnTo>
                <a:lnTo>
                  <a:pt x="943728" y="38099"/>
                </a:lnTo>
                <a:close/>
              </a:path>
              <a:path w="979804" h="438785">
                <a:moveTo>
                  <a:pt x="91058" y="138683"/>
                </a:moveTo>
                <a:lnTo>
                  <a:pt x="0" y="228345"/>
                </a:lnTo>
                <a:lnTo>
                  <a:pt x="126364" y="247268"/>
                </a:lnTo>
                <a:lnTo>
                  <a:pt x="116537" y="217042"/>
                </a:lnTo>
                <a:lnTo>
                  <a:pt x="96519" y="217042"/>
                </a:lnTo>
                <a:lnTo>
                  <a:pt x="84708" y="180720"/>
                </a:lnTo>
                <a:lnTo>
                  <a:pt x="102823" y="174866"/>
                </a:lnTo>
                <a:lnTo>
                  <a:pt x="91058" y="138683"/>
                </a:lnTo>
                <a:close/>
              </a:path>
              <a:path w="979804" h="438785">
                <a:moveTo>
                  <a:pt x="102823" y="174866"/>
                </a:moveTo>
                <a:lnTo>
                  <a:pt x="84708" y="180720"/>
                </a:lnTo>
                <a:lnTo>
                  <a:pt x="96519" y="217042"/>
                </a:lnTo>
                <a:lnTo>
                  <a:pt x="114609" y="211113"/>
                </a:lnTo>
                <a:lnTo>
                  <a:pt x="102823" y="174866"/>
                </a:lnTo>
                <a:close/>
              </a:path>
              <a:path w="979804" h="438785">
                <a:moveTo>
                  <a:pt x="114609" y="211113"/>
                </a:moveTo>
                <a:lnTo>
                  <a:pt x="96519" y="217042"/>
                </a:lnTo>
                <a:lnTo>
                  <a:pt x="116537" y="217042"/>
                </a:lnTo>
                <a:lnTo>
                  <a:pt x="114609" y="211113"/>
                </a:lnTo>
                <a:close/>
              </a:path>
              <a:path w="979804" h="438785">
                <a:moveTo>
                  <a:pt x="812164" y="0"/>
                </a:moveTo>
                <a:lnTo>
                  <a:pt x="771525" y="2031"/>
                </a:lnTo>
                <a:lnTo>
                  <a:pt x="726947" y="6857"/>
                </a:lnTo>
                <a:lnTo>
                  <a:pt x="678941" y="14350"/>
                </a:lnTo>
                <a:lnTo>
                  <a:pt x="627506" y="24383"/>
                </a:lnTo>
                <a:lnTo>
                  <a:pt x="573024" y="36575"/>
                </a:lnTo>
                <a:lnTo>
                  <a:pt x="515746" y="50799"/>
                </a:lnTo>
                <a:lnTo>
                  <a:pt x="456056" y="66801"/>
                </a:lnTo>
                <a:lnTo>
                  <a:pt x="394207" y="84327"/>
                </a:lnTo>
                <a:lnTo>
                  <a:pt x="330326" y="103250"/>
                </a:lnTo>
                <a:lnTo>
                  <a:pt x="264921" y="123316"/>
                </a:lnTo>
                <a:lnTo>
                  <a:pt x="102823" y="174866"/>
                </a:lnTo>
                <a:lnTo>
                  <a:pt x="114609" y="211113"/>
                </a:lnTo>
                <a:lnTo>
                  <a:pt x="142239" y="202056"/>
                </a:lnTo>
                <a:lnTo>
                  <a:pt x="276097" y="159638"/>
                </a:lnTo>
                <a:lnTo>
                  <a:pt x="404621" y="121030"/>
                </a:lnTo>
                <a:lnTo>
                  <a:pt x="465963" y="103631"/>
                </a:lnTo>
                <a:lnTo>
                  <a:pt x="525144" y="87756"/>
                </a:lnTo>
                <a:lnTo>
                  <a:pt x="581532" y="73786"/>
                </a:lnTo>
                <a:lnTo>
                  <a:pt x="635126" y="61721"/>
                </a:lnTo>
                <a:lnTo>
                  <a:pt x="685291" y="51942"/>
                </a:lnTo>
                <a:lnTo>
                  <a:pt x="731646" y="44703"/>
                </a:lnTo>
                <a:lnTo>
                  <a:pt x="774064" y="40004"/>
                </a:lnTo>
                <a:lnTo>
                  <a:pt x="811656" y="38099"/>
                </a:lnTo>
                <a:lnTo>
                  <a:pt x="943728" y="38099"/>
                </a:lnTo>
                <a:lnTo>
                  <a:pt x="910081" y="15747"/>
                </a:lnTo>
                <a:lnTo>
                  <a:pt x="865758" y="3428"/>
                </a:lnTo>
                <a:lnTo>
                  <a:pt x="830960" y="253"/>
                </a:lnTo>
                <a:lnTo>
                  <a:pt x="8121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493128" y="4252036"/>
            <a:ext cx="203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716011" y="2090166"/>
            <a:ext cx="114300" cy="396240"/>
          </a:xfrm>
          <a:custGeom>
            <a:avLst/>
            <a:gdLst/>
            <a:ahLst/>
            <a:cxnLst/>
            <a:rect l="l" t="t" r="r" b="b"/>
            <a:pathLst>
              <a:path w="114300" h="396239">
                <a:moveTo>
                  <a:pt x="38100" y="281939"/>
                </a:moveTo>
                <a:lnTo>
                  <a:pt x="0" y="281939"/>
                </a:lnTo>
                <a:lnTo>
                  <a:pt x="57150" y="396239"/>
                </a:lnTo>
                <a:lnTo>
                  <a:pt x="104775" y="300989"/>
                </a:lnTo>
                <a:lnTo>
                  <a:pt x="38100" y="300989"/>
                </a:lnTo>
                <a:lnTo>
                  <a:pt x="38100" y="281939"/>
                </a:lnTo>
                <a:close/>
              </a:path>
              <a:path w="114300" h="396239">
                <a:moveTo>
                  <a:pt x="76200" y="0"/>
                </a:moveTo>
                <a:lnTo>
                  <a:pt x="38100" y="0"/>
                </a:lnTo>
                <a:lnTo>
                  <a:pt x="38100" y="300989"/>
                </a:lnTo>
                <a:lnTo>
                  <a:pt x="76200" y="300989"/>
                </a:lnTo>
                <a:lnTo>
                  <a:pt x="76200" y="0"/>
                </a:lnTo>
                <a:close/>
              </a:path>
              <a:path w="114300" h="396239">
                <a:moveTo>
                  <a:pt x="114300" y="281939"/>
                </a:moveTo>
                <a:lnTo>
                  <a:pt x="76200" y="281939"/>
                </a:lnTo>
                <a:lnTo>
                  <a:pt x="76200" y="300989"/>
                </a:lnTo>
                <a:lnTo>
                  <a:pt x="104775" y="300989"/>
                </a:lnTo>
                <a:lnTo>
                  <a:pt x="114300" y="281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801736" y="1959610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928866" y="2847594"/>
            <a:ext cx="2215515" cy="0"/>
          </a:xfrm>
          <a:custGeom>
            <a:avLst/>
            <a:gdLst/>
            <a:ahLst/>
            <a:cxnLst/>
            <a:rect l="l" t="t" r="r" b="b"/>
            <a:pathLst>
              <a:path w="2215515" h="0">
                <a:moveTo>
                  <a:pt x="0" y="0"/>
                </a:moveTo>
                <a:lnTo>
                  <a:pt x="221513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928866" y="2462022"/>
            <a:ext cx="2215515" cy="386080"/>
          </a:xfrm>
          <a:custGeom>
            <a:avLst/>
            <a:gdLst/>
            <a:ahLst/>
            <a:cxnLst/>
            <a:rect l="l" t="t" r="r" b="b"/>
            <a:pathLst>
              <a:path w="2215515" h="386080">
                <a:moveTo>
                  <a:pt x="2215133" y="0"/>
                </a:moveTo>
                <a:lnTo>
                  <a:pt x="0" y="0"/>
                </a:lnTo>
                <a:lnTo>
                  <a:pt x="0" y="3855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308213" y="2815285"/>
            <a:ext cx="763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10</a:t>
            </a:r>
            <a:r>
              <a:rPr dirty="0" sz="3200" spc="-2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baseline="13888" sz="4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08876" y="4144771"/>
            <a:ext cx="1671955" cy="1433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62230" marR="158115">
              <a:lnSpc>
                <a:spcPct val="95000"/>
              </a:lnSpc>
              <a:spcBef>
                <a:spcPts val="24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979157" y="4153661"/>
            <a:ext cx="1720850" cy="1430020"/>
          </a:xfrm>
          <a:custGeom>
            <a:avLst/>
            <a:gdLst/>
            <a:ahLst/>
            <a:cxnLst/>
            <a:rect l="l" t="t" r="r" b="b"/>
            <a:pathLst>
              <a:path w="1720850" h="1430020">
                <a:moveTo>
                  <a:pt x="0" y="1429512"/>
                </a:moveTo>
                <a:lnTo>
                  <a:pt x="1720596" y="1429512"/>
                </a:lnTo>
                <a:lnTo>
                  <a:pt x="17205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3309" y="4447488"/>
            <a:ext cx="3981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75" b="1">
                <a:solidFill>
                  <a:srgbClr val="66FFFF"/>
                </a:solidFill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517646" y="4022216"/>
            <a:ext cx="2038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923667" y="3923029"/>
            <a:ext cx="1420495" cy="985519"/>
          </a:xfrm>
          <a:custGeom>
            <a:avLst/>
            <a:gdLst/>
            <a:ahLst/>
            <a:cxnLst/>
            <a:rect l="l" t="t" r="r" b="b"/>
            <a:pathLst>
              <a:path w="1420495" h="985520">
                <a:moveTo>
                  <a:pt x="1315461" y="935954"/>
                </a:moveTo>
                <a:lnTo>
                  <a:pt x="1293875" y="967359"/>
                </a:lnTo>
                <a:lnTo>
                  <a:pt x="1420495" y="985012"/>
                </a:lnTo>
                <a:lnTo>
                  <a:pt x="1399363" y="946785"/>
                </a:lnTo>
                <a:lnTo>
                  <a:pt x="1331213" y="946785"/>
                </a:lnTo>
                <a:lnTo>
                  <a:pt x="1315461" y="935954"/>
                </a:lnTo>
                <a:close/>
              </a:path>
              <a:path w="1420495" h="985520">
                <a:moveTo>
                  <a:pt x="1337091" y="904485"/>
                </a:moveTo>
                <a:lnTo>
                  <a:pt x="1315461" y="935954"/>
                </a:lnTo>
                <a:lnTo>
                  <a:pt x="1331213" y="946785"/>
                </a:lnTo>
                <a:lnTo>
                  <a:pt x="1352804" y="915289"/>
                </a:lnTo>
                <a:lnTo>
                  <a:pt x="1337091" y="904485"/>
                </a:lnTo>
                <a:close/>
              </a:path>
              <a:path w="1420495" h="985520">
                <a:moveTo>
                  <a:pt x="1358645" y="873125"/>
                </a:moveTo>
                <a:lnTo>
                  <a:pt x="1337091" y="904485"/>
                </a:lnTo>
                <a:lnTo>
                  <a:pt x="1352804" y="915289"/>
                </a:lnTo>
                <a:lnTo>
                  <a:pt x="1331213" y="946785"/>
                </a:lnTo>
                <a:lnTo>
                  <a:pt x="1399363" y="946785"/>
                </a:lnTo>
                <a:lnTo>
                  <a:pt x="1358645" y="873125"/>
                </a:lnTo>
                <a:close/>
              </a:path>
              <a:path w="1420495" h="985520">
                <a:moveTo>
                  <a:pt x="21589" y="0"/>
                </a:moveTo>
                <a:lnTo>
                  <a:pt x="0" y="31496"/>
                </a:lnTo>
                <a:lnTo>
                  <a:pt x="1315461" y="935954"/>
                </a:lnTo>
                <a:lnTo>
                  <a:pt x="1337091" y="904485"/>
                </a:lnTo>
                <a:lnTo>
                  <a:pt x="215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136773" y="5979667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867405" y="6373367"/>
            <a:ext cx="955675" cy="114300"/>
          </a:xfrm>
          <a:custGeom>
            <a:avLst/>
            <a:gdLst/>
            <a:ahLst/>
            <a:cxnLst/>
            <a:rect l="l" t="t" r="r" b="b"/>
            <a:pathLst>
              <a:path w="95567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5567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55675" h="114300">
                <a:moveTo>
                  <a:pt x="955547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55547" y="76199"/>
                </a:lnTo>
                <a:lnTo>
                  <a:pt x="955547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227070" y="5233415"/>
            <a:ext cx="596265" cy="114300"/>
          </a:xfrm>
          <a:custGeom>
            <a:avLst/>
            <a:gdLst/>
            <a:ahLst/>
            <a:cxnLst/>
            <a:rect l="l" t="t" r="r" b="b"/>
            <a:pathLst>
              <a:path w="59626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9626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96264" h="114300">
                <a:moveTo>
                  <a:pt x="59588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95883" y="76200"/>
                </a:lnTo>
                <a:lnTo>
                  <a:pt x="59588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3435350" y="4410913"/>
            <a:ext cx="306705" cy="913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349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34290">
              <a:lnSpc>
                <a:spcPts val="349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934461" y="4800472"/>
            <a:ext cx="890269" cy="127000"/>
          </a:xfrm>
          <a:custGeom>
            <a:avLst/>
            <a:gdLst/>
            <a:ahLst/>
            <a:cxnLst/>
            <a:rect l="l" t="t" r="r" b="b"/>
            <a:pathLst>
              <a:path w="890270" h="127000">
                <a:moveTo>
                  <a:pt x="115272" y="38068"/>
                </a:moveTo>
                <a:lnTo>
                  <a:pt x="112823" y="76041"/>
                </a:lnTo>
                <a:lnTo>
                  <a:pt x="887222" y="126618"/>
                </a:lnTo>
                <a:lnTo>
                  <a:pt x="889762" y="88518"/>
                </a:lnTo>
                <a:lnTo>
                  <a:pt x="115272" y="38068"/>
                </a:lnTo>
                <a:close/>
              </a:path>
              <a:path w="890270" h="127000">
                <a:moveTo>
                  <a:pt x="117729" y="0"/>
                </a:moveTo>
                <a:lnTo>
                  <a:pt x="0" y="49656"/>
                </a:lnTo>
                <a:lnTo>
                  <a:pt x="110362" y="114172"/>
                </a:lnTo>
                <a:lnTo>
                  <a:pt x="112823" y="76041"/>
                </a:lnTo>
                <a:lnTo>
                  <a:pt x="93852" y="74802"/>
                </a:lnTo>
                <a:lnTo>
                  <a:pt x="96265" y="36829"/>
                </a:lnTo>
                <a:lnTo>
                  <a:pt x="115352" y="36829"/>
                </a:lnTo>
                <a:lnTo>
                  <a:pt x="117729" y="0"/>
                </a:lnTo>
                <a:close/>
              </a:path>
              <a:path w="890270" h="127000">
                <a:moveTo>
                  <a:pt x="96265" y="36829"/>
                </a:moveTo>
                <a:lnTo>
                  <a:pt x="93852" y="74802"/>
                </a:lnTo>
                <a:lnTo>
                  <a:pt x="112823" y="76041"/>
                </a:lnTo>
                <a:lnTo>
                  <a:pt x="115272" y="38068"/>
                </a:lnTo>
                <a:lnTo>
                  <a:pt x="96265" y="36829"/>
                </a:lnTo>
                <a:close/>
              </a:path>
              <a:path w="890270" h="127000">
                <a:moveTo>
                  <a:pt x="115352" y="36829"/>
                </a:moveTo>
                <a:lnTo>
                  <a:pt x="96265" y="36829"/>
                </a:lnTo>
                <a:lnTo>
                  <a:pt x="115272" y="38068"/>
                </a:lnTo>
                <a:lnTo>
                  <a:pt x="115352" y="368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198870" y="1794510"/>
            <a:ext cx="603885" cy="1419225"/>
          </a:xfrm>
          <a:custGeom>
            <a:avLst/>
            <a:gdLst/>
            <a:ahLst/>
            <a:cxnLst/>
            <a:rect l="l" t="t" r="r" b="b"/>
            <a:pathLst>
              <a:path w="603884" h="1419225">
                <a:moveTo>
                  <a:pt x="603503" y="0"/>
                </a:moveTo>
                <a:lnTo>
                  <a:pt x="0" y="14188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410961" y="3194811"/>
            <a:ext cx="792480" cy="241935"/>
          </a:xfrm>
          <a:custGeom>
            <a:avLst/>
            <a:gdLst/>
            <a:ahLst/>
            <a:cxnLst/>
            <a:rect l="l" t="t" r="r" b="b"/>
            <a:pathLst>
              <a:path w="792479" h="241935">
                <a:moveTo>
                  <a:pt x="97154" y="130683"/>
                </a:moveTo>
                <a:lnTo>
                  <a:pt x="0" y="213613"/>
                </a:lnTo>
                <a:lnTo>
                  <a:pt x="124713" y="241680"/>
                </a:lnTo>
                <a:lnTo>
                  <a:pt x="116641" y="209168"/>
                </a:lnTo>
                <a:lnTo>
                  <a:pt x="97027" y="209168"/>
                </a:lnTo>
                <a:lnTo>
                  <a:pt x="87884" y="172212"/>
                </a:lnTo>
                <a:lnTo>
                  <a:pt x="106331" y="167643"/>
                </a:lnTo>
                <a:lnTo>
                  <a:pt x="97154" y="130683"/>
                </a:lnTo>
                <a:close/>
              </a:path>
              <a:path w="792479" h="241935">
                <a:moveTo>
                  <a:pt x="106331" y="167643"/>
                </a:moveTo>
                <a:lnTo>
                  <a:pt x="87884" y="172212"/>
                </a:lnTo>
                <a:lnTo>
                  <a:pt x="97027" y="209168"/>
                </a:lnTo>
                <a:lnTo>
                  <a:pt x="115506" y="204596"/>
                </a:lnTo>
                <a:lnTo>
                  <a:pt x="106331" y="167643"/>
                </a:lnTo>
                <a:close/>
              </a:path>
              <a:path w="792479" h="241935">
                <a:moveTo>
                  <a:pt x="115506" y="204596"/>
                </a:moveTo>
                <a:lnTo>
                  <a:pt x="97027" y="209168"/>
                </a:lnTo>
                <a:lnTo>
                  <a:pt x="116641" y="209168"/>
                </a:lnTo>
                <a:lnTo>
                  <a:pt x="115506" y="204596"/>
                </a:lnTo>
                <a:close/>
              </a:path>
              <a:path w="792479" h="241935">
                <a:moveTo>
                  <a:pt x="783336" y="0"/>
                </a:moveTo>
                <a:lnTo>
                  <a:pt x="106331" y="167643"/>
                </a:lnTo>
                <a:lnTo>
                  <a:pt x="115506" y="204596"/>
                </a:lnTo>
                <a:lnTo>
                  <a:pt x="792479" y="37084"/>
                </a:lnTo>
                <a:lnTo>
                  <a:pt x="783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705602" y="28663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016502" y="3239261"/>
            <a:ext cx="1394460" cy="386080"/>
          </a:xfrm>
          <a:custGeom>
            <a:avLst/>
            <a:gdLst/>
            <a:ahLst/>
            <a:cxnLst/>
            <a:rect l="l" t="t" r="r" b="b"/>
            <a:pathLst>
              <a:path w="1394460" h="386079">
                <a:moveTo>
                  <a:pt x="0" y="385571"/>
                </a:moveTo>
                <a:lnTo>
                  <a:pt x="1394460" y="385571"/>
                </a:lnTo>
                <a:lnTo>
                  <a:pt x="13944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3606800" y="3137357"/>
            <a:ext cx="16884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12</a:t>
            </a:r>
            <a:r>
              <a:rPr dirty="0" sz="3200" spc="-2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baseline="2314" sz="3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597908" y="3898772"/>
            <a:ext cx="1714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044308" y="3217545"/>
            <a:ext cx="131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722869" y="4005834"/>
            <a:ext cx="1252220" cy="454025"/>
          </a:xfrm>
          <a:custGeom>
            <a:avLst/>
            <a:gdLst/>
            <a:ahLst/>
            <a:cxnLst/>
            <a:rect l="l" t="t" r="r" b="b"/>
            <a:pathLst>
              <a:path w="1252220" h="454025">
                <a:moveTo>
                  <a:pt x="1251670" y="94107"/>
                </a:moveTo>
                <a:lnTo>
                  <a:pt x="1213484" y="94107"/>
                </a:lnTo>
                <a:lnTo>
                  <a:pt x="1213865" y="97155"/>
                </a:lnTo>
                <a:lnTo>
                  <a:pt x="1204468" y="141097"/>
                </a:lnTo>
                <a:lnTo>
                  <a:pt x="1184655" y="178054"/>
                </a:lnTo>
                <a:lnTo>
                  <a:pt x="1155573" y="219329"/>
                </a:lnTo>
                <a:lnTo>
                  <a:pt x="1118870" y="264033"/>
                </a:lnTo>
                <a:lnTo>
                  <a:pt x="1091183" y="295275"/>
                </a:lnTo>
                <a:lnTo>
                  <a:pt x="1061338" y="327279"/>
                </a:lnTo>
                <a:lnTo>
                  <a:pt x="1029843" y="360172"/>
                </a:lnTo>
                <a:lnTo>
                  <a:pt x="964437" y="427101"/>
                </a:lnTo>
                <a:lnTo>
                  <a:pt x="991615" y="453771"/>
                </a:lnTo>
                <a:lnTo>
                  <a:pt x="1057148" y="386715"/>
                </a:lnTo>
                <a:lnTo>
                  <a:pt x="1088771" y="353695"/>
                </a:lnTo>
                <a:lnTo>
                  <a:pt x="1118997" y="321183"/>
                </a:lnTo>
                <a:lnTo>
                  <a:pt x="1147572" y="289179"/>
                </a:lnTo>
                <a:lnTo>
                  <a:pt x="1173479" y="258191"/>
                </a:lnTo>
                <a:lnTo>
                  <a:pt x="1196721" y="227965"/>
                </a:lnTo>
                <a:lnTo>
                  <a:pt x="1225041" y="184912"/>
                </a:lnTo>
                <a:lnTo>
                  <a:pt x="1244219" y="143891"/>
                </a:lnTo>
                <a:lnTo>
                  <a:pt x="1252093" y="104775"/>
                </a:lnTo>
                <a:lnTo>
                  <a:pt x="1251670" y="94107"/>
                </a:lnTo>
                <a:close/>
              </a:path>
              <a:path w="1252220" h="454025">
                <a:moveTo>
                  <a:pt x="103504" y="73406"/>
                </a:moveTo>
                <a:lnTo>
                  <a:pt x="0" y="148336"/>
                </a:lnTo>
                <a:lnTo>
                  <a:pt x="122047" y="186182"/>
                </a:lnTo>
                <a:lnTo>
                  <a:pt x="116367" y="151638"/>
                </a:lnTo>
                <a:lnTo>
                  <a:pt x="97027" y="151638"/>
                </a:lnTo>
                <a:lnTo>
                  <a:pt x="90931" y="114046"/>
                </a:lnTo>
                <a:lnTo>
                  <a:pt x="109684" y="110992"/>
                </a:lnTo>
                <a:lnTo>
                  <a:pt x="103504" y="73406"/>
                </a:lnTo>
                <a:close/>
              </a:path>
              <a:path w="1252220" h="454025">
                <a:moveTo>
                  <a:pt x="109684" y="110992"/>
                </a:moveTo>
                <a:lnTo>
                  <a:pt x="90931" y="114046"/>
                </a:lnTo>
                <a:lnTo>
                  <a:pt x="97027" y="151638"/>
                </a:lnTo>
                <a:lnTo>
                  <a:pt x="115862" y="148567"/>
                </a:lnTo>
                <a:lnTo>
                  <a:pt x="109684" y="110992"/>
                </a:lnTo>
                <a:close/>
              </a:path>
              <a:path w="1252220" h="454025">
                <a:moveTo>
                  <a:pt x="115862" y="148567"/>
                </a:moveTo>
                <a:lnTo>
                  <a:pt x="97027" y="151638"/>
                </a:lnTo>
                <a:lnTo>
                  <a:pt x="116367" y="151638"/>
                </a:lnTo>
                <a:lnTo>
                  <a:pt x="115862" y="148567"/>
                </a:lnTo>
                <a:close/>
              </a:path>
              <a:path w="1252220" h="454025">
                <a:moveTo>
                  <a:pt x="1016126" y="0"/>
                </a:moveTo>
                <a:lnTo>
                  <a:pt x="956945" y="1397"/>
                </a:lnTo>
                <a:lnTo>
                  <a:pt x="857757" y="7747"/>
                </a:lnTo>
                <a:lnTo>
                  <a:pt x="708913" y="22733"/>
                </a:lnTo>
                <a:lnTo>
                  <a:pt x="669162" y="27559"/>
                </a:lnTo>
                <a:lnTo>
                  <a:pt x="501396" y="50038"/>
                </a:lnTo>
                <a:lnTo>
                  <a:pt x="245998" y="89038"/>
                </a:lnTo>
                <a:lnTo>
                  <a:pt x="109684" y="110992"/>
                </a:lnTo>
                <a:lnTo>
                  <a:pt x="115862" y="148567"/>
                </a:lnTo>
                <a:lnTo>
                  <a:pt x="418846" y="100711"/>
                </a:lnTo>
                <a:lnTo>
                  <a:pt x="498866" y="89027"/>
                </a:lnTo>
                <a:lnTo>
                  <a:pt x="633222" y="70485"/>
                </a:lnTo>
                <a:lnTo>
                  <a:pt x="751712" y="56261"/>
                </a:lnTo>
                <a:lnTo>
                  <a:pt x="825500" y="48768"/>
                </a:lnTo>
                <a:lnTo>
                  <a:pt x="894460" y="43180"/>
                </a:lnTo>
                <a:lnTo>
                  <a:pt x="958214" y="39497"/>
                </a:lnTo>
                <a:lnTo>
                  <a:pt x="1015873" y="38100"/>
                </a:lnTo>
                <a:lnTo>
                  <a:pt x="1219952" y="38100"/>
                </a:lnTo>
                <a:lnTo>
                  <a:pt x="1217802" y="36322"/>
                </a:lnTo>
                <a:lnTo>
                  <a:pt x="1174750" y="16002"/>
                </a:lnTo>
                <a:lnTo>
                  <a:pt x="1137411" y="7620"/>
                </a:lnTo>
                <a:lnTo>
                  <a:pt x="1093724" y="2413"/>
                </a:lnTo>
                <a:lnTo>
                  <a:pt x="1043558" y="254"/>
                </a:lnTo>
                <a:lnTo>
                  <a:pt x="1016126" y="0"/>
                </a:lnTo>
                <a:close/>
              </a:path>
              <a:path w="1252220" h="454025">
                <a:moveTo>
                  <a:pt x="1213655" y="96156"/>
                </a:moveTo>
                <a:lnTo>
                  <a:pt x="1213738" y="97155"/>
                </a:lnTo>
                <a:lnTo>
                  <a:pt x="1213655" y="96156"/>
                </a:lnTo>
                <a:close/>
              </a:path>
              <a:path w="1252220" h="454025">
                <a:moveTo>
                  <a:pt x="1213484" y="94107"/>
                </a:moveTo>
                <a:lnTo>
                  <a:pt x="1213655" y="96156"/>
                </a:lnTo>
                <a:lnTo>
                  <a:pt x="1213865" y="97155"/>
                </a:lnTo>
                <a:lnTo>
                  <a:pt x="1213484" y="94107"/>
                </a:lnTo>
                <a:close/>
              </a:path>
              <a:path w="1252220" h="454025">
                <a:moveTo>
                  <a:pt x="1212157" y="89038"/>
                </a:moveTo>
                <a:lnTo>
                  <a:pt x="1213655" y="96156"/>
                </a:lnTo>
                <a:lnTo>
                  <a:pt x="1213484" y="94107"/>
                </a:lnTo>
                <a:lnTo>
                  <a:pt x="1251670" y="94107"/>
                </a:lnTo>
                <a:lnTo>
                  <a:pt x="1251584" y="91948"/>
                </a:lnTo>
                <a:lnTo>
                  <a:pt x="1251419" y="90678"/>
                </a:lnTo>
                <a:lnTo>
                  <a:pt x="1212850" y="90678"/>
                </a:lnTo>
                <a:lnTo>
                  <a:pt x="1212157" y="89038"/>
                </a:lnTo>
                <a:close/>
              </a:path>
              <a:path w="1252220" h="454025">
                <a:moveTo>
                  <a:pt x="1211833" y="87503"/>
                </a:moveTo>
                <a:lnTo>
                  <a:pt x="1212157" y="89038"/>
                </a:lnTo>
                <a:lnTo>
                  <a:pt x="1212850" y="90678"/>
                </a:lnTo>
                <a:lnTo>
                  <a:pt x="1211833" y="87503"/>
                </a:lnTo>
                <a:close/>
              </a:path>
              <a:path w="1252220" h="454025">
                <a:moveTo>
                  <a:pt x="1250863" y="87503"/>
                </a:moveTo>
                <a:lnTo>
                  <a:pt x="1211833" y="87503"/>
                </a:lnTo>
                <a:lnTo>
                  <a:pt x="1212850" y="90678"/>
                </a:lnTo>
                <a:lnTo>
                  <a:pt x="1251419" y="90678"/>
                </a:lnTo>
                <a:lnTo>
                  <a:pt x="1251203" y="89027"/>
                </a:lnTo>
                <a:lnTo>
                  <a:pt x="1250863" y="87503"/>
                </a:lnTo>
                <a:close/>
              </a:path>
              <a:path w="1252220" h="454025">
                <a:moveTo>
                  <a:pt x="1209490" y="82726"/>
                </a:moveTo>
                <a:lnTo>
                  <a:pt x="1212157" y="89038"/>
                </a:lnTo>
                <a:lnTo>
                  <a:pt x="1211833" y="87503"/>
                </a:lnTo>
                <a:lnTo>
                  <a:pt x="1250863" y="87503"/>
                </a:lnTo>
                <a:lnTo>
                  <a:pt x="1250181" y="84455"/>
                </a:lnTo>
                <a:lnTo>
                  <a:pt x="1210563" y="84455"/>
                </a:lnTo>
                <a:lnTo>
                  <a:pt x="1209490" y="82726"/>
                </a:lnTo>
                <a:close/>
              </a:path>
              <a:path w="1252220" h="454025">
                <a:moveTo>
                  <a:pt x="1209039" y="81661"/>
                </a:moveTo>
                <a:lnTo>
                  <a:pt x="1209490" y="82726"/>
                </a:lnTo>
                <a:lnTo>
                  <a:pt x="1210563" y="84455"/>
                </a:lnTo>
                <a:lnTo>
                  <a:pt x="1209039" y="81661"/>
                </a:lnTo>
                <a:close/>
              </a:path>
              <a:path w="1252220" h="454025">
                <a:moveTo>
                  <a:pt x="1249556" y="81661"/>
                </a:moveTo>
                <a:lnTo>
                  <a:pt x="1209039" y="81661"/>
                </a:lnTo>
                <a:lnTo>
                  <a:pt x="1210563" y="84455"/>
                </a:lnTo>
                <a:lnTo>
                  <a:pt x="1250181" y="84455"/>
                </a:lnTo>
                <a:lnTo>
                  <a:pt x="1249556" y="81661"/>
                </a:lnTo>
                <a:close/>
              </a:path>
              <a:path w="1252220" h="454025">
                <a:moveTo>
                  <a:pt x="1206182" y="77401"/>
                </a:moveTo>
                <a:lnTo>
                  <a:pt x="1209490" y="82726"/>
                </a:lnTo>
                <a:lnTo>
                  <a:pt x="1209039" y="81661"/>
                </a:lnTo>
                <a:lnTo>
                  <a:pt x="1249556" y="81661"/>
                </a:lnTo>
                <a:lnTo>
                  <a:pt x="1249045" y="79375"/>
                </a:lnTo>
                <a:lnTo>
                  <a:pt x="1248886" y="78740"/>
                </a:lnTo>
                <a:lnTo>
                  <a:pt x="1207388" y="78740"/>
                </a:lnTo>
                <a:lnTo>
                  <a:pt x="1206182" y="77401"/>
                </a:lnTo>
                <a:close/>
              </a:path>
              <a:path w="1252220" h="454025">
                <a:moveTo>
                  <a:pt x="1205356" y="76073"/>
                </a:moveTo>
                <a:lnTo>
                  <a:pt x="1206182" y="77401"/>
                </a:lnTo>
                <a:lnTo>
                  <a:pt x="1207388" y="78740"/>
                </a:lnTo>
                <a:lnTo>
                  <a:pt x="1205356" y="76073"/>
                </a:lnTo>
                <a:close/>
              </a:path>
              <a:path w="1252220" h="454025">
                <a:moveTo>
                  <a:pt x="1247977" y="76073"/>
                </a:moveTo>
                <a:lnTo>
                  <a:pt x="1205356" y="76073"/>
                </a:lnTo>
                <a:lnTo>
                  <a:pt x="1207388" y="78740"/>
                </a:lnTo>
                <a:lnTo>
                  <a:pt x="1248886" y="78740"/>
                </a:lnTo>
                <a:lnTo>
                  <a:pt x="1248536" y="77216"/>
                </a:lnTo>
                <a:lnTo>
                  <a:pt x="1247977" y="76073"/>
                </a:lnTo>
                <a:close/>
              </a:path>
              <a:path w="1252220" h="454025">
                <a:moveTo>
                  <a:pt x="1201690" y="72420"/>
                </a:moveTo>
                <a:lnTo>
                  <a:pt x="1206182" y="77401"/>
                </a:lnTo>
                <a:lnTo>
                  <a:pt x="1205356" y="76073"/>
                </a:lnTo>
                <a:lnTo>
                  <a:pt x="1247977" y="76073"/>
                </a:lnTo>
                <a:lnTo>
                  <a:pt x="1246732" y="73025"/>
                </a:lnTo>
                <a:lnTo>
                  <a:pt x="1202435" y="73025"/>
                </a:lnTo>
                <a:lnTo>
                  <a:pt x="1201690" y="72420"/>
                </a:lnTo>
                <a:close/>
              </a:path>
              <a:path w="1252220" h="454025">
                <a:moveTo>
                  <a:pt x="1200403" y="70993"/>
                </a:moveTo>
                <a:lnTo>
                  <a:pt x="1201690" y="72420"/>
                </a:lnTo>
                <a:lnTo>
                  <a:pt x="1202435" y="73025"/>
                </a:lnTo>
                <a:lnTo>
                  <a:pt x="1200403" y="70993"/>
                </a:lnTo>
                <a:close/>
              </a:path>
              <a:path w="1252220" h="454025">
                <a:moveTo>
                  <a:pt x="1245902" y="70993"/>
                </a:moveTo>
                <a:lnTo>
                  <a:pt x="1200403" y="70993"/>
                </a:lnTo>
                <a:lnTo>
                  <a:pt x="1202435" y="73025"/>
                </a:lnTo>
                <a:lnTo>
                  <a:pt x="1246732" y="73025"/>
                </a:lnTo>
                <a:lnTo>
                  <a:pt x="1245902" y="70993"/>
                </a:lnTo>
                <a:close/>
              </a:path>
              <a:path w="1252220" h="454025">
                <a:moveTo>
                  <a:pt x="1219952" y="38100"/>
                </a:moveTo>
                <a:lnTo>
                  <a:pt x="1015873" y="38100"/>
                </a:lnTo>
                <a:lnTo>
                  <a:pt x="1042415" y="38227"/>
                </a:lnTo>
                <a:lnTo>
                  <a:pt x="1067180" y="38989"/>
                </a:lnTo>
                <a:lnTo>
                  <a:pt x="1111250" y="42418"/>
                </a:lnTo>
                <a:lnTo>
                  <a:pt x="1162303" y="51943"/>
                </a:lnTo>
                <a:lnTo>
                  <a:pt x="1201690" y="72420"/>
                </a:lnTo>
                <a:lnTo>
                  <a:pt x="1200403" y="70993"/>
                </a:lnTo>
                <a:lnTo>
                  <a:pt x="1245902" y="70993"/>
                </a:lnTo>
                <a:lnTo>
                  <a:pt x="1244346" y="67183"/>
                </a:lnTo>
                <a:lnTo>
                  <a:pt x="1243964" y="66167"/>
                </a:lnTo>
                <a:lnTo>
                  <a:pt x="1243456" y="65151"/>
                </a:lnTo>
                <a:lnTo>
                  <a:pt x="1242822" y="64262"/>
                </a:lnTo>
                <a:lnTo>
                  <a:pt x="1237614" y="55880"/>
                </a:lnTo>
                <a:lnTo>
                  <a:pt x="1237106" y="54991"/>
                </a:lnTo>
                <a:lnTo>
                  <a:pt x="1235582" y="53213"/>
                </a:lnTo>
                <a:lnTo>
                  <a:pt x="1228725" y="45593"/>
                </a:lnTo>
                <a:lnTo>
                  <a:pt x="1228089" y="44831"/>
                </a:lnTo>
                <a:lnTo>
                  <a:pt x="12199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093709" y="374390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423405" y="3779265"/>
            <a:ext cx="2717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337553" y="4123182"/>
            <a:ext cx="654050" cy="545465"/>
          </a:xfrm>
          <a:custGeom>
            <a:avLst/>
            <a:gdLst/>
            <a:ahLst/>
            <a:cxnLst/>
            <a:rect l="l" t="t" r="r" b="b"/>
            <a:pathLst>
              <a:path w="654050" h="545464">
                <a:moveTo>
                  <a:pt x="100262" y="58094"/>
                </a:moveTo>
                <a:lnTo>
                  <a:pt x="76002" y="87435"/>
                </a:lnTo>
                <a:lnTo>
                  <a:pt x="629412" y="545084"/>
                </a:lnTo>
                <a:lnTo>
                  <a:pt x="653796" y="515620"/>
                </a:lnTo>
                <a:lnTo>
                  <a:pt x="100262" y="58094"/>
                </a:lnTo>
                <a:close/>
              </a:path>
              <a:path w="654050" h="545464">
                <a:moveTo>
                  <a:pt x="0" y="0"/>
                </a:moveTo>
                <a:lnTo>
                  <a:pt x="51688" y="116840"/>
                </a:lnTo>
                <a:lnTo>
                  <a:pt x="76002" y="87435"/>
                </a:lnTo>
                <a:lnTo>
                  <a:pt x="61341" y="75311"/>
                </a:lnTo>
                <a:lnTo>
                  <a:pt x="85598" y="45974"/>
                </a:lnTo>
                <a:lnTo>
                  <a:pt x="110283" y="45974"/>
                </a:lnTo>
                <a:lnTo>
                  <a:pt x="124460" y="28829"/>
                </a:lnTo>
                <a:lnTo>
                  <a:pt x="0" y="0"/>
                </a:lnTo>
                <a:close/>
              </a:path>
              <a:path w="654050" h="545464">
                <a:moveTo>
                  <a:pt x="85598" y="45974"/>
                </a:moveTo>
                <a:lnTo>
                  <a:pt x="61341" y="75311"/>
                </a:lnTo>
                <a:lnTo>
                  <a:pt x="76002" y="87435"/>
                </a:lnTo>
                <a:lnTo>
                  <a:pt x="100262" y="58094"/>
                </a:lnTo>
                <a:lnTo>
                  <a:pt x="85598" y="45974"/>
                </a:lnTo>
                <a:close/>
              </a:path>
              <a:path w="654050" h="545464">
                <a:moveTo>
                  <a:pt x="110283" y="45974"/>
                </a:moveTo>
                <a:lnTo>
                  <a:pt x="85598" y="45974"/>
                </a:lnTo>
                <a:lnTo>
                  <a:pt x="100262" y="58094"/>
                </a:lnTo>
                <a:lnTo>
                  <a:pt x="110283" y="459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5959855" y="32266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410961" y="3430015"/>
            <a:ext cx="1576705" cy="741045"/>
          </a:xfrm>
          <a:custGeom>
            <a:avLst/>
            <a:gdLst/>
            <a:ahLst/>
            <a:cxnLst/>
            <a:rect l="l" t="t" r="r" b="b"/>
            <a:pathLst>
              <a:path w="1576704" h="741045">
                <a:moveTo>
                  <a:pt x="111843" y="34631"/>
                </a:moveTo>
                <a:lnTo>
                  <a:pt x="95917" y="69278"/>
                </a:lnTo>
                <a:lnTo>
                  <a:pt x="1560194" y="740918"/>
                </a:lnTo>
                <a:lnTo>
                  <a:pt x="1576196" y="706374"/>
                </a:lnTo>
                <a:lnTo>
                  <a:pt x="111843" y="34631"/>
                </a:lnTo>
                <a:close/>
              </a:path>
              <a:path w="1576704" h="741045">
                <a:moveTo>
                  <a:pt x="127762" y="0"/>
                </a:moveTo>
                <a:lnTo>
                  <a:pt x="0" y="4318"/>
                </a:lnTo>
                <a:lnTo>
                  <a:pt x="80010" y="103886"/>
                </a:lnTo>
                <a:lnTo>
                  <a:pt x="95917" y="69278"/>
                </a:lnTo>
                <a:lnTo>
                  <a:pt x="78612" y="61341"/>
                </a:lnTo>
                <a:lnTo>
                  <a:pt x="94487" y="26670"/>
                </a:lnTo>
                <a:lnTo>
                  <a:pt x="115502" y="26670"/>
                </a:lnTo>
                <a:lnTo>
                  <a:pt x="127762" y="0"/>
                </a:lnTo>
                <a:close/>
              </a:path>
              <a:path w="1576704" h="741045">
                <a:moveTo>
                  <a:pt x="94487" y="26670"/>
                </a:moveTo>
                <a:lnTo>
                  <a:pt x="78612" y="61341"/>
                </a:lnTo>
                <a:lnTo>
                  <a:pt x="95917" y="69278"/>
                </a:lnTo>
                <a:lnTo>
                  <a:pt x="111843" y="34631"/>
                </a:lnTo>
                <a:lnTo>
                  <a:pt x="94487" y="26670"/>
                </a:lnTo>
                <a:close/>
              </a:path>
              <a:path w="1576704" h="741045">
                <a:moveTo>
                  <a:pt x="115502" y="26670"/>
                </a:moveTo>
                <a:lnTo>
                  <a:pt x="94487" y="26670"/>
                </a:lnTo>
                <a:lnTo>
                  <a:pt x="111843" y="34631"/>
                </a:lnTo>
                <a:lnTo>
                  <a:pt x="115502" y="26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6429755" y="3299840"/>
            <a:ext cx="2038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6401561" y="2090166"/>
            <a:ext cx="381000" cy="1088390"/>
          </a:xfrm>
          <a:custGeom>
            <a:avLst/>
            <a:gdLst/>
            <a:ahLst/>
            <a:cxnLst/>
            <a:rect l="l" t="t" r="r" b="b"/>
            <a:pathLst>
              <a:path w="381000" h="1088389">
                <a:moveTo>
                  <a:pt x="380999" y="0"/>
                </a:moveTo>
                <a:lnTo>
                  <a:pt x="0" y="1088136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391909" y="3167633"/>
            <a:ext cx="674370" cy="986155"/>
          </a:xfrm>
          <a:custGeom>
            <a:avLst/>
            <a:gdLst/>
            <a:ahLst/>
            <a:cxnLst/>
            <a:rect l="l" t="t" r="r" b="b"/>
            <a:pathLst>
              <a:path w="674370" h="986154">
                <a:moveTo>
                  <a:pt x="594373" y="901916"/>
                </a:moveTo>
                <a:lnTo>
                  <a:pt x="562737" y="923289"/>
                </a:lnTo>
                <a:lnTo>
                  <a:pt x="674115" y="986027"/>
                </a:lnTo>
                <a:lnTo>
                  <a:pt x="665147" y="917701"/>
                </a:lnTo>
                <a:lnTo>
                  <a:pt x="605028" y="917701"/>
                </a:lnTo>
                <a:lnTo>
                  <a:pt x="594373" y="901916"/>
                </a:lnTo>
                <a:close/>
              </a:path>
              <a:path w="674370" h="986154">
                <a:moveTo>
                  <a:pt x="625981" y="880561"/>
                </a:moveTo>
                <a:lnTo>
                  <a:pt x="594373" y="901916"/>
                </a:lnTo>
                <a:lnTo>
                  <a:pt x="605028" y="917701"/>
                </a:lnTo>
                <a:lnTo>
                  <a:pt x="636650" y="896365"/>
                </a:lnTo>
                <a:lnTo>
                  <a:pt x="625981" y="880561"/>
                </a:lnTo>
                <a:close/>
              </a:path>
              <a:path w="674370" h="986154">
                <a:moveTo>
                  <a:pt x="657479" y="859282"/>
                </a:moveTo>
                <a:lnTo>
                  <a:pt x="625981" y="880561"/>
                </a:lnTo>
                <a:lnTo>
                  <a:pt x="636650" y="896365"/>
                </a:lnTo>
                <a:lnTo>
                  <a:pt x="605028" y="917701"/>
                </a:lnTo>
                <a:lnTo>
                  <a:pt x="665147" y="917701"/>
                </a:lnTo>
                <a:lnTo>
                  <a:pt x="657479" y="859282"/>
                </a:lnTo>
                <a:close/>
              </a:path>
              <a:path w="674370" h="986154">
                <a:moveTo>
                  <a:pt x="31495" y="0"/>
                </a:moveTo>
                <a:lnTo>
                  <a:pt x="0" y="21336"/>
                </a:lnTo>
                <a:lnTo>
                  <a:pt x="594373" y="901916"/>
                </a:lnTo>
                <a:lnTo>
                  <a:pt x="625981" y="880561"/>
                </a:lnTo>
                <a:lnTo>
                  <a:pt x="314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668261" y="2090166"/>
            <a:ext cx="260985" cy="881380"/>
          </a:xfrm>
          <a:custGeom>
            <a:avLst/>
            <a:gdLst/>
            <a:ahLst/>
            <a:cxnLst/>
            <a:rect l="l" t="t" r="r" b="b"/>
            <a:pathLst>
              <a:path w="260984" h="881380">
                <a:moveTo>
                  <a:pt x="260604" y="0"/>
                </a:moveTo>
                <a:lnTo>
                  <a:pt x="0" y="8808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652259" y="2934842"/>
            <a:ext cx="313690" cy="473709"/>
          </a:xfrm>
          <a:custGeom>
            <a:avLst/>
            <a:gdLst/>
            <a:ahLst/>
            <a:cxnLst/>
            <a:rect l="l" t="t" r="r" b="b"/>
            <a:pathLst>
              <a:path w="313690" h="473710">
                <a:moveTo>
                  <a:pt x="235404" y="387610"/>
                </a:moveTo>
                <a:lnTo>
                  <a:pt x="203326" y="408178"/>
                </a:lnTo>
                <a:lnTo>
                  <a:pt x="313182" y="473583"/>
                </a:lnTo>
                <a:lnTo>
                  <a:pt x="305715" y="403733"/>
                </a:lnTo>
                <a:lnTo>
                  <a:pt x="245745" y="403733"/>
                </a:lnTo>
                <a:lnTo>
                  <a:pt x="235404" y="387610"/>
                </a:lnTo>
                <a:close/>
              </a:path>
              <a:path w="313690" h="473710">
                <a:moveTo>
                  <a:pt x="267433" y="367075"/>
                </a:moveTo>
                <a:lnTo>
                  <a:pt x="235404" y="387610"/>
                </a:lnTo>
                <a:lnTo>
                  <a:pt x="245745" y="403733"/>
                </a:lnTo>
                <a:lnTo>
                  <a:pt x="277749" y="383159"/>
                </a:lnTo>
                <a:lnTo>
                  <a:pt x="267433" y="367075"/>
                </a:lnTo>
                <a:close/>
              </a:path>
              <a:path w="313690" h="473710">
                <a:moveTo>
                  <a:pt x="299593" y="346456"/>
                </a:moveTo>
                <a:lnTo>
                  <a:pt x="267433" y="367075"/>
                </a:lnTo>
                <a:lnTo>
                  <a:pt x="277749" y="383159"/>
                </a:lnTo>
                <a:lnTo>
                  <a:pt x="245745" y="403733"/>
                </a:lnTo>
                <a:lnTo>
                  <a:pt x="305715" y="403733"/>
                </a:lnTo>
                <a:lnTo>
                  <a:pt x="299593" y="346456"/>
                </a:lnTo>
                <a:close/>
              </a:path>
              <a:path w="313690" h="473710">
                <a:moveTo>
                  <a:pt x="32004" y="0"/>
                </a:moveTo>
                <a:lnTo>
                  <a:pt x="0" y="20574"/>
                </a:lnTo>
                <a:lnTo>
                  <a:pt x="235404" y="387610"/>
                </a:lnTo>
                <a:lnTo>
                  <a:pt x="267433" y="367075"/>
                </a:lnTo>
                <a:lnTo>
                  <a:pt x="320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6802881" y="2777489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7271004" y="3612641"/>
            <a:ext cx="114300" cy="541020"/>
          </a:xfrm>
          <a:custGeom>
            <a:avLst/>
            <a:gdLst/>
            <a:ahLst/>
            <a:cxnLst/>
            <a:rect l="l" t="t" r="r" b="b"/>
            <a:pathLst>
              <a:path w="114300" h="541020">
                <a:moveTo>
                  <a:pt x="76200" y="95249"/>
                </a:moveTo>
                <a:lnTo>
                  <a:pt x="38100" y="95249"/>
                </a:lnTo>
                <a:lnTo>
                  <a:pt x="38100" y="541019"/>
                </a:lnTo>
                <a:lnTo>
                  <a:pt x="76200" y="541019"/>
                </a:lnTo>
                <a:lnTo>
                  <a:pt x="76200" y="95249"/>
                </a:lnTo>
                <a:close/>
              </a:path>
              <a:path w="114300" h="54102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54102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7319009" y="3617467"/>
            <a:ext cx="2743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3" name="object 93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3481" y="5189982"/>
            <a:ext cx="2039620" cy="585470"/>
          </a:xfrm>
          <a:custGeom>
            <a:avLst/>
            <a:gdLst/>
            <a:ahLst/>
            <a:cxnLst/>
            <a:rect l="l" t="t" r="r" b="b"/>
            <a:pathLst>
              <a:path w="2039620" h="585470">
                <a:moveTo>
                  <a:pt x="0" y="585216"/>
                </a:moveTo>
                <a:lnTo>
                  <a:pt x="2039112" y="585216"/>
                </a:lnTo>
                <a:lnTo>
                  <a:pt x="2039112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63290" y="5118353"/>
            <a:ext cx="2032000" cy="585470"/>
          </a:xfrm>
          <a:custGeom>
            <a:avLst/>
            <a:gdLst/>
            <a:ahLst/>
            <a:cxnLst/>
            <a:rect l="l" t="t" r="r" b="b"/>
            <a:pathLst>
              <a:path w="2032000" h="585470">
                <a:moveTo>
                  <a:pt x="0" y="585216"/>
                </a:moveTo>
                <a:lnTo>
                  <a:pt x="2031491" y="585216"/>
                </a:lnTo>
                <a:lnTo>
                  <a:pt x="2031491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56253" y="1203706"/>
            <a:ext cx="1765935" cy="518159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5"/>
              </a:spcBef>
            </a:pP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00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1765" y="1969770"/>
            <a:ext cx="2438400" cy="11614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37565" marR="31750" indent="-585470">
              <a:lnSpc>
                <a:spcPct val="108500"/>
              </a:lnSpc>
              <a:spcBef>
                <a:spcPts val="61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5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5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5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361" y="1283969"/>
            <a:ext cx="2242185" cy="2664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1930">
              <a:lnSpc>
                <a:spcPts val="259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6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741680" marR="9525" indent="-82550">
              <a:lnSpc>
                <a:spcPct val="105500"/>
              </a:lnSpc>
              <a:spcBef>
                <a:spcPts val="9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150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750" spc="-105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-4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750" spc="-40" b="1" i="1">
                <a:solidFill>
                  <a:srgbClr val="FFFFFF"/>
                </a:solidFill>
                <a:latin typeface="宋体"/>
                <a:cs typeface="宋体"/>
              </a:rPr>
              <a:t>Ｒ  Ｌ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40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sz="2750" spc="-160" b="1" i="1">
                <a:solidFill>
                  <a:srgbClr val="FFFFFF"/>
                </a:solidFill>
                <a:latin typeface="宋体"/>
                <a:cs typeface="宋体"/>
              </a:rPr>
              <a:t>Ｒ  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825500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1765" y="3344417"/>
            <a:ext cx="1861820" cy="5308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52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2833" y="2050516"/>
            <a:ext cx="1994535" cy="1769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10" b="1">
                <a:solidFill>
                  <a:srgbClr val="FFFFFF"/>
                </a:solidFill>
                <a:latin typeface="Times New Roman"/>
                <a:cs typeface="Times New Roman"/>
              </a:rPr>
              <a:t>=·</a:t>
            </a:r>
            <a:r>
              <a:rPr dirty="0" sz="2600" spc="-2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  <a:p>
            <a:pPr algn="ctr" marR="35560">
              <a:lnSpc>
                <a:spcPct val="100000"/>
              </a:lnSpc>
              <a:spcBef>
                <a:spcPts val="31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600" spc="-1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528955">
              <a:lnSpc>
                <a:spcPct val="100000"/>
              </a:lnSpc>
              <a:spcBef>
                <a:spcPts val="31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1765" y="4312158"/>
            <a:ext cx="1823085" cy="375285"/>
          </a:xfrm>
          <a:prstGeom prst="rect">
            <a:avLst/>
          </a:prstGeom>
          <a:solidFill>
            <a:srgbClr val="0080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4150">
              <a:lnSpc>
                <a:spcPts val="29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750" spc="-35" b="1" i="1">
                <a:solidFill>
                  <a:srgbClr val="FF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9766" y="4350258"/>
            <a:ext cx="2418715" cy="3752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36220">
              <a:lnSpc>
                <a:spcPts val="2615"/>
              </a:lnSpc>
            </a:pPr>
            <a:r>
              <a:rPr dirty="0" sz="2600" spc="-35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26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3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Ｌ</a:t>
            </a:r>
            <a:r>
              <a:rPr dirty="0" sz="2600" spc="-35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2750" spc="-35" b="1" i="1">
                <a:solidFill>
                  <a:srgbClr val="00FFFF"/>
                </a:solidFill>
                <a:latin typeface="宋体"/>
                <a:cs typeface="宋体"/>
              </a:rPr>
              <a:t>Ｒ</a:t>
            </a:r>
            <a:r>
              <a:rPr dirty="0" sz="2600" spc="-35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2340" y="5151120"/>
            <a:ext cx="1993900" cy="533400"/>
          </a:xfrm>
          <a:prstGeom prst="rect">
            <a:avLst/>
          </a:prstGeom>
          <a:solidFill>
            <a:srgbClr val="333300"/>
          </a:solidFill>
        </p:spPr>
        <p:txBody>
          <a:bodyPr wrap="square" lIns="0" tIns="3175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2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spc="-145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2600" b="1" i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2531" y="5209032"/>
            <a:ext cx="1986280" cy="538480"/>
          </a:xfrm>
          <a:prstGeom prst="rect">
            <a:avLst/>
          </a:prstGeom>
          <a:solidFill>
            <a:srgbClr val="800080"/>
          </a:solidFill>
        </p:spPr>
        <p:txBody>
          <a:bodyPr wrap="square" lIns="0" tIns="0" rIns="0" bIns="0" rtlCol="0" vert="horz">
            <a:spAutoFit/>
          </a:bodyPr>
          <a:lstStyle/>
          <a:p>
            <a:pPr marL="106045">
              <a:lnSpc>
                <a:spcPts val="269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b="1" i="1">
                <a:solidFill>
                  <a:srgbClr val="66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5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600" b="1">
                <a:solidFill>
                  <a:srgbClr val="00FFFF"/>
                </a:solidFill>
                <a:latin typeface="Courier New"/>
                <a:cs typeface="Courier New"/>
              </a:rPr>
              <a:t>·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713" y="4354067"/>
            <a:ext cx="1978660" cy="1628775"/>
          </a:xfrm>
          <a:prstGeom prst="rect">
            <a:avLst/>
          </a:prstGeom>
          <a:solidFill>
            <a:srgbClr val="A73737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6520">
              <a:lnSpc>
                <a:spcPts val="2555"/>
              </a:lnSpc>
            </a:pP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675640" marR="26670">
              <a:lnSpc>
                <a:spcPct val="110000"/>
              </a:lnSpc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6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spc="-5" b="1" i="1">
                <a:solidFill>
                  <a:srgbClr val="FFFFFF"/>
                </a:solidFill>
                <a:latin typeface="Times New Roman"/>
                <a:cs typeface="Times New Roman"/>
              </a:rPr>
              <a:t>L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6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spc="-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71166" y="1455419"/>
            <a:ext cx="1085215" cy="114300"/>
          </a:xfrm>
          <a:custGeom>
            <a:avLst/>
            <a:gdLst/>
            <a:ahLst/>
            <a:cxnLst/>
            <a:rect l="l" t="t" r="r" b="b"/>
            <a:pathLst>
              <a:path w="1085214" h="114300">
                <a:moveTo>
                  <a:pt x="970787" y="0"/>
                </a:moveTo>
                <a:lnTo>
                  <a:pt x="970787" y="114300"/>
                </a:lnTo>
                <a:lnTo>
                  <a:pt x="1046987" y="76200"/>
                </a:lnTo>
                <a:lnTo>
                  <a:pt x="989837" y="76200"/>
                </a:lnTo>
                <a:lnTo>
                  <a:pt x="989837" y="38100"/>
                </a:lnTo>
                <a:lnTo>
                  <a:pt x="1046987" y="38100"/>
                </a:lnTo>
                <a:lnTo>
                  <a:pt x="970787" y="0"/>
                </a:lnTo>
                <a:close/>
              </a:path>
              <a:path w="1085214" h="114300">
                <a:moveTo>
                  <a:pt x="9707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0787" y="76200"/>
                </a:lnTo>
                <a:lnTo>
                  <a:pt x="970787" y="38100"/>
                </a:lnTo>
                <a:close/>
              </a:path>
              <a:path w="1085214" h="114300">
                <a:moveTo>
                  <a:pt x="1046987" y="38100"/>
                </a:moveTo>
                <a:lnTo>
                  <a:pt x="989837" y="38100"/>
                </a:lnTo>
                <a:lnTo>
                  <a:pt x="989837" y="76200"/>
                </a:lnTo>
                <a:lnTo>
                  <a:pt x="1046987" y="76200"/>
                </a:lnTo>
                <a:lnTo>
                  <a:pt x="1085087" y="57150"/>
                </a:lnTo>
                <a:lnTo>
                  <a:pt x="104698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63419" y="1952370"/>
            <a:ext cx="998855" cy="461009"/>
          </a:xfrm>
          <a:custGeom>
            <a:avLst/>
            <a:gdLst/>
            <a:ahLst/>
            <a:cxnLst/>
            <a:rect l="l" t="t" r="r" b="b"/>
            <a:pathLst>
              <a:path w="998854" h="461010">
                <a:moveTo>
                  <a:pt x="886086" y="426026"/>
                </a:moveTo>
                <a:lnTo>
                  <a:pt x="870711" y="460882"/>
                </a:lnTo>
                <a:lnTo>
                  <a:pt x="998346" y="454787"/>
                </a:lnTo>
                <a:lnTo>
                  <a:pt x="980882" y="433704"/>
                </a:lnTo>
                <a:lnTo>
                  <a:pt x="903478" y="433704"/>
                </a:lnTo>
                <a:lnTo>
                  <a:pt x="886086" y="426026"/>
                </a:lnTo>
                <a:close/>
              </a:path>
              <a:path w="998854" h="461010">
                <a:moveTo>
                  <a:pt x="901438" y="391220"/>
                </a:moveTo>
                <a:lnTo>
                  <a:pt x="886086" y="426026"/>
                </a:lnTo>
                <a:lnTo>
                  <a:pt x="903478" y="433704"/>
                </a:lnTo>
                <a:lnTo>
                  <a:pt x="918844" y="398906"/>
                </a:lnTo>
                <a:lnTo>
                  <a:pt x="901438" y="391220"/>
                </a:lnTo>
                <a:close/>
              </a:path>
              <a:path w="998854" h="461010">
                <a:moveTo>
                  <a:pt x="916813" y="356362"/>
                </a:moveTo>
                <a:lnTo>
                  <a:pt x="901438" y="391220"/>
                </a:lnTo>
                <a:lnTo>
                  <a:pt x="918844" y="398906"/>
                </a:lnTo>
                <a:lnTo>
                  <a:pt x="903478" y="433704"/>
                </a:lnTo>
                <a:lnTo>
                  <a:pt x="980882" y="433704"/>
                </a:lnTo>
                <a:lnTo>
                  <a:pt x="916813" y="356362"/>
                </a:lnTo>
                <a:close/>
              </a:path>
              <a:path w="998854" h="461010">
                <a:moveTo>
                  <a:pt x="15493" y="0"/>
                </a:moveTo>
                <a:lnTo>
                  <a:pt x="0" y="34798"/>
                </a:lnTo>
                <a:lnTo>
                  <a:pt x="886086" y="426026"/>
                </a:lnTo>
                <a:lnTo>
                  <a:pt x="901438" y="391220"/>
                </a:lnTo>
                <a:lnTo>
                  <a:pt x="15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60751" y="2750947"/>
            <a:ext cx="1001394" cy="666750"/>
          </a:xfrm>
          <a:custGeom>
            <a:avLst/>
            <a:gdLst/>
            <a:ahLst/>
            <a:cxnLst/>
            <a:rect l="l" t="t" r="r" b="b"/>
            <a:pathLst>
              <a:path w="1001395" h="666750">
                <a:moveTo>
                  <a:pt x="895035" y="619830"/>
                </a:moveTo>
                <a:lnTo>
                  <a:pt x="874140" y="651637"/>
                </a:lnTo>
                <a:lnTo>
                  <a:pt x="1001013" y="666623"/>
                </a:lnTo>
                <a:lnTo>
                  <a:pt x="979930" y="630301"/>
                </a:lnTo>
                <a:lnTo>
                  <a:pt x="910971" y="630301"/>
                </a:lnTo>
                <a:lnTo>
                  <a:pt x="895035" y="619830"/>
                </a:lnTo>
                <a:close/>
              </a:path>
              <a:path w="1001395" h="666750">
                <a:moveTo>
                  <a:pt x="915978" y="587949"/>
                </a:moveTo>
                <a:lnTo>
                  <a:pt x="895035" y="619830"/>
                </a:lnTo>
                <a:lnTo>
                  <a:pt x="910971" y="630301"/>
                </a:lnTo>
                <a:lnTo>
                  <a:pt x="931926" y="598424"/>
                </a:lnTo>
                <a:lnTo>
                  <a:pt x="915978" y="587949"/>
                </a:lnTo>
                <a:close/>
              </a:path>
              <a:path w="1001395" h="666750">
                <a:moveTo>
                  <a:pt x="936878" y="556132"/>
                </a:moveTo>
                <a:lnTo>
                  <a:pt x="915978" y="587949"/>
                </a:lnTo>
                <a:lnTo>
                  <a:pt x="931926" y="598424"/>
                </a:lnTo>
                <a:lnTo>
                  <a:pt x="910971" y="630301"/>
                </a:lnTo>
                <a:lnTo>
                  <a:pt x="979930" y="630301"/>
                </a:lnTo>
                <a:lnTo>
                  <a:pt x="936878" y="556132"/>
                </a:lnTo>
                <a:close/>
              </a:path>
              <a:path w="1001395" h="666750">
                <a:moveTo>
                  <a:pt x="20828" y="0"/>
                </a:moveTo>
                <a:lnTo>
                  <a:pt x="0" y="31750"/>
                </a:lnTo>
                <a:lnTo>
                  <a:pt x="895035" y="619830"/>
                </a:lnTo>
                <a:lnTo>
                  <a:pt x="915978" y="587949"/>
                </a:lnTo>
                <a:lnTo>
                  <a:pt x="208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61260" y="3917950"/>
            <a:ext cx="1000760" cy="622935"/>
          </a:xfrm>
          <a:custGeom>
            <a:avLst/>
            <a:gdLst/>
            <a:ahLst/>
            <a:cxnLst/>
            <a:rect l="l" t="t" r="r" b="b"/>
            <a:pathLst>
              <a:path w="1000760" h="622935">
                <a:moveTo>
                  <a:pt x="893054" y="579320"/>
                </a:moveTo>
                <a:lnTo>
                  <a:pt x="873125" y="611886"/>
                </a:lnTo>
                <a:lnTo>
                  <a:pt x="1000505" y="622807"/>
                </a:lnTo>
                <a:lnTo>
                  <a:pt x="979580" y="589280"/>
                </a:lnTo>
                <a:lnTo>
                  <a:pt x="909319" y="589280"/>
                </a:lnTo>
                <a:lnTo>
                  <a:pt x="893054" y="579320"/>
                </a:lnTo>
                <a:close/>
              </a:path>
              <a:path w="1000760" h="622935">
                <a:moveTo>
                  <a:pt x="912961" y="546790"/>
                </a:moveTo>
                <a:lnTo>
                  <a:pt x="893054" y="579320"/>
                </a:lnTo>
                <a:lnTo>
                  <a:pt x="909319" y="589280"/>
                </a:lnTo>
                <a:lnTo>
                  <a:pt x="929259" y="556768"/>
                </a:lnTo>
                <a:lnTo>
                  <a:pt x="912961" y="546790"/>
                </a:lnTo>
                <a:close/>
              </a:path>
              <a:path w="1000760" h="622935">
                <a:moveTo>
                  <a:pt x="932814" y="514350"/>
                </a:moveTo>
                <a:lnTo>
                  <a:pt x="912961" y="546790"/>
                </a:lnTo>
                <a:lnTo>
                  <a:pt x="929259" y="556768"/>
                </a:lnTo>
                <a:lnTo>
                  <a:pt x="909319" y="589280"/>
                </a:lnTo>
                <a:lnTo>
                  <a:pt x="979580" y="589280"/>
                </a:lnTo>
                <a:lnTo>
                  <a:pt x="932814" y="514350"/>
                </a:lnTo>
                <a:close/>
              </a:path>
              <a:path w="1000760" h="622935">
                <a:moveTo>
                  <a:pt x="19812" y="0"/>
                </a:moveTo>
                <a:lnTo>
                  <a:pt x="0" y="32512"/>
                </a:lnTo>
                <a:lnTo>
                  <a:pt x="893054" y="579320"/>
                </a:lnTo>
                <a:lnTo>
                  <a:pt x="912961" y="546790"/>
                </a:lnTo>
                <a:lnTo>
                  <a:pt x="198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6615" y="3947921"/>
            <a:ext cx="114300" cy="402590"/>
          </a:xfrm>
          <a:custGeom>
            <a:avLst/>
            <a:gdLst/>
            <a:ahLst/>
            <a:cxnLst/>
            <a:rect l="l" t="t" r="r" b="b"/>
            <a:pathLst>
              <a:path w="114300" h="402589">
                <a:moveTo>
                  <a:pt x="38100" y="288035"/>
                </a:moveTo>
                <a:lnTo>
                  <a:pt x="0" y="288035"/>
                </a:lnTo>
                <a:lnTo>
                  <a:pt x="57150" y="402335"/>
                </a:lnTo>
                <a:lnTo>
                  <a:pt x="104775" y="307085"/>
                </a:lnTo>
                <a:lnTo>
                  <a:pt x="38100" y="307085"/>
                </a:lnTo>
                <a:lnTo>
                  <a:pt x="38100" y="288035"/>
                </a:lnTo>
                <a:close/>
              </a:path>
              <a:path w="114300" h="402589">
                <a:moveTo>
                  <a:pt x="76200" y="0"/>
                </a:moveTo>
                <a:lnTo>
                  <a:pt x="38100" y="0"/>
                </a:lnTo>
                <a:lnTo>
                  <a:pt x="38100" y="307085"/>
                </a:lnTo>
                <a:lnTo>
                  <a:pt x="76200" y="307085"/>
                </a:lnTo>
                <a:lnTo>
                  <a:pt x="76200" y="0"/>
                </a:lnTo>
                <a:close/>
              </a:path>
              <a:path w="114300" h="402589">
                <a:moveTo>
                  <a:pt x="114300" y="288035"/>
                </a:moveTo>
                <a:lnTo>
                  <a:pt x="76200" y="288035"/>
                </a:lnTo>
                <a:lnTo>
                  <a:pt x="76200" y="307085"/>
                </a:lnTo>
                <a:lnTo>
                  <a:pt x="104775" y="307085"/>
                </a:lnTo>
                <a:lnTo>
                  <a:pt x="114300" y="28803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00165" y="2350007"/>
            <a:ext cx="551815" cy="114300"/>
          </a:xfrm>
          <a:custGeom>
            <a:avLst/>
            <a:gdLst/>
            <a:ahLst/>
            <a:cxnLst/>
            <a:rect l="l" t="t" r="r" b="b"/>
            <a:pathLst>
              <a:path w="551814" h="114300">
                <a:moveTo>
                  <a:pt x="437388" y="0"/>
                </a:moveTo>
                <a:lnTo>
                  <a:pt x="437388" y="114300"/>
                </a:lnTo>
                <a:lnTo>
                  <a:pt x="513588" y="76200"/>
                </a:lnTo>
                <a:lnTo>
                  <a:pt x="456438" y="76200"/>
                </a:lnTo>
                <a:lnTo>
                  <a:pt x="456438" y="38100"/>
                </a:lnTo>
                <a:lnTo>
                  <a:pt x="513588" y="38100"/>
                </a:lnTo>
                <a:lnTo>
                  <a:pt x="437388" y="0"/>
                </a:lnTo>
                <a:close/>
              </a:path>
              <a:path w="551814" h="114300">
                <a:moveTo>
                  <a:pt x="4373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7388" y="76200"/>
                </a:lnTo>
                <a:lnTo>
                  <a:pt x="437388" y="38100"/>
                </a:lnTo>
                <a:close/>
              </a:path>
              <a:path w="551814" h="114300">
                <a:moveTo>
                  <a:pt x="513588" y="38100"/>
                </a:moveTo>
                <a:lnTo>
                  <a:pt x="456438" y="38100"/>
                </a:lnTo>
                <a:lnTo>
                  <a:pt x="456438" y="76200"/>
                </a:lnTo>
                <a:lnTo>
                  <a:pt x="513588" y="76200"/>
                </a:lnTo>
                <a:lnTo>
                  <a:pt x="551688" y="57150"/>
                </a:lnTo>
                <a:lnTo>
                  <a:pt x="5135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64758" y="5379720"/>
            <a:ext cx="445134" cy="114300"/>
          </a:xfrm>
          <a:custGeom>
            <a:avLst/>
            <a:gdLst/>
            <a:ahLst/>
            <a:cxnLst/>
            <a:rect l="l" t="t" r="r" b="b"/>
            <a:pathLst>
              <a:path w="445134" h="114300">
                <a:moveTo>
                  <a:pt x="330707" y="0"/>
                </a:moveTo>
                <a:lnTo>
                  <a:pt x="330707" y="114299"/>
                </a:lnTo>
                <a:lnTo>
                  <a:pt x="406908" y="76199"/>
                </a:lnTo>
                <a:lnTo>
                  <a:pt x="349757" y="76199"/>
                </a:lnTo>
                <a:lnTo>
                  <a:pt x="349757" y="38099"/>
                </a:lnTo>
                <a:lnTo>
                  <a:pt x="406908" y="38099"/>
                </a:lnTo>
                <a:lnTo>
                  <a:pt x="330707" y="0"/>
                </a:lnTo>
                <a:close/>
              </a:path>
              <a:path w="445134" h="114300">
                <a:moveTo>
                  <a:pt x="33070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30707" y="76199"/>
                </a:lnTo>
                <a:lnTo>
                  <a:pt x="330707" y="38099"/>
                </a:lnTo>
                <a:close/>
              </a:path>
              <a:path w="445134" h="114300">
                <a:moveTo>
                  <a:pt x="406908" y="38099"/>
                </a:moveTo>
                <a:lnTo>
                  <a:pt x="349757" y="38099"/>
                </a:lnTo>
                <a:lnTo>
                  <a:pt x="349757" y="76199"/>
                </a:lnTo>
                <a:lnTo>
                  <a:pt x="406908" y="76199"/>
                </a:lnTo>
                <a:lnTo>
                  <a:pt x="445008" y="57149"/>
                </a:lnTo>
                <a:lnTo>
                  <a:pt x="40690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64758" y="3912870"/>
            <a:ext cx="445134" cy="208915"/>
          </a:xfrm>
          <a:custGeom>
            <a:avLst/>
            <a:gdLst/>
            <a:ahLst/>
            <a:cxnLst/>
            <a:rect l="l" t="t" r="r" b="b"/>
            <a:pathLst>
              <a:path w="445134" h="208914">
                <a:moveTo>
                  <a:pt x="445008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064758" y="4121658"/>
            <a:ext cx="0" cy="1333500"/>
          </a:xfrm>
          <a:custGeom>
            <a:avLst/>
            <a:gdLst/>
            <a:ahLst/>
            <a:cxnLst/>
            <a:rect l="l" t="t" r="r" b="b"/>
            <a:pathLst>
              <a:path w="0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928354" y="2922270"/>
            <a:ext cx="0" cy="1219200"/>
          </a:xfrm>
          <a:custGeom>
            <a:avLst/>
            <a:gdLst/>
            <a:ahLst/>
            <a:cxnLst/>
            <a:rect l="l" t="t" r="r" b="b"/>
            <a:pathLst>
              <a:path w="0"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547354" y="4124705"/>
            <a:ext cx="390525" cy="226060"/>
          </a:xfrm>
          <a:custGeom>
            <a:avLst/>
            <a:gdLst/>
            <a:ahLst/>
            <a:cxnLst/>
            <a:rect l="l" t="t" r="r" b="b"/>
            <a:pathLst>
              <a:path w="390525" h="226060">
                <a:moveTo>
                  <a:pt x="72771" y="120523"/>
                </a:moveTo>
                <a:lnTo>
                  <a:pt x="0" y="225552"/>
                </a:lnTo>
                <a:lnTo>
                  <a:pt x="127762" y="220726"/>
                </a:lnTo>
                <a:lnTo>
                  <a:pt x="114449" y="196469"/>
                </a:lnTo>
                <a:lnTo>
                  <a:pt x="92710" y="196469"/>
                </a:lnTo>
                <a:lnTo>
                  <a:pt x="74422" y="163068"/>
                </a:lnTo>
                <a:lnTo>
                  <a:pt x="91101" y="153923"/>
                </a:lnTo>
                <a:lnTo>
                  <a:pt x="72771" y="120523"/>
                </a:lnTo>
                <a:close/>
              </a:path>
              <a:path w="390525" h="226060">
                <a:moveTo>
                  <a:pt x="91101" y="153923"/>
                </a:moveTo>
                <a:lnTo>
                  <a:pt x="74422" y="163068"/>
                </a:lnTo>
                <a:lnTo>
                  <a:pt x="92710" y="196469"/>
                </a:lnTo>
                <a:lnTo>
                  <a:pt x="109424" y="187312"/>
                </a:lnTo>
                <a:lnTo>
                  <a:pt x="91101" y="153923"/>
                </a:lnTo>
                <a:close/>
              </a:path>
              <a:path w="390525" h="226060">
                <a:moveTo>
                  <a:pt x="109424" y="187312"/>
                </a:moveTo>
                <a:lnTo>
                  <a:pt x="92710" y="196469"/>
                </a:lnTo>
                <a:lnTo>
                  <a:pt x="114449" y="196469"/>
                </a:lnTo>
                <a:lnTo>
                  <a:pt x="109424" y="187312"/>
                </a:lnTo>
                <a:close/>
              </a:path>
              <a:path w="390525" h="226060">
                <a:moveTo>
                  <a:pt x="371855" y="0"/>
                </a:moveTo>
                <a:lnTo>
                  <a:pt x="91101" y="153923"/>
                </a:lnTo>
                <a:lnTo>
                  <a:pt x="109424" y="187312"/>
                </a:lnTo>
                <a:lnTo>
                  <a:pt x="390144" y="33528"/>
                </a:lnTo>
                <a:lnTo>
                  <a:pt x="3718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751569" y="2766822"/>
            <a:ext cx="177165" cy="155575"/>
          </a:xfrm>
          <a:custGeom>
            <a:avLst/>
            <a:gdLst/>
            <a:ahLst/>
            <a:cxnLst/>
            <a:rect l="l" t="t" r="r" b="b"/>
            <a:pathLst>
              <a:path w="177165" h="155575">
                <a:moveTo>
                  <a:pt x="176783" y="15544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44673" y="4526153"/>
            <a:ext cx="1079500" cy="911225"/>
          </a:xfrm>
          <a:custGeom>
            <a:avLst/>
            <a:gdLst/>
            <a:ahLst/>
            <a:cxnLst/>
            <a:rect l="l" t="t" r="r" b="b"/>
            <a:pathLst>
              <a:path w="1079500" h="911225">
                <a:moveTo>
                  <a:pt x="979228" y="851761"/>
                </a:moveTo>
                <a:lnTo>
                  <a:pt x="954659" y="880999"/>
                </a:lnTo>
                <a:lnTo>
                  <a:pt x="1078991" y="910717"/>
                </a:lnTo>
                <a:lnTo>
                  <a:pt x="1058738" y="863981"/>
                </a:lnTo>
                <a:lnTo>
                  <a:pt x="993775" y="863981"/>
                </a:lnTo>
                <a:lnTo>
                  <a:pt x="979228" y="851761"/>
                </a:lnTo>
                <a:close/>
              </a:path>
              <a:path w="1079500" h="911225">
                <a:moveTo>
                  <a:pt x="1003697" y="822643"/>
                </a:moveTo>
                <a:lnTo>
                  <a:pt x="979228" y="851761"/>
                </a:lnTo>
                <a:lnTo>
                  <a:pt x="993775" y="863981"/>
                </a:lnTo>
                <a:lnTo>
                  <a:pt x="1018286" y="834898"/>
                </a:lnTo>
                <a:lnTo>
                  <a:pt x="1003697" y="822643"/>
                </a:lnTo>
                <a:close/>
              </a:path>
              <a:path w="1079500" h="911225">
                <a:moveTo>
                  <a:pt x="1028191" y="793496"/>
                </a:moveTo>
                <a:lnTo>
                  <a:pt x="1003697" y="822643"/>
                </a:lnTo>
                <a:lnTo>
                  <a:pt x="1018286" y="834898"/>
                </a:lnTo>
                <a:lnTo>
                  <a:pt x="993775" y="863981"/>
                </a:lnTo>
                <a:lnTo>
                  <a:pt x="1058738" y="863981"/>
                </a:lnTo>
                <a:lnTo>
                  <a:pt x="1028191" y="793496"/>
                </a:lnTo>
                <a:close/>
              </a:path>
              <a:path w="1079500" h="911225">
                <a:moveTo>
                  <a:pt x="24383" y="0"/>
                </a:moveTo>
                <a:lnTo>
                  <a:pt x="0" y="29210"/>
                </a:lnTo>
                <a:lnTo>
                  <a:pt x="979228" y="851761"/>
                </a:lnTo>
                <a:lnTo>
                  <a:pt x="1003697" y="822643"/>
                </a:lnTo>
                <a:lnTo>
                  <a:pt x="243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663698" y="1008125"/>
            <a:ext cx="375920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  <a:spcBef>
                <a:spcPts val="2039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44698" y="273875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96920" y="3713734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01798" y="451383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07455" y="4390135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0842" y="390728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19464" y="3172205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04305" y="2051049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461765" y="5132070"/>
            <a:ext cx="2037714" cy="584200"/>
          </a:xfrm>
          <a:custGeom>
            <a:avLst/>
            <a:gdLst/>
            <a:ahLst/>
            <a:cxnLst/>
            <a:rect l="l" t="t" r="r" b="b"/>
            <a:pathLst>
              <a:path w="2037714" h="584200">
                <a:moveTo>
                  <a:pt x="0" y="583691"/>
                </a:moveTo>
                <a:lnTo>
                  <a:pt x="2037588" y="583691"/>
                </a:lnTo>
                <a:lnTo>
                  <a:pt x="2037588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509766" y="5182361"/>
            <a:ext cx="2037714" cy="584200"/>
          </a:xfrm>
          <a:custGeom>
            <a:avLst/>
            <a:gdLst/>
            <a:ahLst/>
            <a:cxnLst/>
            <a:rect l="l" t="t" r="r" b="b"/>
            <a:pathLst>
              <a:path w="2037715" h="584200">
                <a:moveTo>
                  <a:pt x="0" y="583691"/>
                </a:moveTo>
                <a:lnTo>
                  <a:pt x="2037587" y="583691"/>
                </a:lnTo>
                <a:lnTo>
                  <a:pt x="2037587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09766" y="2157222"/>
            <a:ext cx="2242185" cy="1790700"/>
          </a:xfrm>
          <a:custGeom>
            <a:avLst/>
            <a:gdLst/>
            <a:ahLst/>
            <a:cxnLst/>
            <a:rect l="l" t="t" r="r" b="b"/>
            <a:pathLst>
              <a:path w="2242184" h="1790700">
                <a:moveTo>
                  <a:pt x="0" y="1790700"/>
                </a:moveTo>
                <a:lnTo>
                  <a:pt x="2241804" y="1790700"/>
                </a:lnTo>
                <a:lnTo>
                  <a:pt x="2241804" y="0"/>
                </a:lnTo>
                <a:lnTo>
                  <a:pt x="0" y="0"/>
                </a:lnTo>
                <a:lnTo>
                  <a:pt x="0" y="17907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284470" y="3402457"/>
            <a:ext cx="1236980" cy="948055"/>
          </a:xfrm>
          <a:custGeom>
            <a:avLst/>
            <a:gdLst/>
            <a:ahLst/>
            <a:cxnLst/>
            <a:rect l="l" t="t" r="r" b="b"/>
            <a:pathLst>
              <a:path w="1236979" h="948054">
                <a:moveTo>
                  <a:pt x="56387" y="833119"/>
                </a:moveTo>
                <a:lnTo>
                  <a:pt x="0" y="947800"/>
                </a:lnTo>
                <a:lnTo>
                  <a:pt x="125602" y="924051"/>
                </a:lnTo>
                <a:lnTo>
                  <a:pt x="111295" y="905255"/>
                </a:lnTo>
                <a:lnTo>
                  <a:pt x="87375" y="905255"/>
                </a:lnTo>
                <a:lnTo>
                  <a:pt x="64262" y="874902"/>
                </a:lnTo>
                <a:lnTo>
                  <a:pt x="79413" y="863370"/>
                </a:lnTo>
                <a:lnTo>
                  <a:pt x="56387" y="833119"/>
                </a:lnTo>
                <a:close/>
              </a:path>
              <a:path w="1236979" h="948054">
                <a:moveTo>
                  <a:pt x="79413" y="863370"/>
                </a:moveTo>
                <a:lnTo>
                  <a:pt x="64262" y="874902"/>
                </a:lnTo>
                <a:lnTo>
                  <a:pt x="87375" y="905255"/>
                </a:lnTo>
                <a:lnTo>
                  <a:pt x="102520" y="893727"/>
                </a:lnTo>
                <a:lnTo>
                  <a:pt x="79413" y="863370"/>
                </a:lnTo>
                <a:close/>
              </a:path>
              <a:path w="1236979" h="948054">
                <a:moveTo>
                  <a:pt x="102520" y="893727"/>
                </a:moveTo>
                <a:lnTo>
                  <a:pt x="87375" y="905255"/>
                </a:lnTo>
                <a:lnTo>
                  <a:pt x="111295" y="905255"/>
                </a:lnTo>
                <a:lnTo>
                  <a:pt x="102520" y="893727"/>
                </a:lnTo>
                <a:close/>
              </a:path>
              <a:path w="1236979" h="948054">
                <a:moveTo>
                  <a:pt x="1213739" y="0"/>
                </a:moveTo>
                <a:lnTo>
                  <a:pt x="79413" y="863370"/>
                </a:lnTo>
                <a:lnTo>
                  <a:pt x="102520" y="893727"/>
                </a:lnTo>
                <a:lnTo>
                  <a:pt x="1236852" y="30225"/>
                </a:lnTo>
                <a:lnTo>
                  <a:pt x="12137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635878" y="3581780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57265" y="3609594"/>
            <a:ext cx="952500" cy="807720"/>
          </a:xfrm>
          <a:custGeom>
            <a:avLst/>
            <a:gdLst/>
            <a:ahLst/>
            <a:cxnLst/>
            <a:rect l="l" t="t" r="r" b="b"/>
            <a:pathLst>
              <a:path w="952500" h="807720">
                <a:moveTo>
                  <a:pt x="952500" y="0"/>
                </a:moveTo>
                <a:lnTo>
                  <a:pt x="0" y="80771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595365" y="4370070"/>
            <a:ext cx="0" cy="1447800"/>
          </a:xfrm>
          <a:custGeom>
            <a:avLst/>
            <a:gdLst/>
            <a:ahLst/>
            <a:cxnLst/>
            <a:rect l="l" t="t" r="r" b="b"/>
            <a:pathLst>
              <a:path w="0" h="1447800">
                <a:moveTo>
                  <a:pt x="0" y="0"/>
                </a:moveTo>
                <a:lnTo>
                  <a:pt x="0" y="14477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356866" y="5760720"/>
            <a:ext cx="3238500" cy="114300"/>
          </a:xfrm>
          <a:custGeom>
            <a:avLst/>
            <a:gdLst/>
            <a:ahLst/>
            <a:cxnLst/>
            <a:rect l="l" t="t" r="r" b="b"/>
            <a:pathLst>
              <a:path w="323850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23850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238500" h="114300">
                <a:moveTo>
                  <a:pt x="3238499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238499" y="76199"/>
                </a:lnTo>
                <a:lnTo>
                  <a:pt x="3238499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572505" y="491261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353564" y="4331461"/>
            <a:ext cx="1070610" cy="245745"/>
          </a:xfrm>
          <a:custGeom>
            <a:avLst/>
            <a:gdLst/>
            <a:ahLst/>
            <a:cxnLst/>
            <a:rect l="l" t="t" r="r" b="b"/>
            <a:pathLst>
              <a:path w="1070610" h="245745">
                <a:moveTo>
                  <a:pt x="954235" y="207986"/>
                </a:moveTo>
                <a:lnTo>
                  <a:pt x="947547" y="245490"/>
                </a:lnTo>
                <a:lnTo>
                  <a:pt x="1063221" y="211327"/>
                </a:lnTo>
                <a:lnTo>
                  <a:pt x="972947" y="211327"/>
                </a:lnTo>
                <a:lnTo>
                  <a:pt x="954235" y="207986"/>
                </a:lnTo>
                <a:close/>
              </a:path>
              <a:path w="1070610" h="245745">
                <a:moveTo>
                  <a:pt x="960939" y="170390"/>
                </a:moveTo>
                <a:lnTo>
                  <a:pt x="954235" y="207986"/>
                </a:lnTo>
                <a:lnTo>
                  <a:pt x="972947" y="211327"/>
                </a:lnTo>
                <a:lnTo>
                  <a:pt x="979677" y="173736"/>
                </a:lnTo>
                <a:lnTo>
                  <a:pt x="960939" y="170390"/>
                </a:lnTo>
                <a:close/>
              </a:path>
              <a:path w="1070610" h="245745">
                <a:moveTo>
                  <a:pt x="967613" y="132969"/>
                </a:moveTo>
                <a:lnTo>
                  <a:pt x="960939" y="170390"/>
                </a:lnTo>
                <a:lnTo>
                  <a:pt x="979677" y="173736"/>
                </a:lnTo>
                <a:lnTo>
                  <a:pt x="972947" y="211327"/>
                </a:lnTo>
                <a:lnTo>
                  <a:pt x="1063221" y="211327"/>
                </a:lnTo>
                <a:lnTo>
                  <a:pt x="1070102" y="209295"/>
                </a:lnTo>
                <a:lnTo>
                  <a:pt x="967613" y="132969"/>
                </a:lnTo>
                <a:close/>
              </a:path>
              <a:path w="1070610" h="245745">
                <a:moveTo>
                  <a:pt x="6604" y="0"/>
                </a:moveTo>
                <a:lnTo>
                  <a:pt x="0" y="37592"/>
                </a:lnTo>
                <a:lnTo>
                  <a:pt x="954235" y="207986"/>
                </a:lnTo>
                <a:lnTo>
                  <a:pt x="960939" y="170390"/>
                </a:lnTo>
                <a:lnTo>
                  <a:pt x="66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625598" y="3992702"/>
            <a:ext cx="12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356866" y="5982461"/>
            <a:ext cx="4768850" cy="0"/>
          </a:xfrm>
          <a:custGeom>
            <a:avLst/>
            <a:gdLst/>
            <a:ahLst/>
            <a:cxnLst/>
            <a:rect l="l" t="t" r="r" b="b"/>
            <a:pathLst>
              <a:path w="4768850" h="0">
                <a:moveTo>
                  <a:pt x="0" y="0"/>
                </a:moveTo>
                <a:lnTo>
                  <a:pt x="476859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68311" y="5766053"/>
            <a:ext cx="114300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851905" y="5573064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9973" y="5139054"/>
            <a:ext cx="378460" cy="328930"/>
          </a:xfrm>
          <a:custGeom>
            <a:avLst/>
            <a:gdLst/>
            <a:ahLst/>
            <a:cxnLst/>
            <a:rect l="l" t="t" r="r" b="b"/>
            <a:pathLst>
              <a:path w="378460" h="328929">
                <a:moveTo>
                  <a:pt x="246976" y="36182"/>
                </a:moveTo>
                <a:lnTo>
                  <a:pt x="198352" y="53340"/>
                </a:lnTo>
                <a:lnTo>
                  <a:pt x="142446" y="75057"/>
                </a:lnTo>
                <a:lnTo>
                  <a:pt x="104947" y="91059"/>
                </a:lnTo>
                <a:lnTo>
                  <a:pt x="62013" y="112649"/>
                </a:lnTo>
                <a:lnTo>
                  <a:pt x="28628" y="134747"/>
                </a:lnTo>
                <a:lnTo>
                  <a:pt x="3524" y="165227"/>
                </a:lnTo>
                <a:lnTo>
                  <a:pt x="1047" y="172974"/>
                </a:lnTo>
                <a:lnTo>
                  <a:pt x="704" y="174117"/>
                </a:lnTo>
                <a:lnTo>
                  <a:pt x="479" y="175387"/>
                </a:lnTo>
                <a:lnTo>
                  <a:pt x="97" y="180086"/>
                </a:lnTo>
                <a:lnTo>
                  <a:pt x="0" y="184658"/>
                </a:lnTo>
                <a:lnTo>
                  <a:pt x="978" y="191389"/>
                </a:lnTo>
                <a:lnTo>
                  <a:pt x="26218" y="225044"/>
                </a:lnTo>
                <a:lnTo>
                  <a:pt x="68066" y="247777"/>
                </a:lnTo>
                <a:lnTo>
                  <a:pt x="112512" y="264287"/>
                </a:lnTo>
                <a:lnTo>
                  <a:pt x="151374" y="276098"/>
                </a:lnTo>
                <a:lnTo>
                  <a:pt x="208791" y="291338"/>
                </a:lnTo>
                <a:lnTo>
                  <a:pt x="271237" y="306324"/>
                </a:lnTo>
                <a:lnTo>
                  <a:pt x="369802" y="328549"/>
                </a:lnTo>
                <a:lnTo>
                  <a:pt x="378158" y="291465"/>
                </a:lnTo>
                <a:lnTo>
                  <a:pt x="248225" y="261747"/>
                </a:lnTo>
                <a:lnTo>
                  <a:pt x="217795" y="254381"/>
                </a:lnTo>
                <a:lnTo>
                  <a:pt x="161484" y="239395"/>
                </a:lnTo>
                <a:lnTo>
                  <a:pt x="124146" y="227965"/>
                </a:lnTo>
                <a:lnTo>
                  <a:pt x="73958" y="208788"/>
                </a:lnTo>
                <a:lnTo>
                  <a:pt x="40783" y="187198"/>
                </a:lnTo>
                <a:lnTo>
                  <a:pt x="39709" y="185674"/>
                </a:lnTo>
                <a:lnTo>
                  <a:pt x="39226" y="185674"/>
                </a:lnTo>
                <a:lnTo>
                  <a:pt x="38745" y="184658"/>
                </a:lnTo>
                <a:lnTo>
                  <a:pt x="38501" y="184658"/>
                </a:lnTo>
                <a:lnTo>
                  <a:pt x="38437" y="184404"/>
                </a:lnTo>
                <a:lnTo>
                  <a:pt x="37970" y="184404"/>
                </a:lnTo>
                <a:lnTo>
                  <a:pt x="37938" y="183388"/>
                </a:lnTo>
                <a:lnTo>
                  <a:pt x="37681" y="183388"/>
                </a:lnTo>
                <a:lnTo>
                  <a:pt x="37805" y="182707"/>
                </a:lnTo>
                <a:lnTo>
                  <a:pt x="37542" y="182118"/>
                </a:lnTo>
                <a:lnTo>
                  <a:pt x="37862" y="182118"/>
                </a:lnTo>
                <a:lnTo>
                  <a:pt x="37607" y="181102"/>
                </a:lnTo>
                <a:lnTo>
                  <a:pt x="37866" y="181102"/>
                </a:lnTo>
                <a:lnTo>
                  <a:pt x="37834" y="180086"/>
                </a:lnTo>
                <a:lnTo>
                  <a:pt x="38282" y="180086"/>
                </a:lnTo>
                <a:lnTo>
                  <a:pt x="38351" y="179705"/>
                </a:lnTo>
                <a:lnTo>
                  <a:pt x="38634" y="179705"/>
                </a:lnTo>
                <a:lnTo>
                  <a:pt x="39015" y="178689"/>
                </a:lnTo>
                <a:lnTo>
                  <a:pt x="39355" y="178689"/>
                </a:lnTo>
                <a:lnTo>
                  <a:pt x="40158" y="177038"/>
                </a:lnTo>
                <a:lnTo>
                  <a:pt x="72973" y="150368"/>
                </a:lnTo>
                <a:lnTo>
                  <a:pt x="121047" y="125603"/>
                </a:lnTo>
                <a:lnTo>
                  <a:pt x="157267" y="110109"/>
                </a:lnTo>
                <a:lnTo>
                  <a:pt x="211852" y="89027"/>
                </a:lnTo>
                <a:lnTo>
                  <a:pt x="259192" y="72221"/>
                </a:lnTo>
                <a:lnTo>
                  <a:pt x="246976" y="36182"/>
                </a:lnTo>
                <a:close/>
              </a:path>
              <a:path w="378460" h="328929">
                <a:moveTo>
                  <a:pt x="38335" y="183522"/>
                </a:moveTo>
                <a:lnTo>
                  <a:pt x="38392" y="183913"/>
                </a:lnTo>
                <a:lnTo>
                  <a:pt x="39226" y="185674"/>
                </a:lnTo>
                <a:lnTo>
                  <a:pt x="38681" y="184134"/>
                </a:lnTo>
                <a:lnTo>
                  <a:pt x="38335" y="183522"/>
                </a:lnTo>
                <a:close/>
              </a:path>
              <a:path w="378460" h="328929">
                <a:moveTo>
                  <a:pt x="38681" y="184134"/>
                </a:moveTo>
                <a:lnTo>
                  <a:pt x="39226" y="185674"/>
                </a:lnTo>
                <a:lnTo>
                  <a:pt x="39709" y="185674"/>
                </a:lnTo>
                <a:lnTo>
                  <a:pt x="38904" y="184531"/>
                </a:lnTo>
                <a:lnTo>
                  <a:pt x="38681" y="184134"/>
                </a:lnTo>
                <a:close/>
              </a:path>
              <a:path w="378460" h="328929">
                <a:moveTo>
                  <a:pt x="38224" y="183559"/>
                </a:moveTo>
                <a:lnTo>
                  <a:pt x="38501" y="184658"/>
                </a:lnTo>
                <a:lnTo>
                  <a:pt x="38392" y="183913"/>
                </a:lnTo>
                <a:lnTo>
                  <a:pt x="38224" y="183559"/>
                </a:lnTo>
                <a:close/>
              </a:path>
              <a:path w="378460" h="328929">
                <a:moveTo>
                  <a:pt x="38392" y="183913"/>
                </a:moveTo>
                <a:lnTo>
                  <a:pt x="38501" y="184658"/>
                </a:lnTo>
                <a:lnTo>
                  <a:pt x="38745" y="184658"/>
                </a:lnTo>
                <a:lnTo>
                  <a:pt x="38392" y="183913"/>
                </a:lnTo>
                <a:close/>
              </a:path>
              <a:path w="378460" h="328929">
                <a:moveTo>
                  <a:pt x="38065" y="183223"/>
                </a:moveTo>
                <a:lnTo>
                  <a:pt x="37970" y="184404"/>
                </a:lnTo>
                <a:lnTo>
                  <a:pt x="38437" y="184404"/>
                </a:lnTo>
                <a:lnTo>
                  <a:pt x="38207" y="183522"/>
                </a:lnTo>
                <a:lnTo>
                  <a:pt x="38065" y="183223"/>
                </a:lnTo>
                <a:close/>
              </a:path>
              <a:path w="378460" h="328929">
                <a:moveTo>
                  <a:pt x="38245" y="182904"/>
                </a:moveTo>
                <a:lnTo>
                  <a:pt x="38356" y="183559"/>
                </a:lnTo>
                <a:lnTo>
                  <a:pt x="38681" y="184134"/>
                </a:lnTo>
                <a:lnTo>
                  <a:pt x="38245" y="182904"/>
                </a:lnTo>
                <a:close/>
              </a:path>
              <a:path w="378460" h="328929">
                <a:moveTo>
                  <a:pt x="38119" y="183140"/>
                </a:moveTo>
                <a:lnTo>
                  <a:pt x="38224" y="183559"/>
                </a:lnTo>
                <a:lnTo>
                  <a:pt x="38392" y="183913"/>
                </a:lnTo>
                <a:lnTo>
                  <a:pt x="38335" y="183522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078" y="183067"/>
                </a:moveTo>
                <a:lnTo>
                  <a:pt x="38143" y="183388"/>
                </a:lnTo>
                <a:lnTo>
                  <a:pt x="38224" y="183559"/>
                </a:lnTo>
                <a:lnTo>
                  <a:pt x="38119" y="183140"/>
                </a:lnTo>
                <a:close/>
              </a:path>
              <a:path w="378460" h="328929">
                <a:moveTo>
                  <a:pt x="38120" y="182551"/>
                </a:moveTo>
                <a:lnTo>
                  <a:pt x="38166" y="183223"/>
                </a:lnTo>
                <a:lnTo>
                  <a:pt x="38335" y="183522"/>
                </a:lnTo>
                <a:lnTo>
                  <a:pt x="38245" y="182904"/>
                </a:lnTo>
                <a:lnTo>
                  <a:pt x="38120" y="182551"/>
                </a:lnTo>
                <a:close/>
              </a:path>
              <a:path w="378460" h="328929">
                <a:moveTo>
                  <a:pt x="37809" y="182683"/>
                </a:moveTo>
                <a:lnTo>
                  <a:pt x="37681" y="183388"/>
                </a:lnTo>
                <a:lnTo>
                  <a:pt x="37792" y="182999"/>
                </a:lnTo>
                <a:lnTo>
                  <a:pt x="37809" y="182683"/>
                </a:lnTo>
                <a:close/>
              </a:path>
              <a:path w="378460" h="328929">
                <a:moveTo>
                  <a:pt x="37854" y="182778"/>
                </a:moveTo>
                <a:lnTo>
                  <a:pt x="37681" y="183388"/>
                </a:lnTo>
                <a:lnTo>
                  <a:pt x="37938" y="183388"/>
                </a:lnTo>
                <a:lnTo>
                  <a:pt x="37854" y="182778"/>
                </a:lnTo>
                <a:close/>
              </a:path>
              <a:path w="378460" h="328929">
                <a:moveTo>
                  <a:pt x="37919" y="182785"/>
                </a:moveTo>
                <a:lnTo>
                  <a:pt x="37959" y="182999"/>
                </a:lnTo>
                <a:lnTo>
                  <a:pt x="38065" y="183223"/>
                </a:lnTo>
                <a:lnTo>
                  <a:pt x="37986" y="182904"/>
                </a:lnTo>
                <a:close/>
              </a:path>
              <a:path w="378460" h="328929">
                <a:moveTo>
                  <a:pt x="37946" y="182454"/>
                </a:moveTo>
                <a:lnTo>
                  <a:pt x="37986" y="182904"/>
                </a:lnTo>
                <a:lnTo>
                  <a:pt x="38078" y="183067"/>
                </a:lnTo>
                <a:lnTo>
                  <a:pt x="37946" y="182454"/>
                </a:lnTo>
                <a:close/>
              </a:path>
              <a:path w="378460" h="328929">
                <a:moveTo>
                  <a:pt x="38008" y="182236"/>
                </a:moveTo>
                <a:lnTo>
                  <a:pt x="37971" y="182551"/>
                </a:lnTo>
                <a:lnTo>
                  <a:pt x="38084" y="182999"/>
                </a:lnTo>
                <a:lnTo>
                  <a:pt x="38008" y="182236"/>
                </a:lnTo>
                <a:close/>
              </a:path>
              <a:path w="378460" h="328929">
                <a:moveTo>
                  <a:pt x="37542" y="182118"/>
                </a:moveTo>
                <a:lnTo>
                  <a:pt x="37809" y="182683"/>
                </a:lnTo>
                <a:lnTo>
                  <a:pt x="37732" y="182454"/>
                </a:lnTo>
                <a:lnTo>
                  <a:pt x="37542" y="182118"/>
                </a:lnTo>
                <a:close/>
              </a:path>
              <a:path w="378460" h="328929">
                <a:moveTo>
                  <a:pt x="37862" y="182118"/>
                </a:moveTo>
                <a:lnTo>
                  <a:pt x="37542" y="182118"/>
                </a:lnTo>
                <a:lnTo>
                  <a:pt x="37822" y="182614"/>
                </a:lnTo>
                <a:lnTo>
                  <a:pt x="37862" y="182118"/>
                </a:lnTo>
                <a:close/>
              </a:path>
              <a:path w="378460" h="328929">
                <a:moveTo>
                  <a:pt x="37607" y="181102"/>
                </a:moveTo>
                <a:lnTo>
                  <a:pt x="37891" y="182234"/>
                </a:lnTo>
                <a:lnTo>
                  <a:pt x="37769" y="181559"/>
                </a:lnTo>
                <a:lnTo>
                  <a:pt x="37607" y="181102"/>
                </a:lnTo>
                <a:close/>
              </a:path>
              <a:path w="378460" h="328929">
                <a:moveTo>
                  <a:pt x="38249" y="180962"/>
                </a:moveTo>
                <a:lnTo>
                  <a:pt x="38181" y="181102"/>
                </a:lnTo>
                <a:lnTo>
                  <a:pt x="38100" y="181912"/>
                </a:lnTo>
                <a:lnTo>
                  <a:pt x="38218" y="181347"/>
                </a:lnTo>
                <a:lnTo>
                  <a:pt x="38249" y="180962"/>
                </a:lnTo>
                <a:close/>
              </a:path>
              <a:path w="378460" h="328929">
                <a:moveTo>
                  <a:pt x="37886" y="181737"/>
                </a:moveTo>
                <a:lnTo>
                  <a:pt x="37891" y="181905"/>
                </a:lnTo>
                <a:lnTo>
                  <a:pt x="37886" y="181737"/>
                </a:lnTo>
                <a:close/>
              </a:path>
              <a:path w="378460" h="328929">
                <a:moveTo>
                  <a:pt x="37866" y="181102"/>
                </a:moveTo>
                <a:lnTo>
                  <a:pt x="37607" y="181102"/>
                </a:lnTo>
                <a:lnTo>
                  <a:pt x="37831" y="181737"/>
                </a:lnTo>
                <a:lnTo>
                  <a:pt x="37866" y="181102"/>
                </a:lnTo>
                <a:close/>
              </a:path>
              <a:path w="378460" h="328929">
                <a:moveTo>
                  <a:pt x="38018" y="181347"/>
                </a:moveTo>
                <a:lnTo>
                  <a:pt x="37885" y="181710"/>
                </a:lnTo>
                <a:lnTo>
                  <a:pt x="38010" y="181452"/>
                </a:lnTo>
                <a:close/>
              </a:path>
              <a:path w="378460" h="328929">
                <a:moveTo>
                  <a:pt x="37834" y="180086"/>
                </a:moveTo>
                <a:lnTo>
                  <a:pt x="37885" y="181702"/>
                </a:lnTo>
                <a:lnTo>
                  <a:pt x="38007" y="181377"/>
                </a:lnTo>
                <a:lnTo>
                  <a:pt x="37834" y="180086"/>
                </a:lnTo>
                <a:close/>
              </a:path>
              <a:path w="378460" h="328929">
                <a:moveTo>
                  <a:pt x="38539" y="180365"/>
                </a:moveTo>
                <a:lnTo>
                  <a:pt x="38249" y="180962"/>
                </a:lnTo>
                <a:lnTo>
                  <a:pt x="38200" y="181559"/>
                </a:lnTo>
                <a:lnTo>
                  <a:pt x="38539" y="180365"/>
                </a:lnTo>
                <a:close/>
              </a:path>
              <a:path w="378460" h="328929">
                <a:moveTo>
                  <a:pt x="38273" y="180668"/>
                </a:moveTo>
                <a:lnTo>
                  <a:pt x="38162" y="180962"/>
                </a:lnTo>
                <a:lnTo>
                  <a:pt x="38047" y="181377"/>
                </a:lnTo>
                <a:lnTo>
                  <a:pt x="38148" y="181170"/>
                </a:lnTo>
                <a:lnTo>
                  <a:pt x="38273" y="180668"/>
                </a:lnTo>
                <a:close/>
              </a:path>
              <a:path w="378460" h="328929">
                <a:moveTo>
                  <a:pt x="38282" y="180086"/>
                </a:moveTo>
                <a:lnTo>
                  <a:pt x="37834" y="180086"/>
                </a:lnTo>
                <a:lnTo>
                  <a:pt x="38018" y="181347"/>
                </a:lnTo>
                <a:lnTo>
                  <a:pt x="38122" y="180962"/>
                </a:lnTo>
                <a:lnTo>
                  <a:pt x="38282" y="180086"/>
                </a:lnTo>
                <a:close/>
              </a:path>
              <a:path w="378460" h="328929">
                <a:moveTo>
                  <a:pt x="38351" y="179705"/>
                </a:moveTo>
                <a:lnTo>
                  <a:pt x="38084" y="181170"/>
                </a:lnTo>
                <a:lnTo>
                  <a:pt x="38273" y="180668"/>
                </a:lnTo>
                <a:lnTo>
                  <a:pt x="38351" y="179705"/>
                </a:lnTo>
                <a:close/>
              </a:path>
              <a:path w="378460" h="328929">
                <a:moveTo>
                  <a:pt x="39015" y="178689"/>
                </a:moveTo>
                <a:lnTo>
                  <a:pt x="38273" y="180668"/>
                </a:lnTo>
                <a:lnTo>
                  <a:pt x="38249" y="180962"/>
                </a:lnTo>
                <a:lnTo>
                  <a:pt x="38539" y="180365"/>
                </a:lnTo>
                <a:lnTo>
                  <a:pt x="39015" y="178689"/>
                </a:lnTo>
                <a:close/>
              </a:path>
              <a:path w="378460" h="328929">
                <a:moveTo>
                  <a:pt x="38634" y="179705"/>
                </a:moveTo>
                <a:lnTo>
                  <a:pt x="38351" y="179705"/>
                </a:lnTo>
                <a:lnTo>
                  <a:pt x="38273" y="180668"/>
                </a:lnTo>
                <a:lnTo>
                  <a:pt x="38634" y="179705"/>
                </a:lnTo>
                <a:close/>
              </a:path>
              <a:path w="378460" h="328929">
                <a:moveTo>
                  <a:pt x="39355" y="178689"/>
                </a:moveTo>
                <a:lnTo>
                  <a:pt x="39015" y="178689"/>
                </a:lnTo>
                <a:lnTo>
                  <a:pt x="38539" y="180365"/>
                </a:lnTo>
                <a:lnTo>
                  <a:pt x="39355" y="178689"/>
                </a:lnTo>
                <a:close/>
              </a:path>
              <a:path w="378460" h="328929">
                <a:moveTo>
                  <a:pt x="348855" y="29972"/>
                </a:moveTo>
                <a:lnTo>
                  <a:pt x="264874" y="29972"/>
                </a:lnTo>
                <a:lnTo>
                  <a:pt x="277333" y="65913"/>
                </a:lnTo>
                <a:lnTo>
                  <a:pt x="259192" y="72221"/>
                </a:lnTo>
                <a:lnTo>
                  <a:pt x="271389" y="108204"/>
                </a:lnTo>
                <a:lnTo>
                  <a:pt x="348855" y="29972"/>
                </a:lnTo>
                <a:close/>
              </a:path>
              <a:path w="378460" h="328929">
                <a:moveTo>
                  <a:pt x="264874" y="29972"/>
                </a:moveTo>
                <a:lnTo>
                  <a:pt x="246976" y="36182"/>
                </a:lnTo>
                <a:lnTo>
                  <a:pt x="259192" y="72221"/>
                </a:lnTo>
                <a:lnTo>
                  <a:pt x="277333" y="65913"/>
                </a:lnTo>
                <a:lnTo>
                  <a:pt x="264874" y="29972"/>
                </a:lnTo>
                <a:close/>
              </a:path>
              <a:path w="378460" h="328929">
                <a:moveTo>
                  <a:pt x="234712" y="0"/>
                </a:moveTo>
                <a:lnTo>
                  <a:pt x="246976" y="36182"/>
                </a:lnTo>
                <a:lnTo>
                  <a:pt x="264874" y="29972"/>
                </a:lnTo>
                <a:lnTo>
                  <a:pt x="348855" y="29972"/>
                </a:lnTo>
                <a:lnTo>
                  <a:pt x="361305" y="17399"/>
                </a:lnTo>
                <a:lnTo>
                  <a:pt x="2347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4239" y="492353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7340" y="528319"/>
            <a:ext cx="708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’)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的关于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LR(0)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项目的识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别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活前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2800" spc="2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2800" spc="-5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33247" y="26923"/>
            <a:ext cx="8027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7553959" y="350901"/>
            <a:ext cx="1440815" cy="170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8475" indent="-486409">
              <a:lnSpc>
                <a:spcPts val="2280"/>
              </a:lnSpc>
              <a:spcBef>
                <a:spcPts val="100"/>
              </a:spcBef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28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9654" y="6096761"/>
            <a:ext cx="2588260" cy="485140"/>
          </a:xfrm>
          <a:custGeom>
            <a:avLst/>
            <a:gdLst/>
            <a:ahLst/>
            <a:cxnLst/>
            <a:rect l="l" t="t" r="r" b="b"/>
            <a:pathLst>
              <a:path w="2588260" h="485140">
                <a:moveTo>
                  <a:pt x="0" y="484631"/>
                </a:moveTo>
                <a:lnTo>
                  <a:pt x="2587752" y="484631"/>
                </a:lnTo>
                <a:lnTo>
                  <a:pt x="2587752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89826" y="3268217"/>
            <a:ext cx="1633855" cy="344805"/>
          </a:xfrm>
          <a:custGeom>
            <a:avLst/>
            <a:gdLst/>
            <a:ahLst/>
            <a:cxnLst/>
            <a:rect l="l" t="t" r="r" b="b"/>
            <a:pathLst>
              <a:path w="1633854" h="344804">
                <a:moveTo>
                  <a:pt x="0" y="344423"/>
                </a:moveTo>
                <a:lnTo>
                  <a:pt x="1633727" y="344423"/>
                </a:lnTo>
                <a:lnTo>
                  <a:pt x="1633727" y="0"/>
                </a:lnTo>
                <a:lnTo>
                  <a:pt x="0" y="0"/>
                </a:lnTo>
                <a:lnTo>
                  <a:pt x="0" y="344423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89826" y="3268217"/>
            <a:ext cx="1633855" cy="344805"/>
          </a:xfrm>
          <a:custGeom>
            <a:avLst/>
            <a:gdLst/>
            <a:ahLst/>
            <a:cxnLst/>
            <a:rect l="l" t="t" r="r" b="b"/>
            <a:pathLst>
              <a:path w="1633854" h="344804">
                <a:moveTo>
                  <a:pt x="0" y="344423"/>
                </a:moveTo>
                <a:lnTo>
                  <a:pt x="1633727" y="344423"/>
                </a:lnTo>
                <a:lnTo>
                  <a:pt x="1633727" y="0"/>
                </a:lnTo>
                <a:lnTo>
                  <a:pt x="0" y="0"/>
                </a:lnTo>
                <a:lnTo>
                  <a:pt x="0" y="344423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9465" y="5246370"/>
            <a:ext cx="2927985" cy="483234"/>
          </a:xfrm>
          <a:custGeom>
            <a:avLst/>
            <a:gdLst/>
            <a:ahLst/>
            <a:cxnLst/>
            <a:rect l="l" t="t" r="r" b="b"/>
            <a:pathLst>
              <a:path w="2927985" h="483235">
                <a:moveTo>
                  <a:pt x="0" y="483107"/>
                </a:moveTo>
                <a:lnTo>
                  <a:pt x="2927604" y="483107"/>
                </a:lnTo>
                <a:lnTo>
                  <a:pt x="2927604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78858" y="3938778"/>
            <a:ext cx="1752600" cy="355600"/>
          </a:xfrm>
          <a:custGeom>
            <a:avLst/>
            <a:gdLst/>
            <a:ahLst/>
            <a:cxnLst/>
            <a:rect l="l" t="t" r="r" b="b"/>
            <a:pathLst>
              <a:path w="1752600" h="355600">
                <a:moveTo>
                  <a:pt x="0" y="355092"/>
                </a:moveTo>
                <a:lnTo>
                  <a:pt x="1752600" y="355092"/>
                </a:lnTo>
                <a:lnTo>
                  <a:pt x="1752600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8858" y="3938778"/>
            <a:ext cx="1752600" cy="355600"/>
          </a:xfrm>
          <a:custGeom>
            <a:avLst/>
            <a:gdLst/>
            <a:ahLst/>
            <a:cxnLst/>
            <a:rect l="l" t="t" r="r" b="b"/>
            <a:pathLst>
              <a:path w="1752600" h="355600">
                <a:moveTo>
                  <a:pt x="0" y="355092"/>
                </a:moveTo>
                <a:lnTo>
                  <a:pt x="1752600" y="355092"/>
                </a:lnTo>
                <a:lnTo>
                  <a:pt x="1752600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01261" y="3213354"/>
            <a:ext cx="1409700" cy="399415"/>
          </a:xfrm>
          <a:custGeom>
            <a:avLst/>
            <a:gdLst/>
            <a:ahLst/>
            <a:cxnLst/>
            <a:rect l="l" t="t" r="r" b="b"/>
            <a:pathLst>
              <a:path w="1409700" h="399414">
                <a:moveTo>
                  <a:pt x="0" y="399288"/>
                </a:moveTo>
                <a:lnTo>
                  <a:pt x="1409700" y="399288"/>
                </a:lnTo>
                <a:lnTo>
                  <a:pt x="1409700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01261" y="3213354"/>
            <a:ext cx="1409700" cy="399415"/>
          </a:xfrm>
          <a:custGeom>
            <a:avLst/>
            <a:gdLst/>
            <a:ahLst/>
            <a:cxnLst/>
            <a:rect l="l" t="t" r="r" b="b"/>
            <a:pathLst>
              <a:path w="1409700" h="399414">
                <a:moveTo>
                  <a:pt x="0" y="399288"/>
                </a:moveTo>
                <a:lnTo>
                  <a:pt x="1409700" y="399288"/>
                </a:lnTo>
                <a:lnTo>
                  <a:pt x="1409700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78858" y="3938778"/>
            <a:ext cx="1758950" cy="355600"/>
          </a:xfrm>
          <a:custGeom>
            <a:avLst/>
            <a:gdLst/>
            <a:ahLst/>
            <a:cxnLst/>
            <a:rect l="l" t="t" r="r" b="b"/>
            <a:pathLst>
              <a:path w="1758950" h="355600">
                <a:moveTo>
                  <a:pt x="0" y="355092"/>
                </a:moveTo>
                <a:lnTo>
                  <a:pt x="1758695" y="355092"/>
                </a:lnTo>
                <a:lnTo>
                  <a:pt x="1758695" y="0"/>
                </a:lnTo>
                <a:lnTo>
                  <a:pt x="0" y="0"/>
                </a:lnTo>
                <a:lnTo>
                  <a:pt x="0" y="3550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43502" y="3840937"/>
            <a:ext cx="4343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89826" y="3277361"/>
            <a:ext cx="1626235" cy="344805"/>
          </a:xfrm>
          <a:custGeom>
            <a:avLst/>
            <a:gdLst/>
            <a:ahLst/>
            <a:cxnLst/>
            <a:rect l="l" t="t" r="r" b="b"/>
            <a:pathLst>
              <a:path w="1626234" h="344804">
                <a:moveTo>
                  <a:pt x="0" y="344424"/>
                </a:moveTo>
                <a:lnTo>
                  <a:pt x="1626107" y="344424"/>
                </a:lnTo>
                <a:lnTo>
                  <a:pt x="162610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4162" y="4423409"/>
            <a:ext cx="2400300" cy="485140"/>
          </a:xfrm>
          <a:prstGeom prst="rect">
            <a:avLst/>
          </a:prstGeom>
          <a:solidFill>
            <a:srgbClr val="0080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22953" y="4880609"/>
            <a:ext cx="2781300" cy="1922145"/>
          </a:xfrm>
          <a:custGeom>
            <a:avLst/>
            <a:gdLst/>
            <a:ahLst/>
            <a:cxnLst/>
            <a:rect l="l" t="t" r="r" b="b"/>
            <a:pathLst>
              <a:path w="2781300" h="1922145">
                <a:moveTo>
                  <a:pt x="0" y="1921764"/>
                </a:moveTo>
                <a:lnTo>
                  <a:pt x="2781300" y="1921764"/>
                </a:lnTo>
                <a:lnTo>
                  <a:pt x="2781300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89826" y="4153661"/>
            <a:ext cx="1710055" cy="1430020"/>
          </a:xfrm>
          <a:custGeom>
            <a:avLst/>
            <a:gdLst/>
            <a:ahLst/>
            <a:cxnLst/>
            <a:rect l="l" t="t" r="r" b="b"/>
            <a:pathLst>
              <a:path w="1710054" h="1430020">
                <a:moveTo>
                  <a:pt x="0" y="1429512"/>
                </a:moveTo>
                <a:lnTo>
                  <a:pt x="1709927" y="1429512"/>
                </a:lnTo>
                <a:lnTo>
                  <a:pt x="170992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79654" y="1029461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905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 marR="199390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805">
              <a:lnSpc>
                <a:spcPts val="3629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13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90805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2140" y="54604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61053" y="698754"/>
            <a:ext cx="203327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34461" y="9723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34583" y="61950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02202" y="1736851"/>
            <a:ext cx="1849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34461" y="1784604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1" y="0"/>
                </a:moveTo>
                <a:lnTo>
                  <a:pt x="812291" y="114300"/>
                </a:lnTo>
                <a:lnTo>
                  <a:pt x="888491" y="76200"/>
                </a:lnTo>
                <a:lnTo>
                  <a:pt x="831341" y="76200"/>
                </a:lnTo>
                <a:lnTo>
                  <a:pt x="831341" y="38100"/>
                </a:lnTo>
                <a:lnTo>
                  <a:pt x="888491" y="38100"/>
                </a:lnTo>
                <a:lnTo>
                  <a:pt x="812291" y="0"/>
                </a:lnTo>
                <a:close/>
              </a:path>
              <a:path w="927100" h="114300">
                <a:moveTo>
                  <a:pt x="8122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1" y="76200"/>
                </a:lnTo>
                <a:lnTo>
                  <a:pt x="812291" y="38100"/>
                </a:lnTo>
                <a:close/>
              </a:path>
              <a:path w="927100" h="114300">
                <a:moveTo>
                  <a:pt x="888491" y="38100"/>
                </a:moveTo>
                <a:lnTo>
                  <a:pt x="831341" y="38100"/>
                </a:lnTo>
                <a:lnTo>
                  <a:pt x="831341" y="76200"/>
                </a:lnTo>
                <a:lnTo>
                  <a:pt x="888491" y="76200"/>
                </a:lnTo>
                <a:lnTo>
                  <a:pt x="926591" y="57150"/>
                </a:lnTo>
                <a:lnTo>
                  <a:pt x="8884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241675" y="543306"/>
            <a:ext cx="378460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61053" y="1309877"/>
            <a:ext cx="2476500" cy="948055"/>
          </a:xfrm>
          <a:custGeom>
            <a:avLst/>
            <a:gdLst/>
            <a:ahLst/>
            <a:cxnLst/>
            <a:rect l="l" t="t" r="r" b="b"/>
            <a:pathLst>
              <a:path w="2476500" h="948055">
                <a:moveTo>
                  <a:pt x="0" y="947927"/>
                </a:moveTo>
                <a:lnTo>
                  <a:pt x="2476500" y="947927"/>
                </a:lnTo>
                <a:lnTo>
                  <a:pt x="2476500" y="0"/>
                </a:lnTo>
                <a:lnTo>
                  <a:pt x="0" y="0"/>
                </a:lnTo>
                <a:lnTo>
                  <a:pt x="0" y="94792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876802" y="1273556"/>
            <a:ext cx="275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909" sz="4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baseline="-26909" sz="4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02202" y="2450083"/>
            <a:ext cx="17259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34461" y="2724911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1" y="0"/>
                </a:moveTo>
                <a:lnTo>
                  <a:pt x="774191" y="114300"/>
                </a:lnTo>
                <a:lnTo>
                  <a:pt x="850391" y="76200"/>
                </a:lnTo>
                <a:lnTo>
                  <a:pt x="793241" y="76200"/>
                </a:lnTo>
                <a:lnTo>
                  <a:pt x="793241" y="38100"/>
                </a:lnTo>
                <a:lnTo>
                  <a:pt x="850391" y="38100"/>
                </a:lnTo>
                <a:lnTo>
                  <a:pt x="774191" y="0"/>
                </a:lnTo>
                <a:close/>
              </a:path>
              <a:path w="889000" h="114300">
                <a:moveTo>
                  <a:pt x="7741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1" y="76200"/>
                </a:lnTo>
                <a:lnTo>
                  <a:pt x="774191" y="38100"/>
                </a:lnTo>
                <a:close/>
              </a:path>
              <a:path w="889000" h="114300">
                <a:moveTo>
                  <a:pt x="850391" y="38100"/>
                </a:moveTo>
                <a:lnTo>
                  <a:pt x="793241" y="38100"/>
                </a:lnTo>
                <a:lnTo>
                  <a:pt x="793241" y="76200"/>
                </a:lnTo>
                <a:lnTo>
                  <a:pt x="850391" y="76200"/>
                </a:lnTo>
                <a:lnTo>
                  <a:pt x="888491" y="57150"/>
                </a:lnTo>
                <a:lnTo>
                  <a:pt x="8503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197098" y="2307463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61053" y="2486405"/>
            <a:ext cx="1995170" cy="485140"/>
          </a:xfrm>
          <a:custGeom>
            <a:avLst/>
            <a:gdLst/>
            <a:ahLst/>
            <a:cxnLst/>
            <a:rect l="l" t="t" r="r" b="b"/>
            <a:pathLst>
              <a:path w="1995170" h="485139">
                <a:moveTo>
                  <a:pt x="0" y="484632"/>
                </a:moveTo>
                <a:lnTo>
                  <a:pt x="1994916" y="484632"/>
                </a:lnTo>
                <a:lnTo>
                  <a:pt x="1994916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908928" y="24202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42003" y="4871720"/>
            <a:ext cx="2743200" cy="1945639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46990" marR="239395">
              <a:lnSpc>
                <a:spcPct val="97900"/>
              </a:lnSpc>
              <a:spcBef>
                <a:spcPts val="1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22953" y="4880609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8"/>
                </a:moveTo>
                <a:lnTo>
                  <a:pt x="2781300" y="1915668"/>
                </a:lnTo>
                <a:lnTo>
                  <a:pt x="2781300" y="0"/>
                </a:lnTo>
                <a:lnTo>
                  <a:pt x="0" y="0"/>
                </a:lnTo>
                <a:lnTo>
                  <a:pt x="0" y="19156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626732" y="5322823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455419" y="3938778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2"/>
                </a:moveTo>
                <a:lnTo>
                  <a:pt x="0" y="370332"/>
                </a:lnTo>
                <a:lnTo>
                  <a:pt x="57150" y="484632"/>
                </a:lnTo>
                <a:lnTo>
                  <a:pt x="104775" y="389382"/>
                </a:lnTo>
                <a:lnTo>
                  <a:pt x="38100" y="389382"/>
                </a:lnTo>
                <a:lnTo>
                  <a:pt x="38100" y="370332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2"/>
                </a:lnTo>
                <a:lnTo>
                  <a:pt x="76200" y="389382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2"/>
                </a:moveTo>
                <a:lnTo>
                  <a:pt x="76200" y="370332"/>
                </a:lnTo>
                <a:lnTo>
                  <a:pt x="76200" y="389382"/>
                </a:lnTo>
                <a:lnTo>
                  <a:pt x="104775" y="389382"/>
                </a:lnTo>
                <a:lnTo>
                  <a:pt x="114300" y="3703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590294" y="3898519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46273" y="435571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93306" y="651509"/>
            <a:ext cx="193040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93306" y="1346708"/>
            <a:ext cx="145669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R="5080">
              <a:lnSpc>
                <a:spcPts val="2740"/>
              </a:lnSpc>
              <a:spcBef>
                <a:spcPts val="30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290183" y="1029461"/>
            <a:ext cx="512445" cy="297180"/>
          </a:xfrm>
          <a:custGeom>
            <a:avLst/>
            <a:gdLst/>
            <a:ahLst/>
            <a:cxnLst/>
            <a:rect l="l" t="t" r="r" b="b"/>
            <a:pathLst>
              <a:path w="512445" h="297180">
                <a:moveTo>
                  <a:pt x="403100" y="38993"/>
                </a:moveTo>
                <a:lnTo>
                  <a:pt x="0" y="263778"/>
                </a:lnTo>
                <a:lnTo>
                  <a:pt x="18541" y="297052"/>
                </a:lnTo>
                <a:lnTo>
                  <a:pt x="421642" y="72267"/>
                </a:lnTo>
                <a:lnTo>
                  <a:pt x="403100" y="38993"/>
                </a:lnTo>
                <a:close/>
              </a:path>
              <a:path w="512445" h="297180">
                <a:moveTo>
                  <a:pt x="491914" y="29717"/>
                </a:moveTo>
                <a:lnTo>
                  <a:pt x="419735" y="29717"/>
                </a:lnTo>
                <a:lnTo>
                  <a:pt x="438276" y="62991"/>
                </a:lnTo>
                <a:lnTo>
                  <a:pt x="421642" y="72267"/>
                </a:lnTo>
                <a:lnTo>
                  <a:pt x="440182" y="105537"/>
                </a:lnTo>
                <a:lnTo>
                  <a:pt x="491914" y="29717"/>
                </a:lnTo>
                <a:close/>
              </a:path>
              <a:path w="512445" h="297180">
                <a:moveTo>
                  <a:pt x="419735" y="29717"/>
                </a:moveTo>
                <a:lnTo>
                  <a:pt x="403100" y="38993"/>
                </a:lnTo>
                <a:lnTo>
                  <a:pt x="421642" y="72267"/>
                </a:lnTo>
                <a:lnTo>
                  <a:pt x="438276" y="62991"/>
                </a:lnTo>
                <a:lnTo>
                  <a:pt x="419735" y="29717"/>
                </a:lnTo>
                <a:close/>
              </a:path>
              <a:path w="512445" h="297180">
                <a:moveTo>
                  <a:pt x="512190" y="0"/>
                </a:moveTo>
                <a:lnTo>
                  <a:pt x="384556" y="5714"/>
                </a:lnTo>
                <a:lnTo>
                  <a:pt x="403100" y="38993"/>
                </a:lnTo>
                <a:lnTo>
                  <a:pt x="419735" y="29717"/>
                </a:lnTo>
                <a:lnTo>
                  <a:pt x="491914" y="29717"/>
                </a:lnTo>
                <a:lnTo>
                  <a:pt x="5121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417055" y="721232"/>
            <a:ext cx="257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802373" y="660654"/>
            <a:ext cx="2178050" cy="1430020"/>
          </a:xfrm>
          <a:custGeom>
            <a:avLst/>
            <a:gdLst/>
            <a:ahLst/>
            <a:cxnLst/>
            <a:rect l="l" t="t" r="r" b="b"/>
            <a:pathLst>
              <a:path w="2178050" h="1430020">
                <a:moveTo>
                  <a:pt x="0" y="1429512"/>
                </a:moveTo>
                <a:lnTo>
                  <a:pt x="2177796" y="1429512"/>
                </a:lnTo>
                <a:lnTo>
                  <a:pt x="21777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8728836" y="1268983"/>
            <a:ext cx="21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6804" y="5265420"/>
            <a:ext cx="2871470" cy="433070"/>
          </a:xfrm>
          <a:prstGeom prst="rect">
            <a:avLst/>
          </a:prstGeom>
          <a:solidFill>
            <a:srgbClr val="333300"/>
          </a:solidFill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341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8515" y="6115811"/>
            <a:ext cx="2529840" cy="447040"/>
          </a:xfrm>
          <a:prstGeom prst="rect">
            <a:avLst/>
          </a:prstGeom>
          <a:solidFill>
            <a:srgbClr val="800080"/>
          </a:solidFill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51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17754" y="5232653"/>
            <a:ext cx="2918460" cy="485140"/>
          </a:xfrm>
          <a:custGeom>
            <a:avLst/>
            <a:gdLst/>
            <a:ahLst/>
            <a:cxnLst/>
            <a:rect l="l" t="t" r="r" b="b"/>
            <a:pathLst>
              <a:path w="2918460" h="485139">
                <a:moveTo>
                  <a:pt x="0" y="484632"/>
                </a:moveTo>
                <a:lnTo>
                  <a:pt x="2918460" y="484632"/>
                </a:lnTo>
                <a:lnTo>
                  <a:pt x="2918460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238245" y="520486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99465" y="6096761"/>
            <a:ext cx="2567940" cy="485140"/>
          </a:xfrm>
          <a:custGeom>
            <a:avLst/>
            <a:gdLst/>
            <a:ahLst/>
            <a:cxnLst/>
            <a:rect l="l" t="t" r="r" b="b"/>
            <a:pathLst>
              <a:path w="2567940" h="485140">
                <a:moveTo>
                  <a:pt x="0" y="484631"/>
                </a:moveTo>
                <a:lnTo>
                  <a:pt x="2567940" y="484631"/>
                </a:lnTo>
                <a:lnTo>
                  <a:pt x="2567940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940" y="6148527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94906" y="2452242"/>
            <a:ext cx="2019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41670" y="4662170"/>
            <a:ext cx="979805" cy="438784"/>
          </a:xfrm>
          <a:custGeom>
            <a:avLst/>
            <a:gdLst/>
            <a:ahLst/>
            <a:cxnLst/>
            <a:rect l="l" t="t" r="r" b="b"/>
            <a:pathLst>
              <a:path w="979804" h="438785">
                <a:moveTo>
                  <a:pt x="943728" y="38099"/>
                </a:moveTo>
                <a:lnTo>
                  <a:pt x="811656" y="38099"/>
                </a:lnTo>
                <a:lnTo>
                  <a:pt x="828801" y="38353"/>
                </a:lnTo>
                <a:lnTo>
                  <a:pt x="844423" y="39115"/>
                </a:lnTo>
                <a:lnTo>
                  <a:pt x="883030" y="46227"/>
                </a:lnTo>
                <a:lnTo>
                  <a:pt x="921765" y="69976"/>
                </a:lnTo>
                <a:lnTo>
                  <a:pt x="939546" y="109854"/>
                </a:lnTo>
                <a:lnTo>
                  <a:pt x="941704" y="130936"/>
                </a:lnTo>
                <a:lnTo>
                  <a:pt x="941624" y="144652"/>
                </a:lnTo>
                <a:lnTo>
                  <a:pt x="935608" y="194944"/>
                </a:lnTo>
                <a:lnTo>
                  <a:pt x="920241" y="255269"/>
                </a:lnTo>
                <a:lnTo>
                  <a:pt x="898398" y="320928"/>
                </a:lnTo>
                <a:lnTo>
                  <a:pt x="872489" y="389762"/>
                </a:lnTo>
                <a:lnTo>
                  <a:pt x="858774" y="424941"/>
                </a:lnTo>
                <a:lnTo>
                  <a:pt x="894333" y="438657"/>
                </a:lnTo>
                <a:lnTo>
                  <a:pt x="921384" y="368553"/>
                </a:lnTo>
                <a:lnTo>
                  <a:pt x="945896" y="299973"/>
                </a:lnTo>
                <a:lnTo>
                  <a:pt x="965580" y="234441"/>
                </a:lnTo>
                <a:lnTo>
                  <a:pt x="975486" y="187959"/>
                </a:lnTo>
                <a:lnTo>
                  <a:pt x="979804" y="144652"/>
                </a:lnTo>
                <a:lnTo>
                  <a:pt x="979804" y="130936"/>
                </a:lnTo>
                <a:lnTo>
                  <a:pt x="974598" y="92201"/>
                </a:lnTo>
                <a:lnTo>
                  <a:pt x="952373" y="47370"/>
                </a:lnTo>
                <a:lnTo>
                  <a:pt x="943728" y="38099"/>
                </a:lnTo>
                <a:close/>
              </a:path>
              <a:path w="979804" h="438785">
                <a:moveTo>
                  <a:pt x="91058" y="138683"/>
                </a:moveTo>
                <a:lnTo>
                  <a:pt x="0" y="228345"/>
                </a:lnTo>
                <a:lnTo>
                  <a:pt x="126364" y="247268"/>
                </a:lnTo>
                <a:lnTo>
                  <a:pt x="116537" y="217042"/>
                </a:lnTo>
                <a:lnTo>
                  <a:pt x="96519" y="217042"/>
                </a:lnTo>
                <a:lnTo>
                  <a:pt x="84708" y="180720"/>
                </a:lnTo>
                <a:lnTo>
                  <a:pt x="102823" y="174866"/>
                </a:lnTo>
                <a:lnTo>
                  <a:pt x="91058" y="138683"/>
                </a:lnTo>
                <a:close/>
              </a:path>
              <a:path w="979804" h="438785">
                <a:moveTo>
                  <a:pt x="102823" y="174866"/>
                </a:moveTo>
                <a:lnTo>
                  <a:pt x="84708" y="180720"/>
                </a:lnTo>
                <a:lnTo>
                  <a:pt x="96519" y="217042"/>
                </a:lnTo>
                <a:lnTo>
                  <a:pt x="114609" y="211113"/>
                </a:lnTo>
                <a:lnTo>
                  <a:pt x="102823" y="174866"/>
                </a:lnTo>
                <a:close/>
              </a:path>
              <a:path w="979804" h="438785">
                <a:moveTo>
                  <a:pt x="114609" y="211113"/>
                </a:moveTo>
                <a:lnTo>
                  <a:pt x="96519" y="217042"/>
                </a:lnTo>
                <a:lnTo>
                  <a:pt x="116537" y="217042"/>
                </a:lnTo>
                <a:lnTo>
                  <a:pt x="114609" y="211113"/>
                </a:lnTo>
                <a:close/>
              </a:path>
              <a:path w="979804" h="438785">
                <a:moveTo>
                  <a:pt x="812164" y="0"/>
                </a:moveTo>
                <a:lnTo>
                  <a:pt x="771525" y="2031"/>
                </a:lnTo>
                <a:lnTo>
                  <a:pt x="726947" y="6857"/>
                </a:lnTo>
                <a:lnTo>
                  <a:pt x="678941" y="14350"/>
                </a:lnTo>
                <a:lnTo>
                  <a:pt x="627506" y="24383"/>
                </a:lnTo>
                <a:lnTo>
                  <a:pt x="573024" y="36575"/>
                </a:lnTo>
                <a:lnTo>
                  <a:pt x="515746" y="50799"/>
                </a:lnTo>
                <a:lnTo>
                  <a:pt x="456056" y="66801"/>
                </a:lnTo>
                <a:lnTo>
                  <a:pt x="394207" y="84327"/>
                </a:lnTo>
                <a:lnTo>
                  <a:pt x="330326" y="103250"/>
                </a:lnTo>
                <a:lnTo>
                  <a:pt x="264921" y="123316"/>
                </a:lnTo>
                <a:lnTo>
                  <a:pt x="102823" y="174866"/>
                </a:lnTo>
                <a:lnTo>
                  <a:pt x="114609" y="211113"/>
                </a:lnTo>
                <a:lnTo>
                  <a:pt x="142239" y="202056"/>
                </a:lnTo>
                <a:lnTo>
                  <a:pt x="276097" y="159638"/>
                </a:lnTo>
                <a:lnTo>
                  <a:pt x="404621" y="121030"/>
                </a:lnTo>
                <a:lnTo>
                  <a:pt x="465963" y="103631"/>
                </a:lnTo>
                <a:lnTo>
                  <a:pt x="525144" y="87756"/>
                </a:lnTo>
                <a:lnTo>
                  <a:pt x="581532" y="73786"/>
                </a:lnTo>
                <a:lnTo>
                  <a:pt x="635126" y="61721"/>
                </a:lnTo>
                <a:lnTo>
                  <a:pt x="685291" y="51942"/>
                </a:lnTo>
                <a:lnTo>
                  <a:pt x="731646" y="44703"/>
                </a:lnTo>
                <a:lnTo>
                  <a:pt x="774064" y="40004"/>
                </a:lnTo>
                <a:lnTo>
                  <a:pt x="811656" y="38099"/>
                </a:lnTo>
                <a:lnTo>
                  <a:pt x="943728" y="38099"/>
                </a:lnTo>
                <a:lnTo>
                  <a:pt x="910081" y="15747"/>
                </a:lnTo>
                <a:lnTo>
                  <a:pt x="865758" y="3428"/>
                </a:lnTo>
                <a:lnTo>
                  <a:pt x="830960" y="253"/>
                </a:lnTo>
                <a:lnTo>
                  <a:pt x="8121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493128" y="4252036"/>
            <a:ext cx="203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716011" y="2090166"/>
            <a:ext cx="114300" cy="396240"/>
          </a:xfrm>
          <a:custGeom>
            <a:avLst/>
            <a:gdLst/>
            <a:ahLst/>
            <a:cxnLst/>
            <a:rect l="l" t="t" r="r" b="b"/>
            <a:pathLst>
              <a:path w="114300" h="396239">
                <a:moveTo>
                  <a:pt x="38100" y="281939"/>
                </a:moveTo>
                <a:lnTo>
                  <a:pt x="0" y="281939"/>
                </a:lnTo>
                <a:lnTo>
                  <a:pt x="57150" y="396239"/>
                </a:lnTo>
                <a:lnTo>
                  <a:pt x="104775" y="300989"/>
                </a:lnTo>
                <a:lnTo>
                  <a:pt x="38100" y="300989"/>
                </a:lnTo>
                <a:lnTo>
                  <a:pt x="38100" y="281939"/>
                </a:lnTo>
                <a:close/>
              </a:path>
              <a:path w="114300" h="396239">
                <a:moveTo>
                  <a:pt x="76200" y="0"/>
                </a:moveTo>
                <a:lnTo>
                  <a:pt x="38100" y="0"/>
                </a:lnTo>
                <a:lnTo>
                  <a:pt x="38100" y="300989"/>
                </a:lnTo>
                <a:lnTo>
                  <a:pt x="76200" y="300989"/>
                </a:lnTo>
                <a:lnTo>
                  <a:pt x="76200" y="0"/>
                </a:lnTo>
                <a:close/>
              </a:path>
              <a:path w="114300" h="396239">
                <a:moveTo>
                  <a:pt x="114300" y="281939"/>
                </a:moveTo>
                <a:lnTo>
                  <a:pt x="76200" y="281939"/>
                </a:lnTo>
                <a:lnTo>
                  <a:pt x="76200" y="300989"/>
                </a:lnTo>
                <a:lnTo>
                  <a:pt x="104775" y="300989"/>
                </a:lnTo>
                <a:lnTo>
                  <a:pt x="114300" y="281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801736" y="1959610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928866" y="2847594"/>
            <a:ext cx="2215515" cy="0"/>
          </a:xfrm>
          <a:custGeom>
            <a:avLst/>
            <a:gdLst/>
            <a:ahLst/>
            <a:cxnLst/>
            <a:rect l="l" t="t" r="r" b="b"/>
            <a:pathLst>
              <a:path w="2215515" h="0">
                <a:moveTo>
                  <a:pt x="0" y="0"/>
                </a:moveTo>
                <a:lnTo>
                  <a:pt x="221513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928866" y="2462022"/>
            <a:ext cx="2215515" cy="386080"/>
          </a:xfrm>
          <a:custGeom>
            <a:avLst/>
            <a:gdLst/>
            <a:ahLst/>
            <a:cxnLst/>
            <a:rect l="l" t="t" r="r" b="b"/>
            <a:pathLst>
              <a:path w="2215515" h="386080">
                <a:moveTo>
                  <a:pt x="2215133" y="0"/>
                </a:moveTo>
                <a:lnTo>
                  <a:pt x="0" y="0"/>
                </a:lnTo>
                <a:lnTo>
                  <a:pt x="0" y="3855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308213" y="2815285"/>
            <a:ext cx="763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10</a:t>
            </a:r>
            <a:r>
              <a:rPr dirty="0" sz="3200" spc="-2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baseline="13888" sz="4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08876" y="4144771"/>
            <a:ext cx="1671955" cy="1433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62230" marR="158115">
              <a:lnSpc>
                <a:spcPct val="95000"/>
              </a:lnSpc>
              <a:spcBef>
                <a:spcPts val="24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979157" y="4153661"/>
            <a:ext cx="1720850" cy="1430020"/>
          </a:xfrm>
          <a:custGeom>
            <a:avLst/>
            <a:gdLst/>
            <a:ahLst/>
            <a:cxnLst/>
            <a:rect l="l" t="t" r="r" b="b"/>
            <a:pathLst>
              <a:path w="1720850" h="1430020">
                <a:moveTo>
                  <a:pt x="0" y="1429512"/>
                </a:moveTo>
                <a:lnTo>
                  <a:pt x="1720596" y="1429512"/>
                </a:lnTo>
                <a:lnTo>
                  <a:pt x="1720596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3309" y="4447488"/>
            <a:ext cx="3981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75" b="1">
                <a:solidFill>
                  <a:srgbClr val="66FFFF"/>
                </a:solidFill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517646" y="4022216"/>
            <a:ext cx="2038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923667" y="3923029"/>
            <a:ext cx="1420495" cy="985519"/>
          </a:xfrm>
          <a:custGeom>
            <a:avLst/>
            <a:gdLst/>
            <a:ahLst/>
            <a:cxnLst/>
            <a:rect l="l" t="t" r="r" b="b"/>
            <a:pathLst>
              <a:path w="1420495" h="985520">
                <a:moveTo>
                  <a:pt x="1315461" y="935954"/>
                </a:moveTo>
                <a:lnTo>
                  <a:pt x="1293875" y="967359"/>
                </a:lnTo>
                <a:lnTo>
                  <a:pt x="1420495" y="985012"/>
                </a:lnTo>
                <a:lnTo>
                  <a:pt x="1399363" y="946785"/>
                </a:lnTo>
                <a:lnTo>
                  <a:pt x="1331213" y="946785"/>
                </a:lnTo>
                <a:lnTo>
                  <a:pt x="1315461" y="935954"/>
                </a:lnTo>
                <a:close/>
              </a:path>
              <a:path w="1420495" h="985520">
                <a:moveTo>
                  <a:pt x="1337091" y="904485"/>
                </a:moveTo>
                <a:lnTo>
                  <a:pt x="1315461" y="935954"/>
                </a:lnTo>
                <a:lnTo>
                  <a:pt x="1331213" y="946785"/>
                </a:lnTo>
                <a:lnTo>
                  <a:pt x="1352804" y="915289"/>
                </a:lnTo>
                <a:lnTo>
                  <a:pt x="1337091" y="904485"/>
                </a:lnTo>
                <a:close/>
              </a:path>
              <a:path w="1420495" h="985520">
                <a:moveTo>
                  <a:pt x="1358645" y="873125"/>
                </a:moveTo>
                <a:lnTo>
                  <a:pt x="1337091" y="904485"/>
                </a:lnTo>
                <a:lnTo>
                  <a:pt x="1352804" y="915289"/>
                </a:lnTo>
                <a:lnTo>
                  <a:pt x="1331213" y="946785"/>
                </a:lnTo>
                <a:lnTo>
                  <a:pt x="1399363" y="946785"/>
                </a:lnTo>
                <a:lnTo>
                  <a:pt x="1358645" y="873125"/>
                </a:lnTo>
                <a:close/>
              </a:path>
              <a:path w="1420495" h="985520">
                <a:moveTo>
                  <a:pt x="21589" y="0"/>
                </a:moveTo>
                <a:lnTo>
                  <a:pt x="0" y="31496"/>
                </a:lnTo>
                <a:lnTo>
                  <a:pt x="1315461" y="935954"/>
                </a:lnTo>
                <a:lnTo>
                  <a:pt x="1337091" y="904485"/>
                </a:lnTo>
                <a:lnTo>
                  <a:pt x="215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136773" y="5979667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867405" y="6373367"/>
            <a:ext cx="955675" cy="114300"/>
          </a:xfrm>
          <a:custGeom>
            <a:avLst/>
            <a:gdLst/>
            <a:ahLst/>
            <a:cxnLst/>
            <a:rect l="l" t="t" r="r" b="b"/>
            <a:pathLst>
              <a:path w="95567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5567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55675" h="114300">
                <a:moveTo>
                  <a:pt x="955547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55547" y="76199"/>
                </a:lnTo>
                <a:lnTo>
                  <a:pt x="955547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227070" y="5233415"/>
            <a:ext cx="596265" cy="114300"/>
          </a:xfrm>
          <a:custGeom>
            <a:avLst/>
            <a:gdLst/>
            <a:ahLst/>
            <a:cxnLst/>
            <a:rect l="l" t="t" r="r" b="b"/>
            <a:pathLst>
              <a:path w="59626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9626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96264" h="114300">
                <a:moveTo>
                  <a:pt x="59588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95883" y="76200"/>
                </a:lnTo>
                <a:lnTo>
                  <a:pt x="59588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3435350" y="4410913"/>
            <a:ext cx="306705" cy="913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349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34290">
              <a:lnSpc>
                <a:spcPts val="349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934461" y="4800472"/>
            <a:ext cx="890269" cy="127000"/>
          </a:xfrm>
          <a:custGeom>
            <a:avLst/>
            <a:gdLst/>
            <a:ahLst/>
            <a:cxnLst/>
            <a:rect l="l" t="t" r="r" b="b"/>
            <a:pathLst>
              <a:path w="890270" h="127000">
                <a:moveTo>
                  <a:pt x="115272" y="38068"/>
                </a:moveTo>
                <a:lnTo>
                  <a:pt x="112823" y="76041"/>
                </a:lnTo>
                <a:lnTo>
                  <a:pt x="887222" y="126618"/>
                </a:lnTo>
                <a:lnTo>
                  <a:pt x="889762" y="88518"/>
                </a:lnTo>
                <a:lnTo>
                  <a:pt x="115272" y="38068"/>
                </a:lnTo>
                <a:close/>
              </a:path>
              <a:path w="890270" h="127000">
                <a:moveTo>
                  <a:pt x="117729" y="0"/>
                </a:moveTo>
                <a:lnTo>
                  <a:pt x="0" y="49656"/>
                </a:lnTo>
                <a:lnTo>
                  <a:pt x="110362" y="114172"/>
                </a:lnTo>
                <a:lnTo>
                  <a:pt x="112823" y="76041"/>
                </a:lnTo>
                <a:lnTo>
                  <a:pt x="93852" y="74802"/>
                </a:lnTo>
                <a:lnTo>
                  <a:pt x="96265" y="36829"/>
                </a:lnTo>
                <a:lnTo>
                  <a:pt x="115352" y="36829"/>
                </a:lnTo>
                <a:lnTo>
                  <a:pt x="117729" y="0"/>
                </a:lnTo>
                <a:close/>
              </a:path>
              <a:path w="890270" h="127000">
                <a:moveTo>
                  <a:pt x="96265" y="36829"/>
                </a:moveTo>
                <a:lnTo>
                  <a:pt x="93852" y="74802"/>
                </a:lnTo>
                <a:lnTo>
                  <a:pt x="112823" y="76041"/>
                </a:lnTo>
                <a:lnTo>
                  <a:pt x="115272" y="38068"/>
                </a:lnTo>
                <a:lnTo>
                  <a:pt x="96265" y="36829"/>
                </a:lnTo>
                <a:close/>
              </a:path>
              <a:path w="890270" h="127000">
                <a:moveTo>
                  <a:pt x="115352" y="36829"/>
                </a:moveTo>
                <a:lnTo>
                  <a:pt x="96265" y="36829"/>
                </a:lnTo>
                <a:lnTo>
                  <a:pt x="115272" y="38068"/>
                </a:lnTo>
                <a:lnTo>
                  <a:pt x="115352" y="368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198870" y="1794510"/>
            <a:ext cx="603885" cy="1419225"/>
          </a:xfrm>
          <a:custGeom>
            <a:avLst/>
            <a:gdLst/>
            <a:ahLst/>
            <a:cxnLst/>
            <a:rect l="l" t="t" r="r" b="b"/>
            <a:pathLst>
              <a:path w="603884" h="1419225">
                <a:moveTo>
                  <a:pt x="603503" y="0"/>
                </a:moveTo>
                <a:lnTo>
                  <a:pt x="0" y="14188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410961" y="3194811"/>
            <a:ext cx="792480" cy="241935"/>
          </a:xfrm>
          <a:custGeom>
            <a:avLst/>
            <a:gdLst/>
            <a:ahLst/>
            <a:cxnLst/>
            <a:rect l="l" t="t" r="r" b="b"/>
            <a:pathLst>
              <a:path w="792479" h="241935">
                <a:moveTo>
                  <a:pt x="97154" y="130683"/>
                </a:moveTo>
                <a:lnTo>
                  <a:pt x="0" y="213613"/>
                </a:lnTo>
                <a:lnTo>
                  <a:pt x="124713" y="241680"/>
                </a:lnTo>
                <a:lnTo>
                  <a:pt x="116641" y="209168"/>
                </a:lnTo>
                <a:lnTo>
                  <a:pt x="97027" y="209168"/>
                </a:lnTo>
                <a:lnTo>
                  <a:pt x="87884" y="172212"/>
                </a:lnTo>
                <a:lnTo>
                  <a:pt x="106331" y="167643"/>
                </a:lnTo>
                <a:lnTo>
                  <a:pt x="97154" y="130683"/>
                </a:lnTo>
                <a:close/>
              </a:path>
              <a:path w="792479" h="241935">
                <a:moveTo>
                  <a:pt x="106331" y="167643"/>
                </a:moveTo>
                <a:lnTo>
                  <a:pt x="87884" y="172212"/>
                </a:lnTo>
                <a:lnTo>
                  <a:pt x="97027" y="209168"/>
                </a:lnTo>
                <a:lnTo>
                  <a:pt x="115506" y="204596"/>
                </a:lnTo>
                <a:lnTo>
                  <a:pt x="106331" y="167643"/>
                </a:lnTo>
                <a:close/>
              </a:path>
              <a:path w="792479" h="241935">
                <a:moveTo>
                  <a:pt x="115506" y="204596"/>
                </a:moveTo>
                <a:lnTo>
                  <a:pt x="97027" y="209168"/>
                </a:lnTo>
                <a:lnTo>
                  <a:pt x="116641" y="209168"/>
                </a:lnTo>
                <a:lnTo>
                  <a:pt x="115506" y="204596"/>
                </a:lnTo>
                <a:close/>
              </a:path>
              <a:path w="792479" h="241935">
                <a:moveTo>
                  <a:pt x="783336" y="0"/>
                </a:moveTo>
                <a:lnTo>
                  <a:pt x="106331" y="167643"/>
                </a:lnTo>
                <a:lnTo>
                  <a:pt x="115506" y="204596"/>
                </a:lnTo>
                <a:lnTo>
                  <a:pt x="792479" y="37084"/>
                </a:lnTo>
                <a:lnTo>
                  <a:pt x="783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705602" y="28663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016502" y="3239261"/>
            <a:ext cx="1394460" cy="386080"/>
          </a:xfrm>
          <a:custGeom>
            <a:avLst/>
            <a:gdLst/>
            <a:ahLst/>
            <a:cxnLst/>
            <a:rect l="l" t="t" r="r" b="b"/>
            <a:pathLst>
              <a:path w="1394460" h="386079">
                <a:moveTo>
                  <a:pt x="0" y="385571"/>
                </a:moveTo>
                <a:lnTo>
                  <a:pt x="1394460" y="385571"/>
                </a:lnTo>
                <a:lnTo>
                  <a:pt x="13944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3606800" y="3137357"/>
            <a:ext cx="16884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12</a:t>
            </a:r>
            <a:r>
              <a:rPr dirty="0" sz="3200" spc="-2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2314" sz="36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baseline="2314" sz="3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597908" y="3898772"/>
            <a:ext cx="1714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044308" y="3217545"/>
            <a:ext cx="131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722869" y="4005834"/>
            <a:ext cx="1252220" cy="454025"/>
          </a:xfrm>
          <a:custGeom>
            <a:avLst/>
            <a:gdLst/>
            <a:ahLst/>
            <a:cxnLst/>
            <a:rect l="l" t="t" r="r" b="b"/>
            <a:pathLst>
              <a:path w="1252220" h="454025">
                <a:moveTo>
                  <a:pt x="1251670" y="94107"/>
                </a:moveTo>
                <a:lnTo>
                  <a:pt x="1213484" y="94107"/>
                </a:lnTo>
                <a:lnTo>
                  <a:pt x="1213865" y="97155"/>
                </a:lnTo>
                <a:lnTo>
                  <a:pt x="1204468" y="141097"/>
                </a:lnTo>
                <a:lnTo>
                  <a:pt x="1184655" y="178054"/>
                </a:lnTo>
                <a:lnTo>
                  <a:pt x="1155573" y="219329"/>
                </a:lnTo>
                <a:lnTo>
                  <a:pt x="1118870" y="264033"/>
                </a:lnTo>
                <a:lnTo>
                  <a:pt x="1091183" y="295275"/>
                </a:lnTo>
                <a:lnTo>
                  <a:pt x="1061338" y="327279"/>
                </a:lnTo>
                <a:lnTo>
                  <a:pt x="1029843" y="360172"/>
                </a:lnTo>
                <a:lnTo>
                  <a:pt x="964437" y="427101"/>
                </a:lnTo>
                <a:lnTo>
                  <a:pt x="991615" y="453771"/>
                </a:lnTo>
                <a:lnTo>
                  <a:pt x="1057148" y="386715"/>
                </a:lnTo>
                <a:lnTo>
                  <a:pt x="1088771" y="353695"/>
                </a:lnTo>
                <a:lnTo>
                  <a:pt x="1118997" y="321183"/>
                </a:lnTo>
                <a:lnTo>
                  <a:pt x="1147572" y="289179"/>
                </a:lnTo>
                <a:lnTo>
                  <a:pt x="1173479" y="258191"/>
                </a:lnTo>
                <a:lnTo>
                  <a:pt x="1196721" y="227965"/>
                </a:lnTo>
                <a:lnTo>
                  <a:pt x="1225041" y="184912"/>
                </a:lnTo>
                <a:lnTo>
                  <a:pt x="1244219" y="143891"/>
                </a:lnTo>
                <a:lnTo>
                  <a:pt x="1252093" y="104775"/>
                </a:lnTo>
                <a:lnTo>
                  <a:pt x="1251670" y="94107"/>
                </a:lnTo>
                <a:close/>
              </a:path>
              <a:path w="1252220" h="454025">
                <a:moveTo>
                  <a:pt x="103504" y="73406"/>
                </a:moveTo>
                <a:lnTo>
                  <a:pt x="0" y="148336"/>
                </a:lnTo>
                <a:lnTo>
                  <a:pt x="122047" y="186182"/>
                </a:lnTo>
                <a:lnTo>
                  <a:pt x="116367" y="151638"/>
                </a:lnTo>
                <a:lnTo>
                  <a:pt x="97027" y="151638"/>
                </a:lnTo>
                <a:lnTo>
                  <a:pt x="90931" y="114046"/>
                </a:lnTo>
                <a:lnTo>
                  <a:pt x="109684" y="110992"/>
                </a:lnTo>
                <a:lnTo>
                  <a:pt x="103504" y="73406"/>
                </a:lnTo>
                <a:close/>
              </a:path>
              <a:path w="1252220" h="454025">
                <a:moveTo>
                  <a:pt x="109684" y="110992"/>
                </a:moveTo>
                <a:lnTo>
                  <a:pt x="90931" y="114046"/>
                </a:lnTo>
                <a:lnTo>
                  <a:pt x="97027" y="151638"/>
                </a:lnTo>
                <a:lnTo>
                  <a:pt x="115862" y="148567"/>
                </a:lnTo>
                <a:lnTo>
                  <a:pt x="109684" y="110992"/>
                </a:lnTo>
                <a:close/>
              </a:path>
              <a:path w="1252220" h="454025">
                <a:moveTo>
                  <a:pt x="115862" y="148567"/>
                </a:moveTo>
                <a:lnTo>
                  <a:pt x="97027" y="151638"/>
                </a:lnTo>
                <a:lnTo>
                  <a:pt x="116367" y="151638"/>
                </a:lnTo>
                <a:lnTo>
                  <a:pt x="115862" y="148567"/>
                </a:lnTo>
                <a:close/>
              </a:path>
              <a:path w="1252220" h="454025">
                <a:moveTo>
                  <a:pt x="1016126" y="0"/>
                </a:moveTo>
                <a:lnTo>
                  <a:pt x="956945" y="1397"/>
                </a:lnTo>
                <a:lnTo>
                  <a:pt x="857757" y="7747"/>
                </a:lnTo>
                <a:lnTo>
                  <a:pt x="708913" y="22733"/>
                </a:lnTo>
                <a:lnTo>
                  <a:pt x="669162" y="27559"/>
                </a:lnTo>
                <a:lnTo>
                  <a:pt x="501396" y="50038"/>
                </a:lnTo>
                <a:lnTo>
                  <a:pt x="245998" y="89038"/>
                </a:lnTo>
                <a:lnTo>
                  <a:pt x="109684" y="110992"/>
                </a:lnTo>
                <a:lnTo>
                  <a:pt x="115862" y="148567"/>
                </a:lnTo>
                <a:lnTo>
                  <a:pt x="418846" y="100711"/>
                </a:lnTo>
                <a:lnTo>
                  <a:pt x="498866" y="89027"/>
                </a:lnTo>
                <a:lnTo>
                  <a:pt x="633222" y="70485"/>
                </a:lnTo>
                <a:lnTo>
                  <a:pt x="751712" y="56261"/>
                </a:lnTo>
                <a:lnTo>
                  <a:pt x="825500" y="48768"/>
                </a:lnTo>
                <a:lnTo>
                  <a:pt x="894460" y="43180"/>
                </a:lnTo>
                <a:lnTo>
                  <a:pt x="958214" y="39497"/>
                </a:lnTo>
                <a:lnTo>
                  <a:pt x="1015873" y="38100"/>
                </a:lnTo>
                <a:lnTo>
                  <a:pt x="1219952" y="38100"/>
                </a:lnTo>
                <a:lnTo>
                  <a:pt x="1217802" y="36322"/>
                </a:lnTo>
                <a:lnTo>
                  <a:pt x="1174750" y="16002"/>
                </a:lnTo>
                <a:lnTo>
                  <a:pt x="1137411" y="7620"/>
                </a:lnTo>
                <a:lnTo>
                  <a:pt x="1093724" y="2413"/>
                </a:lnTo>
                <a:lnTo>
                  <a:pt x="1043558" y="254"/>
                </a:lnTo>
                <a:lnTo>
                  <a:pt x="1016126" y="0"/>
                </a:lnTo>
                <a:close/>
              </a:path>
              <a:path w="1252220" h="454025">
                <a:moveTo>
                  <a:pt x="1213655" y="96156"/>
                </a:moveTo>
                <a:lnTo>
                  <a:pt x="1213738" y="97155"/>
                </a:lnTo>
                <a:lnTo>
                  <a:pt x="1213655" y="96156"/>
                </a:lnTo>
                <a:close/>
              </a:path>
              <a:path w="1252220" h="454025">
                <a:moveTo>
                  <a:pt x="1213484" y="94107"/>
                </a:moveTo>
                <a:lnTo>
                  <a:pt x="1213655" y="96156"/>
                </a:lnTo>
                <a:lnTo>
                  <a:pt x="1213865" y="97155"/>
                </a:lnTo>
                <a:lnTo>
                  <a:pt x="1213484" y="94107"/>
                </a:lnTo>
                <a:close/>
              </a:path>
              <a:path w="1252220" h="454025">
                <a:moveTo>
                  <a:pt x="1212157" y="89038"/>
                </a:moveTo>
                <a:lnTo>
                  <a:pt x="1213655" y="96156"/>
                </a:lnTo>
                <a:lnTo>
                  <a:pt x="1213484" y="94107"/>
                </a:lnTo>
                <a:lnTo>
                  <a:pt x="1251670" y="94107"/>
                </a:lnTo>
                <a:lnTo>
                  <a:pt x="1251584" y="91948"/>
                </a:lnTo>
                <a:lnTo>
                  <a:pt x="1251419" y="90678"/>
                </a:lnTo>
                <a:lnTo>
                  <a:pt x="1212850" y="90678"/>
                </a:lnTo>
                <a:lnTo>
                  <a:pt x="1212157" y="89038"/>
                </a:lnTo>
                <a:close/>
              </a:path>
              <a:path w="1252220" h="454025">
                <a:moveTo>
                  <a:pt x="1211833" y="87503"/>
                </a:moveTo>
                <a:lnTo>
                  <a:pt x="1212157" y="89038"/>
                </a:lnTo>
                <a:lnTo>
                  <a:pt x="1212850" y="90678"/>
                </a:lnTo>
                <a:lnTo>
                  <a:pt x="1211833" y="87503"/>
                </a:lnTo>
                <a:close/>
              </a:path>
              <a:path w="1252220" h="454025">
                <a:moveTo>
                  <a:pt x="1250863" y="87503"/>
                </a:moveTo>
                <a:lnTo>
                  <a:pt x="1211833" y="87503"/>
                </a:lnTo>
                <a:lnTo>
                  <a:pt x="1212850" y="90678"/>
                </a:lnTo>
                <a:lnTo>
                  <a:pt x="1251419" y="90678"/>
                </a:lnTo>
                <a:lnTo>
                  <a:pt x="1251203" y="89027"/>
                </a:lnTo>
                <a:lnTo>
                  <a:pt x="1250863" y="87503"/>
                </a:lnTo>
                <a:close/>
              </a:path>
              <a:path w="1252220" h="454025">
                <a:moveTo>
                  <a:pt x="1209490" y="82726"/>
                </a:moveTo>
                <a:lnTo>
                  <a:pt x="1212157" y="89038"/>
                </a:lnTo>
                <a:lnTo>
                  <a:pt x="1211833" y="87503"/>
                </a:lnTo>
                <a:lnTo>
                  <a:pt x="1250863" y="87503"/>
                </a:lnTo>
                <a:lnTo>
                  <a:pt x="1250181" y="84455"/>
                </a:lnTo>
                <a:lnTo>
                  <a:pt x="1210563" y="84455"/>
                </a:lnTo>
                <a:lnTo>
                  <a:pt x="1209490" y="82726"/>
                </a:lnTo>
                <a:close/>
              </a:path>
              <a:path w="1252220" h="454025">
                <a:moveTo>
                  <a:pt x="1209039" y="81661"/>
                </a:moveTo>
                <a:lnTo>
                  <a:pt x="1209490" y="82726"/>
                </a:lnTo>
                <a:lnTo>
                  <a:pt x="1210563" y="84455"/>
                </a:lnTo>
                <a:lnTo>
                  <a:pt x="1209039" y="81661"/>
                </a:lnTo>
                <a:close/>
              </a:path>
              <a:path w="1252220" h="454025">
                <a:moveTo>
                  <a:pt x="1249556" y="81661"/>
                </a:moveTo>
                <a:lnTo>
                  <a:pt x="1209039" y="81661"/>
                </a:lnTo>
                <a:lnTo>
                  <a:pt x="1210563" y="84455"/>
                </a:lnTo>
                <a:lnTo>
                  <a:pt x="1250181" y="84455"/>
                </a:lnTo>
                <a:lnTo>
                  <a:pt x="1249556" y="81661"/>
                </a:lnTo>
                <a:close/>
              </a:path>
              <a:path w="1252220" h="454025">
                <a:moveTo>
                  <a:pt x="1206182" y="77401"/>
                </a:moveTo>
                <a:lnTo>
                  <a:pt x="1209490" y="82726"/>
                </a:lnTo>
                <a:lnTo>
                  <a:pt x="1209039" y="81661"/>
                </a:lnTo>
                <a:lnTo>
                  <a:pt x="1249556" y="81661"/>
                </a:lnTo>
                <a:lnTo>
                  <a:pt x="1249045" y="79375"/>
                </a:lnTo>
                <a:lnTo>
                  <a:pt x="1248886" y="78740"/>
                </a:lnTo>
                <a:lnTo>
                  <a:pt x="1207388" y="78740"/>
                </a:lnTo>
                <a:lnTo>
                  <a:pt x="1206182" y="77401"/>
                </a:lnTo>
                <a:close/>
              </a:path>
              <a:path w="1252220" h="454025">
                <a:moveTo>
                  <a:pt x="1205356" y="76073"/>
                </a:moveTo>
                <a:lnTo>
                  <a:pt x="1206182" y="77401"/>
                </a:lnTo>
                <a:lnTo>
                  <a:pt x="1207388" y="78740"/>
                </a:lnTo>
                <a:lnTo>
                  <a:pt x="1205356" y="76073"/>
                </a:lnTo>
                <a:close/>
              </a:path>
              <a:path w="1252220" h="454025">
                <a:moveTo>
                  <a:pt x="1247977" y="76073"/>
                </a:moveTo>
                <a:lnTo>
                  <a:pt x="1205356" y="76073"/>
                </a:lnTo>
                <a:lnTo>
                  <a:pt x="1207388" y="78740"/>
                </a:lnTo>
                <a:lnTo>
                  <a:pt x="1248886" y="78740"/>
                </a:lnTo>
                <a:lnTo>
                  <a:pt x="1248536" y="77216"/>
                </a:lnTo>
                <a:lnTo>
                  <a:pt x="1247977" y="76073"/>
                </a:lnTo>
                <a:close/>
              </a:path>
              <a:path w="1252220" h="454025">
                <a:moveTo>
                  <a:pt x="1201690" y="72420"/>
                </a:moveTo>
                <a:lnTo>
                  <a:pt x="1206182" y="77401"/>
                </a:lnTo>
                <a:lnTo>
                  <a:pt x="1205356" y="76073"/>
                </a:lnTo>
                <a:lnTo>
                  <a:pt x="1247977" y="76073"/>
                </a:lnTo>
                <a:lnTo>
                  <a:pt x="1246732" y="73025"/>
                </a:lnTo>
                <a:lnTo>
                  <a:pt x="1202435" y="73025"/>
                </a:lnTo>
                <a:lnTo>
                  <a:pt x="1201690" y="72420"/>
                </a:lnTo>
                <a:close/>
              </a:path>
              <a:path w="1252220" h="454025">
                <a:moveTo>
                  <a:pt x="1200403" y="70993"/>
                </a:moveTo>
                <a:lnTo>
                  <a:pt x="1201690" y="72420"/>
                </a:lnTo>
                <a:lnTo>
                  <a:pt x="1202435" y="73025"/>
                </a:lnTo>
                <a:lnTo>
                  <a:pt x="1200403" y="70993"/>
                </a:lnTo>
                <a:close/>
              </a:path>
              <a:path w="1252220" h="454025">
                <a:moveTo>
                  <a:pt x="1245902" y="70993"/>
                </a:moveTo>
                <a:lnTo>
                  <a:pt x="1200403" y="70993"/>
                </a:lnTo>
                <a:lnTo>
                  <a:pt x="1202435" y="73025"/>
                </a:lnTo>
                <a:lnTo>
                  <a:pt x="1246732" y="73025"/>
                </a:lnTo>
                <a:lnTo>
                  <a:pt x="1245902" y="70993"/>
                </a:lnTo>
                <a:close/>
              </a:path>
              <a:path w="1252220" h="454025">
                <a:moveTo>
                  <a:pt x="1219952" y="38100"/>
                </a:moveTo>
                <a:lnTo>
                  <a:pt x="1015873" y="38100"/>
                </a:lnTo>
                <a:lnTo>
                  <a:pt x="1042415" y="38227"/>
                </a:lnTo>
                <a:lnTo>
                  <a:pt x="1067180" y="38989"/>
                </a:lnTo>
                <a:lnTo>
                  <a:pt x="1111250" y="42418"/>
                </a:lnTo>
                <a:lnTo>
                  <a:pt x="1162303" y="51943"/>
                </a:lnTo>
                <a:lnTo>
                  <a:pt x="1201690" y="72420"/>
                </a:lnTo>
                <a:lnTo>
                  <a:pt x="1200403" y="70993"/>
                </a:lnTo>
                <a:lnTo>
                  <a:pt x="1245902" y="70993"/>
                </a:lnTo>
                <a:lnTo>
                  <a:pt x="1244346" y="67183"/>
                </a:lnTo>
                <a:lnTo>
                  <a:pt x="1243964" y="66167"/>
                </a:lnTo>
                <a:lnTo>
                  <a:pt x="1243456" y="65151"/>
                </a:lnTo>
                <a:lnTo>
                  <a:pt x="1242822" y="64262"/>
                </a:lnTo>
                <a:lnTo>
                  <a:pt x="1237614" y="55880"/>
                </a:lnTo>
                <a:lnTo>
                  <a:pt x="1237106" y="54991"/>
                </a:lnTo>
                <a:lnTo>
                  <a:pt x="1235582" y="53213"/>
                </a:lnTo>
                <a:lnTo>
                  <a:pt x="1228725" y="45593"/>
                </a:lnTo>
                <a:lnTo>
                  <a:pt x="1228089" y="44831"/>
                </a:lnTo>
                <a:lnTo>
                  <a:pt x="12199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093709" y="374390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423405" y="3779265"/>
            <a:ext cx="2717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337553" y="4123182"/>
            <a:ext cx="654050" cy="545465"/>
          </a:xfrm>
          <a:custGeom>
            <a:avLst/>
            <a:gdLst/>
            <a:ahLst/>
            <a:cxnLst/>
            <a:rect l="l" t="t" r="r" b="b"/>
            <a:pathLst>
              <a:path w="654050" h="545464">
                <a:moveTo>
                  <a:pt x="100262" y="58094"/>
                </a:moveTo>
                <a:lnTo>
                  <a:pt x="76002" y="87435"/>
                </a:lnTo>
                <a:lnTo>
                  <a:pt x="629412" y="545084"/>
                </a:lnTo>
                <a:lnTo>
                  <a:pt x="653796" y="515620"/>
                </a:lnTo>
                <a:lnTo>
                  <a:pt x="100262" y="58094"/>
                </a:lnTo>
                <a:close/>
              </a:path>
              <a:path w="654050" h="545464">
                <a:moveTo>
                  <a:pt x="0" y="0"/>
                </a:moveTo>
                <a:lnTo>
                  <a:pt x="51688" y="116840"/>
                </a:lnTo>
                <a:lnTo>
                  <a:pt x="76002" y="87435"/>
                </a:lnTo>
                <a:lnTo>
                  <a:pt x="61341" y="75311"/>
                </a:lnTo>
                <a:lnTo>
                  <a:pt x="85598" y="45974"/>
                </a:lnTo>
                <a:lnTo>
                  <a:pt x="110283" y="45974"/>
                </a:lnTo>
                <a:lnTo>
                  <a:pt x="124460" y="28829"/>
                </a:lnTo>
                <a:lnTo>
                  <a:pt x="0" y="0"/>
                </a:lnTo>
                <a:close/>
              </a:path>
              <a:path w="654050" h="545464">
                <a:moveTo>
                  <a:pt x="85598" y="45974"/>
                </a:moveTo>
                <a:lnTo>
                  <a:pt x="61341" y="75311"/>
                </a:lnTo>
                <a:lnTo>
                  <a:pt x="76002" y="87435"/>
                </a:lnTo>
                <a:lnTo>
                  <a:pt x="100262" y="58094"/>
                </a:lnTo>
                <a:lnTo>
                  <a:pt x="85598" y="45974"/>
                </a:lnTo>
                <a:close/>
              </a:path>
              <a:path w="654050" h="545464">
                <a:moveTo>
                  <a:pt x="110283" y="45974"/>
                </a:moveTo>
                <a:lnTo>
                  <a:pt x="85598" y="45974"/>
                </a:lnTo>
                <a:lnTo>
                  <a:pt x="100262" y="58094"/>
                </a:lnTo>
                <a:lnTo>
                  <a:pt x="110283" y="459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5959855" y="322668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410961" y="3430015"/>
            <a:ext cx="1576705" cy="741045"/>
          </a:xfrm>
          <a:custGeom>
            <a:avLst/>
            <a:gdLst/>
            <a:ahLst/>
            <a:cxnLst/>
            <a:rect l="l" t="t" r="r" b="b"/>
            <a:pathLst>
              <a:path w="1576704" h="741045">
                <a:moveTo>
                  <a:pt x="111843" y="34631"/>
                </a:moveTo>
                <a:lnTo>
                  <a:pt x="95917" y="69278"/>
                </a:lnTo>
                <a:lnTo>
                  <a:pt x="1560194" y="740918"/>
                </a:lnTo>
                <a:lnTo>
                  <a:pt x="1576196" y="706374"/>
                </a:lnTo>
                <a:lnTo>
                  <a:pt x="111843" y="34631"/>
                </a:lnTo>
                <a:close/>
              </a:path>
              <a:path w="1576704" h="741045">
                <a:moveTo>
                  <a:pt x="127762" y="0"/>
                </a:moveTo>
                <a:lnTo>
                  <a:pt x="0" y="4318"/>
                </a:lnTo>
                <a:lnTo>
                  <a:pt x="80010" y="103886"/>
                </a:lnTo>
                <a:lnTo>
                  <a:pt x="95917" y="69278"/>
                </a:lnTo>
                <a:lnTo>
                  <a:pt x="78612" y="61341"/>
                </a:lnTo>
                <a:lnTo>
                  <a:pt x="94487" y="26670"/>
                </a:lnTo>
                <a:lnTo>
                  <a:pt x="115502" y="26670"/>
                </a:lnTo>
                <a:lnTo>
                  <a:pt x="127762" y="0"/>
                </a:lnTo>
                <a:close/>
              </a:path>
              <a:path w="1576704" h="741045">
                <a:moveTo>
                  <a:pt x="94487" y="26670"/>
                </a:moveTo>
                <a:lnTo>
                  <a:pt x="78612" y="61341"/>
                </a:lnTo>
                <a:lnTo>
                  <a:pt x="95917" y="69278"/>
                </a:lnTo>
                <a:lnTo>
                  <a:pt x="111843" y="34631"/>
                </a:lnTo>
                <a:lnTo>
                  <a:pt x="94487" y="26670"/>
                </a:lnTo>
                <a:close/>
              </a:path>
              <a:path w="1576704" h="741045">
                <a:moveTo>
                  <a:pt x="115502" y="26670"/>
                </a:moveTo>
                <a:lnTo>
                  <a:pt x="94487" y="26670"/>
                </a:lnTo>
                <a:lnTo>
                  <a:pt x="111843" y="34631"/>
                </a:lnTo>
                <a:lnTo>
                  <a:pt x="115502" y="26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6429755" y="3299840"/>
            <a:ext cx="2038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6401561" y="2090166"/>
            <a:ext cx="381000" cy="1088390"/>
          </a:xfrm>
          <a:custGeom>
            <a:avLst/>
            <a:gdLst/>
            <a:ahLst/>
            <a:cxnLst/>
            <a:rect l="l" t="t" r="r" b="b"/>
            <a:pathLst>
              <a:path w="381000" h="1088389">
                <a:moveTo>
                  <a:pt x="380999" y="0"/>
                </a:moveTo>
                <a:lnTo>
                  <a:pt x="0" y="1088136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391909" y="3167633"/>
            <a:ext cx="674370" cy="986155"/>
          </a:xfrm>
          <a:custGeom>
            <a:avLst/>
            <a:gdLst/>
            <a:ahLst/>
            <a:cxnLst/>
            <a:rect l="l" t="t" r="r" b="b"/>
            <a:pathLst>
              <a:path w="674370" h="986154">
                <a:moveTo>
                  <a:pt x="594373" y="901916"/>
                </a:moveTo>
                <a:lnTo>
                  <a:pt x="562737" y="923289"/>
                </a:lnTo>
                <a:lnTo>
                  <a:pt x="674115" y="986027"/>
                </a:lnTo>
                <a:lnTo>
                  <a:pt x="665147" y="917701"/>
                </a:lnTo>
                <a:lnTo>
                  <a:pt x="605028" y="917701"/>
                </a:lnTo>
                <a:lnTo>
                  <a:pt x="594373" y="901916"/>
                </a:lnTo>
                <a:close/>
              </a:path>
              <a:path w="674370" h="986154">
                <a:moveTo>
                  <a:pt x="625981" y="880561"/>
                </a:moveTo>
                <a:lnTo>
                  <a:pt x="594373" y="901916"/>
                </a:lnTo>
                <a:lnTo>
                  <a:pt x="605028" y="917701"/>
                </a:lnTo>
                <a:lnTo>
                  <a:pt x="636650" y="896365"/>
                </a:lnTo>
                <a:lnTo>
                  <a:pt x="625981" y="880561"/>
                </a:lnTo>
                <a:close/>
              </a:path>
              <a:path w="674370" h="986154">
                <a:moveTo>
                  <a:pt x="657479" y="859282"/>
                </a:moveTo>
                <a:lnTo>
                  <a:pt x="625981" y="880561"/>
                </a:lnTo>
                <a:lnTo>
                  <a:pt x="636650" y="896365"/>
                </a:lnTo>
                <a:lnTo>
                  <a:pt x="605028" y="917701"/>
                </a:lnTo>
                <a:lnTo>
                  <a:pt x="665147" y="917701"/>
                </a:lnTo>
                <a:lnTo>
                  <a:pt x="657479" y="859282"/>
                </a:lnTo>
                <a:close/>
              </a:path>
              <a:path w="674370" h="986154">
                <a:moveTo>
                  <a:pt x="31495" y="0"/>
                </a:moveTo>
                <a:lnTo>
                  <a:pt x="0" y="21336"/>
                </a:lnTo>
                <a:lnTo>
                  <a:pt x="594373" y="901916"/>
                </a:lnTo>
                <a:lnTo>
                  <a:pt x="625981" y="880561"/>
                </a:lnTo>
                <a:lnTo>
                  <a:pt x="314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668261" y="2090166"/>
            <a:ext cx="260985" cy="881380"/>
          </a:xfrm>
          <a:custGeom>
            <a:avLst/>
            <a:gdLst/>
            <a:ahLst/>
            <a:cxnLst/>
            <a:rect l="l" t="t" r="r" b="b"/>
            <a:pathLst>
              <a:path w="260984" h="881380">
                <a:moveTo>
                  <a:pt x="260604" y="0"/>
                </a:moveTo>
                <a:lnTo>
                  <a:pt x="0" y="8808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652259" y="2934842"/>
            <a:ext cx="313690" cy="473709"/>
          </a:xfrm>
          <a:custGeom>
            <a:avLst/>
            <a:gdLst/>
            <a:ahLst/>
            <a:cxnLst/>
            <a:rect l="l" t="t" r="r" b="b"/>
            <a:pathLst>
              <a:path w="313690" h="473710">
                <a:moveTo>
                  <a:pt x="235404" y="387610"/>
                </a:moveTo>
                <a:lnTo>
                  <a:pt x="203326" y="408178"/>
                </a:lnTo>
                <a:lnTo>
                  <a:pt x="313182" y="473583"/>
                </a:lnTo>
                <a:lnTo>
                  <a:pt x="305715" y="403733"/>
                </a:lnTo>
                <a:lnTo>
                  <a:pt x="245745" y="403733"/>
                </a:lnTo>
                <a:lnTo>
                  <a:pt x="235404" y="387610"/>
                </a:lnTo>
                <a:close/>
              </a:path>
              <a:path w="313690" h="473710">
                <a:moveTo>
                  <a:pt x="267433" y="367075"/>
                </a:moveTo>
                <a:lnTo>
                  <a:pt x="235404" y="387610"/>
                </a:lnTo>
                <a:lnTo>
                  <a:pt x="245745" y="403733"/>
                </a:lnTo>
                <a:lnTo>
                  <a:pt x="277749" y="383159"/>
                </a:lnTo>
                <a:lnTo>
                  <a:pt x="267433" y="367075"/>
                </a:lnTo>
                <a:close/>
              </a:path>
              <a:path w="313690" h="473710">
                <a:moveTo>
                  <a:pt x="299593" y="346456"/>
                </a:moveTo>
                <a:lnTo>
                  <a:pt x="267433" y="367075"/>
                </a:lnTo>
                <a:lnTo>
                  <a:pt x="277749" y="383159"/>
                </a:lnTo>
                <a:lnTo>
                  <a:pt x="245745" y="403733"/>
                </a:lnTo>
                <a:lnTo>
                  <a:pt x="305715" y="403733"/>
                </a:lnTo>
                <a:lnTo>
                  <a:pt x="299593" y="346456"/>
                </a:lnTo>
                <a:close/>
              </a:path>
              <a:path w="313690" h="473710">
                <a:moveTo>
                  <a:pt x="32004" y="0"/>
                </a:moveTo>
                <a:lnTo>
                  <a:pt x="0" y="20574"/>
                </a:lnTo>
                <a:lnTo>
                  <a:pt x="235404" y="387610"/>
                </a:lnTo>
                <a:lnTo>
                  <a:pt x="267433" y="367075"/>
                </a:lnTo>
                <a:lnTo>
                  <a:pt x="320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6802881" y="2777489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7271004" y="3612641"/>
            <a:ext cx="114300" cy="541020"/>
          </a:xfrm>
          <a:custGeom>
            <a:avLst/>
            <a:gdLst/>
            <a:ahLst/>
            <a:cxnLst/>
            <a:rect l="l" t="t" r="r" b="b"/>
            <a:pathLst>
              <a:path w="114300" h="541020">
                <a:moveTo>
                  <a:pt x="76200" y="95249"/>
                </a:moveTo>
                <a:lnTo>
                  <a:pt x="38100" y="95249"/>
                </a:lnTo>
                <a:lnTo>
                  <a:pt x="38100" y="541019"/>
                </a:lnTo>
                <a:lnTo>
                  <a:pt x="76200" y="541019"/>
                </a:lnTo>
                <a:lnTo>
                  <a:pt x="76200" y="95249"/>
                </a:lnTo>
                <a:close/>
              </a:path>
              <a:path w="114300" h="54102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54102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7319009" y="3617467"/>
            <a:ext cx="2743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3" name="object 93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25361" y="3170682"/>
            <a:ext cx="248920" cy="3030220"/>
          </a:xfrm>
          <a:custGeom>
            <a:avLst/>
            <a:gdLst/>
            <a:ahLst/>
            <a:cxnLst/>
            <a:rect l="l" t="t" r="r" b="b"/>
            <a:pathLst>
              <a:path w="248920" h="3030220">
                <a:moveTo>
                  <a:pt x="0" y="0"/>
                </a:moveTo>
                <a:lnTo>
                  <a:pt x="39252" y="8199"/>
                </a:lnTo>
                <a:lnTo>
                  <a:pt x="73347" y="31028"/>
                </a:lnTo>
                <a:lnTo>
                  <a:pt x="100236" y="65836"/>
                </a:lnTo>
                <a:lnTo>
                  <a:pt x="117872" y="109971"/>
                </a:lnTo>
                <a:lnTo>
                  <a:pt x="124205" y="160781"/>
                </a:lnTo>
                <a:lnTo>
                  <a:pt x="124205" y="1354073"/>
                </a:lnTo>
                <a:lnTo>
                  <a:pt x="130539" y="1404884"/>
                </a:lnTo>
                <a:lnTo>
                  <a:pt x="148175" y="1449019"/>
                </a:lnTo>
                <a:lnTo>
                  <a:pt x="175064" y="1483827"/>
                </a:lnTo>
                <a:lnTo>
                  <a:pt x="209159" y="1506656"/>
                </a:lnTo>
                <a:lnTo>
                  <a:pt x="248412" y="1514855"/>
                </a:lnTo>
                <a:lnTo>
                  <a:pt x="209159" y="1523055"/>
                </a:lnTo>
                <a:lnTo>
                  <a:pt x="175064" y="1545884"/>
                </a:lnTo>
                <a:lnTo>
                  <a:pt x="148175" y="1580692"/>
                </a:lnTo>
                <a:lnTo>
                  <a:pt x="130539" y="1624827"/>
                </a:lnTo>
                <a:lnTo>
                  <a:pt x="124205" y="1675637"/>
                </a:lnTo>
                <a:lnTo>
                  <a:pt x="124205" y="2868968"/>
                </a:lnTo>
                <a:lnTo>
                  <a:pt x="117872" y="2919774"/>
                </a:lnTo>
                <a:lnTo>
                  <a:pt x="100236" y="2963899"/>
                </a:lnTo>
                <a:lnTo>
                  <a:pt x="73347" y="2998696"/>
                </a:lnTo>
                <a:lnTo>
                  <a:pt x="39252" y="3021516"/>
                </a:lnTo>
                <a:lnTo>
                  <a:pt x="0" y="3029711"/>
                </a:lnTo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31036" y="2974069"/>
          <a:ext cx="4678680" cy="3302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8825"/>
                <a:gridCol w="2291715"/>
                <a:gridCol w="1627505"/>
              </a:tblGrid>
              <a:tr h="692097">
                <a:tc>
                  <a:txBody>
                    <a:bodyPr/>
                    <a:lstStyle/>
                    <a:p>
                      <a:pPr marL="62865">
                        <a:lnSpc>
                          <a:spcPts val="349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349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分裂为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9850">
                        <a:lnSpc>
                          <a:spcPts val="3495"/>
                        </a:lnSpc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3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3200" spc="-1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962215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7485"/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分裂为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19748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3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7485"/>
                </a:tc>
              </a:tr>
              <a:tr h="959053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6060"/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分裂为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22606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3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6060"/>
                </a:tc>
              </a:tr>
              <a:tr h="688935">
                <a:tc>
                  <a:txBody>
                    <a:bodyPr/>
                    <a:lstStyle/>
                    <a:p>
                      <a:pPr marL="31750">
                        <a:lnSpc>
                          <a:spcPts val="3795"/>
                        </a:lnSpc>
                        <a:spcBef>
                          <a:spcPts val="153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4310"/>
                </a:tc>
                <a:tc>
                  <a:txBody>
                    <a:bodyPr/>
                    <a:lstStyle/>
                    <a:p>
                      <a:pPr algn="ctr" marR="74295">
                        <a:lnSpc>
                          <a:spcPts val="3795"/>
                        </a:lnSpc>
                        <a:spcBef>
                          <a:spcPts val="153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分裂为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19431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3795"/>
                        </a:lnSpc>
                        <a:spcBef>
                          <a:spcPts val="1530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dirty="0" sz="3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4310"/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4040" y="905077"/>
            <a:ext cx="8176259" cy="414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比文法</a:t>
            </a: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ourier New"/>
                <a:cs typeface="Courier New"/>
              </a:rPr>
              <a:t>’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LR(1)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32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和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sz="32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5"/>
              </a:spcBef>
              <a:tabLst>
                <a:tab pos="4318635" algn="l"/>
              </a:tabLst>
            </a:pPr>
            <a:r>
              <a:rPr dirty="0" u="heavy" baseline="1736" sz="48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baseline="1736" sz="4800" spc="-7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baseline="1736" sz="4800" b="1" i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baseline="1736" sz="4800" b="1" i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LR(1)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b="1" i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50">
              <a:latin typeface="Times New Roman"/>
              <a:cs typeface="Times New Roman"/>
            </a:endParaRPr>
          </a:p>
          <a:p>
            <a:pPr algn="just" marL="6185535" marR="5080" indent="101600">
              <a:lnSpc>
                <a:spcPct val="115900"/>
              </a:lnSpc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每个项目集 仅搜索符不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同，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0)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项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目相同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752" y="579501"/>
            <a:ext cx="187452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585"/>
              </a:spcBef>
              <a:buClr>
                <a:srgbClr val="00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>
                <a:solidFill>
                  <a:srgbClr val="FFFF00"/>
                </a:solidFill>
              </a:rPr>
              <a:t>定义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16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6726" y="26923"/>
            <a:ext cx="5854700" cy="1127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3960" algn="l"/>
                <a:tab pos="323596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900">
              <a:latin typeface="宋体"/>
              <a:cs typeface="宋体"/>
            </a:endParaRPr>
          </a:p>
          <a:p>
            <a:pPr marL="32384">
              <a:lnSpc>
                <a:spcPct val="100000"/>
              </a:lnSpc>
            </a:pP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同心项目集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4611" y="3916679"/>
            <a:ext cx="8686800" cy="485140"/>
          </a:xfrm>
          <a:custGeom>
            <a:avLst/>
            <a:gdLst/>
            <a:ahLst/>
            <a:cxnLst/>
            <a:rect l="l" t="t" r="r" b="b"/>
            <a:pathLst>
              <a:path w="8686800" h="485139">
                <a:moveTo>
                  <a:pt x="0" y="484632"/>
                </a:moveTo>
                <a:lnTo>
                  <a:pt x="8686800" y="484632"/>
                </a:lnTo>
                <a:lnTo>
                  <a:pt x="8686800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27152" y="1231544"/>
            <a:ext cx="8457565" cy="31635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50800" marR="273685" indent="406400">
              <a:lnSpc>
                <a:spcPct val="126200"/>
              </a:lnSpc>
              <a:spcBef>
                <a:spcPts val="18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项目集规范族，若存在两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两个以上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3513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3513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3513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3513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项目集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项目相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，仅搜索符不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同，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3513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-13513" sz="2775" spc="41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3513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LR(1)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的同心项目集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或称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3513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-13513" sz="2775" spc="3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3513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具有相同的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心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宋体"/>
              <a:cs typeface="宋体"/>
            </a:endParaRPr>
          </a:p>
          <a:p>
            <a:pPr marL="88265">
              <a:lnSpc>
                <a:spcPct val="100000"/>
              </a:lnSpc>
            </a:pPr>
            <a:r>
              <a:rPr dirty="0" sz="3200" b="1">
                <a:latin typeface="宋体"/>
                <a:cs typeface="宋体"/>
              </a:rPr>
              <a:t>合并</a:t>
            </a:r>
            <a:r>
              <a:rPr dirty="0" sz="3200" b="1">
                <a:latin typeface="Times New Roman"/>
                <a:cs typeface="Times New Roman"/>
              </a:rPr>
              <a:t>LR(1)</a:t>
            </a:r>
            <a:r>
              <a:rPr dirty="0" sz="3200" b="1">
                <a:latin typeface="宋体"/>
                <a:cs typeface="宋体"/>
              </a:rPr>
              <a:t>的</a:t>
            </a:r>
            <a:r>
              <a:rPr dirty="0" sz="3200" spc="-5" b="1" i="1">
                <a:latin typeface="Times New Roman"/>
                <a:cs typeface="Times New Roman"/>
              </a:rPr>
              <a:t>C</a:t>
            </a:r>
            <a:r>
              <a:rPr dirty="0" sz="3200" spc="-5" b="1">
                <a:latin typeface="宋体"/>
                <a:cs typeface="宋体"/>
              </a:rPr>
              <a:t>中的同</a:t>
            </a:r>
            <a:r>
              <a:rPr dirty="0" sz="3200" spc="-10" b="1">
                <a:latin typeface="宋体"/>
                <a:cs typeface="宋体"/>
              </a:rPr>
              <a:t>心</a:t>
            </a:r>
            <a:r>
              <a:rPr dirty="0" sz="3200" spc="-5" b="1">
                <a:latin typeface="宋体"/>
                <a:cs typeface="宋体"/>
              </a:rPr>
              <a:t>项目</a:t>
            </a:r>
            <a:r>
              <a:rPr dirty="0" sz="3200" spc="5" b="1">
                <a:latin typeface="宋体"/>
                <a:cs typeface="宋体"/>
              </a:rPr>
              <a:t>集</a:t>
            </a:r>
            <a:r>
              <a:rPr dirty="0" sz="3200" spc="-5" b="1">
                <a:latin typeface="Times New Roman"/>
                <a:cs typeface="Times New Roman"/>
              </a:rPr>
              <a:t>=&gt;</a:t>
            </a:r>
            <a:r>
              <a:rPr dirty="0" sz="3200" spc="-5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LALR</a:t>
            </a:r>
            <a:r>
              <a:rPr dirty="0" sz="3200" spc="-1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(1)</a:t>
            </a:r>
            <a:r>
              <a:rPr dirty="0" sz="3200" b="1">
                <a:latin typeface="宋体"/>
                <a:cs typeface="宋体"/>
              </a:rPr>
              <a:t>的</a:t>
            </a:r>
            <a:r>
              <a:rPr dirty="0" sz="3200" b="1" i="1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02023" y="4489354"/>
            <a:ext cx="1028700" cy="30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87673" y="4535804"/>
            <a:ext cx="2057400" cy="4179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02023" y="4458478"/>
            <a:ext cx="1028700" cy="154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87673" y="4535804"/>
            <a:ext cx="2057400" cy="418465"/>
          </a:xfrm>
          <a:custGeom>
            <a:avLst/>
            <a:gdLst/>
            <a:ahLst/>
            <a:cxnLst/>
            <a:rect l="l" t="t" r="r" b="b"/>
            <a:pathLst>
              <a:path w="2057400" h="418464">
                <a:moveTo>
                  <a:pt x="2057400" y="294132"/>
                </a:moveTo>
                <a:lnTo>
                  <a:pt x="1543050" y="294132"/>
                </a:lnTo>
                <a:lnTo>
                  <a:pt x="1543050" y="0"/>
                </a:lnTo>
                <a:lnTo>
                  <a:pt x="514350" y="0"/>
                </a:lnTo>
                <a:lnTo>
                  <a:pt x="514350" y="294132"/>
                </a:lnTo>
                <a:lnTo>
                  <a:pt x="0" y="294132"/>
                </a:lnTo>
                <a:lnTo>
                  <a:pt x="1028700" y="417957"/>
                </a:lnTo>
                <a:lnTo>
                  <a:pt x="2057400" y="2941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82973" y="4493005"/>
            <a:ext cx="1066800" cy="46355"/>
          </a:xfrm>
          <a:custGeom>
            <a:avLst/>
            <a:gdLst/>
            <a:ahLst/>
            <a:cxnLst/>
            <a:rect l="l" t="t" r="r" b="b"/>
            <a:pathLst>
              <a:path w="1066800" h="46354">
                <a:moveTo>
                  <a:pt x="0" y="46354"/>
                </a:moveTo>
                <a:lnTo>
                  <a:pt x="1066800" y="46354"/>
                </a:lnTo>
                <a:lnTo>
                  <a:pt x="1066800" y="0"/>
                </a:lnTo>
                <a:lnTo>
                  <a:pt x="0" y="0"/>
                </a:lnTo>
                <a:lnTo>
                  <a:pt x="0" y="4635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82973" y="4439428"/>
            <a:ext cx="1066800" cy="53975"/>
          </a:xfrm>
          <a:custGeom>
            <a:avLst/>
            <a:gdLst/>
            <a:ahLst/>
            <a:cxnLst/>
            <a:rect l="l" t="t" r="r" b="b"/>
            <a:pathLst>
              <a:path w="1066800" h="53975">
                <a:moveTo>
                  <a:pt x="0" y="53577"/>
                </a:moveTo>
                <a:lnTo>
                  <a:pt x="1066800" y="53577"/>
                </a:lnTo>
                <a:lnTo>
                  <a:pt x="1066800" y="0"/>
                </a:lnTo>
                <a:lnTo>
                  <a:pt x="0" y="0"/>
                </a:lnTo>
                <a:lnTo>
                  <a:pt x="0" y="5357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712976" y="5041391"/>
            <a:ext cx="6745605" cy="489584"/>
          </a:xfrm>
          <a:prstGeom prst="rect">
            <a:avLst/>
          </a:prstGeom>
          <a:solidFill>
            <a:srgbClr val="DDDDDD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3670"/>
              </a:lnSpc>
            </a:pPr>
            <a:r>
              <a:rPr dirty="0" sz="3200" spc="-5" b="1">
                <a:latin typeface="宋体"/>
                <a:cs typeface="宋体"/>
              </a:rPr>
              <a:t>缩小</a:t>
            </a:r>
            <a:r>
              <a:rPr dirty="0" sz="3200" spc="-80" b="1">
                <a:latin typeface="Times New Roman"/>
                <a:cs typeface="Times New Roman"/>
              </a:rPr>
              <a:t>DFA</a:t>
            </a:r>
            <a:r>
              <a:rPr dirty="0" sz="3200" b="1">
                <a:latin typeface="宋体"/>
                <a:cs typeface="宋体"/>
              </a:rPr>
              <a:t>分析的状态数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4611" y="5897879"/>
            <a:ext cx="8686800" cy="485140"/>
          </a:xfrm>
          <a:custGeom>
            <a:avLst/>
            <a:gdLst/>
            <a:ahLst/>
            <a:cxnLst/>
            <a:rect l="l" t="t" r="r" b="b"/>
            <a:pathLst>
              <a:path w="8686800" h="485139">
                <a:moveTo>
                  <a:pt x="0" y="484632"/>
                </a:moveTo>
                <a:lnTo>
                  <a:pt x="8686800" y="484632"/>
                </a:lnTo>
                <a:lnTo>
                  <a:pt x="8686800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02742" y="5862015"/>
            <a:ext cx="758570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80" b="1">
                <a:latin typeface="Times New Roman"/>
                <a:cs typeface="Times New Roman"/>
              </a:rPr>
              <a:t>DFA</a:t>
            </a:r>
            <a:r>
              <a:rPr dirty="0" sz="3200" spc="-5" b="1">
                <a:latin typeface="宋体"/>
                <a:cs typeface="宋体"/>
              </a:rPr>
              <a:t>的状态转移</a:t>
            </a:r>
            <a:r>
              <a:rPr dirty="0" sz="3200" b="1">
                <a:latin typeface="宋体"/>
                <a:cs typeface="宋体"/>
              </a:rPr>
              <a:t>或</a:t>
            </a:r>
            <a:r>
              <a:rPr dirty="0" sz="3200" spc="-5" b="1">
                <a:latin typeface="Times New Roman"/>
                <a:cs typeface="Times New Roman"/>
              </a:rPr>
              <a:t>GO</a:t>
            </a:r>
            <a:r>
              <a:rPr dirty="0" sz="3200" spc="-10" b="1">
                <a:latin typeface="宋体"/>
                <a:cs typeface="宋体"/>
              </a:rPr>
              <a:t>函数</a:t>
            </a:r>
            <a:r>
              <a:rPr dirty="0" sz="3200" b="1">
                <a:latin typeface="宋体"/>
                <a:cs typeface="宋体"/>
              </a:rPr>
              <a:t>做</a:t>
            </a:r>
            <a:r>
              <a:rPr dirty="0" sz="3200" spc="-10" b="1">
                <a:latin typeface="宋体"/>
                <a:cs typeface="宋体"/>
              </a:rPr>
              <a:t>相</a:t>
            </a:r>
            <a:r>
              <a:rPr dirty="0" sz="3200" spc="5" b="1">
                <a:latin typeface="宋体"/>
                <a:cs typeface="宋体"/>
              </a:rPr>
              <a:t>应</a:t>
            </a:r>
            <a:r>
              <a:rPr dirty="0" sz="3200" spc="-10" b="1">
                <a:latin typeface="宋体"/>
                <a:cs typeface="宋体"/>
              </a:rPr>
              <a:t>的修</a:t>
            </a:r>
            <a:r>
              <a:rPr dirty="0" sz="3200" b="1">
                <a:latin typeface="宋体"/>
                <a:cs typeface="宋体"/>
              </a:rPr>
              <a:t>改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2702" y="4401311"/>
            <a:ext cx="774389" cy="14666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37353" y="4830316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8"/>
                </a:moveTo>
                <a:lnTo>
                  <a:pt x="2781300" y="1915668"/>
                </a:lnTo>
                <a:lnTo>
                  <a:pt x="2781300" y="0"/>
                </a:lnTo>
                <a:lnTo>
                  <a:pt x="0" y="0"/>
                </a:lnTo>
                <a:lnTo>
                  <a:pt x="0" y="1915668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13453" y="1893570"/>
            <a:ext cx="2548255" cy="1015365"/>
          </a:xfrm>
          <a:custGeom>
            <a:avLst/>
            <a:gdLst/>
            <a:ahLst/>
            <a:cxnLst/>
            <a:rect l="l" t="t" r="r" b="b"/>
            <a:pathLst>
              <a:path w="2548254" h="1015364">
                <a:moveTo>
                  <a:pt x="0" y="1014984"/>
                </a:moveTo>
                <a:lnTo>
                  <a:pt x="2548128" y="1014984"/>
                </a:lnTo>
                <a:lnTo>
                  <a:pt x="2548128" y="0"/>
                </a:lnTo>
                <a:lnTo>
                  <a:pt x="0" y="0"/>
                </a:lnTo>
                <a:lnTo>
                  <a:pt x="0" y="101498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01714" y="2069719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862" y="5020817"/>
            <a:ext cx="1993900" cy="483234"/>
          </a:xfrm>
          <a:custGeom>
            <a:avLst/>
            <a:gdLst/>
            <a:ahLst/>
            <a:cxnLst/>
            <a:rect l="l" t="t" r="r" b="b"/>
            <a:pathLst>
              <a:path w="1993900" h="483235">
                <a:moveTo>
                  <a:pt x="0" y="483107"/>
                </a:moveTo>
                <a:lnTo>
                  <a:pt x="1993392" y="483107"/>
                </a:lnTo>
                <a:lnTo>
                  <a:pt x="1993392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239" y="359156"/>
            <a:ext cx="675767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</a:rPr>
              <a:t>文法</a:t>
            </a:r>
            <a:r>
              <a:rPr dirty="0" u="heavy" spc="-5" i="1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pc="-5" i="1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Courier New"/>
                <a:cs typeface="Courier New"/>
              </a:rPr>
              <a:t>’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</a:rPr>
              <a:t>的</a:t>
            </a:r>
            <a:r>
              <a:rPr dirty="0" u="heavy" sz="3200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LALR</a:t>
            </a:r>
            <a:r>
              <a:rPr dirty="0" u="heavy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(1)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</a:rPr>
              <a:t>项目集规范族相应的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39" y="765759"/>
            <a:ext cx="728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heavy" sz="2800" spc="-225" b="1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2800" spc="-5" b="1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3247" y="26923"/>
            <a:ext cx="8027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062" y="1626870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365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170" marR="200025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170">
              <a:lnSpc>
                <a:spcPts val="3629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13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90170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8243" y="114307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77461" y="1296161"/>
            <a:ext cx="2032000" cy="4851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4610">
              <a:lnSpc>
                <a:spcPts val="380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50870" y="1569719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2" y="0"/>
                </a:moveTo>
                <a:lnTo>
                  <a:pt x="812292" y="114300"/>
                </a:lnTo>
                <a:lnTo>
                  <a:pt x="888492" y="76200"/>
                </a:lnTo>
                <a:lnTo>
                  <a:pt x="831342" y="76200"/>
                </a:lnTo>
                <a:lnTo>
                  <a:pt x="831342" y="38100"/>
                </a:lnTo>
                <a:lnTo>
                  <a:pt x="888492" y="38100"/>
                </a:lnTo>
                <a:lnTo>
                  <a:pt x="812292" y="0"/>
                </a:lnTo>
                <a:close/>
              </a:path>
              <a:path w="927100" h="114300">
                <a:moveTo>
                  <a:pt x="81229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2" y="76200"/>
                </a:lnTo>
                <a:lnTo>
                  <a:pt x="812292" y="38100"/>
                </a:lnTo>
                <a:close/>
              </a:path>
              <a:path w="927100" h="114300">
                <a:moveTo>
                  <a:pt x="888492" y="38100"/>
                </a:moveTo>
                <a:lnTo>
                  <a:pt x="831342" y="38100"/>
                </a:lnTo>
                <a:lnTo>
                  <a:pt x="831342" y="76200"/>
                </a:lnTo>
                <a:lnTo>
                  <a:pt x="888492" y="76200"/>
                </a:lnTo>
                <a:lnTo>
                  <a:pt x="926592" y="57150"/>
                </a:lnTo>
                <a:lnTo>
                  <a:pt x="88849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50355" y="121653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50870" y="23820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2" y="0"/>
                </a:moveTo>
                <a:lnTo>
                  <a:pt x="812292" y="114300"/>
                </a:lnTo>
                <a:lnTo>
                  <a:pt x="888492" y="76200"/>
                </a:lnTo>
                <a:lnTo>
                  <a:pt x="831342" y="76200"/>
                </a:lnTo>
                <a:lnTo>
                  <a:pt x="831342" y="38100"/>
                </a:lnTo>
                <a:lnTo>
                  <a:pt x="888492" y="38100"/>
                </a:lnTo>
                <a:lnTo>
                  <a:pt x="812292" y="0"/>
                </a:lnTo>
                <a:close/>
              </a:path>
              <a:path w="927100" h="114300">
                <a:moveTo>
                  <a:pt x="81229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2" y="76200"/>
                </a:lnTo>
                <a:lnTo>
                  <a:pt x="812292" y="38100"/>
                </a:lnTo>
                <a:close/>
              </a:path>
              <a:path w="927100" h="114300">
                <a:moveTo>
                  <a:pt x="888492" y="38100"/>
                </a:moveTo>
                <a:lnTo>
                  <a:pt x="831342" y="38100"/>
                </a:lnTo>
                <a:lnTo>
                  <a:pt x="831342" y="76200"/>
                </a:lnTo>
                <a:lnTo>
                  <a:pt x="888492" y="76200"/>
                </a:lnTo>
                <a:lnTo>
                  <a:pt x="926592" y="57150"/>
                </a:lnTo>
                <a:lnTo>
                  <a:pt x="88849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457447" y="1140332"/>
            <a:ext cx="379095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4958841"/>
            <a:ext cx="223647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9300" algn="l"/>
              </a:tabLst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7353" y="4830316"/>
            <a:ext cx="2781300" cy="191579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marL="66040" marR="258445">
              <a:lnSpc>
                <a:spcPct val="97900"/>
              </a:lnSpc>
              <a:spcBef>
                <a:spcPts val="11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→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•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→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•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53832" y="5271922"/>
            <a:ext cx="8210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4+</a:t>
            </a:r>
            <a:r>
              <a:rPr dirty="0" sz="3200" spc="-17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76172" y="4551426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1"/>
                </a:moveTo>
                <a:lnTo>
                  <a:pt x="0" y="370331"/>
                </a:lnTo>
                <a:lnTo>
                  <a:pt x="57150" y="484631"/>
                </a:lnTo>
                <a:lnTo>
                  <a:pt x="104775" y="389381"/>
                </a:lnTo>
                <a:lnTo>
                  <a:pt x="38100" y="389381"/>
                </a:lnTo>
                <a:lnTo>
                  <a:pt x="38100" y="370331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1"/>
                </a:lnTo>
                <a:lnTo>
                  <a:pt x="76200" y="389381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1"/>
                </a:moveTo>
                <a:lnTo>
                  <a:pt x="76200" y="370331"/>
                </a:lnTo>
                <a:lnTo>
                  <a:pt x="76200" y="389381"/>
                </a:lnTo>
                <a:lnTo>
                  <a:pt x="104775" y="389381"/>
                </a:lnTo>
                <a:lnTo>
                  <a:pt x="114300" y="37033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511046" y="4511421"/>
            <a:ext cx="2971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37609" y="3262121"/>
            <a:ext cx="2400300" cy="483234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7630">
              <a:lnSpc>
                <a:spcPts val="367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17950" y="3618991"/>
            <a:ext cx="8686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5+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96759" y="1766061"/>
            <a:ext cx="1943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96759" y="2113229"/>
            <a:ext cx="13169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96759" y="2808859"/>
            <a:ext cx="12750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17257" y="3204210"/>
            <a:ext cx="2127250" cy="0"/>
          </a:xfrm>
          <a:custGeom>
            <a:avLst/>
            <a:gdLst/>
            <a:ahLst/>
            <a:cxnLst/>
            <a:rect l="l" t="t" r="r" b="b"/>
            <a:pathLst>
              <a:path w="2127250" h="0">
                <a:moveTo>
                  <a:pt x="0" y="0"/>
                </a:moveTo>
                <a:lnTo>
                  <a:pt x="212674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17257" y="1776222"/>
            <a:ext cx="2127250" cy="1428115"/>
          </a:xfrm>
          <a:custGeom>
            <a:avLst/>
            <a:gdLst/>
            <a:ahLst/>
            <a:cxnLst/>
            <a:rect l="l" t="t" r="r" b="b"/>
            <a:pathLst>
              <a:path w="2127250" h="1428114">
                <a:moveTo>
                  <a:pt x="2126742" y="0"/>
                </a:moveTo>
                <a:lnTo>
                  <a:pt x="0" y="0"/>
                </a:lnTo>
                <a:lnTo>
                  <a:pt x="0" y="14279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931909" y="2383663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6492" y="6121908"/>
            <a:ext cx="3051175" cy="483234"/>
          </a:xfrm>
          <a:custGeom>
            <a:avLst/>
            <a:gdLst/>
            <a:ahLst/>
            <a:cxnLst/>
            <a:rect l="l" t="t" r="r" b="b"/>
            <a:pathLst>
              <a:path w="3051175" h="483234">
                <a:moveTo>
                  <a:pt x="0" y="483107"/>
                </a:moveTo>
                <a:lnTo>
                  <a:pt x="3051048" y="483107"/>
                </a:lnTo>
                <a:lnTo>
                  <a:pt x="3051048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47065" y="6108953"/>
            <a:ext cx="2917190" cy="485140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37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668261" y="4640834"/>
            <a:ext cx="979805" cy="437515"/>
          </a:xfrm>
          <a:custGeom>
            <a:avLst/>
            <a:gdLst/>
            <a:ahLst/>
            <a:cxnLst/>
            <a:rect l="l" t="t" r="r" b="b"/>
            <a:pathLst>
              <a:path w="979804" h="437514">
                <a:moveTo>
                  <a:pt x="943846" y="37973"/>
                </a:moveTo>
                <a:lnTo>
                  <a:pt x="811657" y="37973"/>
                </a:lnTo>
                <a:lnTo>
                  <a:pt x="828675" y="38227"/>
                </a:lnTo>
                <a:lnTo>
                  <a:pt x="844423" y="39116"/>
                </a:lnTo>
                <a:lnTo>
                  <a:pt x="882904" y="46101"/>
                </a:lnTo>
                <a:lnTo>
                  <a:pt x="921766" y="69723"/>
                </a:lnTo>
                <a:lnTo>
                  <a:pt x="939546" y="109474"/>
                </a:lnTo>
                <a:lnTo>
                  <a:pt x="941705" y="130429"/>
                </a:lnTo>
                <a:lnTo>
                  <a:pt x="941625" y="144018"/>
                </a:lnTo>
                <a:lnTo>
                  <a:pt x="935609" y="194183"/>
                </a:lnTo>
                <a:lnTo>
                  <a:pt x="920242" y="254254"/>
                </a:lnTo>
                <a:lnTo>
                  <a:pt x="898398" y="319659"/>
                </a:lnTo>
                <a:lnTo>
                  <a:pt x="872490" y="388366"/>
                </a:lnTo>
                <a:lnTo>
                  <a:pt x="858774" y="423418"/>
                </a:lnTo>
                <a:lnTo>
                  <a:pt x="894334" y="437134"/>
                </a:lnTo>
                <a:lnTo>
                  <a:pt x="921385" y="367411"/>
                </a:lnTo>
                <a:lnTo>
                  <a:pt x="945896" y="298958"/>
                </a:lnTo>
                <a:lnTo>
                  <a:pt x="965581" y="233680"/>
                </a:lnTo>
                <a:lnTo>
                  <a:pt x="975487" y="187198"/>
                </a:lnTo>
                <a:lnTo>
                  <a:pt x="979805" y="144018"/>
                </a:lnTo>
                <a:lnTo>
                  <a:pt x="979805" y="130429"/>
                </a:lnTo>
                <a:lnTo>
                  <a:pt x="974598" y="91821"/>
                </a:lnTo>
                <a:lnTo>
                  <a:pt x="952373" y="47117"/>
                </a:lnTo>
                <a:lnTo>
                  <a:pt x="943846" y="37973"/>
                </a:lnTo>
                <a:close/>
              </a:path>
              <a:path w="979804" h="437514">
                <a:moveTo>
                  <a:pt x="91059" y="137922"/>
                </a:moveTo>
                <a:lnTo>
                  <a:pt x="0" y="227457"/>
                </a:lnTo>
                <a:lnTo>
                  <a:pt x="126365" y="246634"/>
                </a:lnTo>
                <a:lnTo>
                  <a:pt x="116507" y="216281"/>
                </a:lnTo>
                <a:lnTo>
                  <a:pt x="96520" y="216281"/>
                </a:lnTo>
                <a:lnTo>
                  <a:pt x="84709" y="179959"/>
                </a:lnTo>
                <a:lnTo>
                  <a:pt x="102811" y="174108"/>
                </a:lnTo>
                <a:lnTo>
                  <a:pt x="91059" y="137922"/>
                </a:lnTo>
                <a:close/>
              </a:path>
              <a:path w="979804" h="437514">
                <a:moveTo>
                  <a:pt x="102811" y="174108"/>
                </a:moveTo>
                <a:lnTo>
                  <a:pt x="84709" y="179959"/>
                </a:lnTo>
                <a:lnTo>
                  <a:pt x="96520" y="216281"/>
                </a:lnTo>
                <a:lnTo>
                  <a:pt x="114599" y="210405"/>
                </a:lnTo>
                <a:lnTo>
                  <a:pt x="102811" y="174108"/>
                </a:lnTo>
                <a:close/>
              </a:path>
              <a:path w="979804" h="437514">
                <a:moveTo>
                  <a:pt x="114599" y="210405"/>
                </a:moveTo>
                <a:lnTo>
                  <a:pt x="96520" y="216281"/>
                </a:lnTo>
                <a:lnTo>
                  <a:pt x="116507" y="216281"/>
                </a:lnTo>
                <a:lnTo>
                  <a:pt x="114599" y="210405"/>
                </a:lnTo>
                <a:close/>
              </a:path>
              <a:path w="979804" h="437514">
                <a:moveTo>
                  <a:pt x="812165" y="0"/>
                </a:moveTo>
                <a:lnTo>
                  <a:pt x="771525" y="1905"/>
                </a:lnTo>
                <a:lnTo>
                  <a:pt x="727075" y="6604"/>
                </a:lnTo>
                <a:lnTo>
                  <a:pt x="678942" y="14224"/>
                </a:lnTo>
                <a:lnTo>
                  <a:pt x="600710" y="29972"/>
                </a:lnTo>
                <a:lnTo>
                  <a:pt x="515747" y="50546"/>
                </a:lnTo>
                <a:lnTo>
                  <a:pt x="394208" y="83947"/>
                </a:lnTo>
                <a:lnTo>
                  <a:pt x="264922" y="122809"/>
                </a:lnTo>
                <a:lnTo>
                  <a:pt x="102811" y="174108"/>
                </a:lnTo>
                <a:lnTo>
                  <a:pt x="114599" y="210405"/>
                </a:lnTo>
                <a:lnTo>
                  <a:pt x="276098" y="159258"/>
                </a:lnTo>
                <a:lnTo>
                  <a:pt x="341122" y="139319"/>
                </a:lnTo>
                <a:lnTo>
                  <a:pt x="404622" y="120650"/>
                </a:lnTo>
                <a:lnTo>
                  <a:pt x="495808" y="95123"/>
                </a:lnTo>
                <a:lnTo>
                  <a:pt x="553720" y="80264"/>
                </a:lnTo>
                <a:lnTo>
                  <a:pt x="608711" y="67183"/>
                </a:lnTo>
                <a:lnTo>
                  <a:pt x="660654" y="56388"/>
                </a:lnTo>
                <a:lnTo>
                  <a:pt x="708914" y="47879"/>
                </a:lnTo>
                <a:lnTo>
                  <a:pt x="753364" y="41910"/>
                </a:lnTo>
                <a:lnTo>
                  <a:pt x="793369" y="38608"/>
                </a:lnTo>
                <a:lnTo>
                  <a:pt x="811657" y="37973"/>
                </a:lnTo>
                <a:lnTo>
                  <a:pt x="943846" y="37973"/>
                </a:lnTo>
                <a:lnTo>
                  <a:pt x="943610" y="37719"/>
                </a:lnTo>
                <a:lnTo>
                  <a:pt x="909955" y="15621"/>
                </a:lnTo>
                <a:lnTo>
                  <a:pt x="865759" y="3302"/>
                </a:lnTo>
                <a:lnTo>
                  <a:pt x="831088" y="127"/>
                </a:lnTo>
                <a:lnTo>
                  <a:pt x="81216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407909" y="4230370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26757" y="610362"/>
            <a:ext cx="2230120" cy="3860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48895">
              <a:lnSpc>
                <a:spcPts val="2715"/>
              </a:lnSpc>
              <a:spcBef>
                <a:spcPts val="32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57335" y="926083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99453" y="3801617"/>
            <a:ext cx="2550160" cy="483234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ts val="370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039617" y="6484620"/>
            <a:ext cx="1685925" cy="114300"/>
          </a:xfrm>
          <a:custGeom>
            <a:avLst/>
            <a:gdLst/>
            <a:ahLst/>
            <a:cxnLst/>
            <a:rect l="l" t="t" r="r" b="b"/>
            <a:pathLst>
              <a:path w="168592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168592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1685925" h="114300">
                <a:moveTo>
                  <a:pt x="1685544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1685544" y="76199"/>
                </a:lnTo>
                <a:lnTo>
                  <a:pt x="1685544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041395" y="6081776"/>
            <a:ext cx="11976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7+13</a:t>
            </a:r>
            <a:r>
              <a:rPr dirty="0" sz="3200" spc="10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baseline="1157" sz="3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994904" y="995933"/>
            <a:ext cx="114300" cy="780415"/>
          </a:xfrm>
          <a:custGeom>
            <a:avLst/>
            <a:gdLst/>
            <a:ahLst/>
            <a:cxnLst/>
            <a:rect l="l" t="t" r="r" b="b"/>
            <a:pathLst>
              <a:path w="114300" h="780414">
                <a:moveTo>
                  <a:pt x="76200" y="95250"/>
                </a:moveTo>
                <a:lnTo>
                  <a:pt x="38100" y="95250"/>
                </a:lnTo>
                <a:lnTo>
                  <a:pt x="38100" y="780288"/>
                </a:lnTo>
                <a:lnTo>
                  <a:pt x="76200" y="780288"/>
                </a:lnTo>
                <a:lnTo>
                  <a:pt x="76200" y="95250"/>
                </a:lnTo>
                <a:close/>
              </a:path>
              <a:path w="114300" h="7804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804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8055609" y="1243965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553961" y="1949195"/>
            <a:ext cx="463550" cy="114300"/>
          </a:xfrm>
          <a:custGeom>
            <a:avLst/>
            <a:gdLst/>
            <a:ahLst/>
            <a:cxnLst/>
            <a:rect l="l" t="t" r="r" b="b"/>
            <a:pathLst>
              <a:path w="463550" h="114300">
                <a:moveTo>
                  <a:pt x="348996" y="0"/>
                </a:moveTo>
                <a:lnTo>
                  <a:pt x="348996" y="114300"/>
                </a:lnTo>
                <a:lnTo>
                  <a:pt x="425196" y="76200"/>
                </a:lnTo>
                <a:lnTo>
                  <a:pt x="368046" y="76200"/>
                </a:lnTo>
                <a:lnTo>
                  <a:pt x="368046" y="38100"/>
                </a:lnTo>
                <a:lnTo>
                  <a:pt x="425196" y="38100"/>
                </a:lnTo>
                <a:lnTo>
                  <a:pt x="348996" y="0"/>
                </a:lnTo>
                <a:close/>
              </a:path>
              <a:path w="463550" h="114300">
                <a:moveTo>
                  <a:pt x="3489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48996" y="76200"/>
                </a:lnTo>
                <a:lnTo>
                  <a:pt x="348996" y="38100"/>
                </a:lnTo>
                <a:close/>
              </a:path>
              <a:path w="463550" h="114300">
                <a:moveTo>
                  <a:pt x="425196" y="38100"/>
                </a:moveTo>
                <a:lnTo>
                  <a:pt x="368046" y="38100"/>
                </a:lnTo>
                <a:lnTo>
                  <a:pt x="368046" y="76200"/>
                </a:lnTo>
                <a:lnTo>
                  <a:pt x="425196" y="76200"/>
                </a:lnTo>
                <a:lnTo>
                  <a:pt x="463296" y="57150"/>
                </a:lnTo>
                <a:lnTo>
                  <a:pt x="4251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056369" y="3204210"/>
            <a:ext cx="0" cy="3055620"/>
          </a:xfrm>
          <a:custGeom>
            <a:avLst/>
            <a:gdLst/>
            <a:ahLst/>
            <a:cxnLst/>
            <a:rect l="l" t="t" r="r" b="b"/>
            <a:pathLst>
              <a:path w="0" h="3055620">
                <a:moveTo>
                  <a:pt x="0" y="0"/>
                </a:moveTo>
                <a:lnTo>
                  <a:pt x="0" y="305562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06461" y="6202679"/>
            <a:ext cx="1550035" cy="114300"/>
          </a:xfrm>
          <a:custGeom>
            <a:avLst/>
            <a:gdLst/>
            <a:ahLst/>
            <a:cxnLst/>
            <a:rect l="l" t="t" r="r" b="b"/>
            <a:pathLst>
              <a:path w="155003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55003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550034" h="114300">
                <a:moveTo>
                  <a:pt x="154990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549908" y="76200"/>
                </a:lnTo>
                <a:lnTo>
                  <a:pt x="15499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068309" y="5887618"/>
            <a:ext cx="203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247763" y="3203955"/>
            <a:ext cx="114300" cy="603885"/>
          </a:xfrm>
          <a:custGeom>
            <a:avLst/>
            <a:gdLst/>
            <a:ahLst/>
            <a:cxnLst/>
            <a:rect l="l" t="t" r="r" b="b"/>
            <a:pathLst>
              <a:path w="114300" h="603885">
                <a:moveTo>
                  <a:pt x="0" y="488823"/>
                </a:moveTo>
                <a:lnTo>
                  <a:pt x="56006" y="603758"/>
                </a:lnTo>
                <a:lnTo>
                  <a:pt x="104725" y="508762"/>
                </a:lnTo>
                <a:lnTo>
                  <a:pt x="76072" y="508762"/>
                </a:lnTo>
                <a:lnTo>
                  <a:pt x="37972" y="508381"/>
                </a:lnTo>
                <a:lnTo>
                  <a:pt x="38164" y="489247"/>
                </a:lnTo>
                <a:lnTo>
                  <a:pt x="0" y="488823"/>
                </a:lnTo>
                <a:close/>
              </a:path>
              <a:path w="114300" h="603885">
                <a:moveTo>
                  <a:pt x="43052" y="0"/>
                </a:moveTo>
                <a:lnTo>
                  <a:pt x="37972" y="508381"/>
                </a:lnTo>
                <a:lnTo>
                  <a:pt x="76072" y="508762"/>
                </a:lnTo>
                <a:lnTo>
                  <a:pt x="76263" y="489670"/>
                </a:lnTo>
                <a:lnTo>
                  <a:pt x="38164" y="489247"/>
                </a:lnTo>
                <a:lnTo>
                  <a:pt x="76268" y="489247"/>
                </a:lnTo>
                <a:lnTo>
                  <a:pt x="81152" y="508"/>
                </a:lnTo>
                <a:lnTo>
                  <a:pt x="43052" y="0"/>
                </a:lnTo>
                <a:close/>
              </a:path>
              <a:path w="114300" h="603885">
                <a:moveTo>
                  <a:pt x="76263" y="489670"/>
                </a:moveTo>
                <a:lnTo>
                  <a:pt x="76072" y="508762"/>
                </a:lnTo>
                <a:lnTo>
                  <a:pt x="104725" y="508762"/>
                </a:lnTo>
                <a:lnTo>
                  <a:pt x="114300" y="490093"/>
                </a:lnTo>
                <a:lnTo>
                  <a:pt x="76263" y="489670"/>
                </a:lnTo>
                <a:close/>
              </a:path>
              <a:path w="114300" h="603885">
                <a:moveTo>
                  <a:pt x="76268" y="489247"/>
                </a:moveTo>
                <a:lnTo>
                  <a:pt x="38164" y="489247"/>
                </a:lnTo>
                <a:lnTo>
                  <a:pt x="76263" y="489670"/>
                </a:lnTo>
                <a:lnTo>
                  <a:pt x="76268" y="48924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836156" y="2461386"/>
            <a:ext cx="1729739" cy="631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0">
              <a:lnSpc>
                <a:spcPts val="2385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385"/>
              </a:lnSpc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150870" y="3450335"/>
            <a:ext cx="586740" cy="114300"/>
          </a:xfrm>
          <a:custGeom>
            <a:avLst/>
            <a:gdLst/>
            <a:ahLst/>
            <a:cxnLst/>
            <a:rect l="l" t="t" r="r" b="b"/>
            <a:pathLst>
              <a:path w="586739" h="114300">
                <a:moveTo>
                  <a:pt x="472440" y="0"/>
                </a:moveTo>
                <a:lnTo>
                  <a:pt x="472440" y="114300"/>
                </a:lnTo>
                <a:lnTo>
                  <a:pt x="548640" y="76200"/>
                </a:lnTo>
                <a:lnTo>
                  <a:pt x="491490" y="76200"/>
                </a:lnTo>
                <a:lnTo>
                  <a:pt x="491490" y="38100"/>
                </a:lnTo>
                <a:lnTo>
                  <a:pt x="548640" y="38100"/>
                </a:lnTo>
                <a:lnTo>
                  <a:pt x="472440" y="0"/>
                </a:lnTo>
                <a:close/>
              </a:path>
              <a:path w="586739" h="114300">
                <a:moveTo>
                  <a:pt x="4724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72440" y="76200"/>
                </a:lnTo>
                <a:lnTo>
                  <a:pt x="472440" y="38100"/>
                </a:lnTo>
                <a:close/>
              </a:path>
              <a:path w="586739" h="114300">
                <a:moveTo>
                  <a:pt x="548640" y="38100"/>
                </a:moveTo>
                <a:lnTo>
                  <a:pt x="491490" y="38100"/>
                </a:lnTo>
                <a:lnTo>
                  <a:pt x="491490" y="76200"/>
                </a:lnTo>
                <a:lnTo>
                  <a:pt x="548640" y="76200"/>
                </a:lnTo>
                <a:lnTo>
                  <a:pt x="586740" y="57150"/>
                </a:lnTo>
                <a:lnTo>
                  <a:pt x="5486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336797" y="3462985"/>
            <a:ext cx="1390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506461" y="5311902"/>
            <a:ext cx="1041400" cy="0"/>
          </a:xfrm>
          <a:custGeom>
            <a:avLst/>
            <a:gdLst/>
            <a:ahLst/>
            <a:cxnLst/>
            <a:rect l="l" t="t" r="r" b="b"/>
            <a:pathLst>
              <a:path w="1041400" h="0">
                <a:moveTo>
                  <a:pt x="0" y="0"/>
                </a:moveTo>
                <a:lnTo>
                  <a:pt x="104089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490204" y="4271009"/>
            <a:ext cx="114300" cy="1041400"/>
          </a:xfrm>
          <a:custGeom>
            <a:avLst/>
            <a:gdLst/>
            <a:ahLst/>
            <a:cxnLst/>
            <a:rect l="l" t="t" r="r" b="b"/>
            <a:pathLst>
              <a:path w="114300" h="1041400">
                <a:moveTo>
                  <a:pt x="76200" y="95250"/>
                </a:moveTo>
                <a:lnTo>
                  <a:pt x="38100" y="95250"/>
                </a:lnTo>
                <a:lnTo>
                  <a:pt x="38100" y="1040891"/>
                </a:lnTo>
                <a:lnTo>
                  <a:pt x="76200" y="1040891"/>
                </a:lnTo>
                <a:lnTo>
                  <a:pt x="76200" y="95250"/>
                </a:lnTo>
                <a:close/>
              </a:path>
              <a:path w="114300" h="10414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10414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908803" y="3745229"/>
            <a:ext cx="114300" cy="1085215"/>
          </a:xfrm>
          <a:custGeom>
            <a:avLst/>
            <a:gdLst/>
            <a:ahLst/>
            <a:cxnLst/>
            <a:rect l="l" t="t" r="r" b="b"/>
            <a:pathLst>
              <a:path w="114300" h="1085214">
                <a:moveTo>
                  <a:pt x="76200" y="95250"/>
                </a:moveTo>
                <a:lnTo>
                  <a:pt x="38100" y="95250"/>
                </a:lnTo>
                <a:lnTo>
                  <a:pt x="38100" y="1085088"/>
                </a:lnTo>
                <a:lnTo>
                  <a:pt x="76200" y="1085088"/>
                </a:lnTo>
                <a:lnTo>
                  <a:pt x="76200" y="95250"/>
                </a:lnTo>
                <a:close/>
              </a:path>
              <a:path w="114300" h="10852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10852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975352" y="4443476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83806" y="3437966"/>
            <a:ext cx="99504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4722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34722" sz="3600" spc="18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8+10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963417" y="4536185"/>
            <a:ext cx="0" cy="967740"/>
          </a:xfrm>
          <a:custGeom>
            <a:avLst/>
            <a:gdLst/>
            <a:ahLst/>
            <a:cxnLst/>
            <a:rect l="l" t="t" r="r" b="b"/>
            <a:pathLst>
              <a:path w="0" h="967739">
                <a:moveTo>
                  <a:pt x="0" y="0"/>
                </a:moveTo>
                <a:lnTo>
                  <a:pt x="0" y="96773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63417" y="5422391"/>
            <a:ext cx="1774189" cy="114300"/>
          </a:xfrm>
          <a:custGeom>
            <a:avLst/>
            <a:gdLst/>
            <a:ahLst/>
            <a:cxnLst/>
            <a:rect l="l" t="t" r="r" b="b"/>
            <a:pathLst>
              <a:path w="1774189" h="114300">
                <a:moveTo>
                  <a:pt x="1659635" y="0"/>
                </a:moveTo>
                <a:lnTo>
                  <a:pt x="1659635" y="114300"/>
                </a:lnTo>
                <a:lnTo>
                  <a:pt x="1735835" y="76200"/>
                </a:lnTo>
                <a:lnTo>
                  <a:pt x="1678685" y="76200"/>
                </a:lnTo>
                <a:lnTo>
                  <a:pt x="1678685" y="38100"/>
                </a:lnTo>
                <a:lnTo>
                  <a:pt x="1735835" y="38100"/>
                </a:lnTo>
                <a:lnTo>
                  <a:pt x="1659635" y="0"/>
                </a:lnTo>
                <a:close/>
              </a:path>
              <a:path w="1774189" h="114300">
                <a:moveTo>
                  <a:pt x="16596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59635" y="76200"/>
                </a:lnTo>
                <a:lnTo>
                  <a:pt x="1659635" y="38100"/>
                </a:lnTo>
                <a:close/>
              </a:path>
              <a:path w="1774189" h="114300">
                <a:moveTo>
                  <a:pt x="1735835" y="38100"/>
                </a:moveTo>
                <a:lnTo>
                  <a:pt x="1678685" y="38100"/>
                </a:lnTo>
                <a:lnTo>
                  <a:pt x="1678685" y="76200"/>
                </a:lnTo>
                <a:lnTo>
                  <a:pt x="1735835" y="76200"/>
                </a:lnTo>
                <a:lnTo>
                  <a:pt x="1773935" y="57150"/>
                </a:lnTo>
                <a:lnTo>
                  <a:pt x="173583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3457447" y="510636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589270" y="3057905"/>
            <a:ext cx="1428115" cy="0"/>
          </a:xfrm>
          <a:custGeom>
            <a:avLst/>
            <a:gdLst/>
            <a:ahLst/>
            <a:cxnLst/>
            <a:rect l="l" t="t" r="r" b="b"/>
            <a:pathLst>
              <a:path w="1428115" h="0">
                <a:moveTo>
                  <a:pt x="0" y="0"/>
                </a:moveTo>
                <a:lnTo>
                  <a:pt x="14279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532120" y="3057905"/>
            <a:ext cx="114300" cy="204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8550909" y="4554728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046473" y="1870710"/>
            <a:ext cx="29057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56222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	</a:t>
            </a:r>
            <a:r>
              <a:rPr dirty="0" baseline="45138" sz="3600" spc="-1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endParaRPr baseline="45138" sz="3600">
              <a:latin typeface="宋体"/>
              <a:cs typeface="宋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071873" y="2334006"/>
            <a:ext cx="18497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42233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8621" y="26923"/>
            <a:ext cx="33928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537717"/>
            <a:ext cx="237617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5990" algn="l"/>
              </a:tabLst>
            </a:pPr>
            <a:r>
              <a:rPr dirty="0" sz="4000" spc="-5" b="0">
                <a:solidFill>
                  <a:srgbClr val="FFFF00"/>
                </a:solidFill>
                <a:latin typeface="Wingdings"/>
                <a:cs typeface="Wingdings"/>
              </a:rPr>
              <a:t></a:t>
            </a:r>
            <a:r>
              <a:rPr dirty="0" sz="4000" spc="-5" b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600" spc="-5">
                <a:solidFill>
                  <a:srgbClr val="FFFF00"/>
                </a:solidFill>
              </a:rPr>
              <a:t>注</a:t>
            </a:r>
            <a:r>
              <a:rPr dirty="0" sz="3600" spc="800">
                <a:solidFill>
                  <a:srgbClr val="FFFF00"/>
                </a:solidFill>
              </a:rPr>
              <a:t>意</a:t>
            </a:r>
            <a:r>
              <a:rPr dirty="0" sz="3200" spc="-10">
                <a:solidFill>
                  <a:srgbClr val="FFFF00"/>
                </a:solidFill>
              </a:rPr>
              <a:t>：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30673" y="1791461"/>
            <a:ext cx="704088" cy="364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30673" y="1791461"/>
            <a:ext cx="704215" cy="364490"/>
          </a:xfrm>
          <a:custGeom>
            <a:avLst/>
            <a:gdLst/>
            <a:ahLst/>
            <a:cxnLst/>
            <a:rect l="l" t="t" r="r" b="b"/>
            <a:pathLst>
              <a:path w="704214" h="364489">
                <a:moveTo>
                  <a:pt x="0" y="91059"/>
                </a:moveTo>
                <a:lnTo>
                  <a:pt x="527558" y="91059"/>
                </a:lnTo>
                <a:lnTo>
                  <a:pt x="527558" y="0"/>
                </a:lnTo>
                <a:lnTo>
                  <a:pt x="704088" y="182117"/>
                </a:lnTo>
                <a:lnTo>
                  <a:pt x="527558" y="364236"/>
                </a:lnTo>
                <a:lnTo>
                  <a:pt x="527558" y="273176"/>
                </a:lnTo>
                <a:lnTo>
                  <a:pt x="0" y="273176"/>
                </a:lnTo>
                <a:lnTo>
                  <a:pt x="0" y="91059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38631" y="1678000"/>
            <a:ext cx="74066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2300" algn="l"/>
                <a:tab pos="510667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1.	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无冲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突	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LALR(1)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6642" y="2910586"/>
            <a:ext cx="23120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Times New Roman"/>
                <a:cs typeface="Times New Roman"/>
              </a:rPr>
              <a:t>LALR(1)</a:t>
            </a:r>
            <a:r>
              <a:rPr dirty="0" u="heavy" sz="3200" b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b="1" i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99052" y="2343810"/>
            <a:ext cx="4674235" cy="1375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">
              <a:lnSpc>
                <a:spcPct val="158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无冲突：构造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LA</a:t>
            </a:r>
            <a:r>
              <a:rPr dirty="0" sz="2800" spc="-20" b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R(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分析表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有冲突：构造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LR(1)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的分析表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16273" y="2814066"/>
            <a:ext cx="228600" cy="777240"/>
          </a:xfrm>
          <a:custGeom>
            <a:avLst/>
            <a:gdLst/>
            <a:ahLst/>
            <a:cxnLst/>
            <a:rect l="l" t="t" r="r" b="b"/>
            <a:pathLst>
              <a:path w="228600" h="777239">
                <a:moveTo>
                  <a:pt x="228600" y="777239"/>
                </a:moveTo>
                <a:lnTo>
                  <a:pt x="184112" y="772156"/>
                </a:lnTo>
                <a:lnTo>
                  <a:pt x="147780" y="758285"/>
                </a:lnTo>
                <a:lnTo>
                  <a:pt x="123283" y="737699"/>
                </a:lnTo>
                <a:lnTo>
                  <a:pt x="114300" y="712470"/>
                </a:lnTo>
                <a:lnTo>
                  <a:pt x="114300" y="453389"/>
                </a:lnTo>
                <a:lnTo>
                  <a:pt x="105316" y="428160"/>
                </a:lnTo>
                <a:lnTo>
                  <a:pt x="80819" y="407574"/>
                </a:lnTo>
                <a:lnTo>
                  <a:pt x="44487" y="393703"/>
                </a:lnTo>
                <a:lnTo>
                  <a:pt x="0" y="388620"/>
                </a:lnTo>
                <a:lnTo>
                  <a:pt x="44487" y="383536"/>
                </a:lnTo>
                <a:lnTo>
                  <a:pt x="80819" y="369665"/>
                </a:lnTo>
                <a:lnTo>
                  <a:pt x="105316" y="349079"/>
                </a:lnTo>
                <a:lnTo>
                  <a:pt x="114300" y="323850"/>
                </a:lnTo>
                <a:lnTo>
                  <a:pt x="114300" y="64770"/>
                </a:lnTo>
                <a:lnTo>
                  <a:pt x="123283" y="39540"/>
                </a:lnTo>
                <a:lnTo>
                  <a:pt x="147780" y="18954"/>
                </a:lnTo>
                <a:lnTo>
                  <a:pt x="184112" y="5083"/>
                </a:lnTo>
                <a:lnTo>
                  <a:pt x="2286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38631" y="3787909"/>
            <a:ext cx="7800975" cy="2561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2300" marR="398145" indent="-610235">
              <a:lnSpc>
                <a:spcPct val="130000"/>
              </a:lnSpc>
              <a:spcBef>
                <a:spcPts val="95"/>
              </a:spcBef>
              <a:tabLst>
                <a:tab pos="622300" algn="l"/>
              </a:tabLst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无冲突成立，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析能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力同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21970" marR="5080" indent="100330">
              <a:lnSpc>
                <a:spcPct val="13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确定串中错误前有时会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多产生若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干步归约。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1688" y="2627198"/>
            <a:ext cx="618490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7475" algn="l"/>
              </a:tabLst>
            </a:pPr>
            <a:r>
              <a:rPr dirty="0" sz="3600" spc="-5" b="1">
                <a:solidFill>
                  <a:srgbClr val="FFFF99"/>
                </a:solidFill>
                <a:latin typeface="Times New Roman"/>
                <a:cs typeface="Times New Roman"/>
              </a:rPr>
              <a:t>5.7.1	</a:t>
            </a:r>
            <a:r>
              <a:rPr dirty="0" sz="3600" b="1">
                <a:solidFill>
                  <a:srgbClr val="FFFF99"/>
                </a:solidFill>
                <a:latin typeface="Times New Roman"/>
                <a:cs typeface="Times New Roman"/>
              </a:rPr>
              <a:t>LALR(</a:t>
            </a:r>
            <a:r>
              <a:rPr dirty="0" sz="3600" spc="-4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3600" spc="-4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99"/>
                </a:solidFill>
                <a:latin typeface="Times New Roman"/>
                <a:cs typeface="Times New Roman"/>
              </a:rPr>
              <a:t>)</a:t>
            </a:r>
            <a:r>
              <a:rPr dirty="0" sz="3600" spc="-10" b="1">
                <a:solidFill>
                  <a:srgbClr val="FFFF99"/>
                </a:solidFill>
                <a:latin typeface="宋体"/>
                <a:cs typeface="宋体"/>
              </a:rPr>
              <a:t>分析实现思想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1688" y="3697604"/>
            <a:ext cx="61849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7475" algn="l"/>
              </a:tabLst>
            </a:pP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5.7.2	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LALR(</a:t>
            </a:r>
            <a:r>
              <a:rPr dirty="0" sz="36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6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27173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1032" y="26923"/>
            <a:ext cx="205041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82661" y="3678173"/>
            <a:ext cx="1315212" cy="771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82661" y="3678173"/>
            <a:ext cx="1315720" cy="771525"/>
          </a:xfrm>
          <a:custGeom>
            <a:avLst/>
            <a:gdLst/>
            <a:ahLst/>
            <a:cxnLst/>
            <a:rect l="l" t="t" r="r" b="b"/>
            <a:pathLst>
              <a:path w="1315720" h="771525">
                <a:moveTo>
                  <a:pt x="0" y="385571"/>
                </a:moveTo>
                <a:lnTo>
                  <a:pt x="328422" y="0"/>
                </a:lnTo>
                <a:lnTo>
                  <a:pt x="328422" y="192786"/>
                </a:lnTo>
                <a:lnTo>
                  <a:pt x="1315212" y="192786"/>
                </a:lnTo>
                <a:lnTo>
                  <a:pt x="1315212" y="578357"/>
                </a:lnTo>
                <a:lnTo>
                  <a:pt x="328422" y="578357"/>
                </a:lnTo>
                <a:lnTo>
                  <a:pt x="328422" y="771144"/>
                </a:lnTo>
                <a:lnTo>
                  <a:pt x="0" y="3855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91" y="438403"/>
            <a:ext cx="1687195" cy="495934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380"/>
              </a:spcBef>
              <a:buClr>
                <a:srgbClr val="00FFFF"/>
              </a:buClr>
              <a:buSzPct val="108928"/>
              <a:buFont typeface="Wingdings"/>
              <a:buChar char=""/>
              <a:tabLst>
                <a:tab pos="370205" algn="l"/>
                <a:tab pos="370840" algn="l"/>
              </a:tabLst>
            </a:pPr>
            <a:r>
              <a:rPr dirty="0" spc="-5">
                <a:solidFill>
                  <a:srgbClr val="FFFF00"/>
                </a:solidFill>
              </a:rPr>
              <a:t>算法</a:t>
            </a:r>
            <a:r>
              <a:rPr dirty="0" spc="-80">
                <a:solidFill>
                  <a:srgbClr val="FFFF00"/>
                </a:solidFill>
                <a:latin typeface="Times New Roman"/>
                <a:cs typeface="Times New Roman"/>
              </a:rPr>
              <a:t>5.11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9479" y="474979"/>
            <a:ext cx="35591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77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LALR(1)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分析表构</a:t>
            </a:r>
            <a:r>
              <a:rPr dirty="0" sz="2400" spc="5" b="1">
                <a:solidFill>
                  <a:srgbClr val="FFFF00"/>
                </a:solidFill>
                <a:latin typeface="宋体"/>
                <a:cs typeface="宋体"/>
              </a:rPr>
              <a:t>造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91" y="900836"/>
            <a:ext cx="9092565" cy="315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8200" marR="1377315" indent="-800100">
              <a:lnSpc>
                <a:spcPct val="1351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输入：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拓广的文法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及文法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LALR(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2800" spc="5" b="1">
                <a:solidFill>
                  <a:srgbClr val="00FFFF"/>
                </a:solidFill>
                <a:latin typeface="宋体"/>
                <a:cs typeface="宋体"/>
              </a:rPr>
              <a:t>项</a:t>
            </a:r>
            <a:r>
              <a:rPr dirty="0" sz="2800" spc="-10" b="1">
                <a:solidFill>
                  <a:srgbClr val="00FFFF"/>
                </a:solidFill>
                <a:latin typeface="宋体"/>
                <a:cs typeface="宋体"/>
              </a:rPr>
              <a:t>目</a:t>
            </a:r>
            <a:r>
              <a:rPr dirty="0" sz="2800" spc="5" b="1">
                <a:solidFill>
                  <a:srgbClr val="00FFFF"/>
                </a:solidFill>
                <a:latin typeface="宋体"/>
                <a:cs typeface="宋体"/>
              </a:rPr>
              <a:t>集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规 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范族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和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GO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函数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019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输出：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’</a:t>
            </a:r>
            <a:r>
              <a:rPr dirty="0" sz="2400" spc="-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24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925"/>
              </a:spcBef>
            </a:pP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方法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4305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spc="-1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4305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spc="-204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分析表的状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342900">
              <a:lnSpc>
                <a:spcPct val="100000"/>
              </a:lnSpc>
              <a:spcBef>
                <a:spcPts val="109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①若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7973" sz="255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24305" sz="2400" spc="3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1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则置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action 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baseline="-16339" sz="2550" spc="-7" b="1" i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800100">
              <a:lnSpc>
                <a:spcPct val="100000"/>
              </a:lnSpc>
              <a:spcBef>
                <a:spcPts val="101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2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400" spc="-10" b="1">
                <a:solidFill>
                  <a:srgbClr val="00FFFF"/>
                </a:solidFill>
                <a:latin typeface="Times New Roman"/>
                <a:cs typeface="Times New Roman"/>
              </a:rPr>
              <a:t>GOTO[</a:t>
            </a:r>
            <a:r>
              <a:rPr dirty="0" sz="2400" spc="-10" b="1" i="1">
                <a:solidFill>
                  <a:srgbClr val="00FFFF"/>
                </a:solidFill>
                <a:latin typeface="Times New Roman"/>
                <a:cs typeface="Times New Roman"/>
              </a:rPr>
              <a:t>K</a:t>
            </a:r>
            <a:r>
              <a:rPr dirty="0" sz="2400" spc="-10" b="1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z="2400" spc="-2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］＝</a:t>
            </a: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881" y="4254246"/>
            <a:ext cx="8496300" cy="10261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32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②若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500" spc="-6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500" spc="1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］∈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4305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则置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baseline="-19097" sz="2400" b="1" i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，其中</a:t>
            </a:r>
            <a:endParaRPr sz="2400">
              <a:latin typeface="宋体"/>
              <a:cs typeface="宋体"/>
            </a:endParaRPr>
          </a:p>
          <a:p>
            <a:pPr marL="634365">
              <a:lnSpc>
                <a:spcPct val="100000"/>
              </a:lnSpc>
              <a:spcBef>
                <a:spcPts val="111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500" spc="-6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为文法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的第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个产生式；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291" y="5157849"/>
            <a:ext cx="8959850" cy="10801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400" spc="-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若接受项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，＃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4305" sz="240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则置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dirty="0" sz="2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600" spc="-5" b="1">
                <a:solidFill>
                  <a:srgbClr val="00FFFF"/>
                </a:solidFill>
                <a:latin typeface="Times New Roman"/>
                <a:cs typeface="Times New Roman"/>
              </a:rPr>
              <a:t>acc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10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④分析表中不能用①至③规则填入信息的元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，则置“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出错标志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06726" y="26923"/>
            <a:ext cx="55981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3960" algn="l"/>
                <a:tab pos="323596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66" y="366471"/>
            <a:ext cx="1687830" cy="495934"/>
          </a:xfrm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385"/>
              </a:spcBef>
              <a:buClr>
                <a:srgbClr val="00FFFF"/>
              </a:buClr>
              <a:buSzPct val="108928"/>
              <a:buFont typeface="Wingdings"/>
              <a:buChar char=""/>
              <a:tabLst>
                <a:tab pos="370205" algn="l"/>
                <a:tab pos="370840" algn="l"/>
              </a:tabLst>
            </a:pPr>
            <a:r>
              <a:rPr dirty="0" spc="-10">
                <a:solidFill>
                  <a:srgbClr val="FFFF00"/>
                </a:solidFill>
              </a:rPr>
              <a:t>算法</a:t>
            </a:r>
            <a:r>
              <a:rPr dirty="0" spc="-80">
                <a:solidFill>
                  <a:srgbClr val="FFFF00"/>
                </a:solidFill>
                <a:latin typeface="Times New Roman"/>
                <a:cs typeface="Times New Roman"/>
              </a:rPr>
              <a:t>5.11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366" y="829716"/>
            <a:ext cx="8485505" cy="327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5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输入：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拓广的文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及文法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10" b="1">
                <a:solidFill>
                  <a:srgbClr val="00FFFF"/>
                </a:solidFill>
                <a:latin typeface="宋体"/>
                <a:cs typeface="宋体"/>
              </a:rPr>
              <a:t>识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别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LAL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R(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项</a:t>
            </a:r>
            <a:r>
              <a:rPr dirty="0" sz="2800" spc="5" b="1">
                <a:solidFill>
                  <a:srgbClr val="00FFFF"/>
                </a:solidFill>
                <a:latin typeface="宋体"/>
                <a:cs typeface="宋体"/>
              </a:rPr>
              <a:t>目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有效 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活前缀的</a:t>
            </a:r>
            <a:r>
              <a:rPr dirty="0" sz="2800" spc="-75" b="1">
                <a:solidFill>
                  <a:srgbClr val="00FFFF"/>
                </a:solidFill>
                <a:latin typeface="Times New Roman"/>
                <a:cs typeface="Times New Roman"/>
              </a:rPr>
              <a:t>DFA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4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输出：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8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24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98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方法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：设状态集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＝｛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｝＝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分析表的状态</a:t>
            </a:r>
            <a:endParaRPr sz="2400">
              <a:latin typeface="宋体"/>
              <a:cs typeface="宋体"/>
            </a:endParaRPr>
          </a:p>
          <a:p>
            <a:pPr marL="266700">
              <a:lnSpc>
                <a:spcPct val="100000"/>
              </a:lnSpc>
              <a:spcBef>
                <a:spcPts val="113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400" spc="-6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1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400" spc="-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baseline="-16339" sz="2550" spc="-7" b="1" i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47065">
              <a:lnSpc>
                <a:spcPct val="100000"/>
              </a:lnSpc>
              <a:spcBef>
                <a:spcPts val="105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则置</a:t>
            </a:r>
            <a:r>
              <a:rPr dirty="0" sz="2400" spc="-10" b="1">
                <a:solidFill>
                  <a:srgbClr val="00FFFF"/>
                </a:solidFill>
                <a:latin typeface="Times New Roman"/>
                <a:cs typeface="Times New Roman"/>
              </a:rPr>
              <a:t>GOTO[</a:t>
            </a:r>
            <a:r>
              <a:rPr dirty="0" sz="2400" spc="-10" b="1" i="1">
                <a:solidFill>
                  <a:srgbClr val="00FFFF"/>
                </a:solidFill>
                <a:latin typeface="Times New Roman"/>
                <a:cs typeface="Times New Roman"/>
              </a:rPr>
              <a:t>K</a:t>
            </a:r>
            <a:r>
              <a:rPr dirty="0" sz="2400" spc="-10" b="1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z="2400" spc="-3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］＝</a:t>
            </a: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97" y="4293870"/>
            <a:ext cx="8496300" cy="10261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415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②若［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6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500" spc="1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］∈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，则置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baseline="-19097" sz="2400" spc="-7" b="1" i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，其中</a:t>
            </a:r>
            <a:endParaRPr sz="2400">
              <a:latin typeface="宋体"/>
              <a:cs typeface="宋体"/>
            </a:endParaRPr>
          </a:p>
          <a:p>
            <a:pPr marL="851535">
              <a:lnSpc>
                <a:spcPct val="100000"/>
              </a:lnSpc>
              <a:spcBef>
                <a:spcPts val="112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500" spc="-6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为文法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的第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个产生式；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166" y="5211160"/>
            <a:ext cx="8909050" cy="107886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400" spc="-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若接受项目［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’</a:t>
            </a:r>
            <a:r>
              <a:rPr dirty="0" sz="2400" spc="-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，＃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，则置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600" spc="-5" b="1">
                <a:solidFill>
                  <a:srgbClr val="00FFFF"/>
                </a:solidFill>
                <a:latin typeface="Times New Roman"/>
                <a:cs typeface="Times New Roman"/>
              </a:rPr>
              <a:t>acc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④分析表中不能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至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③规则填入信息的元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则置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400" spc="-5" b="1">
                <a:solidFill>
                  <a:srgbClr val="00FFFF"/>
                </a:solidFill>
                <a:latin typeface="宋体"/>
                <a:cs typeface="宋体"/>
              </a:rPr>
              <a:t>出错标志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34005" y="0"/>
            <a:ext cx="5770880" cy="87884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500"/>
              </a:spcBef>
              <a:tabLst>
                <a:tab pos="2646680" algn="l"/>
                <a:tab pos="3408679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7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LALR(1)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构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造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95109" y="206877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9862" y="5020817"/>
            <a:ext cx="1993900" cy="483234"/>
          </a:xfrm>
          <a:custGeom>
            <a:avLst/>
            <a:gdLst/>
            <a:ahLst/>
            <a:cxnLst/>
            <a:rect l="l" t="t" r="r" b="b"/>
            <a:pathLst>
              <a:path w="1993900" h="483235">
                <a:moveTo>
                  <a:pt x="0" y="483107"/>
                </a:moveTo>
                <a:lnTo>
                  <a:pt x="1993392" y="483107"/>
                </a:lnTo>
                <a:lnTo>
                  <a:pt x="1993392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9862" y="5020817"/>
            <a:ext cx="1993900" cy="483234"/>
          </a:xfrm>
          <a:custGeom>
            <a:avLst/>
            <a:gdLst/>
            <a:ahLst/>
            <a:cxnLst/>
            <a:rect l="l" t="t" r="r" b="b"/>
            <a:pathLst>
              <a:path w="1993900" h="483235">
                <a:moveTo>
                  <a:pt x="0" y="483107"/>
                </a:moveTo>
                <a:lnTo>
                  <a:pt x="1993392" y="483107"/>
                </a:lnTo>
                <a:lnTo>
                  <a:pt x="1993392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239" y="359156"/>
            <a:ext cx="603440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</a:rPr>
              <a:t>文法</a:t>
            </a:r>
            <a:r>
              <a:rPr dirty="0" u="heavy" spc="-5" i="1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pc="-5" i="1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Courier New"/>
                <a:cs typeface="Courier New"/>
              </a:rPr>
              <a:t>’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</a:rPr>
              <a:t>的关于</a:t>
            </a:r>
            <a:r>
              <a:rPr dirty="0" u="heavy" sz="3200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LALR</a:t>
            </a:r>
            <a:r>
              <a:rPr dirty="0" u="heavy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(1)</a:t>
            </a:r>
            <a:r>
              <a:rPr dirty="0" u="heavy" spc="-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</a:rPr>
              <a:t>项目的</a:t>
            </a:r>
            <a:r>
              <a:rPr dirty="0" u="heavy" spc="-75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3247" y="26923"/>
            <a:ext cx="8027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6062" y="1626870"/>
            <a:ext cx="2654935" cy="29095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365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170" marR="200025">
              <a:lnSpc>
                <a:spcPts val="3650"/>
              </a:lnSpc>
              <a:spcBef>
                <a:spcPts val="45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90170">
              <a:lnSpc>
                <a:spcPts val="3629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13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90170">
              <a:lnSpc>
                <a:spcPts val="37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baseline="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baseline="4340" sz="48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1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8243" y="1143076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77461" y="1296161"/>
            <a:ext cx="2032000" cy="485140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65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50870" y="1569719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2" y="0"/>
                </a:moveTo>
                <a:lnTo>
                  <a:pt x="812292" y="114300"/>
                </a:lnTo>
                <a:lnTo>
                  <a:pt x="888492" y="76200"/>
                </a:lnTo>
                <a:lnTo>
                  <a:pt x="831342" y="76200"/>
                </a:lnTo>
                <a:lnTo>
                  <a:pt x="831342" y="38100"/>
                </a:lnTo>
                <a:lnTo>
                  <a:pt x="888492" y="38100"/>
                </a:lnTo>
                <a:lnTo>
                  <a:pt x="812292" y="0"/>
                </a:lnTo>
                <a:close/>
              </a:path>
              <a:path w="927100" h="114300">
                <a:moveTo>
                  <a:pt x="81229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2" y="76200"/>
                </a:lnTo>
                <a:lnTo>
                  <a:pt x="812292" y="38100"/>
                </a:lnTo>
                <a:close/>
              </a:path>
              <a:path w="927100" h="114300">
                <a:moveTo>
                  <a:pt x="888492" y="38100"/>
                </a:moveTo>
                <a:lnTo>
                  <a:pt x="831342" y="38100"/>
                </a:lnTo>
                <a:lnTo>
                  <a:pt x="831342" y="76200"/>
                </a:lnTo>
                <a:lnTo>
                  <a:pt x="888492" y="76200"/>
                </a:lnTo>
                <a:lnTo>
                  <a:pt x="926592" y="57150"/>
                </a:lnTo>
                <a:lnTo>
                  <a:pt x="88849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50355" y="121653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77461" y="1907285"/>
            <a:ext cx="2476500" cy="948055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52705" marR="58419">
              <a:lnSpc>
                <a:spcPts val="3650"/>
              </a:lnSpc>
              <a:spcBef>
                <a:spcPts val="9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50870" y="2382011"/>
            <a:ext cx="927100" cy="114300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812292" y="0"/>
                </a:moveTo>
                <a:lnTo>
                  <a:pt x="812292" y="114300"/>
                </a:lnTo>
                <a:lnTo>
                  <a:pt x="888492" y="76200"/>
                </a:lnTo>
                <a:lnTo>
                  <a:pt x="831342" y="76200"/>
                </a:lnTo>
                <a:lnTo>
                  <a:pt x="831342" y="38100"/>
                </a:lnTo>
                <a:lnTo>
                  <a:pt x="888492" y="38100"/>
                </a:lnTo>
                <a:lnTo>
                  <a:pt x="812292" y="0"/>
                </a:lnTo>
                <a:close/>
              </a:path>
              <a:path w="927100" h="114300">
                <a:moveTo>
                  <a:pt x="81229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2292" y="76200"/>
                </a:lnTo>
                <a:lnTo>
                  <a:pt x="812292" y="38100"/>
                </a:lnTo>
                <a:close/>
              </a:path>
              <a:path w="927100" h="114300">
                <a:moveTo>
                  <a:pt x="888492" y="38100"/>
                </a:moveTo>
                <a:lnTo>
                  <a:pt x="831342" y="38100"/>
                </a:lnTo>
                <a:lnTo>
                  <a:pt x="831342" y="76200"/>
                </a:lnTo>
                <a:lnTo>
                  <a:pt x="888492" y="76200"/>
                </a:lnTo>
                <a:lnTo>
                  <a:pt x="926592" y="57150"/>
                </a:lnTo>
                <a:lnTo>
                  <a:pt x="88849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457447" y="1140332"/>
            <a:ext cx="379095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9740" y="4983937"/>
            <a:ext cx="17259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66848" y="4954270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7353" y="4830316"/>
            <a:ext cx="2781300" cy="191579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marL="66040" marR="258445">
              <a:lnSpc>
                <a:spcPct val="97900"/>
              </a:lnSpc>
              <a:spcBef>
                <a:spcPts val="11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→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•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→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•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37353" y="4830316"/>
            <a:ext cx="2781300" cy="1915795"/>
          </a:xfrm>
          <a:custGeom>
            <a:avLst/>
            <a:gdLst/>
            <a:ahLst/>
            <a:cxnLst/>
            <a:rect l="l" t="t" r="r" b="b"/>
            <a:pathLst>
              <a:path w="2781300" h="1915795">
                <a:moveTo>
                  <a:pt x="0" y="1915668"/>
                </a:moveTo>
                <a:lnTo>
                  <a:pt x="2781300" y="1915668"/>
                </a:lnTo>
                <a:lnTo>
                  <a:pt x="2781300" y="0"/>
                </a:lnTo>
                <a:lnTo>
                  <a:pt x="0" y="0"/>
                </a:lnTo>
                <a:lnTo>
                  <a:pt x="0" y="19156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553832" y="5271922"/>
            <a:ext cx="8210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4+</a:t>
            </a:r>
            <a:r>
              <a:rPr dirty="0" sz="3200" spc="-17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76172" y="4551426"/>
            <a:ext cx="114300" cy="485140"/>
          </a:xfrm>
          <a:custGeom>
            <a:avLst/>
            <a:gdLst/>
            <a:ahLst/>
            <a:cxnLst/>
            <a:rect l="l" t="t" r="r" b="b"/>
            <a:pathLst>
              <a:path w="114300" h="485139">
                <a:moveTo>
                  <a:pt x="38100" y="370331"/>
                </a:moveTo>
                <a:lnTo>
                  <a:pt x="0" y="370331"/>
                </a:lnTo>
                <a:lnTo>
                  <a:pt x="57150" y="484631"/>
                </a:lnTo>
                <a:lnTo>
                  <a:pt x="104775" y="389381"/>
                </a:lnTo>
                <a:lnTo>
                  <a:pt x="38100" y="389381"/>
                </a:lnTo>
                <a:lnTo>
                  <a:pt x="38100" y="370331"/>
                </a:lnTo>
                <a:close/>
              </a:path>
              <a:path w="114300" h="485139">
                <a:moveTo>
                  <a:pt x="76200" y="0"/>
                </a:moveTo>
                <a:lnTo>
                  <a:pt x="38100" y="0"/>
                </a:lnTo>
                <a:lnTo>
                  <a:pt x="38100" y="389381"/>
                </a:lnTo>
                <a:lnTo>
                  <a:pt x="76200" y="389381"/>
                </a:lnTo>
                <a:lnTo>
                  <a:pt x="76200" y="0"/>
                </a:lnTo>
                <a:close/>
              </a:path>
              <a:path w="114300" h="485139">
                <a:moveTo>
                  <a:pt x="114300" y="370331"/>
                </a:moveTo>
                <a:lnTo>
                  <a:pt x="76200" y="370331"/>
                </a:lnTo>
                <a:lnTo>
                  <a:pt x="76200" y="389381"/>
                </a:lnTo>
                <a:lnTo>
                  <a:pt x="104775" y="389381"/>
                </a:lnTo>
                <a:lnTo>
                  <a:pt x="114300" y="37033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511046" y="4511421"/>
            <a:ext cx="2971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37609" y="3262121"/>
            <a:ext cx="2400300" cy="483234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7630">
              <a:lnSpc>
                <a:spcPts val="367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17950" y="3618991"/>
            <a:ext cx="8686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5+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96759" y="1766061"/>
            <a:ext cx="1943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96759" y="2113229"/>
            <a:ext cx="13169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96759" y="2808859"/>
            <a:ext cx="12750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017257" y="3204210"/>
            <a:ext cx="2127250" cy="0"/>
          </a:xfrm>
          <a:custGeom>
            <a:avLst/>
            <a:gdLst/>
            <a:ahLst/>
            <a:cxnLst/>
            <a:rect l="l" t="t" r="r" b="b"/>
            <a:pathLst>
              <a:path w="2127250" h="0">
                <a:moveTo>
                  <a:pt x="0" y="0"/>
                </a:moveTo>
                <a:lnTo>
                  <a:pt x="212674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17257" y="1776222"/>
            <a:ext cx="2127250" cy="1428115"/>
          </a:xfrm>
          <a:custGeom>
            <a:avLst/>
            <a:gdLst/>
            <a:ahLst/>
            <a:cxnLst/>
            <a:rect l="l" t="t" r="r" b="b"/>
            <a:pathLst>
              <a:path w="2127250" h="1428114">
                <a:moveTo>
                  <a:pt x="2126742" y="0"/>
                </a:moveTo>
                <a:lnTo>
                  <a:pt x="0" y="0"/>
                </a:lnTo>
                <a:lnTo>
                  <a:pt x="0" y="14279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931909" y="2383663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6492" y="6121908"/>
            <a:ext cx="3051175" cy="483234"/>
          </a:xfrm>
          <a:custGeom>
            <a:avLst/>
            <a:gdLst/>
            <a:ahLst/>
            <a:cxnLst/>
            <a:rect l="l" t="t" r="r" b="b"/>
            <a:pathLst>
              <a:path w="3051175" h="483234">
                <a:moveTo>
                  <a:pt x="0" y="483107"/>
                </a:moveTo>
                <a:lnTo>
                  <a:pt x="3051048" y="483107"/>
                </a:lnTo>
                <a:lnTo>
                  <a:pt x="3051048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47065" y="6108953"/>
            <a:ext cx="2917190" cy="485140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376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68261" y="4640834"/>
            <a:ext cx="979805" cy="437515"/>
          </a:xfrm>
          <a:custGeom>
            <a:avLst/>
            <a:gdLst/>
            <a:ahLst/>
            <a:cxnLst/>
            <a:rect l="l" t="t" r="r" b="b"/>
            <a:pathLst>
              <a:path w="979804" h="437514">
                <a:moveTo>
                  <a:pt x="943846" y="37973"/>
                </a:moveTo>
                <a:lnTo>
                  <a:pt x="811657" y="37973"/>
                </a:lnTo>
                <a:lnTo>
                  <a:pt x="828675" y="38227"/>
                </a:lnTo>
                <a:lnTo>
                  <a:pt x="844423" y="39116"/>
                </a:lnTo>
                <a:lnTo>
                  <a:pt x="882904" y="46101"/>
                </a:lnTo>
                <a:lnTo>
                  <a:pt x="921766" y="69723"/>
                </a:lnTo>
                <a:lnTo>
                  <a:pt x="939546" y="109474"/>
                </a:lnTo>
                <a:lnTo>
                  <a:pt x="941705" y="130429"/>
                </a:lnTo>
                <a:lnTo>
                  <a:pt x="941625" y="144018"/>
                </a:lnTo>
                <a:lnTo>
                  <a:pt x="935609" y="194183"/>
                </a:lnTo>
                <a:lnTo>
                  <a:pt x="920242" y="254254"/>
                </a:lnTo>
                <a:lnTo>
                  <a:pt x="898398" y="319659"/>
                </a:lnTo>
                <a:lnTo>
                  <a:pt x="872490" y="388366"/>
                </a:lnTo>
                <a:lnTo>
                  <a:pt x="858774" y="423418"/>
                </a:lnTo>
                <a:lnTo>
                  <a:pt x="894334" y="437134"/>
                </a:lnTo>
                <a:lnTo>
                  <a:pt x="921385" y="367411"/>
                </a:lnTo>
                <a:lnTo>
                  <a:pt x="945896" y="298958"/>
                </a:lnTo>
                <a:lnTo>
                  <a:pt x="965581" y="233680"/>
                </a:lnTo>
                <a:lnTo>
                  <a:pt x="975487" y="187198"/>
                </a:lnTo>
                <a:lnTo>
                  <a:pt x="979805" y="144018"/>
                </a:lnTo>
                <a:lnTo>
                  <a:pt x="979805" y="130429"/>
                </a:lnTo>
                <a:lnTo>
                  <a:pt x="974598" y="91821"/>
                </a:lnTo>
                <a:lnTo>
                  <a:pt x="952373" y="47117"/>
                </a:lnTo>
                <a:lnTo>
                  <a:pt x="943846" y="37973"/>
                </a:lnTo>
                <a:close/>
              </a:path>
              <a:path w="979804" h="437514">
                <a:moveTo>
                  <a:pt x="91059" y="137922"/>
                </a:moveTo>
                <a:lnTo>
                  <a:pt x="0" y="227457"/>
                </a:lnTo>
                <a:lnTo>
                  <a:pt x="126365" y="246634"/>
                </a:lnTo>
                <a:lnTo>
                  <a:pt x="116507" y="216281"/>
                </a:lnTo>
                <a:lnTo>
                  <a:pt x="96520" y="216281"/>
                </a:lnTo>
                <a:lnTo>
                  <a:pt x="84709" y="179959"/>
                </a:lnTo>
                <a:lnTo>
                  <a:pt x="102811" y="174108"/>
                </a:lnTo>
                <a:lnTo>
                  <a:pt x="91059" y="137922"/>
                </a:lnTo>
                <a:close/>
              </a:path>
              <a:path w="979804" h="437514">
                <a:moveTo>
                  <a:pt x="102811" y="174108"/>
                </a:moveTo>
                <a:lnTo>
                  <a:pt x="84709" y="179959"/>
                </a:lnTo>
                <a:lnTo>
                  <a:pt x="96520" y="216281"/>
                </a:lnTo>
                <a:lnTo>
                  <a:pt x="114599" y="210405"/>
                </a:lnTo>
                <a:lnTo>
                  <a:pt x="102811" y="174108"/>
                </a:lnTo>
                <a:close/>
              </a:path>
              <a:path w="979804" h="437514">
                <a:moveTo>
                  <a:pt x="114599" y="210405"/>
                </a:moveTo>
                <a:lnTo>
                  <a:pt x="96520" y="216281"/>
                </a:lnTo>
                <a:lnTo>
                  <a:pt x="116507" y="216281"/>
                </a:lnTo>
                <a:lnTo>
                  <a:pt x="114599" y="210405"/>
                </a:lnTo>
                <a:close/>
              </a:path>
              <a:path w="979804" h="437514">
                <a:moveTo>
                  <a:pt x="812165" y="0"/>
                </a:moveTo>
                <a:lnTo>
                  <a:pt x="771525" y="1905"/>
                </a:lnTo>
                <a:lnTo>
                  <a:pt x="727075" y="6604"/>
                </a:lnTo>
                <a:lnTo>
                  <a:pt x="678942" y="14224"/>
                </a:lnTo>
                <a:lnTo>
                  <a:pt x="600710" y="29972"/>
                </a:lnTo>
                <a:lnTo>
                  <a:pt x="515747" y="50546"/>
                </a:lnTo>
                <a:lnTo>
                  <a:pt x="394208" y="83947"/>
                </a:lnTo>
                <a:lnTo>
                  <a:pt x="264922" y="122809"/>
                </a:lnTo>
                <a:lnTo>
                  <a:pt x="102811" y="174108"/>
                </a:lnTo>
                <a:lnTo>
                  <a:pt x="114599" y="210405"/>
                </a:lnTo>
                <a:lnTo>
                  <a:pt x="276098" y="159258"/>
                </a:lnTo>
                <a:lnTo>
                  <a:pt x="341122" y="139319"/>
                </a:lnTo>
                <a:lnTo>
                  <a:pt x="404622" y="120650"/>
                </a:lnTo>
                <a:lnTo>
                  <a:pt x="495808" y="95123"/>
                </a:lnTo>
                <a:lnTo>
                  <a:pt x="553720" y="80264"/>
                </a:lnTo>
                <a:lnTo>
                  <a:pt x="608711" y="67183"/>
                </a:lnTo>
                <a:lnTo>
                  <a:pt x="660654" y="56388"/>
                </a:lnTo>
                <a:lnTo>
                  <a:pt x="708914" y="47879"/>
                </a:lnTo>
                <a:lnTo>
                  <a:pt x="753364" y="41910"/>
                </a:lnTo>
                <a:lnTo>
                  <a:pt x="793369" y="38608"/>
                </a:lnTo>
                <a:lnTo>
                  <a:pt x="811657" y="37973"/>
                </a:lnTo>
                <a:lnTo>
                  <a:pt x="943846" y="37973"/>
                </a:lnTo>
                <a:lnTo>
                  <a:pt x="943610" y="37719"/>
                </a:lnTo>
                <a:lnTo>
                  <a:pt x="909955" y="15621"/>
                </a:lnTo>
                <a:lnTo>
                  <a:pt x="865759" y="3302"/>
                </a:lnTo>
                <a:lnTo>
                  <a:pt x="831088" y="127"/>
                </a:lnTo>
                <a:lnTo>
                  <a:pt x="81216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407909" y="4230370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26757" y="610362"/>
            <a:ext cx="2230120" cy="386080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2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16136" y="86233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99453" y="3801617"/>
            <a:ext cx="2550160" cy="483234"/>
          </a:xfrm>
          <a:prstGeom prst="rect">
            <a:avLst/>
          </a:prstGeom>
          <a:solidFill>
            <a:srgbClr val="333300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ts val="3704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39617" y="6484620"/>
            <a:ext cx="1685925" cy="114300"/>
          </a:xfrm>
          <a:custGeom>
            <a:avLst/>
            <a:gdLst/>
            <a:ahLst/>
            <a:cxnLst/>
            <a:rect l="l" t="t" r="r" b="b"/>
            <a:pathLst>
              <a:path w="168592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168592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1685925" h="114300">
                <a:moveTo>
                  <a:pt x="1685544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1685544" y="76199"/>
                </a:lnTo>
                <a:lnTo>
                  <a:pt x="1685544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041395" y="6081776"/>
            <a:ext cx="11976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7+13</a:t>
            </a:r>
            <a:r>
              <a:rPr dirty="0" sz="3200" spc="10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baseline="1157" sz="3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994904" y="995933"/>
            <a:ext cx="114300" cy="780415"/>
          </a:xfrm>
          <a:custGeom>
            <a:avLst/>
            <a:gdLst/>
            <a:ahLst/>
            <a:cxnLst/>
            <a:rect l="l" t="t" r="r" b="b"/>
            <a:pathLst>
              <a:path w="114300" h="780414">
                <a:moveTo>
                  <a:pt x="76200" y="95250"/>
                </a:moveTo>
                <a:lnTo>
                  <a:pt x="38100" y="95250"/>
                </a:lnTo>
                <a:lnTo>
                  <a:pt x="38100" y="780288"/>
                </a:lnTo>
                <a:lnTo>
                  <a:pt x="76200" y="780288"/>
                </a:lnTo>
                <a:lnTo>
                  <a:pt x="76200" y="95250"/>
                </a:lnTo>
                <a:close/>
              </a:path>
              <a:path w="114300" h="7804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804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055609" y="1243965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553961" y="1949195"/>
            <a:ext cx="463550" cy="114300"/>
          </a:xfrm>
          <a:custGeom>
            <a:avLst/>
            <a:gdLst/>
            <a:ahLst/>
            <a:cxnLst/>
            <a:rect l="l" t="t" r="r" b="b"/>
            <a:pathLst>
              <a:path w="463550" h="114300">
                <a:moveTo>
                  <a:pt x="348996" y="0"/>
                </a:moveTo>
                <a:lnTo>
                  <a:pt x="348996" y="114300"/>
                </a:lnTo>
                <a:lnTo>
                  <a:pt x="425196" y="76200"/>
                </a:lnTo>
                <a:lnTo>
                  <a:pt x="368046" y="76200"/>
                </a:lnTo>
                <a:lnTo>
                  <a:pt x="368046" y="38100"/>
                </a:lnTo>
                <a:lnTo>
                  <a:pt x="425196" y="38100"/>
                </a:lnTo>
                <a:lnTo>
                  <a:pt x="348996" y="0"/>
                </a:lnTo>
                <a:close/>
              </a:path>
              <a:path w="463550" h="114300">
                <a:moveTo>
                  <a:pt x="3489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48996" y="76200"/>
                </a:lnTo>
                <a:lnTo>
                  <a:pt x="348996" y="38100"/>
                </a:lnTo>
                <a:close/>
              </a:path>
              <a:path w="463550" h="114300">
                <a:moveTo>
                  <a:pt x="425196" y="38100"/>
                </a:moveTo>
                <a:lnTo>
                  <a:pt x="368046" y="38100"/>
                </a:lnTo>
                <a:lnTo>
                  <a:pt x="368046" y="76200"/>
                </a:lnTo>
                <a:lnTo>
                  <a:pt x="425196" y="76200"/>
                </a:lnTo>
                <a:lnTo>
                  <a:pt x="463296" y="57150"/>
                </a:lnTo>
                <a:lnTo>
                  <a:pt x="4251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582282" y="1684731"/>
            <a:ext cx="3308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056369" y="3204210"/>
            <a:ext cx="0" cy="3055620"/>
          </a:xfrm>
          <a:custGeom>
            <a:avLst/>
            <a:gdLst/>
            <a:ahLst/>
            <a:cxnLst/>
            <a:rect l="l" t="t" r="r" b="b"/>
            <a:pathLst>
              <a:path w="0" h="3055620">
                <a:moveTo>
                  <a:pt x="0" y="0"/>
                </a:moveTo>
                <a:lnTo>
                  <a:pt x="0" y="305562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06461" y="6202679"/>
            <a:ext cx="1550035" cy="114300"/>
          </a:xfrm>
          <a:custGeom>
            <a:avLst/>
            <a:gdLst/>
            <a:ahLst/>
            <a:cxnLst/>
            <a:rect l="l" t="t" r="r" b="b"/>
            <a:pathLst>
              <a:path w="155003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55003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550034" h="114300">
                <a:moveTo>
                  <a:pt x="154990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549908" y="76200"/>
                </a:lnTo>
                <a:lnTo>
                  <a:pt x="15499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8068309" y="5887618"/>
            <a:ext cx="203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247763" y="3203955"/>
            <a:ext cx="114300" cy="603885"/>
          </a:xfrm>
          <a:custGeom>
            <a:avLst/>
            <a:gdLst/>
            <a:ahLst/>
            <a:cxnLst/>
            <a:rect l="l" t="t" r="r" b="b"/>
            <a:pathLst>
              <a:path w="114300" h="603885">
                <a:moveTo>
                  <a:pt x="0" y="488823"/>
                </a:moveTo>
                <a:lnTo>
                  <a:pt x="56006" y="603758"/>
                </a:lnTo>
                <a:lnTo>
                  <a:pt x="104725" y="508762"/>
                </a:lnTo>
                <a:lnTo>
                  <a:pt x="76072" y="508762"/>
                </a:lnTo>
                <a:lnTo>
                  <a:pt x="37972" y="508381"/>
                </a:lnTo>
                <a:lnTo>
                  <a:pt x="38164" y="489247"/>
                </a:lnTo>
                <a:lnTo>
                  <a:pt x="0" y="488823"/>
                </a:lnTo>
                <a:close/>
              </a:path>
              <a:path w="114300" h="603885">
                <a:moveTo>
                  <a:pt x="43052" y="0"/>
                </a:moveTo>
                <a:lnTo>
                  <a:pt x="37972" y="508381"/>
                </a:lnTo>
                <a:lnTo>
                  <a:pt x="76072" y="508762"/>
                </a:lnTo>
                <a:lnTo>
                  <a:pt x="76263" y="489670"/>
                </a:lnTo>
                <a:lnTo>
                  <a:pt x="38164" y="489247"/>
                </a:lnTo>
                <a:lnTo>
                  <a:pt x="76268" y="489247"/>
                </a:lnTo>
                <a:lnTo>
                  <a:pt x="81152" y="508"/>
                </a:lnTo>
                <a:lnTo>
                  <a:pt x="43052" y="0"/>
                </a:lnTo>
                <a:close/>
              </a:path>
              <a:path w="114300" h="603885">
                <a:moveTo>
                  <a:pt x="76263" y="489670"/>
                </a:moveTo>
                <a:lnTo>
                  <a:pt x="76072" y="508762"/>
                </a:lnTo>
                <a:lnTo>
                  <a:pt x="104725" y="508762"/>
                </a:lnTo>
                <a:lnTo>
                  <a:pt x="114300" y="490093"/>
                </a:lnTo>
                <a:lnTo>
                  <a:pt x="76263" y="489670"/>
                </a:lnTo>
                <a:close/>
              </a:path>
              <a:path w="114300" h="603885">
                <a:moveTo>
                  <a:pt x="76268" y="489247"/>
                </a:moveTo>
                <a:lnTo>
                  <a:pt x="38164" y="489247"/>
                </a:lnTo>
                <a:lnTo>
                  <a:pt x="76263" y="489670"/>
                </a:lnTo>
                <a:lnTo>
                  <a:pt x="76268" y="48924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836156" y="2461386"/>
            <a:ext cx="1729739" cy="631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0">
              <a:lnSpc>
                <a:spcPts val="2385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385"/>
              </a:lnSpc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150870" y="3450335"/>
            <a:ext cx="586740" cy="114300"/>
          </a:xfrm>
          <a:custGeom>
            <a:avLst/>
            <a:gdLst/>
            <a:ahLst/>
            <a:cxnLst/>
            <a:rect l="l" t="t" r="r" b="b"/>
            <a:pathLst>
              <a:path w="586739" h="114300">
                <a:moveTo>
                  <a:pt x="472440" y="0"/>
                </a:moveTo>
                <a:lnTo>
                  <a:pt x="472440" y="114300"/>
                </a:lnTo>
                <a:lnTo>
                  <a:pt x="548640" y="76200"/>
                </a:lnTo>
                <a:lnTo>
                  <a:pt x="491490" y="76200"/>
                </a:lnTo>
                <a:lnTo>
                  <a:pt x="491490" y="38100"/>
                </a:lnTo>
                <a:lnTo>
                  <a:pt x="548640" y="38100"/>
                </a:lnTo>
                <a:lnTo>
                  <a:pt x="472440" y="0"/>
                </a:lnTo>
                <a:close/>
              </a:path>
              <a:path w="586739" h="114300">
                <a:moveTo>
                  <a:pt x="4724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72440" y="76200"/>
                </a:lnTo>
                <a:lnTo>
                  <a:pt x="472440" y="38100"/>
                </a:lnTo>
                <a:close/>
              </a:path>
              <a:path w="586739" h="114300">
                <a:moveTo>
                  <a:pt x="548640" y="38100"/>
                </a:moveTo>
                <a:lnTo>
                  <a:pt x="491490" y="38100"/>
                </a:lnTo>
                <a:lnTo>
                  <a:pt x="491490" y="76200"/>
                </a:lnTo>
                <a:lnTo>
                  <a:pt x="548640" y="76200"/>
                </a:lnTo>
                <a:lnTo>
                  <a:pt x="586740" y="57150"/>
                </a:lnTo>
                <a:lnTo>
                  <a:pt x="5486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3336797" y="3462985"/>
            <a:ext cx="1390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506461" y="5311902"/>
            <a:ext cx="1041400" cy="0"/>
          </a:xfrm>
          <a:custGeom>
            <a:avLst/>
            <a:gdLst/>
            <a:ahLst/>
            <a:cxnLst/>
            <a:rect l="l" t="t" r="r" b="b"/>
            <a:pathLst>
              <a:path w="1041400" h="0">
                <a:moveTo>
                  <a:pt x="0" y="0"/>
                </a:moveTo>
                <a:lnTo>
                  <a:pt x="104089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490204" y="4271009"/>
            <a:ext cx="114300" cy="1041400"/>
          </a:xfrm>
          <a:custGeom>
            <a:avLst/>
            <a:gdLst/>
            <a:ahLst/>
            <a:cxnLst/>
            <a:rect l="l" t="t" r="r" b="b"/>
            <a:pathLst>
              <a:path w="114300" h="1041400">
                <a:moveTo>
                  <a:pt x="76200" y="95250"/>
                </a:moveTo>
                <a:lnTo>
                  <a:pt x="38100" y="95250"/>
                </a:lnTo>
                <a:lnTo>
                  <a:pt x="38100" y="1040891"/>
                </a:lnTo>
                <a:lnTo>
                  <a:pt x="76200" y="1040891"/>
                </a:lnTo>
                <a:lnTo>
                  <a:pt x="76200" y="95250"/>
                </a:lnTo>
                <a:close/>
              </a:path>
              <a:path w="114300" h="10414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10414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908803" y="3745229"/>
            <a:ext cx="114300" cy="1085215"/>
          </a:xfrm>
          <a:custGeom>
            <a:avLst/>
            <a:gdLst/>
            <a:ahLst/>
            <a:cxnLst/>
            <a:rect l="l" t="t" r="r" b="b"/>
            <a:pathLst>
              <a:path w="114300" h="1085214">
                <a:moveTo>
                  <a:pt x="76200" y="95250"/>
                </a:moveTo>
                <a:lnTo>
                  <a:pt x="38100" y="95250"/>
                </a:lnTo>
                <a:lnTo>
                  <a:pt x="38100" y="1085088"/>
                </a:lnTo>
                <a:lnTo>
                  <a:pt x="76200" y="1085088"/>
                </a:lnTo>
                <a:lnTo>
                  <a:pt x="76200" y="95250"/>
                </a:lnTo>
                <a:close/>
              </a:path>
              <a:path w="114300" h="10852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10852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4975352" y="4443476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83806" y="3437966"/>
            <a:ext cx="99504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4722" sz="36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34722" sz="3600" spc="18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8+10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963417" y="4536185"/>
            <a:ext cx="0" cy="967740"/>
          </a:xfrm>
          <a:custGeom>
            <a:avLst/>
            <a:gdLst/>
            <a:ahLst/>
            <a:cxnLst/>
            <a:rect l="l" t="t" r="r" b="b"/>
            <a:pathLst>
              <a:path w="0" h="967739">
                <a:moveTo>
                  <a:pt x="0" y="0"/>
                </a:moveTo>
                <a:lnTo>
                  <a:pt x="0" y="96773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63417" y="5422391"/>
            <a:ext cx="1774189" cy="114300"/>
          </a:xfrm>
          <a:custGeom>
            <a:avLst/>
            <a:gdLst/>
            <a:ahLst/>
            <a:cxnLst/>
            <a:rect l="l" t="t" r="r" b="b"/>
            <a:pathLst>
              <a:path w="1774189" h="114300">
                <a:moveTo>
                  <a:pt x="1659635" y="0"/>
                </a:moveTo>
                <a:lnTo>
                  <a:pt x="1659635" y="114300"/>
                </a:lnTo>
                <a:lnTo>
                  <a:pt x="1735835" y="76200"/>
                </a:lnTo>
                <a:lnTo>
                  <a:pt x="1678685" y="76200"/>
                </a:lnTo>
                <a:lnTo>
                  <a:pt x="1678685" y="38100"/>
                </a:lnTo>
                <a:lnTo>
                  <a:pt x="1735835" y="38100"/>
                </a:lnTo>
                <a:lnTo>
                  <a:pt x="1659635" y="0"/>
                </a:lnTo>
                <a:close/>
              </a:path>
              <a:path w="1774189" h="114300">
                <a:moveTo>
                  <a:pt x="16596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59635" y="76200"/>
                </a:lnTo>
                <a:lnTo>
                  <a:pt x="1659635" y="38100"/>
                </a:lnTo>
                <a:close/>
              </a:path>
              <a:path w="1774189" h="114300">
                <a:moveTo>
                  <a:pt x="1735835" y="38100"/>
                </a:moveTo>
                <a:lnTo>
                  <a:pt x="1678685" y="38100"/>
                </a:lnTo>
                <a:lnTo>
                  <a:pt x="1678685" y="76200"/>
                </a:lnTo>
                <a:lnTo>
                  <a:pt x="1735835" y="76200"/>
                </a:lnTo>
                <a:lnTo>
                  <a:pt x="1773935" y="57150"/>
                </a:lnTo>
                <a:lnTo>
                  <a:pt x="173583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3457447" y="510636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589270" y="3057905"/>
            <a:ext cx="1428115" cy="0"/>
          </a:xfrm>
          <a:custGeom>
            <a:avLst/>
            <a:gdLst/>
            <a:ahLst/>
            <a:cxnLst/>
            <a:rect l="l" t="t" r="r" b="b"/>
            <a:pathLst>
              <a:path w="1428115" h="0">
                <a:moveTo>
                  <a:pt x="0" y="0"/>
                </a:moveTo>
                <a:lnTo>
                  <a:pt x="14279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532120" y="3057905"/>
            <a:ext cx="114300" cy="204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8550909" y="4554728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136635" y="6438900"/>
            <a:ext cx="845819" cy="277495"/>
          </a:xfrm>
          <a:custGeom>
            <a:avLst/>
            <a:gdLst/>
            <a:ahLst/>
            <a:cxnLst/>
            <a:rect l="l" t="t" r="r" b="b"/>
            <a:pathLst>
              <a:path w="845820" h="277495">
                <a:moveTo>
                  <a:pt x="845820" y="0"/>
                </a:moveTo>
                <a:lnTo>
                  <a:pt x="0" y="0"/>
                </a:lnTo>
                <a:lnTo>
                  <a:pt x="0" y="277368"/>
                </a:lnTo>
                <a:lnTo>
                  <a:pt x="845820" y="277368"/>
                </a:lnTo>
                <a:lnTo>
                  <a:pt x="845820" y="242696"/>
                </a:lnTo>
                <a:lnTo>
                  <a:pt x="318897" y="242697"/>
                </a:lnTo>
                <a:lnTo>
                  <a:pt x="318897" y="34671"/>
                </a:lnTo>
                <a:lnTo>
                  <a:pt x="845820" y="34671"/>
                </a:lnTo>
                <a:lnTo>
                  <a:pt x="845820" y="0"/>
                </a:lnTo>
                <a:close/>
              </a:path>
              <a:path w="845820" h="277495">
                <a:moveTo>
                  <a:pt x="845820" y="34671"/>
                </a:moveTo>
                <a:lnTo>
                  <a:pt x="318897" y="34671"/>
                </a:lnTo>
                <a:lnTo>
                  <a:pt x="526923" y="138684"/>
                </a:lnTo>
                <a:lnTo>
                  <a:pt x="318897" y="242697"/>
                </a:lnTo>
                <a:lnTo>
                  <a:pt x="845820" y="242696"/>
                </a:lnTo>
                <a:lnTo>
                  <a:pt x="845820" y="3467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455532" y="6473571"/>
            <a:ext cx="208279" cy="208279"/>
          </a:xfrm>
          <a:custGeom>
            <a:avLst/>
            <a:gdLst/>
            <a:ahLst/>
            <a:cxnLst/>
            <a:rect l="l" t="t" r="r" b="b"/>
            <a:pathLst>
              <a:path w="208279" h="208279">
                <a:moveTo>
                  <a:pt x="0" y="0"/>
                </a:moveTo>
                <a:lnTo>
                  <a:pt x="0" y="208025"/>
                </a:lnTo>
                <a:lnTo>
                  <a:pt x="208025" y="104012"/>
                </a:lnTo>
                <a:lnTo>
                  <a:pt x="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8290306" y="6470091"/>
            <a:ext cx="5397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分析表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42870" y="483234"/>
            <a:ext cx="47307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G(S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Courier New"/>
                <a:cs typeface="Courier New"/>
              </a:rPr>
              <a:t>’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)LALR(1)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8621" y="26923"/>
            <a:ext cx="3136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21195" y="6551676"/>
            <a:ext cx="952500" cy="306705"/>
          </a:xfrm>
          <a:custGeom>
            <a:avLst/>
            <a:gdLst/>
            <a:ahLst/>
            <a:cxnLst/>
            <a:rect l="l" t="t" r="r" b="b"/>
            <a:pathLst>
              <a:path w="952500" h="306704">
                <a:moveTo>
                  <a:pt x="952500" y="0"/>
                </a:moveTo>
                <a:lnTo>
                  <a:pt x="0" y="0"/>
                </a:lnTo>
                <a:lnTo>
                  <a:pt x="0" y="306323"/>
                </a:lnTo>
                <a:lnTo>
                  <a:pt x="952500" y="306323"/>
                </a:lnTo>
                <a:lnTo>
                  <a:pt x="952500" y="268032"/>
                </a:lnTo>
                <a:lnTo>
                  <a:pt x="591184" y="268032"/>
                </a:lnTo>
                <a:lnTo>
                  <a:pt x="361314" y="153162"/>
                </a:lnTo>
                <a:lnTo>
                  <a:pt x="591184" y="38290"/>
                </a:lnTo>
                <a:lnTo>
                  <a:pt x="952500" y="38290"/>
                </a:lnTo>
                <a:lnTo>
                  <a:pt x="952500" y="0"/>
                </a:lnTo>
                <a:close/>
              </a:path>
              <a:path w="952500" h="306704">
                <a:moveTo>
                  <a:pt x="952500" y="38290"/>
                </a:moveTo>
                <a:lnTo>
                  <a:pt x="591184" y="38290"/>
                </a:lnTo>
                <a:lnTo>
                  <a:pt x="591184" y="268032"/>
                </a:lnTo>
                <a:lnTo>
                  <a:pt x="952500" y="268032"/>
                </a:lnTo>
                <a:lnTo>
                  <a:pt x="952500" y="3829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82510" y="6589966"/>
            <a:ext cx="229870" cy="229870"/>
          </a:xfrm>
          <a:custGeom>
            <a:avLst/>
            <a:gdLst/>
            <a:ahLst/>
            <a:cxnLst/>
            <a:rect l="l" t="t" r="r" b="b"/>
            <a:pathLst>
              <a:path w="229870" h="229870">
                <a:moveTo>
                  <a:pt x="229870" y="0"/>
                </a:moveTo>
                <a:lnTo>
                  <a:pt x="0" y="114871"/>
                </a:lnTo>
                <a:lnTo>
                  <a:pt x="229870" y="229741"/>
                </a:lnTo>
                <a:lnTo>
                  <a:pt x="22987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810882" y="6595668"/>
            <a:ext cx="3771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D</a:t>
            </a:r>
            <a:r>
              <a:rPr dirty="0" sz="1400" spc="-114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F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43674" y="1036510"/>
          <a:ext cx="6414770" cy="5530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9965"/>
                <a:gridCol w="483234"/>
                <a:gridCol w="710564"/>
                <a:gridCol w="991235"/>
                <a:gridCol w="662304"/>
                <a:gridCol w="855979"/>
                <a:gridCol w="847089"/>
                <a:gridCol w="836930"/>
              </a:tblGrid>
              <a:tr h="45643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5494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7912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72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381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176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355"/>
                        </a:lnSpc>
                        <a:spcBef>
                          <a:spcPts val="1145"/>
                        </a:spcBef>
                      </a:pPr>
                      <a:r>
                        <a:rPr dirty="0" baseline="13888" sz="3600" spc="-3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600" spc="-2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4+11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2355"/>
                        </a:lnSpc>
                        <a:spcBef>
                          <a:spcPts val="1145"/>
                        </a:spcBef>
                      </a:pPr>
                      <a:r>
                        <a:rPr dirty="0" baseline="13888" sz="36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6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5+12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4+11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9850">
                        <a:lnSpc>
                          <a:spcPts val="2350"/>
                        </a:lnSpc>
                        <a:spcBef>
                          <a:spcPts val="1150"/>
                        </a:spcBef>
                      </a:pPr>
                      <a:r>
                        <a:rPr dirty="0" baseline="13888" sz="36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4+</a:t>
                      </a:r>
                      <a:r>
                        <a:rPr dirty="0" sz="1600" spc="-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2350"/>
                        </a:lnSpc>
                        <a:spcBef>
                          <a:spcPts val="1150"/>
                        </a:spcBef>
                      </a:pPr>
                      <a:r>
                        <a:rPr dirty="0" baseline="13888" sz="36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5+</a:t>
                      </a:r>
                      <a:r>
                        <a:rPr dirty="0" sz="16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493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8+10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＋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5+12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7785">
                        <a:lnSpc>
                          <a:spcPts val="2350"/>
                        </a:lnSpc>
                        <a:spcBef>
                          <a:spcPts val="1150"/>
                        </a:spcBef>
                      </a:pPr>
                      <a:r>
                        <a:rPr dirty="0" baseline="13888" sz="36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4+</a:t>
                      </a:r>
                      <a:r>
                        <a:rPr dirty="0" sz="1600" spc="-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2350"/>
                        </a:lnSpc>
                        <a:spcBef>
                          <a:spcPts val="1150"/>
                        </a:spcBef>
                      </a:pPr>
                      <a:r>
                        <a:rPr dirty="0" baseline="13888" sz="36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5+</a:t>
                      </a:r>
                      <a:r>
                        <a:rPr dirty="0" sz="16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6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8+10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0489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7+13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7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8+10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655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0833" sz="240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74457" y="351281"/>
            <a:ext cx="1670685" cy="1750060"/>
          </a:xfrm>
          <a:custGeom>
            <a:avLst/>
            <a:gdLst/>
            <a:ahLst/>
            <a:cxnLst/>
            <a:rect l="l" t="t" r="r" b="b"/>
            <a:pathLst>
              <a:path w="1670684" h="1750060">
                <a:moveTo>
                  <a:pt x="0" y="1749551"/>
                </a:moveTo>
                <a:lnTo>
                  <a:pt x="1670303" y="1749551"/>
                </a:lnTo>
                <a:lnTo>
                  <a:pt x="1670303" y="0"/>
                </a:lnTo>
                <a:lnTo>
                  <a:pt x="0" y="0"/>
                </a:lnTo>
                <a:lnTo>
                  <a:pt x="0" y="1749551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553959" y="350901"/>
            <a:ext cx="1440815" cy="170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8475" indent="-486409">
              <a:lnSpc>
                <a:spcPts val="2280"/>
              </a:lnSpc>
              <a:spcBef>
                <a:spcPts val="100"/>
              </a:spcBef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16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498475" indent="-486409">
              <a:lnSpc>
                <a:spcPts val="2280"/>
              </a:lnSpc>
              <a:buFont typeface="Times New Roman"/>
              <a:buAutoNum type="arabicParenBoth"/>
              <a:tabLst>
                <a:tab pos="498475" algn="l"/>
                <a:tab pos="499109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77717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5142" y="706628"/>
            <a:ext cx="212471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Clr>
                <a:srgbClr val="99FF99"/>
              </a:buClr>
              <a:buSzPct val="150000"/>
              <a:buFont typeface="Wingdings"/>
              <a:buChar char=""/>
              <a:tabLst>
                <a:tab pos="393700" algn="l"/>
              </a:tabLst>
            </a:pPr>
            <a:r>
              <a:rPr dirty="0" sz="3600" spc="-5">
                <a:solidFill>
                  <a:srgbClr val="FFFF00"/>
                </a:solidFill>
              </a:rPr>
              <a:t>定义</a:t>
            </a:r>
            <a:r>
              <a:rPr dirty="0" sz="3600">
                <a:solidFill>
                  <a:srgbClr val="FFFF00"/>
                </a:solidFill>
                <a:latin typeface="Times New Roman"/>
                <a:cs typeface="Times New Roman"/>
              </a:rPr>
              <a:t>5.16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7250" y="1485357"/>
            <a:ext cx="7751445" cy="4123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812165">
              <a:lnSpc>
                <a:spcPct val="14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按照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范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构造的文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如果每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入口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不含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多重定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，则称它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具有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称为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LALR(1) 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3200" spc="77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法分析器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称作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器。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621" y="26923"/>
            <a:ext cx="3136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42" y="423787"/>
            <a:ext cx="7886700" cy="319214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20"/>
              </a:spcBef>
              <a:tabLst>
                <a:tab pos="763905" algn="l"/>
              </a:tabLst>
            </a:pPr>
            <a:r>
              <a:rPr dirty="0" sz="3600">
                <a:solidFill>
                  <a:srgbClr val="FFFF00"/>
                </a:solidFill>
                <a:latin typeface="Wingdings"/>
                <a:cs typeface="Wingdings"/>
              </a:rPr>
              <a:t></a:t>
            </a:r>
            <a:r>
              <a:rPr dirty="0" sz="36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综述：</a:t>
            </a:r>
            <a:endParaRPr sz="3600">
              <a:latin typeface="宋体"/>
              <a:cs typeface="宋体"/>
            </a:endParaRPr>
          </a:p>
          <a:p>
            <a:pPr marL="666750" marR="706755" indent="-666750">
              <a:lnSpc>
                <a:spcPts val="4790"/>
              </a:lnSpc>
              <a:spcBef>
                <a:spcPts val="190"/>
              </a:spcBef>
              <a:buFont typeface="Times New Roman"/>
              <a:buAutoNum type="arabicPeriod"/>
              <a:tabLst>
                <a:tab pos="666750" algn="l"/>
                <a:tab pos="668020" algn="l"/>
                <a:tab pos="526415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构造文法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集规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范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族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{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0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 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…</a:t>
            </a:r>
            <a:r>
              <a:rPr dirty="0" sz="3200" spc="2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n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736600" indent="-609600">
              <a:lnSpc>
                <a:spcPct val="100000"/>
              </a:lnSpc>
              <a:spcBef>
                <a:spcPts val="1280"/>
              </a:spcBef>
              <a:buFont typeface="Times New Roman"/>
              <a:buAutoNum type="arabicPeriod"/>
              <a:tabLst>
                <a:tab pos="735965" algn="l"/>
                <a:tab pos="7366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合并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中的所有同心的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项目集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endParaRPr sz="3200">
              <a:latin typeface="宋体"/>
              <a:cs typeface="宋体"/>
            </a:endParaRPr>
          </a:p>
          <a:p>
            <a:pPr marL="736600">
              <a:lnSpc>
                <a:spcPct val="100000"/>
              </a:lnSpc>
              <a:spcBef>
                <a:spcPts val="96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表示合并后的新项目集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8117" y="3710432"/>
            <a:ext cx="52019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00253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{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0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…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15873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m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53402" y="3812540"/>
            <a:ext cx="1375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其中</a:t>
            </a:r>
            <a:r>
              <a:rPr dirty="0" sz="2000" spc="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spc="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042" y="4085271"/>
            <a:ext cx="8159115" cy="2084070"/>
          </a:xfrm>
          <a:prstGeom prst="rect">
            <a:avLst/>
          </a:prstGeom>
        </p:spPr>
        <p:txBody>
          <a:bodyPr wrap="square" lIns="0" tIns="249555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196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称为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规范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  <a:tabLst>
                <a:tab pos="62166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3.	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若没有冲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突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，据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构造文法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endParaRPr sz="32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96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的分析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77717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5034" y="698119"/>
            <a:ext cx="734695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spc="-5">
                <a:solidFill>
                  <a:srgbClr val="FFFFFF"/>
                </a:solidFill>
              </a:rPr>
              <a:t>的项目集规范</a:t>
            </a:r>
            <a:r>
              <a:rPr dirty="0" sz="3200" spc="-10">
                <a:solidFill>
                  <a:srgbClr val="FFFFFF"/>
                </a:solidFill>
              </a:rPr>
              <a:t>族</a:t>
            </a:r>
            <a:r>
              <a:rPr dirty="0" sz="3200" spc="-5">
                <a:solidFill>
                  <a:srgbClr val="FFFFFF"/>
                </a:solidFill>
              </a:rPr>
              <a:t>若存在</a:t>
            </a:r>
            <a:r>
              <a:rPr dirty="0" sz="3200" spc="-10">
                <a:solidFill>
                  <a:srgbClr val="FFFFFF"/>
                </a:solidFill>
              </a:rPr>
              <a:t>冲</a:t>
            </a:r>
            <a:r>
              <a:rPr dirty="0" sz="3200" spc="30">
                <a:solidFill>
                  <a:srgbClr val="FFFFFF"/>
                </a:solidFill>
              </a:rPr>
              <a:t>突</a:t>
            </a:r>
            <a:r>
              <a:rPr dirty="0" sz="3200">
                <a:solidFill>
                  <a:srgbClr val="FFFFFF"/>
                </a:solidFill>
              </a:rPr>
              <a:t>，</a:t>
            </a:r>
            <a:r>
              <a:rPr dirty="0" sz="3200" spc="-10">
                <a:solidFill>
                  <a:srgbClr val="FFFFFF"/>
                </a:solidFill>
              </a:rPr>
              <a:t>只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6376" y="1410080"/>
            <a:ext cx="3968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尽管原来的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LR(1)</a:t>
            </a:r>
            <a:r>
              <a:rPr dirty="0" sz="2400" spc="5" b="1">
                <a:solidFill>
                  <a:srgbClr val="00FFFF"/>
                </a:solidFill>
                <a:latin typeface="宋体"/>
                <a:cs typeface="宋体"/>
              </a:rPr>
              <a:t>的</a:t>
            </a:r>
            <a:r>
              <a:rPr dirty="0" sz="2400" spc="-5" b="1" i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不冲突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42" y="1307972"/>
            <a:ext cx="4206875" cy="1209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能是归约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32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归约冲突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221615">
              <a:lnSpc>
                <a:spcPct val="100000"/>
              </a:lnSpc>
              <a:spcBef>
                <a:spcPts val="211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证明：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7542" y="2851149"/>
            <a:ext cx="68757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设原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的项目集规范族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如下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2842" y="3403219"/>
            <a:ext cx="4154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780154" algn="l"/>
              </a:tabLst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1706" y="3278433"/>
            <a:ext cx="2633980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664" marR="30480" indent="-76200">
              <a:lnSpc>
                <a:spcPct val="123400"/>
              </a:lnSpc>
              <a:spcBef>
                <a:spcPts val="100"/>
              </a:spcBef>
              <a:tabLst>
                <a:tab pos="159258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Wingdings 3"/>
                <a:cs typeface="Wingdings 3"/>
              </a:rPr>
              <a:t>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•	,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baseline="-18018" sz="277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  [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Wingdings 3"/>
                <a:cs typeface="Wingdings 3"/>
              </a:rPr>
              <a:t>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•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2950" spc="-6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4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9140" y="3278433"/>
            <a:ext cx="4164329" cy="2407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0" marR="402590" indent="-94615">
              <a:lnSpc>
                <a:spcPct val="123400"/>
              </a:lnSpc>
              <a:spcBef>
                <a:spcPts val="100"/>
              </a:spcBef>
              <a:tabLst>
                <a:tab pos="288861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Wingdings 3"/>
                <a:cs typeface="Wingdings 3"/>
              </a:rPr>
              <a:t>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•	,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baseline="-18018" sz="277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  [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Wingdings 3"/>
                <a:cs typeface="Wingdings 3"/>
              </a:rPr>
              <a:t>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950" spc="-30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5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由于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baseline="-18018" sz="2775" spc="-6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均无冲突，故有</a:t>
            </a:r>
            <a:endParaRPr sz="2800">
              <a:latin typeface="宋体"/>
              <a:cs typeface="宋体"/>
            </a:endParaRPr>
          </a:p>
          <a:p>
            <a:pPr algn="ctr" marR="51435">
              <a:lnSpc>
                <a:spcPct val="100000"/>
              </a:lnSpc>
              <a:spcBef>
                <a:spcPts val="969"/>
              </a:spcBef>
            </a:pP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W</a:t>
            </a:r>
            <a:r>
              <a:rPr dirty="0" baseline="-18018" sz="2775" spc="-7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∩ { 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} =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Ø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3053" y="5233517"/>
            <a:ext cx="21488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W</a:t>
            </a:r>
            <a:r>
              <a:rPr dirty="0" baseline="-18018" sz="2775" spc="-7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∩ { 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} =</a:t>
            </a:r>
            <a:r>
              <a:rPr dirty="0" sz="2800" spc="-4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Ø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9144" y="5955588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从而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69133" y="5903772"/>
            <a:ext cx="3859529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baseline="-18518" sz="315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dirty="0" sz="3200" spc="-115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baseline="-18518" sz="3150" spc="7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)∩ {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} = Ø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5147" y="26923"/>
            <a:ext cx="8814435" cy="622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223770" algn="l"/>
                <a:tab pos="4685665" algn="l"/>
                <a:tab pos="54476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LALR(1 )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宋体"/>
              <a:cs typeface="宋体"/>
            </a:endParaRPr>
          </a:p>
          <a:p>
            <a:pPr marL="39878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现将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b="1" i="1">
                <a:solidFill>
                  <a:srgbClr val="FFFFFF"/>
                </a:solidFill>
                <a:latin typeface="Times New Roman"/>
                <a:cs typeface="Times New Roman"/>
              </a:rPr>
              <a:t>k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合并，有</a:t>
            </a:r>
            <a:endParaRPr sz="2800">
              <a:latin typeface="宋体"/>
              <a:cs typeface="宋体"/>
            </a:endParaRPr>
          </a:p>
          <a:p>
            <a:pPr marL="1110615">
              <a:lnSpc>
                <a:spcPct val="100000"/>
              </a:lnSpc>
              <a:spcBef>
                <a:spcPts val="1670"/>
              </a:spcBef>
            </a:pPr>
            <a:r>
              <a:rPr dirty="0" baseline="13888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100" spc="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100" spc="-8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baseline="13888" sz="4200">
              <a:latin typeface="Times New Roman"/>
              <a:cs typeface="Times New Roman"/>
            </a:endParaRPr>
          </a:p>
          <a:p>
            <a:pPr marL="1936750">
              <a:lnSpc>
                <a:spcPct val="100000"/>
              </a:lnSpc>
              <a:spcBef>
                <a:spcPts val="195"/>
              </a:spcBef>
              <a:tabLst>
                <a:tab pos="3489960" algn="l"/>
                <a:tab pos="375666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Wingdings 3"/>
                <a:cs typeface="Wingdings 3"/>
              </a:rPr>
              <a:t>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•	,	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baseline="-18018" sz="277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dirty="0" sz="2800" spc="-2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baseline="-18018" sz="277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marL="1936750">
              <a:lnSpc>
                <a:spcPct val="100000"/>
              </a:lnSpc>
              <a:spcBef>
                <a:spcPts val="8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Wingdings 3"/>
                <a:cs typeface="Wingdings 3"/>
              </a:rPr>
              <a:t>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2950" spc="-6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r>
              <a:rPr dirty="0" sz="2800" spc="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marL="501015">
              <a:lnSpc>
                <a:spcPct val="100000"/>
              </a:lnSpc>
              <a:spcBef>
                <a:spcPts val="297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若此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baseline="-18018" sz="277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baseline="-18018" sz="277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8018" sz="2775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有“移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”冲突，则必有</a:t>
            </a:r>
            <a:endParaRPr sz="2800">
              <a:latin typeface="宋体"/>
              <a:cs typeface="宋体"/>
            </a:endParaRPr>
          </a:p>
          <a:p>
            <a:pPr marL="2025650">
              <a:lnSpc>
                <a:spcPct val="100000"/>
              </a:lnSpc>
              <a:spcBef>
                <a:spcPts val="1110"/>
              </a:spcBef>
            </a:pP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( </a:t>
            </a:r>
            <a:r>
              <a:rPr dirty="0" sz="2800" spc="-5" b="1" i="1">
                <a:solidFill>
                  <a:srgbClr val="99FFCC"/>
                </a:solidFill>
                <a:latin typeface="Times New Roman"/>
                <a:cs typeface="Times New Roman"/>
              </a:rPr>
              <a:t>W</a:t>
            </a:r>
            <a:r>
              <a:rPr dirty="0" baseline="-18018" sz="2775" spc="-7" b="1">
                <a:solidFill>
                  <a:srgbClr val="99FFCC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99FFCC"/>
                </a:solidFill>
                <a:latin typeface="宋体"/>
                <a:cs typeface="宋体"/>
              </a:rPr>
              <a:t>∪</a:t>
            </a:r>
            <a:r>
              <a:rPr dirty="0" sz="2800" spc="-930" b="1">
                <a:solidFill>
                  <a:srgbClr val="99FFCC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99FFCC"/>
                </a:solidFill>
                <a:latin typeface="Times New Roman"/>
                <a:cs typeface="Times New Roman"/>
              </a:rPr>
              <a:t>W</a:t>
            </a:r>
            <a:r>
              <a:rPr dirty="0" baseline="-18018" sz="2775" b="1">
                <a:solidFill>
                  <a:srgbClr val="99FFCC"/>
                </a:solidFill>
                <a:latin typeface="Times New Roman"/>
                <a:cs typeface="Times New Roman"/>
              </a:rPr>
              <a:t>2 </a:t>
            </a: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)∩ { </a:t>
            </a:r>
            <a:r>
              <a:rPr dirty="0" sz="2800" spc="-5" b="1" i="1">
                <a:solidFill>
                  <a:srgbClr val="99FFCC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} 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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Ø</a:t>
            </a:r>
            <a:endParaRPr sz="2800">
              <a:latin typeface="Times New Roman"/>
              <a:cs typeface="Times New Roman"/>
            </a:endParaRPr>
          </a:p>
          <a:p>
            <a:pPr marL="653415">
              <a:lnSpc>
                <a:spcPct val="100000"/>
              </a:lnSpc>
              <a:spcBef>
                <a:spcPts val="177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b="1" i="1">
                <a:solidFill>
                  <a:srgbClr val="FFFFFF"/>
                </a:solidFill>
                <a:latin typeface="Times New Roman"/>
                <a:cs typeface="Times New Roman"/>
              </a:rPr>
              <a:t>k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8018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无冲突的假设矛盾。</a:t>
            </a:r>
            <a:endParaRPr sz="2800">
              <a:latin typeface="宋体"/>
              <a:cs typeface="宋体"/>
            </a:endParaRPr>
          </a:p>
          <a:p>
            <a:pPr marL="1000760" marR="55880" indent="-614680">
              <a:lnSpc>
                <a:spcPts val="4990"/>
              </a:lnSpc>
              <a:spcBef>
                <a:spcPts val="359"/>
              </a:spcBef>
              <a:tabLst>
                <a:tab pos="994410" algn="l"/>
                <a:tab pos="5369560" algn="l"/>
              </a:tabLst>
            </a:pPr>
            <a:r>
              <a:rPr dirty="0" sz="3650" spc="30">
                <a:solidFill>
                  <a:srgbClr val="FFFF00"/>
                </a:solidFill>
                <a:latin typeface="Symbol"/>
                <a:cs typeface="Symbol"/>
              </a:rPr>
              <a:t></a:t>
            </a:r>
            <a:r>
              <a:rPr dirty="0" sz="3650" spc="3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合并同心集后不会引入新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“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移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进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归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约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” 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冲突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证毕。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621" y="26923"/>
            <a:ext cx="3136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6310" y="1718310"/>
            <a:ext cx="2926080" cy="375285"/>
          </a:xfrm>
          <a:custGeom>
            <a:avLst/>
            <a:gdLst/>
            <a:ahLst/>
            <a:cxnLst/>
            <a:rect l="l" t="t" r="r" b="b"/>
            <a:pathLst>
              <a:path w="2926079" h="375285">
                <a:moveTo>
                  <a:pt x="0" y="187451"/>
                </a:moveTo>
                <a:lnTo>
                  <a:pt x="1463040" y="0"/>
                </a:lnTo>
                <a:lnTo>
                  <a:pt x="2926079" y="187451"/>
                </a:lnTo>
                <a:lnTo>
                  <a:pt x="1463040" y="374903"/>
                </a:lnTo>
                <a:lnTo>
                  <a:pt x="0" y="1874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66010" y="1450086"/>
            <a:ext cx="76200" cy="268605"/>
          </a:xfrm>
          <a:custGeom>
            <a:avLst/>
            <a:gdLst/>
            <a:ahLst/>
            <a:cxnLst/>
            <a:rect l="l" t="t" r="r" b="b"/>
            <a:pathLst>
              <a:path w="76200" h="268605">
                <a:moveTo>
                  <a:pt x="19050" y="153924"/>
                </a:moveTo>
                <a:lnTo>
                  <a:pt x="0" y="153924"/>
                </a:lnTo>
                <a:lnTo>
                  <a:pt x="38100" y="268224"/>
                </a:lnTo>
                <a:lnTo>
                  <a:pt x="69850" y="172974"/>
                </a:lnTo>
                <a:lnTo>
                  <a:pt x="19050" y="172974"/>
                </a:lnTo>
                <a:lnTo>
                  <a:pt x="19050" y="153924"/>
                </a:lnTo>
                <a:close/>
              </a:path>
              <a:path w="76200" h="268605">
                <a:moveTo>
                  <a:pt x="57150" y="0"/>
                </a:moveTo>
                <a:lnTo>
                  <a:pt x="19050" y="0"/>
                </a:lnTo>
                <a:lnTo>
                  <a:pt x="19050" y="172974"/>
                </a:lnTo>
                <a:lnTo>
                  <a:pt x="57150" y="172974"/>
                </a:lnTo>
                <a:lnTo>
                  <a:pt x="57150" y="0"/>
                </a:lnTo>
                <a:close/>
              </a:path>
              <a:path w="76200" h="268605">
                <a:moveTo>
                  <a:pt x="76200" y="153924"/>
                </a:moveTo>
                <a:lnTo>
                  <a:pt x="57150" y="153924"/>
                </a:lnTo>
                <a:lnTo>
                  <a:pt x="57150" y="172974"/>
                </a:lnTo>
                <a:lnTo>
                  <a:pt x="69850" y="172974"/>
                </a:lnTo>
                <a:lnTo>
                  <a:pt x="76200" y="15392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58817" y="1542414"/>
            <a:ext cx="2095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00678" y="1842516"/>
            <a:ext cx="1012190" cy="114300"/>
          </a:xfrm>
          <a:custGeom>
            <a:avLst/>
            <a:gdLst/>
            <a:ahLst/>
            <a:cxnLst/>
            <a:rect l="l" t="t" r="r" b="b"/>
            <a:pathLst>
              <a:path w="1012189" h="114300">
                <a:moveTo>
                  <a:pt x="821436" y="0"/>
                </a:moveTo>
                <a:lnTo>
                  <a:pt x="821436" y="114300"/>
                </a:lnTo>
                <a:lnTo>
                  <a:pt x="948436" y="76200"/>
                </a:lnTo>
                <a:lnTo>
                  <a:pt x="840486" y="76200"/>
                </a:lnTo>
                <a:lnTo>
                  <a:pt x="840486" y="38100"/>
                </a:lnTo>
                <a:lnTo>
                  <a:pt x="948436" y="38100"/>
                </a:lnTo>
                <a:lnTo>
                  <a:pt x="821436" y="0"/>
                </a:lnTo>
                <a:close/>
              </a:path>
              <a:path w="1012189" h="114300">
                <a:moveTo>
                  <a:pt x="82143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1436" y="76200"/>
                </a:lnTo>
                <a:lnTo>
                  <a:pt x="821436" y="38100"/>
                </a:lnTo>
                <a:close/>
              </a:path>
              <a:path w="1012189" h="114300">
                <a:moveTo>
                  <a:pt x="948436" y="38100"/>
                </a:moveTo>
                <a:lnTo>
                  <a:pt x="840486" y="38100"/>
                </a:lnTo>
                <a:lnTo>
                  <a:pt x="840486" y="76200"/>
                </a:lnTo>
                <a:lnTo>
                  <a:pt x="948436" y="76200"/>
                </a:lnTo>
                <a:lnTo>
                  <a:pt x="1011936" y="57150"/>
                </a:lnTo>
                <a:lnTo>
                  <a:pt x="94843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912614" y="1744217"/>
            <a:ext cx="1763395" cy="3752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33045">
              <a:lnSpc>
                <a:spcPts val="2790"/>
              </a:lnSpc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LR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(0)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4420" y="1792350"/>
            <a:ext cx="1147445" cy="655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6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有冲突？</a:t>
            </a:r>
            <a:endParaRPr sz="2200">
              <a:latin typeface="宋体"/>
              <a:cs typeface="宋体"/>
            </a:endParaRPr>
          </a:p>
          <a:p>
            <a:pPr algn="r" marR="129539">
              <a:lnSpc>
                <a:spcPts val="2360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88107" y="2074926"/>
            <a:ext cx="114300" cy="364490"/>
          </a:xfrm>
          <a:custGeom>
            <a:avLst/>
            <a:gdLst/>
            <a:ahLst/>
            <a:cxnLst/>
            <a:rect l="l" t="t" r="r" b="b"/>
            <a:pathLst>
              <a:path w="114300" h="364489">
                <a:moveTo>
                  <a:pt x="38100" y="249936"/>
                </a:moveTo>
                <a:lnTo>
                  <a:pt x="0" y="249936"/>
                </a:lnTo>
                <a:lnTo>
                  <a:pt x="57150" y="364236"/>
                </a:lnTo>
                <a:lnTo>
                  <a:pt x="104775" y="268986"/>
                </a:lnTo>
                <a:lnTo>
                  <a:pt x="38100" y="268986"/>
                </a:lnTo>
                <a:lnTo>
                  <a:pt x="38100" y="249936"/>
                </a:lnTo>
                <a:close/>
              </a:path>
              <a:path w="114300" h="364489">
                <a:moveTo>
                  <a:pt x="76200" y="0"/>
                </a:moveTo>
                <a:lnTo>
                  <a:pt x="38100" y="0"/>
                </a:lnTo>
                <a:lnTo>
                  <a:pt x="38100" y="268986"/>
                </a:lnTo>
                <a:lnTo>
                  <a:pt x="76200" y="268986"/>
                </a:lnTo>
                <a:lnTo>
                  <a:pt x="76200" y="0"/>
                </a:lnTo>
                <a:close/>
              </a:path>
              <a:path w="114300" h="364489">
                <a:moveTo>
                  <a:pt x="114300" y="249936"/>
                </a:moveTo>
                <a:lnTo>
                  <a:pt x="76200" y="249936"/>
                </a:lnTo>
                <a:lnTo>
                  <a:pt x="76200" y="268986"/>
                </a:lnTo>
                <a:lnTo>
                  <a:pt x="104775" y="268986"/>
                </a:lnTo>
                <a:lnTo>
                  <a:pt x="114300" y="24993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78458" y="2468117"/>
            <a:ext cx="2196465" cy="3556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4310">
              <a:lnSpc>
                <a:spcPts val="2585"/>
              </a:lnSpc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）方法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34974" y="3051810"/>
            <a:ext cx="2924810" cy="445134"/>
          </a:xfrm>
          <a:custGeom>
            <a:avLst/>
            <a:gdLst/>
            <a:ahLst/>
            <a:cxnLst/>
            <a:rect l="l" t="t" r="r" b="b"/>
            <a:pathLst>
              <a:path w="2924810" h="445135">
                <a:moveTo>
                  <a:pt x="0" y="222503"/>
                </a:moveTo>
                <a:lnTo>
                  <a:pt x="1462277" y="0"/>
                </a:lnTo>
                <a:lnTo>
                  <a:pt x="2924555" y="222503"/>
                </a:lnTo>
                <a:lnTo>
                  <a:pt x="1462277" y="445007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88107" y="2798826"/>
            <a:ext cx="114300" cy="256540"/>
          </a:xfrm>
          <a:custGeom>
            <a:avLst/>
            <a:gdLst/>
            <a:ahLst/>
            <a:cxnLst/>
            <a:rect l="l" t="t" r="r" b="b"/>
            <a:pathLst>
              <a:path w="114300" h="256539">
                <a:moveTo>
                  <a:pt x="38100" y="141732"/>
                </a:moveTo>
                <a:lnTo>
                  <a:pt x="0" y="141732"/>
                </a:lnTo>
                <a:lnTo>
                  <a:pt x="57150" y="256032"/>
                </a:lnTo>
                <a:lnTo>
                  <a:pt x="104775" y="160782"/>
                </a:lnTo>
                <a:lnTo>
                  <a:pt x="38100" y="160782"/>
                </a:lnTo>
                <a:lnTo>
                  <a:pt x="38100" y="141732"/>
                </a:lnTo>
                <a:close/>
              </a:path>
              <a:path w="114300" h="256539">
                <a:moveTo>
                  <a:pt x="76200" y="0"/>
                </a:moveTo>
                <a:lnTo>
                  <a:pt x="38100" y="0"/>
                </a:lnTo>
                <a:lnTo>
                  <a:pt x="38100" y="160782"/>
                </a:lnTo>
                <a:lnTo>
                  <a:pt x="76200" y="160782"/>
                </a:lnTo>
                <a:lnTo>
                  <a:pt x="76200" y="0"/>
                </a:lnTo>
                <a:close/>
              </a:path>
              <a:path w="114300" h="256539">
                <a:moveTo>
                  <a:pt x="114300" y="141732"/>
                </a:moveTo>
                <a:lnTo>
                  <a:pt x="76200" y="141732"/>
                </a:lnTo>
                <a:lnTo>
                  <a:pt x="76200" y="160782"/>
                </a:lnTo>
                <a:lnTo>
                  <a:pt x="104775" y="160782"/>
                </a:lnTo>
                <a:lnTo>
                  <a:pt x="114300" y="1417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206621" y="2925318"/>
            <a:ext cx="2095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24478" y="3233927"/>
            <a:ext cx="1102360" cy="114300"/>
          </a:xfrm>
          <a:custGeom>
            <a:avLst/>
            <a:gdLst/>
            <a:ahLst/>
            <a:cxnLst/>
            <a:rect l="l" t="t" r="r" b="b"/>
            <a:pathLst>
              <a:path w="1102360" h="114300">
                <a:moveTo>
                  <a:pt x="911351" y="0"/>
                </a:moveTo>
                <a:lnTo>
                  <a:pt x="911351" y="114300"/>
                </a:lnTo>
                <a:lnTo>
                  <a:pt x="1038351" y="76200"/>
                </a:lnTo>
                <a:lnTo>
                  <a:pt x="930401" y="76200"/>
                </a:lnTo>
                <a:lnTo>
                  <a:pt x="930401" y="38100"/>
                </a:lnTo>
                <a:lnTo>
                  <a:pt x="1038351" y="38100"/>
                </a:lnTo>
                <a:lnTo>
                  <a:pt x="911351" y="0"/>
                </a:lnTo>
                <a:close/>
              </a:path>
              <a:path w="1102360" h="114300">
                <a:moveTo>
                  <a:pt x="91135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1351" y="76200"/>
                </a:lnTo>
                <a:lnTo>
                  <a:pt x="911351" y="38100"/>
                </a:lnTo>
                <a:close/>
              </a:path>
              <a:path w="1102360" h="114300">
                <a:moveTo>
                  <a:pt x="1038351" y="38100"/>
                </a:moveTo>
                <a:lnTo>
                  <a:pt x="930401" y="38100"/>
                </a:lnTo>
                <a:lnTo>
                  <a:pt x="930401" y="76200"/>
                </a:lnTo>
                <a:lnTo>
                  <a:pt x="1038351" y="76200"/>
                </a:lnTo>
                <a:lnTo>
                  <a:pt x="1101852" y="57150"/>
                </a:lnTo>
                <a:lnTo>
                  <a:pt x="103835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912614" y="3097529"/>
            <a:ext cx="1847214" cy="37211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7485">
              <a:lnSpc>
                <a:spcPts val="2800"/>
              </a:lnSpc>
            </a:pP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SLR</a:t>
            </a:r>
            <a:r>
              <a:rPr dirty="0" sz="2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22195" y="3144392"/>
            <a:ext cx="1147445" cy="635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525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能解决？</a:t>
            </a:r>
            <a:endParaRPr sz="2200">
              <a:latin typeface="宋体"/>
              <a:cs typeface="宋体"/>
            </a:endParaRPr>
          </a:p>
          <a:p>
            <a:pPr algn="r" marR="40005">
              <a:lnSpc>
                <a:spcPts val="2285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80488" y="3504438"/>
            <a:ext cx="114300" cy="257810"/>
          </a:xfrm>
          <a:custGeom>
            <a:avLst/>
            <a:gdLst/>
            <a:ahLst/>
            <a:cxnLst/>
            <a:rect l="l" t="t" r="r" b="b"/>
            <a:pathLst>
              <a:path w="114300" h="257810">
                <a:moveTo>
                  <a:pt x="38100" y="143256"/>
                </a:moveTo>
                <a:lnTo>
                  <a:pt x="0" y="143256"/>
                </a:lnTo>
                <a:lnTo>
                  <a:pt x="57150" y="257556"/>
                </a:lnTo>
                <a:lnTo>
                  <a:pt x="104775" y="162306"/>
                </a:lnTo>
                <a:lnTo>
                  <a:pt x="38100" y="162306"/>
                </a:lnTo>
                <a:lnTo>
                  <a:pt x="38100" y="143256"/>
                </a:lnTo>
                <a:close/>
              </a:path>
              <a:path w="114300" h="257810">
                <a:moveTo>
                  <a:pt x="76200" y="0"/>
                </a:moveTo>
                <a:lnTo>
                  <a:pt x="38100" y="0"/>
                </a:lnTo>
                <a:lnTo>
                  <a:pt x="38100" y="162306"/>
                </a:lnTo>
                <a:lnTo>
                  <a:pt x="76200" y="162306"/>
                </a:lnTo>
                <a:lnTo>
                  <a:pt x="76200" y="0"/>
                </a:lnTo>
                <a:close/>
              </a:path>
              <a:path w="114300" h="257810">
                <a:moveTo>
                  <a:pt x="114300" y="143256"/>
                </a:moveTo>
                <a:lnTo>
                  <a:pt x="76200" y="143256"/>
                </a:lnTo>
                <a:lnTo>
                  <a:pt x="76200" y="162306"/>
                </a:lnTo>
                <a:lnTo>
                  <a:pt x="104775" y="162306"/>
                </a:lnTo>
                <a:lnTo>
                  <a:pt x="114300" y="14325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052322" y="3760470"/>
            <a:ext cx="3093720" cy="36004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82905">
              <a:lnSpc>
                <a:spcPts val="2790"/>
              </a:lnSpc>
            </a:pPr>
            <a:r>
              <a:rPr dirty="0" sz="2200" spc="-10" b="1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7646" y="4411217"/>
            <a:ext cx="2923540" cy="443865"/>
          </a:xfrm>
          <a:custGeom>
            <a:avLst/>
            <a:gdLst/>
            <a:ahLst/>
            <a:cxnLst/>
            <a:rect l="l" t="t" r="r" b="b"/>
            <a:pathLst>
              <a:path w="2923540" h="443864">
                <a:moveTo>
                  <a:pt x="0" y="221741"/>
                </a:moveTo>
                <a:lnTo>
                  <a:pt x="1461516" y="0"/>
                </a:lnTo>
                <a:lnTo>
                  <a:pt x="2923031" y="221741"/>
                </a:lnTo>
                <a:lnTo>
                  <a:pt x="1461516" y="443483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10967" y="4153661"/>
            <a:ext cx="114300" cy="257810"/>
          </a:xfrm>
          <a:custGeom>
            <a:avLst/>
            <a:gdLst/>
            <a:ahLst/>
            <a:cxnLst/>
            <a:rect l="l" t="t" r="r" b="b"/>
            <a:pathLst>
              <a:path w="114300" h="257810">
                <a:moveTo>
                  <a:pt x="38100" y="143256"/>
                </a:moveTo>
                <a:lnTo>
                  <a:pt x="0" y="143256"/>
                </a:lnTo>
                <a:lnTo>
                  <a:pt x="57150" y="257556"/>
                </a:lnTo>
                <a:lnTo>
                  <a:pt x="104775" y="162306"/>
                </a:lnTo>
                <a:lnTo>
                  <a:pt x="38100" y="162306"/>
                </a:lnTo>
                <a:lnTo>
                  <a:pt x="38100" y="143256"/>
                </a:lnTo>
                <a:close/>
              </a:path>
              <a:path w="114300" h="257810">
                <a:moveTo>
                  <a:pt x="76200" y="0"/>
                </a:moveTo>
                <a:lnTo>
                  <a:pt x="38100" y="0"/>
                </a:lnTo>
                <a:lnTo>
                  <a:pt x="38100" y="162306"/>
                </a:lnTo>
                <a:lnTo>
                  <a:pt x="76200" y="162306"/>
                </a:lnTo>
                <a:lnTo>
                  <a:pt x="76200" y="0"/>
                </a:lnTo>
                <a:close/>
              </a:path>
              <a:path w="114300" h="257810">
                <a:moveTo>
                  <a:pt x="114300" y="143256"/>
                </a:moveTo>
                <a:lnTo>
                  <a:pt x="76200" y="143256"/>
                </a:lnTo>
                <a:lnTo>
                  <a:pt x="76200" y="162306"/>
                </a:lnTo>
                <a:lnTo>
                  <a:pt x="104775" y="162306"/>
                </a:lnTo>
                <a:lnTo>
                  <a:pt x="114300" y="14325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170045" y="4295647"/>
            <a:ext cx="209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32682" y="4581144"/>
            <a:ext cx="1013460" cy="114300"/>
          </a:xfrm>
          <a:custGeom>
            <a:avLst/>
            <a:gdLst/>
            <a:ahLst/>
            <a:cxnLst/>
            <a:rect l="l" t="t" r="r" b="b"/>
            <a:pathLst>
              <a:path w="1013460" h="114300">
                <a:moveTo>
                  <a:pt x="822959" y="0"/>
                </a:moveTo>
                <a:lnTo>
                  <a:pt x="822959" y="114299"/>
                </a:lnTo>
                <a:lnTo>
                  <a:pt x="949959" y="76199"/>
                </a:lnTo>
                <a:lnTo>
                  <a:pt x="842009" y="76199"/>
                </a:lnTo>
                <a:lnTo>
                  <a:pt x="842009" y="38099"/>
                </a:lnTo>
                <a:lnTo>
                  <a:pt x="949959" y="38099"/>
                </a:lnTo>
                <a:lnTo>
                  <a:pt x="822959" y="0"/>
                </a:lnTo>
                <a:close/>
              </a:path>
              <a:path w="1013460" h="114300">
                <a:moveTo>
                  <a:pt x="822959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822959" y="76199"/>
                </a:lnTo>
                <a:lnTo>
                  <a:pt x="822959" y="38099"/>
                </a:lnTo>
                <a:close/>
              </a:path>
              <a:path w="1013460" h="114300">
                <a:moveTo>
                  <a:pt x="949959" y="38099"/>
                </a:moveTo>
                <a:lnTo>
                  <a:pt x="842009" y="38099"/>
                </a:lnTo>
                <a:lnTo>
                  <a:pt x="842009" y="76199"/>
                </a:lnTo>
                <a:lnTo>
                  <a:pt x="949959" y="76199"/>
                </a:lnTo>
                <a:lnTo>
                  <a:pt x="1013459" y="57149"/>
                </a:lnTo>
                <a:lnTo>
                  <a:pt x="949959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956809" y="4463034"/>
            <a:ext cx="1868805" cy="3860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2590"/>
              </a:lnSpc>
            </a:pP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为非四</a:t>
            </a:r>
            <a:r>
              <a:rPr dirty="0" sz="2200" b="1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13635" y="4503546"/>
            <a:ext cx="1049655" cy="648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有冲突？</a:t>
            </a:r>
            <a:endParaRPr sz="2000">
              <a:latin typeface="宋体"/>
              <a:cs typeface="宋体"/>
            </a:endParaRPr>
          </a:p>
          <a:p>
            <a:pPr algn="r" marR="33655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98776" y="4850129"/>
            <a:ext cx="114300" cy="292735"/>
          </a:xfrm>
          <a:custGeom>
            <a:avLst/>
            <a:gdLst/>
            <a:ahLst/>
            <a:cxnLst/>
            <a:rect l="l" t="t" r="r" b="b"/>
            <a:pathLst>
              <a:path w="114300" h="292735">
                <a:moveTo>
                  <a:pt x="38100" y="178308"/>
                </a:moveTo>
                <a:lnTo>
                  <a:pt x="0" y="178308"/>
                </a:lnTo>
                <a:lnTo>
                  <a:pt x="57150" y="292608"/>
                </a:lnTo>
                <a:lnTo>
                  <a:pt x="104775" y="197358"/>
                </a:lnTo>
                <a:lnTo>
                  <a:pt x="38100" y="197358"/>
                </a:lnTo>
                <a:lnTo>
                  <a:pt x="38100" y="178308"/>
                </a:lnTo>
                <a:close/>
              </a:path>
              <a:path w="114300" h="292735">
                <a:moveTo>
                  <a:pt x="76200" y="0"/>
                </a:moveTo>
                <a:lnTo>
                  <a:pt x="38100" y="0"/>
                </a:lnTo>
                <a:lnTo>
                  <a:pt x="38100" y="197358"/>
                </a:lnTo>
                <a:lnTo>
                  <a:pt x="76200" y="197358"/>
                </a:lnTo>
                <a:lnTo>
                  <a:pt x="76200" y="0"/>
                </a:lnTo>
                <a:close/>
              </a:path>
              <a:path w="114300" h="292735">
                <a:moveTo>
                  <a:pt x="114300" y="178308"/>
                </a:moveTo>
                <a:lnTo>
                  <a:pt x="76200" y="178308"/>
                </a:lnTo>
                <a:lnTo>
                  <a:pt x="76200" y="197358"/>
                </a:lnTo>
                <a:lnTo>
                  <a:pt x="104775" y="197358"/>
                </a:lnTo>
                <a:lnTo>
                  <a:pt x="114300" y="17830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87145" y="5161026"/>
            <a:ext cx="3430904" cy="3479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735"/>
              </a:lnSpc>
            </a:pPr>
            <a:r>
              <a:rPr dirty="0" sz="2100" spc="-5" b="1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r>
              <a:rPr dirty="0" sz="21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1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10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1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1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756654" y="3224783"/>
            <a:ext cx="1209040" cy="114300"/>
          </a:xfrm>
          <a:custGeom>
            <a:avLst/>
            <a:gdLst/>
            <a:ahLst/>
            <a:cxnLst/>
            <a:rect l="l" t="t" r="r" b="b"/>
            <a:pathLst>
              <a:path w="1209040" h="114300">
                <a:moveTo>
                  <a:pt x="1018031" y="0"/>
                </a:moveTo>
                <a:lnTo>
                  <a:pt x="1018031" y="114300"/>
                </a:lnTo>
                <a:lnTo>
                  <a:pt x="1145031" y="76200"/>
                </a:lnTo>
                <a:lnTo>
                  <a:pt x="1037081" y="76200"/>
                </a:lnTo>
                <a:lnTo>
                  <a:pt x="1037081" y="38100"/>
                </a:lnTo>
                <a:lnTo>
                  <a:pt x="1145031" y="38100"/>
                </a:lnTo>
                <a:lnTo>
                  <a:pt x="1018031" y="0"/>
                </a:lnTo>
                <a:close/>
              </a:path>
              <a:path w="1209040" h="114300">
                <a:moveTo>
                  <a:pt x="10180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18031" y="76200"/>
                </a:lnTo>
                <a:lnTo>
                  <a:pt x="1018031" y="38100"/>
                </a:lnTo>
                <a:close/>
              </a:path>
              <a:path w="1209040" h="114300">
                <a:moveTo>
                  <a:pt x="1145031" y="38100"/>
                </a:moveTo>
                <a:lnTo>
                  <a:pt x="1037081" y="38100"/>
                </a:lnTo>
                <a:lnTo>
                  <a:pt x="1037081" y="76200"/>
                </a:lnTo>
                <a:lnTo>
                  <a:pt x="1145031" y="76200"/>
                </a:lnTo>
                <a:lnTo>
                  <a:pt x="1208531" y="57150"/>
                </a:lnTo>
                <a:lnTo>
                  <a:pt x="114503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31330" y="4608576"/>
            <a:ext cx="1134110" cy="114300"/>
          </a:xfrm>
          <a:custGeom>
            <a:avLst/>
            <a:gdLst/>
            <a:ahLst/>
            <a:cxnLst/>
            <a:rect l="l" t="t" r="r" b="b"/>
            <a:pathLst>
              <a:path w="1134109" h="114300">
                <a:moveTo>
                  <a:pt x="943355" y="0"/>
                </a:moveTo>
                <a:lnTo>
                  <a:pt x="943355" y="114300"/>
                </a:lnTo>
                <a:lnTo>
                  <a:pt x="1070355" y="76200"/>
                </a:lnTo>
                <a:lnTo>
                  <a:pt x="962405" y="76200"/>
                </a:lnTo>
                <a:lnTo>
                  <a:pt x="962405" y="38100"/>
                </a:lnTo>
                <a:lnTo>
                  <a:pt x="1070355" y="38100"/>
                </a:lnTo>
                <a:lnTo>
                  <a:pt x="943355" y="0"/>
                </a:lnTo>
                <a:close/>
              </a:path>
              <a:path w="1134109" h="114300">
                <a:moveTo>
                  <a:pt x="94335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43355" y="76200"/>
                </a:lnTo>
                <a:lnTo>
                  <a:pt x="943355" y="38100"/>
                </a:lnTo>
                <a:close/>
              </a:path>
              <a:path w="1134109" h="114300">
                <a:moveTo>
                  <a:pt x="1070355" y="38100"/>
                </a:moveTo>
                <a:lnTo>
                  <a:pt x="962405" y="38100"/>
                </a:lnTo>
                <a:lnTo>
                  <a:pt x="962405" y="76200"/>
                </a:lnTo>
                <a:lnTo>
                  <a:pt x="1070355" y="76200"/>
                </a:lnTo>
                <a:lnTo>
                  <a:pt x="1133855" y="57150"/>
                </a:lnTo>
                <a:lnTo>
                  <a:pt x="107035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443478" y="6528816"/>
            <a:ext cx="3808729" cy="114300"/>
          </a:xfrm>
          <a:custGeom>
            <a:avLst/>
            <a:gdLst/>
            <a:ahLst/>
            <a:cxnLst/>
            <a:rect l="l" t="t" r="r" b="b"/>
            <a:pathLst>
              <a:path w="3808729" h="114300">
                <a:moveTo>
                  <a:pt x="3617976" y="0"/>
                </a:moveTo>
                <a:lnTo>
                  <a:pt x="3617976" y="114299"/>
                </a:lnTo>
                <a:lnTo>
                  <a:pt x="3744976" y="76199"/>
                </a:lnTo>
                <a:lnTo>
                  <a:pt x="3637026" y="76199"/>
                </a:lnTo>
                <a:lnTo>
                  <a:pt x="3637026" y="38099"/>
                </a:lnTo>
                <a:lnTo>
                  <a:pt x="3744976" y="38099"/>
                </a:lnTo>
                <a:lnTo>
                  <a:pt x="3617976" y="0"/>
                </a:lnTo>
                <a:close/>
              </a:path>
              <a:path w="3808729" h="114300">
                <a:moveTo>
                  <a:pt x="361797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617976" y="76199"/>
                </a:lnTo>
                <a:lnTo>
                  <a:pt x="3617976" y="38099"/>
                </a:lnTo>
                <a:close/>
              </a:path>
              <a:path w="3808729" h="114300">
                <a:moveTo>
                  <a:pt x="3744976" y="38099"/>
                </a:moveTo>
                <a:lnTo>
                  <a:pt x="3637026" y="38099"/>
                </a:lnTo>
                <a:lnTo>
                  <a:pt x="3637026" y="76199"/>
                </a:lnTo>
                <a:lnTo>
                  <a:pt x="3744976" y="76199"/>
                </a:lnTo>
                <a:lnTo>
                  <a:pt x="3808476" y="57149"/>
                </a:lnTo>
                <a:lnTo>
                  <a:pt x="374497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74357" y="1837944"/>
            <a:ext cx="1294130" cy="114300"/>
          </a:xfrm>
          <a:custGeom>
            <a:avLst/>
            <a:gdLst/>
            <a:ahLst/>
            <a:cxnLst/>
            <a:rect l="l" t="t" r="r" b="b"/>
            <a:pathLst>
              <a:path w="1294129" h="114300">
                <a:moveTo>
                  <a:pt x="1103376" y="0"/>
                </a:moveTo>
                <a:lnTo>
                  <a:pt x="1103376" y="114300"/>
                </a:lnTo>
                <a:lnTo>
                  <a:pt x="1230376" y="76200"/>
                </a:lnTo>
                <a:lnTo>
                  <a:pt x="1122426" y="76200"/>
                </a:lnTo>
                <a:lnTo>
                  <a:pt x="1122426" y="38100"/>
                </a:lnTo>
                <a:lnTo>
                  <a:pt x="1230376" y="38100"/>
                </a:lnTo>
                <a:lnTo>
                  <a:pt x="1103376" y="0"/>
                </a:lnTo>
                <a:close/>
              </a:path>
              <a:path w="1294129" h="114300">
                <a:moveTo>
                  <a:pt x="11033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03376" y="76200"/>
                </a:lnTo>
                <a:lnTo>
                  <a:pt x="1103376" y="38100"/>
                </a:lnTo>
                <a:close/>
              </a:path>
              <a:path w="1294129" h="114300">
                <a:moveTo>
                  <a:pt x="1230376" y="38100"/>
                </a:moveTo>
                <a:lnTo>
                  <a:pt x="1122426" y="38100"/>
                </a:lnTo>
                <a:lnTo>
                  <a:pt x="1122426" y="76200"/>
                </a:lnTo>
                <a:lnTo>
                  <a:pt x="1230376" y="76200"/>
                </a:lnTo>
                <a:lnTo>
                  <a:pt x="1293876" y="57150"/>
                </a:lnTo>
                <a:lnTo>
                  <a:pt x="12303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15746" y="5735573"/>
            <a:ext cx="2923540" cy="443865"/>
          </a:xfrm>
          <a:custGeom>
            <a:avLst/>
            <a:gdLst/>
            <a:ahLst/>
            <a:cxnLst/>
            <a:rect l="l" t="t" r="r" b="b"/>
            <a:pathLst>
              <a:path w="2923540" h="443864">
                <a:moveTo>
                  <a:pt x="0" y="221741"/>
                </a:moveTo>
                <a:lnTo>
                  <a:pt x="1461516" y="0"/>
                </a:lnTo>
                <a:lnTo>
                  <a:pt x="2923031" y="221741"/>
                </a:lnTo>
                <a:lnTo>
                  <a:pt x="1461516" y="443483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429255" y="5500878"/>
            <a:ext cx="114300" cy="256540"/>
          </a:xfrm>
          <a:custGeom>
            <a:avLst/>
            <a:gdLst/>
            <a:ahLst/>
            <a:cxnLst/>
            <a:rect l="l" t="t" r="r" b="b"/>
            <a:pathLst>
              <a:path w="114300" h="256539">
                <a:moveTo>
                  <a:pt x="38100" y="141732"/>
                </a:moveTo>
                <a:lnTo>
                  <a:pt x="0" y="141732"/>
                </a:lnTo>
                <a:lnTo>
                  <a:pt x="57150" y="256032"/>
                </a:lnTo>
                <a:lnTo>
                  <a:pt x="104775" y="160782"/>
                </a:lnTo>
                <a:lnTo>
                  <a:pt x="38100" y="160782"/>
                </a:lnTo>
                <a:lnTo>
                  <a:pt x="38100" y="141732"/>
                </a:lnTo>
                <a:close/>
              </a:path>
              <a:path w="114300" h="256539">
                <a:moveTo>
                  <a:pt x="76200" y="0"/>
                </a:moveTo>
                <a:lnTo>
                  <a:pt x="38100" y="0"/>
                </a:lnTo>
                <a:lnTo>
                  <a:pt x="38100" y="160782"/>
                </a:lnTo>
                <a:lnTo>
                  <a:pt x="76200" y="160782"/>
                </a:lnTo>
                <a:lnTo>
                  <a:pt x="76200" y="0"/>
                </a:lnTo>
                <a:close/>
              </a:path>
              <a:path w="114300" h="256539">
                <a:moveTo>
                  <a:pt x="114300" y="141732"/>
                </a:moveTo>
                <a:lnTo>
                  <a:pt x="76200" y="141732"/>
                </a:lnTo>
                <a:lnTo>
                  <a:pt x="76200" y="160782"/>
                </a:lnTo>
                <a:lnTo>
                  <a:pt x="104775" y="160782"/>
                </a:lnTo>
                <a:lnTo>
                  <a:pt x="114300" y="1417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158741" y="5678220"/>
            <a:ext cx="2095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917441" y="5922264"/>
            <a:ext cx="1012190" cy="114300"/>
          </a:xfrm>
          <a:custGeom>
            <a:avLst/>
            <a:gdLst/>
            <a:ahLst/>
            <a:cxnLst/>
            <a:rect l="l" t="t" r="r" b="b"/>
            <a:pathLst>
              <a:path w="1012189" h="114300">
                <a:moveTo>
                  <a:pt x="821436" y="0"/>
                </a:moveTo>
                <a:lnTo>
                  <a:pt x="821436" y="114300"/>
                </a:lnTo>
                <a:lnTo>
                  <a:pt x="948436" y="76200"/>
                </a:lnTo>
                <a:lnTo>
                  <a:pt x="840486" y="76200"/>
                </a:lnTo>
                <a:lnTo>
                  <a:pt x="840486" y="38100"/>
                </a:lnTo>
                <a:lnTo>
                  <a:pt x="948436" y="38100"/>
                </a:lnTo>
                <a:lnTo>
                  <a:pt x="821436" y="0"/>
                </a:lnTo>
                <a:close/>
              </a:path>
              <a:path w="1012189" h="114300">
                <a:moveTo>
                  <a:pt x="82143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1436" y="76200"/>
                </a:lnTo>
                <a:lnTo>
                  <a:pt x="821436" y="38100"/>
                </a:lnTo>
                <a:close/>
              </a:path>
              <a:path w="1012189" h="114300">
                <a:moveTo>
                  <a:pt x="948436" y="38100"/>
                </a:moveTo>
                <a:lnTo>
                  <a:pt x="840486" y="38100"/>
                </a:lnTo>
                <a:lnTo>
                  <a:pt x="840486" y="76200"/>
                </a:lnTo>
                <a:lnTo>
                  <a:pt x="948436" y="76200"/>
                </a:lnTo>
                <a:lnTo>
                  <a:pt x="1011936" y="57150"/>
                </a:lnTo>
                <a:lnTo>
                  <a:pt x="94843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964429" y="5817870"/>
            <a:ext cx="1850389" cy="33083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76860">
              <a:lnSpc>
                <a:spcPts val="2605"/>
              </a:lnSpc>
            </a:pP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LR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79751" y="5827877"/>
            <a:ext cx="854710" cy="62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75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冲突？</a:t>
            </a:r>
            <a:endParaRPr sz="2000">
              <a:latin typeface="宋体"/>
              <a:cs typeface="宋体"/>
            </a:endParaRPr>
          </a:p>
          <a:p>
            <a:pPr algn="r" marR="5080">
              <a:lnSpc>
                <a:spcPts val="2375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356104" y="6185153"/>
            <a:ext cx="114300" cy="281940"/>
          </a:xfrm>
          <a:custGeom>
            <a:avLst/>
            <a:gdLst/>
            <a:ahLst/>
            <a:cxnLst/>
            <a:rect l="l" t="t" r="r" b="b"/>
            <a:pathLst>
              <a:path w="114300" h="281939">
                <a:moveTo>
                  <a:pt x="38100" y="167640"/>
                </a:moveTo>
                <a:lnTo>
                  <a:pt x="0" y="167640"/>
                </a:lnTo>
                <a:lnTo>
                  <a:pt x="57150" y="281940"/>
                </a:lnTo>
                <a:lnTo>
                  <a:pt x="104775" y="186690"/>
                </a:lnTo>
                <a:lnTo>
                  <a:pt x="38100" y="186690"/>
                </a:lnTo>
                <a:lnTo>
                  <a:pt x="38100" y="167640"/>
                </a:lnTo>
                <a:close/>
              </a:path>
              <a:path w="114300" h="281939">
                <a:moveTo>
                  <a:pt x="76200" y="0"/>
                </a:moveTo>
                <a:lnTo>
                  <a:pt x="38100" y="0"/>
                </a:lnTo>
                <a:lnTo>
                  <a:pt x="38100" y="186690"/>
                </a:lnTo>
                <a:lnTo>
                  <a:pt x="76200" y="186690"/>
                </a:lnTo>
                <a:lnTo>
                  <a:pt x="76200" y="0"/>
                </a:lnTo>
                <a:close/>
              </a:path>
              <a:path w="114300" h="281939">
                <a:moveTo>
                  <a:pt x="114300" y="167640"/>
                </a:moveTo>
                <a:lnTo>
                  <a:pt x="76200" y="167640"/>
                </a:lnTo>
                <a:lnTo>
                  <a:pt x="76200" y="186690"/>
                </a:lnTo>
                <a:lnTo>
                  <a:pt x="104775" y="186690"/>
                </a:lnTo>
                <a:lnTo>
                  <a:pt x="114300" y="16764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378458" y="6454902"/>
            <a:ext cx="2065020" cy="378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9865">
              <a:lnSpc>
                <a:spcPts val="2805"/>
              </a:lnSpc>
            </a:pP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LALR</a:t>
            </a:r>
            <a:r>
              <a:rPr dirty="0" sz="2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796151" y="5923508"/>
            <a:ext cx="1169035" cy="114300"/>
          </a:xfrm>
          <a:custGeom>
            <a:avLst/>
            <a:gdLst/>
            <a:ahLst/>
            <a:cxnLst/>
            <a:rect l="l" t="t" r="r" b="b"/>
            <a:pathLst>
              <a:path w="1169034" h="114300">
                <a:moveTo>
                  <a:pt x="1107807" y="37972"/>
                </a:moveTo>
                <a:lnTo>
                  <a:pt x="997457" y="37972"/>
                </a:lnTo>
                <a:lnTo>
                  <a:pt x="997712" y="76072"/>
                </a:lnTo>
                <a:lnTo>
                  <a:pt x="978661" y="76197"/>
                </a:lnTo>
                <a:lnTo>
                  <a:pt x="978916" y="114300"/>
                </a:lnTo>
                <a:lnTo>
                  <a:pt x="1169034" y="55905"/>
                </a:lnTo>
                <a:lnTo>
                  <a:pt x="1107807" y="37972"/>
                </a:lnTo>
                <a:close/>
              </a:path>
              <a:path w="1169034" h="114300">
                <a:moveTo>
                  <a:pt x="978407" y="38097"/>
                </a:moveTo>
                <a:lnTo>
                  <a:pt x="0" y="44475"/>
                </a:lnTo>
                <a:lnTo>
                  <a:pt x="253" y="82575"/>
                </a:lnTo>
                <a:lnTo>
                  <a:pt x="978661" y="76197"/>
                </a:lnTo>
                <a:lnTo>
                  <a:pt x="978407" y="38097"/>
                </a:lnTo>
                <a:close/>
              </a:path>
              <a:path w="1169034" h="114300">
                <a:moveTo>
                  <a:pt x="997457" y="37972"/>
                </a:moveTo>
                <a:lnTo>
                  <a:pt x="978407" y="38097"/>
                </a:lnTo>
                <a:lnTo>
                  <a:pt x="978661" y="76197"/>
                </a:lnTo>
                <a:lnTo>
                  <a:pt x="997712" y="76072"/>
                </a:lnTo>
                <a:lnTo>
                  <a:pt x="997457" y="37972"/>
                </a:lnTo>
                <a:close/>
              </a:path>
              <a:path w="1169034" h="114300">
                <a:moveTo>
                  <a:pt x="978153" y="0"/>
                </a:moveTo>
                <a:lnTo>
                  <a:pt x="978407" y="38097"/>
                </a:lnTo>
                <a:lnTo>
                  <a:pt x="1107807" y="37972"/>
                </a:lnTo>
                <a:lnTo>
                  <a:pt x="9781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0" y="1181100"/>
            <a:ext cx="934719" cy="3843654"/>
          </a:xfrm>
          <a:custGeom>
            <a:avLst/>
            <a:gdLst/>
            <a:ahLst/>
            <a:cxnLst/>
            <a:rect l="l" t="t" r="r" b="b"/>
            <a:pathLst>
              <a:path w="934719" h="3843654">
                <a:moveTo>
                  <a:pt x="0" y="3843528"/>
                </a:moveTo>
                <a:lnTo>
                  <a:pt x="934212" y="3843528"/>
                </a:lnTo>
                <a:lnTo>
                  <a:pt x="934212" y="0"/>
                </a:lnTo>
                <a:lnTo>
                  <a:pt x="0" y="0"/>
                </a:lnTo>
                <a:lnTo>
                  <a:pt x="0" y="3843528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-23672" y="1180846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判断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-23672" y="1607947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一个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-23672" y="2034667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文法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-23672" y="2461386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属于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-23672" y="2867990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那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-23672" y="3315080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一类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-23672" y="3721989"/>
            <a:ext cx="8731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文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-23672" y="4168216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法的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-23672" y="4575809"/>
            <a:ext cx="8572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步骤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689219" y="451484"/>
            <a:ext cx="2095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691378" y="688848"/>
            <a:ext cx="431800" cy="114300"/>
          </a:xfrm>
          <a:custGeom>
            <a:avLst/>
            <a:gdLst/>
            <a:ahLst/>
            <a:cxnLst/>
            <a:rect l="l" t="t" r="r" b="b"/>
            <a:pathLst>
              <a:path w="431800" h="114300">
                <a:moveTo>
                  <a:pt x="240792" y="0"/>
                </a:moveTo>
                <a:lnTo>
                  <a:pt x="240792" y="114300"/>
                </a:lnTo>
                <a:lnTo>
                  <a:pt x="367792" y="76200"/>
                </a:lnTo>
                <a:lnTo>
                  <a:pt x="259842" y="76200"/>
                </a:lnTo>
                <a:lnTo>
                  <a:pt x="259842" y="38100"/>
                </a:lnTo>
                <a:lnTo>
                  <a:pt x="367792" y="38100"/>
                </a:lnTo>
                <a:lnTo>
                  <a:pt x="240792" y="0"/>
                </a:lnTo>
                <a:close/>
              </a:path>
              <a:path w="431800" h="114300">
                <a:moveTo>
                  <a:pt x="24079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40792" y="76200"/>
                </a:lnTo>
                <a:lnTo>
                  <a:pt x="240792" y="38100"/>
                </a:lnTo>
                <a:close/>
              </a:path>
              <a:path w="431800" h="114300">
                <a:moveTo>
                  <a:pt x="367792" y="38100"/>
                </a:moveTo>
                <a:lnTo>
                  <a:pt x="259842" y="38100"/>
                </a:lnTo>
                <a:lnTo>
                  <a:pt x="259842" y="76200"/>
                </a:lnTo>
                <a:lnTo>
                  <a:pt x="367792" y="76200"/>
                </a:lnTo>
                <a:lnTo>
                  <a:pt x="431292" y="57150"/>
                </a:lnTo>
                <a:lnTo>
                  <a:pt x="36779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086094" y="564641"/>
            <a:ext cx="1165860" cy="617220"/>
          </a:xfrm>
          <a:custGeom>
            <a:avLst/>
            <a:gdLst/>
            <a:ahLst/>
            <a:cxnLst/>
            <a:rect l="l" t="t" r="r" b="b"/>
            <a:pathLst>
              <a:path w="1165859" h="617219">
                <a:moveTo>
                  <a:pt x="0" y="617220"/>
                </a:moveTo>
                <a:lnTo>
                  <a:pt x="1165859" y="617220"/>
                </a:lnTo>
                <a:lnTo>
                  <a:pt x="1165859" y="0"/>
                </a:lnTo>
                <a:lnTo>
                  <a:pt x="0" y="0"/>
                </a:lnTo>
                <a:lnTo>
                  <a:pt x="0" y="61722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086094" y="564641"/>
            <a:ext cx="1165860" cy="61722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8585">
              <a:lnSpc>
                <a:spcPts val="2375"/>
              </a:lnSpc>
            </a:pP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不是</a:t>
            </a:r>
            <a:endParaRPr sz="2200">
              <a:latin typeface="宋体"/>
              <a:cs typeface="宋体"/>
            </a:endParaRPr>
          </a:p>
          <a:p>
            <a:pPr marL="108585">
              <a:lnSpc>
                <a:spcPts val="2485"/>
              </a:lnSpc>
            </a:pP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817114" y="483869"/>
            <a:ext cx="2874645" cy="508000"/>
          </a:xfrm>
          <a:custGeom>
            <a:avLst/>
            <a:gdLst/>
            <a:ahLst/>
            <a:cxnLst/>
            <a:rect l="l" t="t" r="r" b="b"/>
            <a:pathLst>
              <a:path w="2874645" h="508000">
                <a:moveTo>
                  <a:pt x="0" y="253745"/>
                </a:moveTo>
                <a:lnTo>
                  <a:pt x="1437132" y="0"/>
                </a:lnTo>
                <a:lnTo>
                  <a:pt x="2874264" y="253745"/>
                </a:lnTo>
                <a:lnTo>
                  <a:pt x="1437132" y="507491"/>
                </a:lnTo>
                <a:lnTo>
                  <a:pt x="0" y="253745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3628390" y="534746"/>
            <a:ext cx="12509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二义文法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84325" y="1032510"/>
            <a:ext cx="3061970" cy="39179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16865">
              <a:lnSpc>
                <a:spcPts val="2830"/>
              </a:lnSpc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29255" y="745998"/>
            <a:ext cx="114300" cy="287020"/>
          </a:xfrm>
          <a:custGeom>
            <a:avLst/>
            <a:gdLst/>
            <a:ahLst/>
            <a:cxnLst/>
            <a:rect l="l" t="t" r="r" b="b"/>
            <a:pathLst>
              <a:path w="114300" h="287019">
                <a:moveTo>
                  <a:pt x="38100" y="172212"/>
                </a:moveTo>
                <a:lnTo>
                  <a:pt x="0" y="172212"/>
                </a:lnTo>
                <a:lnTo>
                  <a:pt x="57150" y="286512"/>
                </a:lnTo>
                <a:lnTo>
                  <a:pt x="104775" y="191262"/>
                </a:lnTo>
                <a:lnTo>
                  <a:pt x="38100" y="191262"/>
                </a:lnTo>
                <a:lnTo>
                  <a:pt x="38100" y="172212"/>
                </a:lnTo>
                <a:close/>
              </a:path>
              <a:path w="114300" h="287019">
                <a:moveTo>
                  <a:pt x="76200" y="0"/>
                </a:moveTo>
                <a:lnTo>
                  <a:pt x="38100" y="0"/>
                </a:lnTo>
                <a:lnTo>
                  <a:pt x="38100" y="191262"/>
                </a:lnTo>
                <a:lnTo>
                  <a:pt x="76200" y="191262"/>
                </a:lnTo>
                <a:lnTo>
                  <a:pt x="76200" y="0"/>
                </a:lnTo>
                <a:close/>
              </a:path>
              <a:path w="114300" h="287019">
                <a:moveTo>
                  <a:pt x="114300" y="172212"/>
                </a:moveTo>
                <a:lnTo>
                  <a:pt x="76200" y="172212"/>
                </a:lnTo>
                <a:lnTo>
                  <a:pt x="76200" y="191262"/>
                </a:lnTo>
                <a:lnTo>
                  <a:pt x="104775" y="191262"/>
                </a:lnTo>
                <a:lnTo>
                  <a:pt x="114300" y="1722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473705" y="410336"/>
            <a:ext cx="862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8994" algn="l"/>
              </a:tabLst>
            </a:pP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spc="-80" b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spc="-5" b="1">
                <a:solidFill>
                  <a:srgbClr val="FFFFFF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251954" y="6253734"/>
            <a:ext cx="1365885" cy="518159"/>
          </a:xfrm>
          <a:custGeom>
            <a:avLst/>
            <a:gdLst/>
            <a:ahLst/>
            <a:cxnLst/>
            <a:rect l="l" t="t" r="r" b="b"/>
            <a:pathLst>
              <a:path w="1365884" h="518159">
                <a:moveTo>
                  <a:pt x="219710" y="0"/>
                </a:moveTo>
                <a:lnTo>
                  <a:pt x="1145794" y="0"/>
                </a:lnTo>
                <a:lnTo>
                  <a:pt x="1190093" y="5263"/>
                </a:lnTo>
                <a:lnTo>
                  <a:pt x="1231344" y="20359"/>
                </a:lnTo>
                <a:lnTo>
                  <a:pt x="1268666" y="44245"/>
                </a:lnTo>
                <a:lnTo>
                  <a:pt x="1301178" y="75880"/>
                </a:lnTo>
                <a:lnTo>
                  <a:pt x="1327999" y="114223"/>
                </a:lnTo>
                <a:lnTo>
                  <a:pt x="1348247" y="158232"/>
                </a:lnTo>
                <a:lnTo>
                  <a:pt x="1361043" y="206864"/>
                </a:lnTo>
                <a:lnTo>
                  <a:pt x="1365503" y="259079"/>
                </a:lnTo>
                <a:lnTo>
                  <a:pt x="1361043" y="311295"/>
                </a:lnTo>
                <a:lnTo>
                  <a:pt x="1348247" y="359927"/>
                </a:lnTo>
                <a:lnTo>
                  <a:pt x="1327999" y="403936"/>
                </a:lnTo>
                <a:lnTo>
                  <a:pt x="1301178" y="442279"/>
                </a:lnTo>
                <a:lnTo>
                  <a:pt x="1268666" y="473914"/>
                </a:lnTo>
                <a:lnTo>
                  <a:pt x="1231344" y="497800"/>
                </a:lnTo>
                <a:lnTo>
                  <a:pt x="1190093" y="512896"/>
                </a:lnTo>
                <a:lnTo>
                  <a:pt x="1145794" y="518159"/>
                </a:lnTo>
                <a:lnTo>
                  <a:pt x="219710" y="518159"/>
                </a:lnTo>
                <a:lnTo>
                  <a:pt x="175410" y="512896"/>
                </a:lnTo>
                <a:lnTo>
                  <a:pt x="134159" y="497800"/>
                </a:lnTo>
                <a:lnTo>
                  <a:pt x="96837" y="473914"/>
                </a:lnTo>
                <a:lnTo>
                  <a:pt x="64325" y="442279"/>
                </a:lnTo>
                <a:lnTo>
                  <a:pt x="37504" y="403936"/>
                </a:lnTo>
                <a:lnTo>
                  <a:pt x="17256" y="359927"/>
                </a:lnTo>
                <a:lnTo>
                  <a:pt x="4460" y="311295"/>
                </a:lnTo>
                <a:lnTo>
                  <a:pt x="0" y="259079"/>
                </a:lnTo>
                <a:lnTo>
                  <a:pt x="4460" y="206864"/>
                </a:lnTo>
                <a:lnTo>
                  <a:pt x="17256" y="158232"/>
                </a:lnTo>
                <a:lnTo>
                  <a:pt x="37504" y="114223"/>
                </a:lnTo>
                <a:lnTo>
                  <a:pt x="64325" y="75880"/>
                </a:lnTo>
                <a:lnTo>
                  <a:pt x="96837" y="44245"/>
                </a:lnTo>
                <a:lnTo>
                  <a:pt x="134159" y="20359"/>
                </a:lnTo>
                <a:lnTo>
                  <a:pt x="175410" y="5263"/>
                </a:lnTo>
                <a:lnTo>
                  <a:pt x="21971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7684769" y="6307023"/>
            <a:ext cx="499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251954" y="810005"/>
            <a:ext cx="713740" cy="7620"/>
          </a:xfrm>
          <a:custGeom>
            <a:avLst/>
            <a:gdLst/>
            <a:ahLst/>
            <a:cxnLst/>
            <a:rect l="l" t="t" r="r" b="b"/>
            <a:pathLst>
              <a:path w="713740" h="7619">
                <a:moveTo>
                  <a:pt x="0" y="7620"/>
                </a:moveTo>
                <a:lnTo>
                  <a:pt x="713231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885048" y="782573"/>
            <a:ext cx="114300" cy="5407660"/>
          </a:xfrm>
          <a:custGeom>
            <a:avLst/>
            <a:gdLst/>
            <a:ahLst/>
            <a:cxnLst/>
            <a:rect l="l" t="t" r="r" b="b"/>
            <a:pathLst>
              <a:path w="114300" h="5407660">
                <a:moveTo>
                  <a:pt x="38216" y="5292856"/>
                </a:moveTo>
                <a:lnTo>
                  <a:pt x="0" y="5292877"/>
                </a:lnTo>
                <a:lnTo>
                  <a:pt x="57276" y="5407152"/>
                </a:lnTo>
                <a:lnTo>
                  <a:pt x="104773" y="5311914"/>
                </a:lnTo>
                <a:lnTo>
                  <a:pt x="38226" y="5311914"/>
                </a:lnTo>
                <a:lnTo>
                  <a:pt x="38216" y="5292856"/>
                </a:lnTo>
                <a:close/>
              </a:path>
              <a:path w="114300" h="5407660">
                <a:moveTo>
                  <a:pt x="114300" y="5292813"/>
                </a:moveTo>
                <a:lnTo>
                  <a:pt x="38216" y="5292856"/>
                </a:lnTo>
                <a:lnTo>
                  <a:pt x="38226" y="5311914"/>
                </a:lnTo>
                <a:lnTo>
                  <a:pt x="76326" y="5311889"/>
                </a:lnTo>
                <a:lnTo>
                  <a:pt x="76316" y="5292835"/>
                </a:lnTo>
                <a:lnTo>
                  <a:pt x="114289" y="5292835"/>
                </a:lnTo>
                <a:close/>
              </a:path>
              <a:path w="114300" h="5407660">
                <a:moveTo>
                  <a:pt x="114289" y="5292835"/>
                </a:moveTo>
                <a:lnTo>
                  <a:pt x="76316" y="5292835"/>
                </a:lnTo>
                <a:lnTo>
                  <a:pt x="76326" y="5311889"/>
                </a:lnTo>
                <a:lnTo>
                  <a:pt x="38226" y="5311914"/>
                </a:lnTo>
                <a:lnTo>
                  <a:pt x="104773" y="5311914"/>
                </a:lnTo>
                <a:lnTo>
                  <a:pt x="114289" y="5292835"/>
                </a:lnTo>
                <a:close/>
              </a:path>
              <a:path w="114300" h="5407660">
                <a:moveTo>
                  <a:pt x="73278" y="0"/>
                </a:moveTo>
                <a:lnTo>
                  <a:pt x="35178" y="0"/>
                </a:lnTo>
                <a:lnTo>
                  <a:pt x="38216" y="5292856"/>
                </a:lnTo>
                <a:lnTo>
                  <a:pt x="76316" y="5292835"/>
                </a:lnTo>
                <a:lnTo>
                  <a:pt x="7327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621" y="26923"/>
            <a:ext cx="3136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1068705"/>
            <a:ext cx="11493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8210" y="927992"/>
            <a:ext cx="3796029" cy="255270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设有下列文法</a:t>
            </a:r>
            <a:endParaRPr sz="3200">
              <a:latin typeface="宋体"/>
              <a:cs typeface="宋体"/>
            </a:endParaRPr>
          </a:p>
          <a:p>
            <a:pPr marL="113030" marR="5080">
              <a:lnSpc>
                <a:spcPts val="5000"/>
              </a:lnSpc>
              <a:spcBef>
                <a:spcPts val="31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Bc</a:t>
            </a:r>
            <a:r>
              <a:rPr dirty="0" sz="320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bBa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  <a:spcBef>
                <a:spcPts val="79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640" y="3365347"/>
            <a:ext cx="8004175" cy="2750185"/>
          </a:xfrm>
          <a:prstGeom prst="rect">
            <a:avLst/>
          </a:prstGeom>
        </p:spPr>
        <p:txBody>
          <a:bodyPr wrap="square" lIns="0" tIns="252729" rIns="0" bIns="0" rtlCol="0" vert="horz">
            <a:spAutoFit/>
          </a:bodyPr>
          <a:lstStyle/>
          <a:p>
            <a:pPr marL="660400">
              <a:lnSpc>
                <a:spcPct val="100000"/>
              </a:lnSpc>
              <a:spcBef>
                <a:spcPts val="1989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判断该文法是哪类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30000"/>
              </a:lnSpc>
              <a:spcBef>
                <a:spcPts val="74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没有发现有二义性，所以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从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(0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开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始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判断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拓广文法：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增加一产生式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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621" y="26923"/>
            <a:ext cx="3136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374" y="1258061"/>
            <a:ext cx="3429000" cy="318262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200025" rIns="0" bIns="0" rtlCol="0" vert="horz">
            <a:spAutoFit/>
          </a:bodyPr>
          <a:lstStyle/>
          <a:p>
            <a:pPr marL="241935">
              <a:lnSpc>
                <a:spcPts val="3575"/>
              </a:lnSpc>
              <a:spcBef>
                <a:spcPts val="157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•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203835">
              <a:lnSpc>
                <a:spcPts val="3575"/>
              </a:lnSpc>
            </a:pP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• </a:t>
            </a:r>
            <a:r>
              <a:rPr dirty="0" sz="3200" b="1" i="1">
                <a:solidFill>
                  <a:srgbClr val="FFCC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•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bAc</a:t>
            </a:r>
            <a:r>
              <a:rPr dirty="0" sz="3200" spc="-1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endParaRPr sz="3200">
              <a:latin typeface="Times New Roman"/>
              <a:cs typeface="Times New Roman"/>
            </a:endParaRPr>
          </a:p>
          <a:p>
            <a:pPr marL="1261745" indent="-245745">
              <a:lnSpc>
                <a:spcPct val="100000"/>
              </a:lnSpc>
              <a:spcBef>
                <a:spcPts val="580"/>
              </a:spcBef>
              <a:buClr>
                <a:srgbClr val="FFFF00"/>
              </a:buClr>
              <a:buFont typeface="Times New Roman"/>
              <a:buChar char="•"/>
              <a:tabLst>
                <a:tab pos="1262380" algn="l"/>
              </a:tabLst>
            </a:pPr>
            <a:r>
              <a:rPr dirty="0" sz="3200" b="1" i="1">
                <a:solidFill>
                  <a:srgbClr val="CCFF99"/>
                </a:solidFill>
                <a:latin typeface="Times New Roman"/>
                <a:cs typeface="Times New Roman"/>
              </a:rPr>
              <a:t>B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•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bBa</a:t>
            </a:r>
            <a:endParaRPr sz="3200">
              <a:latin typeface="Times New Roman"/>
              <a:cs typeface="Times New Roman"/>
            </a:endParaRPr>
          </a:p>
          <a:p>
            <a:pPr marL="222885" marR="1848485" indent="19050">
              <a:lnSpc>
                <a:spcPct val="118900"/>
              </a:lnSpc>
              <a:spcBef>
                <a:spcPts val="315"/>
              </a:spcBef>
            </a:pPr>
            <a:r>
              <a:rPr dirty="0" sz="3200" b="1" i="1">
                <a:solidFill>
                  <a:srgbClr val="FFCCFF"/>
                </a:solidFill>
                <a:latin typeface="Times New Roman"/>
                <a:cs typeface="Times New Roman"/>
              </a:rPr>
              <a:t>A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  </a:t>
            </a:r>
            <a:r>
              <a:rPr dirty="0" sz="3200" b="1" i="1">
                <a:solidFill>
                  <a:srgbClr val="CCFF99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•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742" y="542620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54373" y="1914144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33400" y="0"/>
                </a:moveTo>
                <a:lnTo>
                  <a:pt x="533400" y="114300"/>
                </a:lnTo>
                <a:lnTo>
                  <a:pt x="609600" y="76200"/>
                </a:lnTo>
                <a:lnTo>
                  <a:pt x="552450" y="76200"/>
                </a:lnTo>
                <a:lnTo>
                  <a:pt x="552450" y="381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47700" h="114300">
                <a:moveTo>
                  <a:pt x="533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3400" y="76200"/>
                </a:lnTo>
                <a:lnTo>
                  <a:pt x="533400" y="38100"/>
                </a:lnTo>
                <a:close/>
              </a:path>
              <a:path w="647700" h="114300">
                <a:moveTo>
                  <a:pt x="609600" y="38100"/>
                </a:moveTo>
                <a:lnTo>
                  <a:pt x="552450" y="38100"/>
                </a:lnTo>
                <a:lnTo>
                  <a:pt x="552450" y="76200"/>
                </a:lnTo>
                <a:lnTo>
                  <a:pt x="609600" y="76200"/>
                </a:lnTo>
                <a:lnTo>
                  <a:pt x="647700" y="5715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08552" y="140703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80052" y="83553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02073" y="1448561"/>
            <a:ext cx="1752600" cy="110236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75"/>
              </a:spcBef>
            </a:pP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3200" spc="-1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  <a:p>
            <a:pPr marL="166370">
              <a:lnSpc>
                <a:spcPct val="100000"/>
              </a:lnSpc>
              <a:spcBef>
                <a:spcPts val="725"/>
              </a:spcBef>
            </a:pP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3200" spc="-1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54673" y="1666494"/>
            <a:ext cx="495300" cy="6172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54673" y="1666494"/>
            <a:ext cx="495300" cy="617220"/>
          </a:xfrm>
          <a:custGeom>
            <a:avLst/>
            <a:gdLst/>
            <a:ahLst/>
            <a:cxnLst/>
            <a:rect l="l" t="t" r="r" b="b"/>
            <a:pathLst>
              <a:path w="495300" h="617219">
                <a:moveTo>
                  <a:pt x="0" y="154304"/>
                </a:moveTo>
                <a:lnTo>
                  <a:pt x="371475" y="154304"/>
                </a:lnTo>
                <a:lnTo>
                  <a:pt x="371475" y="0"/>
                </a:lnTo>
                <a:lnTo>
                  <a:pt x="495300" y="308609"/>
                </a:lnTo>
                <a:lnTo>
                  <a:pt x="371475" y="617219"/>
                </a:lnTo>
                <a:lnTo>
                  <a:pt x="371475" y="462914"/>
                </a:lnTo>
                <a:lnTo>
                  <a:pt x="0" y="462914"/>
                </a:lnTo>
                <a:lnTo>
                  <a:pt x="0" y="1543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85609" y="1600995"/>
            <a:ext cx="2168525" cy="97663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归约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归约冲突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u="heavy" sz="24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2400" spc="-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为非</a:t>
            </a:r>
            <a:r>
              <a:rPr dirty="0" u="heavy" sz="2400" spc="-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LR(0)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40473" y="2861691"/>
            <a:ext cx="931164" cy="1285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73265" y="2718816"/>
            <a:ext cx="465581" cy="95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73265" y="2623566"/>
            <a:ext cx="465581" cy="476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40473" y="2861691"/>
            <a:ext cx="931544" cy="1285875"/>
          </a:xfrm>
          <a:custGeom>
            <a:avLst/>
            <a:gdLst/>
            <a:ahLst/>
            <a:cxnLst/>
            <a:rect l="l" t="t" r="r" b="b"/>
            <a:pathLst>
              <a:path w="931545" h="1285875">
                <a:moveTo>
                  <a:pt x="931164" y="904875"/>
                </a:moveTo>
                <a:lnTo>
                  <a:pt x="698373" y="904875"/>
                </a:lnTo>
                <a:lnTo>
                  <a:pt x="698373" y="0"/>
                </a:lnTo>
                <a:lnTo>
                  <a:pt x="232791" y="0"/>
                </a:lnTo>
                <a:lnTo>
                  <a:pt x="232791" y="904875"/>
                </a:lnTo>
                <a:lnTo>
                  <a:pt x="0" y="904875"/>
                </a:lnTo>
                <a:lnTo>
                  <a:pt x="465581" y="1285875"/>
                </a:lnTo>
                <a:lnTo>
                  <a:pt x="931164" y="90487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073265" y="2718816"/>
            <a:ext cx="466090" cy="95250"/>
          </a:xfrm>
          <a:custGeom>
            <a:avLst/>
            <a:gdLst/>
            <a:ahLst/>
            <a:cxnLst/>
            <a:rect l="l" t="t" r="r" b="b"/>
            <a:pathLst>
              <a:path w="466090" h="95250">
                <a:moveTo>
                  <a:pt x="0" y="95250"/>
                </a:moveTo>
                <a:lnTo>
                  <a:pt x="465581" y="95250"/>
                </a:lnTo>
                <a:lnTo>
                  <a:pt x="465581" y="0"/>
                </a:ln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54215" y="264737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90" h="0">
                <a:moveTo>
                  <a:pt x="0" y="0"/>
                </a:moveTo>
                <a:lnTo>
                  <a:pt x="503681" y="0"/>
                </a:lnTo>
              </a:path>
            </a:pathLst>
          </a:custGeom>
          <a:ln w="857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556252" y="3064001"/>
            <a:ext cx="22021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方法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75252" y="4778121"/>
            <a:ext cx="3183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 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49852" y="4287088"/>
            <a:ext cx="43529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40995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	</a:t>
            </a:r>
            <a:r>
              <a:rPr dirty="0" baseline="-4067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∩ </a:t>
            </a:r>
            <a:r>
              <a:rPr dirty="0" baseline="-40674" sz="4200" spc="-7" b="1">
                <a:solidFill>
                  <a:srgbClr val="FFFF00"/>
                </a:solidFill>
                <a:latin typeface="Symbol"/>
                <a:cs typeface="Symbol"/>
              </a:rPr>
              <a:t></a:t>
            </a:r>
            <a:r>
              <a:rPr dirty="0" baseline="-40674" sz="4200" spc="-112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4067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Ø</a:t>
            </a:r>
            <a:endParaRPr baseline="-40674" sz="4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65928" y="5855614"/>
            <a:ext cx="21005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0" b="1" i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2800" spc="-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为非</a:t>
            </a:r>
            <a:r>
              <a:rPr dirty="0" u="heavy" sz="2800" spc="-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SLR(</a:t>
            </a:r>
            <a:r>
              <a:rPr dirty="0" u="heavy" sz="28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2800" spc="-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10961" y="5266182"/>
            <a:ext cx="743712" cy="5730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410961" y="5266182"/>
            <a:ext cx="744220" cy="573405"/>
          </a:xfrm>
          <a:custGeom>
            <a:avLst/>
            <a:gdLst/>
            <a:ahLst/>
            <a:cxnLst/>
            <a:rect l="l" t="t" r="r" b="b"/>
            <a:pathLst>
              <a:path w="744220" h="573404">
                <a:moveTo>
                  <a:pt x="0" y="429768"/>
                </a:moveTo>
                <a:lnTo>
                  <a:pt x="185927" y="429768"/>
                </a:lnTo>
                <a:lnTo>
                  <a:pt x="185927" y="0"/>
                </a:lnTo>
                <a:lnTo>
                  <a:pt x="557784" y="0"/>
                </a:lnTo>
                <a:lnTo>
                  <a:pt x="557784" y="429768"/>
                </a:lnTo>
                <a:lnTo>
                  <a:pt x="743712" y="429768"/>
                </a:lnTo>
                <a:lnTo>
                  <a:pt x="371855" y="573024"/>
                </a:lnTo>
                <a:lnTo>
                  <a:pt x="0" y="4297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72961" y="2085594"/>
            <a:ext cx="2687320" cy="559435"/>
          </a:xfrm>
          <a:custGeom>
            <a:avLst/>
            <a:gdLst/>
            <a:ahLst/>
            <a:cxnLst/>
            <a:rect l="l" t="t" r="r" b="b"/>
            <a:pathLst>
              <a:path w="2687320" h="559435">
                <a:moveTo>
                  <a:pt x="0" y="279653"/>
                </a:moveTo>
                <a:lnTo>
                  <a:pt x="17583" y="234296"/>
                </a:lnTo>
                <a:lnTo>
                  <a:pt x="47988" y="205316"/>
                </a:lnTo>
                <a:lnTo>
                  <a:pt x="92383" y="177542"/>
                </a:lnTo>
                <a:lnTo>
                  <a:pt x="149950" y="151144"/>
                </a:lnTo>
                <a:lnTo>
                  <a:pt x="219867" y="126293"/>
                </a:lnTo>
                <a:lnTo>
                  <a:pt x="259201" y="114501"/>
                </a:lnTo>
                <a:lnTo>
                  <a:pt x="301316" y="103159"/>
                </a:lnTo>
                <a:lnTo>
                  <a:pt x="346109" y="92290"/>
                </a:lnTo>
                <a:lnTo>
                  <a:pt x="393477" y="81914"/>
                </a:lnTo>
                <a:lnTo>
                  <a:pt x="443319" y="72054"/>
                </a:lnTo>
                <a:lnTo>
                  <a:pt x="495531" y="62729"/>
                </a:lnTo>
                <a:lnTo>
                  <a:pt x="550011" y="53961"/>
                </a:lnTo>
                <a:lnTo>
                  <a:pt x="606657" y="45773"/>
                </a:lnTo>
                <a:lnTo>
                  <a:pt x="665367" y="38184"/>
                </a:lnTo>
                <a:lnTo>
                  <a:pt x="726037" y="31217"/>
                </a:lnTo>
                <a:lnTo>
                  <a:pt x="788566" y="24893"/>
                </a:lnTo>
                <a:lnTo>
                  <a:pt x="852850" y="19233"/>
                </a:lnTo>
                <a:lnTo>
                  <a:pt x="918789" y="14258"/>
                </a:lnTo>
                <a:lnTo>
                  <a:pt x="986278" y="9990"/>
                </a:lnTo>
                <a:lnTo>
                  <a:pt x="1055216" y="6450"/>
                </a:lnTo>
                <a:lnTo>
                  <a:pt x="1125500" y="3660"/>
                </a:lnTo>
                <a:lnTo>
                  <a:pt x="1197028" y="1641"/>
                </a:lnTo>
                <a:lnTo>
                  <a:pt x="1269697" y="413"/>
                </a:lnTo>
                <a:lnTo>
                  <a:pt x="1343406" y="0"/>
                </a:lnTo>
                <a:lnTo>
                  <a:pt x="1417114" y="413"/>
                </a:lnTo>
                <a:lnTo>
                  <a:pt x="1489783" y="1641"/>
                </a:lnTo>
                <a:lnTo>
                  <a:pt x="1561311" y="3660"/>
                </a:lnTo>
                <a:lnTo>
                  <a:pt x="1631595" y="6450"/>
                </a:lnTo>
                <a:lnTo>
                  <a:pt x="1700533" y="9990"/>
                </a:lnTo>
                <a:lnTo>
                  <a:pt x="1768022" y="14258"/>
                </a:lnTo>
                <a:lnTo>
                  <a:pt x="1833961" y="19233"/>
                </a:lnTo>
                <a:lnTo>
                  <a:pt x="1898245" y="24893"/>
                </a:lnTo>
                <a:lnTo>
                  <a:pt x="1960774" y="31217"/>
                </a:lnTo>
                <a:lnTo>
                  <a:pt x="2021444" y="38184"/>
                </a:lnTo>
                <a:lnTo>
                  <a:pt x="2080154" y="45773"/>
                </a:lnTo>
                <a:lnTo>
                  <a:pt x="2136800" y="53961"/>
                </a:lnTo>
                <a:lnTo>
                  <a:pt x="2191280" y="62729"/>
                </a:lnTo>
                <a:lnTo>
                  <a:pt x="2243492" y="72054"/>
                </a:lnTo>
                <a:lnTo>
                  <a:pt x="2293334" y="81914"/>
                </a:lnTo>
                <a:lnTo>
                  <a:pt x="2340702" y="92290"/>
                </a:lnTo>
                <a:lnTo>
                  <a:pt x="2385495" y="103159"/>
                </a:lnTo>
                <a:lnTo>
                  <a:pt x="2427610" y="114501"/>
                </a:lnTo>
                <a:lnTo>
                  <a:pt x="2466944" y="126293"/>
                </a:lnTo>
                <a:lnTo>
                  <a:pt x="2503395" y="138514"/>
                </a:lnTo>
                <a:lnTo>
                  <a:pt x="2567240" y="164160"/>
                </a:lnTo>
                <a:lnTo>
                  <a:pt x="2618323" y="191268"/>
                </a:lnTo>
                <a:lnTo>
                  <a:pt x="2655826" y="219666"/>
                </a:lnTo>
                <a:lnTo>
                  <a:pt x="2684824" y="264311"/>
                </a:lnTo>
                <a:lnTo>
                  <a:pt x="2686812" y="279653"/>
                </a:lnTo>
                <a:lnTo>
                  <a:pt x="2684824" y="294996"/>
                </a:lnTo>
                <a:lnTo>
                  <a:pt x="2655826" y="339641"/>
                </a:lnTo>
                <a:lnTo>
                  <a:pt x="2618323" y="368039"/>
                </a:lnTo>
                <a:lnTo>
                  <a:pt x="2567240" y="395147"/>
                </a:lnTo>
                <a:lnTo>
                  <a:pt x="2503395" y="420793"/>
                </a:lnTo>
                <a:lnTo>
                  <a:pt x="2466944" y="433014"/>
                </a:lnTo>
                <a:lnTo>
                  <a:pt x="2427610" y="444806"/>
                </a:lnTo>
                <a:lnTo>
                  <a:pt x="2385495" y="456148"/>
                </a:lnTo>
                <a:lnTo>
                  <a:pt x="2340702" y="467017"/>
                </a:lnTo>
                <a:lnTo>
                  <a:pt x="2293334" y="477392"/>
                </a:lnTo>
                <a:lnTo>
                  <a:pt x="2243492" y="487253"/>
                </a:lnTo>
                <a:lnTo>
                  <a:pt x="2191280" y="496578"/>
                </a:lnTo>
                <a:lnTo>
                  <a:pt x="2136800" y="505346"/>
                </a:lnTo>
                <a:lnTo>
                  <a:pt x="2080154" y="513534"/>
                </a:lnTo>
                <a:lnTo>
                  <a:pt x="2021444" y="521123"/>
                </a:lnTo>
                <a:lnTo>
                  <a:pt x="1960774" y="528090"/>
                </a:lnTo>
                <a:lnTo>
                  <a:pt x="1898245" y="534414"/>
                </a:lnTo>
                <a:lnTo>
                  <a:pt x="1833961" y="540074"/>
                </a:lnTo>
                <a:lnTo>
                  <a:pt x="1768022" y="545049"/>
                </a:lnTo>
                <a:lnTo>
                  <a:pt x="1700533" y="549317"/>
                </a:lnTo>
                <a:lnTo>
                  <a:pt x="1631595" y="552857"/>
                </a:lnTo>
                <a:lnTo>
                  <a:pt x="1561311" y="555647"/>
                </a:lnTo>
                <a:lnTo>
                  <a:pt x="1489783" y="557666"/>
                </a:lnTo>
                <a:lnTo>
                  <a:pt x="1417114" y="558894"/>
                </a:lnTo>
                <a:lnTo>
                  <a:pt x="1343406" y="559307"/>
                </a:lnTo>
                <a:lnTo>
                  <a:pt x="1269697" y="558894"/>
                </a:lnTo>
                <a:lnTo>
                  <a:pt x="1197028" y="557666"/>
                </a:lnTo>
                <a:lnTo>
                  <a:pt x="1125500" y="555647"/>
                </a:lnTo>
                <a:lnTo>
                  <a:pt x="1055216" y="552857"/>
                </a:lnTo>
                <a:lnTo>
                  <a:pt x="986278" y="549317"/>
                </a:lnTo>
                <a:lnTo>
                  <a:pt x="918789" y="545049"/>
                </a:lnTo>
                <a:lnTo>
                  <a:pt x="852850" y="540074"/>
                </a:lnTo>
                <a:lnTo>
                  <a:pt x="788566" y="534414"/>
                </a:lnTo>
                <a:lnTo>
                  <a:pt x="726037" y="528090"/>
                </a:lnTo>
                <a:lnTo>
                  <a:pt x="665367" y="521123"/>
                </a:lnTo>
                <a:lnTo>
                  <a:pt x="606657" y="513534"/>
                </a:lnTo>
                <a:lnTo>
                  <a:pt x="550011" y="505346"/>
                </a:lnTo>
                <a:lnTo>
                  <a:pt x="495531" y="496578"/>
                </a:lnTo>
                <a:lnTo>
                  <a:pt x="443319" y="487253"/>
                </a:lnTo>
                <a:lnTo>
                  <a:pt x="393477" y="477393"/>
                </a:lnTo>
                <a:lnTo>
                  <a:pt x="346109" y="467017"/>
                </a:lnTo>
                <a:lnTo>
                  <a:pt x="301316" y="456148"/>
                </a:lnTo>
                <a:lnTo>
                  <a:pt x="259201" y="444806"/>
                </a:lnTo>
                <a:lnTo>
                  <a:pt x="219867" y="433014"/>
                </a:lnTo>
                <a:lnTo>
                  <a:pt x="183416" y="420793"/>
                </a:lnTo>
                <a:lnTo>
                  <a:pt x="119571" y="395147"/>
                </a:lnTo>
                <a:lnTo>
                  <a:pt x="68488" y="368039"/>
                </a:lnTo>
                <a:lnTo>
                  <a:pt x="30985" y="339641"/>
                </a:lnTo>
                <a:lnTo>
                  <a:pt x="1987" y="294996"/>
                </a:lnTo>
                <a:lnTo>
                  <a:pt x="0" y="279653"/>
                </a:lnTo>
                <a:close/>
              </a:path>
            </a:pathLst>
          </a:custGeom>
          <a:ln w="3809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440173" y="5763005"/>
            <a:ext cx="2781300" cy="772795"/>
          </a:xfrm>
          <a:custGeom>
            <a:avLst/>
            <a:gdLst/>
            <a:ahLst/>
            <a:cxnLst/>
            <a:rect l="l" t="t" r="r" b="b"/>
            <a:pathLst>
              <a:path w="2781300" h="772795">
                <a:moveTo>
                  <a:pt x="0" y="386334"/>
                </a:moveTo>
                <a:lnTo>
                  <a:pt x="7179" y="346832"/>
                </a:lnTo>
                <a:lnTo>
                  <a:pt x="28250" y="308472"/>
                </a:lnTo>
                <a:lnTo>
                  <a:pt x="62515" y="271447"/>
                </a:lnTo>
                <a:lnTo>
                  <a:pt x="109275" y="235952"/>
                </a:lnTo>
                <a:lnTo>
                  <a:pt x="167831" y="202181"/>
                </a:lnTo>
                <a:lnTo>
                  <a:pt x="237485" y="170328"/>
                </a:lnTo>
                <a:lnTo>
                  <a:pt x="276254" y="155181"/>
                </a:lnTo>
                <a:lnTo>
                  <a:pt x="317537" y="140587"/>
                </a:lnTo>
                <a:lnTo>
                  <a:pt x="361244" y="126569"/>
                </a:lnTo>
                <a:lnTo>
                  <a:pt x="407288" y="113152"/>
                </a:lnTo>
                <a:lnTo>
                  <a:pt x="455584" y="100360"/>
                </a:lnTo>
                <a:lnTo>
                  <a:pt x="506042" y="88217"/>
                </a:lnTo>
                <a:lnTo>
                  <a:pt x="558575" y="76749"/>
                </a:lnTo>
                <a:lnTo>
                  <a:pt x="613097" y="65978"/>
                </a:lnTo>
                <a:lnTo>
                  <a:pt x="669520" y="55929"/>
                </a:lnTo>
                <a:lnTo>
                  <a:pt x="727756" y="46627"/>
                </a:lnTo>
                <a:lnTo>
                  <a:pt x="787719" y="38095"/>
                </a:lnTo>
                <a:lnTo>
                  <a:pt x="849320" y="30359"/>
                </a:lnTo>
                <a:lnTo>
                  <a:pt x="912473" y="23441"/>
                </a:lnTo>
                <a:lnTo>
                  <a:pt x="977090" y="17368"/>
                </a:lnTo>
                <a:lnTo>
                  <a:pt x="1043084" y="12162"/>
                </a:lnTo>
                <a:lnTo>
                  <a:pt x="1110367" y="7848"/>
                </a:lnTo>
                <a:lnTo>
                  <a:pt x="1178853" y="4451"/>
                </a:lnTo>
                <a:lnTo>
                  <a:pt x="1248454" y="1994"/>
                </a:lnTo>
                <a:lnTo>
                  <a:pt x="1319081" y="502"/>
                </a:lnTo>
                <a:lnTo>
                  <a:pt x="1390650" y="0"/>
                </a:lnTo>
                <a:lnTo>
                  <a:pt x="1462218" y="502"/>
                </a:lnTo>
                <a:lnTo>
                  <a:pt x="1532845" y="1994"/>
                </a:lnTo>
                <a:lnTo>
                  <a:pt x="1602446" y="4451"/>
                </a:lnTo>
                <a:lnTo>
                  <a:pt x="1670932" y="7848"/>
                </a:lnTo>
                <a:lnTo>
                  <a:pt x="1738215" y="12162"/>
                </a:lnTo>
                <a:lnTo>
                  <a:pt x="1804209" y="17368"/>
                </a:lnTo>
                <a:lnTo>
                  <a:pt x="1868826" y="23441"/>
                </a:lnTo>
                <a:lnTo>
                  <a:pt x="1931979" y="30359"/>
                </a:lnTo>
                <a:lnTo>
                  <a:pt x="1993580" y="38095"/>
                </a:lnTo>
                <a:lnTo>
                  <a:pt x="2053543" y="46627"/>
                </a:lnTo>
                <a:lnTo>
                  <a:pt x="2111779" y="55929"/>
                </a:lnTo>
                <a:lnTo>
                  <a:pt x="2168202" y="65978"/>
                </a:lnTo>
                <a:lnTo>
                  <a:pt x="2222724" y="76749"/>
                </a:lnTo>
                <a:lnTo>
                  <a:pt x="2275257" y="88217"/>
                </a:lnTo>
                <a:lnTo>
                  <a:pt x="2325715" y="100360"/>
                </a:lnTo>
                <a:lnTo>
                  <a:pt x="2374011" y="113152"/>
                </a:lnTo>
                <a:lnTo>
                  <a:pt x="2420055" y="126569"/>
                </a:lnTo>
                <a:lnTo>
                  <a:pt x="2463762" y="140587"/>
                </a:lnTo>
                <a:lnTo>
                  <a:pt x="2505045" y="155181"/>
                </a:lnTo>
                <a:lnTo>
                  <a:pt x="2543814" y="170328"/>
                </a:lnTo>
                <a:lnTo>
                  <a:pt x="2579985" y="186002"/>
                </a:lnTo>
                <a:lnTo>
                  <a:pt x="2644177" y="218839"/>
                </a:lnTo>
                <a:lnTo>
                  <a:pt x="2696922" y="253496"/>
                </a:lnTo>
                <a:lnTo>
                  <a:pt x="2737522" y="289781"/>
                </a:lnTo>
                <a:lnTo>
                  <a:pt x="2765278" y="327497"/>
                </a:lnTo>
                <a:lnTo>
                  <a:pt x="2779490" y="366452"/>
                </a:lnTo>
                <a:lnTo>
                  <a:pt x="2781300" y="386334"/>
                </a:lnTo>
                <a:lnTo>
                  <a:pt x="2779490" y="406214"/>
                </a:lnTo>
                <a:lnTo>
                  <a:pt x="2765278" y="445167"/>
                </a:lnTo>
                <a:lnTo>
                  <a:pt x="2737522" y="482882"/>
                </a:lnTo>
                <a:lnTo>
                  <a:pt x="2696922" y="519166"/>
                </a:lnTo>
                <a:lnTo>
                  <a:pt x="2644177" y="553822"/>
                </a:lnTo>
                <a:lnTo>
                  <a:pt x="2579985" y="586659"/>
                </a:lnTo>
                <a:lnTo>
                  <a:pt x="2543814" y="602334"/>
                </a:lnTo>
                <a:lnTo>
                  <a:pt x="2505045" y="617481"/>
                </a:lnTo>
                <a:lnTo>
                  <a:pt x="2463762" y="632075"/>
                </a:lnTo>
                <a:lnTo>
                  <a:pt x="2420055" y="646093"/>
                </a:lnTo>
                <a:lnTo>
                  <a:pt x="2374010" y="659511"/>
                </a:lnTo>
                <a:lnTo>
                  <a:pt x="2325715" y="672303"/>
                </a:lnTo>
                <a:lnTo>
                  <a:pt x="2275257" y="684446"/>
                </a:lnTo>
                <a:lnTo>
                  <a:pt x="2222724" y="695915"/>
                </a:lnTo>
                <a:lnTo>
                  <a:pt x="2168202" y="706686"/>
                </a:lnTo>
                <a:lnTo>
                  <a:pt x="2111779" y="716735"/>
                </a:lnTo>
                <a:lnTo>
                  <a:pt x="2053543" y="726038"/>
                </a:lnTo>
                <a:lnTo>
                  <a:pt x="1993580" y="734570"/>
                </a:lnTo>
                <a:lnTo>
                  <a:pt x="1931979" y="742307"/>
                </a:lnTo>
                <a:lnTo>
                  <a:pt x="1868826" y="749224"/>
                </a:lnTo>
                <a:lnTo>
                  <a:pt x="1804209" y="755298"/>
                </a:lnTo>
                <a:lnTo>
                  <a:pt x="1738215" y="760504"/>
                </a:lnTo>
                <a:lnTo>
                  <a:pt x="1670932" y="764818"/>
                </a:lnTo>
                <a:lnTo>
                  <a:pt x="1602446" y="768216"/>
                </a:lnTo>
                <a:lnTo>
                  <a:pt x="1532845" y="770673"/>
                </a:lnTo>
                <a:lnTo>
                  <a:pt x="1462218" y="772165"/>
                </a:lnTo>
                <a:lnTo>
                  <a:pt x="1390650" y="772668"/>
                </a:lnTo>
                <a:lnTo>
                  <a:pt x="1319081" y="772165"/>
                </a:lnTo>
                <a:lnTo>
                  <a:pt x="1248454" y="770673"/>
                </a:lnTo>
                <a:lnTo>
                  <a:pt x="1178853" y="768216"/>
                </a:lnTo>
                <a:lnTo>
                  <a:pt x="1110367" y="764818"/>
                </a:lnTo>
                <a:lnTo>
                  <a:pt x="1043084" y="760504"/>
                </a:lnTo>
                <a:lnTo>
                  <a:pt x="977090" y="755298"/>
                </a:lnTo>
                <a:lnTo>
                  <a:pt x="912473" y="749224"/>
                </a:lnTo>
                <a:lnTo>
                  <a:pt x="849320" y="742307"/>
                </a:lnTo>
                <a:lnTo>
                  <a:pt x="787719" y="734570"/>
                </a:lnTo>
                <a:lnTo>
                  <a:pt x="727756" y="726038"/>
                </a:lnTo>
                <a:lnTo>
                  <a:pt x="669520" y="716735"/>
                </a:lnTo>
                <a:lnTo>
                  <a:pt x="613097" y="706686"/>
                </a:lnTo>
                <a:lnTo>
                  <a:pt x="558575" y="695915"/>
                </a:lnTo>
                <a:lnTo>
                  <a:pt x="506042" y="684446"/>
                </a:lnTo>
                <a:lnTo>
                  <a:pt x="455584" y="672303"/>
                </a:lnTo>
                <a:lnTo>
                  <a:pt x="407288" y="659511"/>
                </a:lnTo>
                <a:lnTo>
                  <a:pt x="361244" y="646093"/>
                </a:lnTo>
                <a:lnTo>
                  <a:pt x="317537" y="632075"/>
                </a:lnTo>
                <a:lnTo>
                  <a:pt x="276254" y="617481"/>
                </a:lnTo>
                <a:lnTo>
                  <a:pt x="237485" y="602334"/>
                </a:lnTo>
                <a:lnTo>
                  <a:pt x="201314" y="586659"/>
                </a:lnTo>
                <a:lnTo>
                  <a:pt x="137122" y="553822"/>
                </a:lnTo>
                <a:lnTo>
                  <a:pt x="84377" y="519166"/>
                </a:lnTo>
                <a:lnTo>
                  <a:pt x="43777" y="482882"/>
                </a:lnTo>
                <a:lnTo>
                  <a:pt x="16021" y="445167"/>
                </a:lnTo>
                <a:lnTo>
                  <a:pt x="1809" y="406214"/>
                </a:lnTo>
                <a:lnTo>
                  <a:pt x="0" y="386334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2003" y="6591300"/>
            <a:ext cx="3282950" cy="0"/>
          </a:xfrm>
          <a:custGeom>
            <a:avLst/>
            <a:gdLst/>
            <a:ahLst/>
            <a:cxnLst/>
            <a:rect l="l" t="t" r="r" b="b"/>
            <a:pathLst>
              <a:path w="3282950" h="0">
                <a:moveTo>
                  <a:pt x="0" y="0"/>
                </a:moveTo>
                <a:lnTo>
                  <a:pt x="3282696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353" y="4648200"/>
            <a:ext cx="0" cy="1936750"/>
          </a:xfrm>
          <a:custGeom>
            <a:avLst/>
            <a:gdLst/>
            <a:ahLst/>
            <a:cxnLst/>
            <a:rect l="l" t="t" r="r" b="b"/>
            <a:pathLst>
              <a:path w="0" h="1936750">
                <a:moveTo>
                  <a:pt x="0" y="0"/>
                </a:moveTo>
                <a:lnTo>
                  <a:pt x="0" y="193675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003" y="4641850"/>
            <a:ext cx="3282950" cy="0"/>
          </a:xfrm>
          <a:custGeom>
            <a:avLst/>
            <a:gdLst/>
            <a:ahLst/>
            <a:cxnLst/>
            <a:rect l="l" t="t" r="r" b="b"/>
            <a:pathLst>
              <a:path w="3282950" h="0">
                <a:moveTo>
                  <a:pt x="0" y="0"/>
                </a:moveTo>
                <a:lnTo>
                  <a:pt x="3282696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308350" y="4648708"/>
            <a:ext cx="0" cy="1936114"/>
          </a:xfrm>
          <a:custGeom>
            <a:avLst/>
            <a:gdLst/>
            <a:ahLst/>
            <a:cxnLst/>
            <a:rect l="l" t="t" r="r" b="b"/>
            <a:pathLst>
              <a:path w="0" h="1936115">
                <a:moveTo>
                  <a:pt x="0" y="0"/>
                </a:moveTo>
                <a:lnTo>
                  <a:pt x="0" y="1935988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7403" y="6559550"/>
            <a:ext cx="3232150" cy="0"/>
          </a:xfrm>
          <a:custGeom>
            <a:avLst/>
            <a:gdLst/>
            <a:ahLst/>
            <a:cxnLst/>
            <a:rect l="l" t="t" r="r" b="b"/>
            <a:pathLst>
              <a:path w="3232150" h="0">
                <a:moveTo>
                  <a:pt x="0" y="0"/>
                </a:moveTo>
                <a:lnTo>
                  <a:pt x="3231896" y="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0103" y="4686300"/>
            <a:ext cx="0" cy="1860550"/>
          </a:xfrm>
          <a:custGeom>
            <a:avLst/>
            <a:gdLst/>
            <a:ahLst/>
            <a:cxnLst/>
            <a:rect l="l" t="t" r="r" b="b"/>
            <a:pathLst>
              <a:path w="0" h="1860550">
                <a:moveTo>
                  <a:pt x="0" y="0"/>
                </a:moveTo>
                <a:lnTo>
                  <a:pt x="0" y="186055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403" y="4673600"/>
            <a:ext cx="3232150" cy="0"/>
          </a:xfrm>
          <a:custGeom>
            <a:avLst/>
            <a:gdLst/>
            <a:ahLst/>
            <a:cxnLst/>
            <a:rect l="l" t="t" r="r" b="b"/>
            <a:pathLst>
              <a:path w="3232150" h="0">
                <a:moveTo>
                  <a:pt x="0" y="0"/>
                </a:moveTo>
                <a:lnTo>
                  <a:pt x="3231896" y="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276600" y="4686808"/>
            <a:ext cx="0" cy="1859914"/>
          </a:xfrm>
          <a:custGeom>
            <a:avLst/>
            <a:gdLst/>
            <a:ahLst/>
            <a:cxnLst/>
            <a:rect l="l" t="t" r="r" b="b"/>
            <a:pathLst>
              <a:path w="0" h="1859915">
                <a:moveTo>
                  <a:pt x="0" y="0"/>
                </a:moveTo>
                <a:lnTo>
                  <a:pt x="0" y="1859788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5503" y="6527800"/>
            <a:ext cx="3155950" cy="0"/>
          </a:xfrm>
          <a:custGeom>
            <a:avLst/>
            <a:gdLst/>
            <a:ahLst/>
            <a:cxnLst/>
            <a:rect l="l" t="t" r="r" b="b"/>
            <a:pathLst>
              <a:path w="3155950" h="0">
                <a:moveTo>
                  <a:pt x="0" y="0"/>
                </a:moveTo>
                <a:lnTo>
                  <a:pt x="3155696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1854" y="4711700"/>
            <a:ext cx="0" cy="1809750"/>
          </a:xfrm>
          <a:custGeom>
            <a:avLst/>
            <a:gdLst/>
            <a:ahLst/>
            <a:cxnLst/>
            <a:rect l="l" t="t" r="r" b="b"/>
            <a:pathLst>
              <a:path w="0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5503" y="4705350"/>
            <a:ext cx="3155950" cy="0"/>
          </a:xfrm>
          <a:custGeom>
            <a:avLst/>
            <a:gdLst/>
            <a:ahLst/>
            <a:cxnLst/>
            <a:rect l="l" t="t" r="r" b="b"/>
            <a:pathLst>
              <a:path w="3155950" h="0">
                <a:moveTo>
                  <a:pt x="0" y="0"/>
                </a:moveTo>
                <a:lnTo>
                  <a:pt x="3155696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44850" y="4712208"/>
            <a:ext cx="0" cy="1809114"/>
          </a:xfrm>
          <a:custGeom>
            <a:avLst/>
            <a:gdLst/>
            <a:ahLst/>
            <a:cxnLst/>
            <a:rect l="l" t="t" r="r" b="b"/>
            <a:pathLst>
              <a:path w="0" h="1809115">
                <a:moveTo>
                  <a:pt x="0" y="0"/>
                </a:moveTo>
                <a:lnTo>
                  <a:pt x="0" y="1808988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2803" y="4686300"/>
            <a:ext cx="3181350" cy="1860550"/>
          </a:xfrm>
          <a:prstGeom prst="rect">
            <a:avLst/>
          </a:prstGeom>
          <a:solidFill>
            <a:srgbClr val="333300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2795"/>
              </a:lnSpc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00"/>
                </a:solidFill>
                <a:latin typeface="Symbol"/>
                <a:cs typeface="Symbol"/>
              </a:rPr>
              <a:t>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78105" marR="347345">
              <a:lnSpc>
                <a:spcPts val="3740"/>
              </a:lnSpc>
              <a:spcBef>
                <a:spcPts val="259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bAc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Bc</a:t>
            </a:r>
            <a:r>
              <a:rPr dirty="0" sz="2400" spc="-6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bBa 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600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3473" y="1460753"/>
            <a:ext cx="1676400" cy="101346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80"/>
              </a:spcBef>
            </a:pP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d </a:t>
            </a:r>
            <a:r>
              <a:rPr dirty="0" sz="2800" spc="-15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30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455"/>
              </a:spcBef>
            </a:pP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d </a:t>
            </a:r>
            <a:r>
              <a:rPr dirty="0" sz="2800" spc="-15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25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51452" y="90627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3247" y="26923"/>
            <a:ext cx="42233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8621" y="26923"/>
            <a:ext cx="3136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374" y="1322069"/>
            <a:ext cx="3180715" cy="267208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148590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17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'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  <a:p>
            <a:pPr marL="203835">
              <a:lnSpc>
                <a:spcPct val="100000"/>
              </a:lnSpc>
              <a:spcBef>
                <a:spcPts val="20"/>
              </a:spcBef>
            </a:pP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bAc</a:t>
            </a: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1127760" indent="-212725">
              <a:lnSpc>
                <a:spcPct val="100000"/>
              </a:lnSpc>
              <a:spcBef>
                <a:spcPts val="505"/>
              </a:spcBef>
              <a:buClr>
                <a:srgbClr val="FFFF00"/>
              </a:buClr>
              <a:buFont typeface="Times New Roman"/>
              <a:buChar char="•"/>
              <a:tabLst>
                <a:tab pos="112839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  <a:p>
            <a:pPr marL="222885" marR="1325880" indent="19050">
              <a:lnSpc>
                <a:spcPts val="3960"/>
              </a:lnSpc>
              <a:spcBef>
                <a:spcPts val="13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742" y="7155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05961" y="1914144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33400" y="0"/>
                </a:moveTo>
                <a:lnTo>
                  <a:pt x="533400" y="114300"/>
                </a:lnTo>
                <a:lnTo>
                  <a:pt x="609600" y="76200"/>
                </a:lnTo>
                <a:lnTo>
                  <a:pt x="552450" y="76200"/>
                </a:lnTo>
                <a:lnTo>
                  <a:pt x="552450" y="381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47700" h="114300">
                <a:moveTo>
                  <a:pt x="533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3400" y="76200"/>
                </a:lnTo>
                <a:lnTo>
                  <a:pt x="533400" y="38100"/>
                </a:lnTo>
                <a:close/>
              </a:path>
              <a:path w="647700" h="114300">
                <a:moveTo>
                  <a:pt x="609600" y="38100"/>
                </a:moveTo>
                <a:lnTo>
                  <a:pt x="552450" y="38100"/>
                </a:lnTo>
                <a:lnTo>
                  <a:pt x="552450" y="76200"/>
                </a:lnTo>
                <a:lnTo>
                  <a:pt x="609600" y="76200"/>
                </a:lnTo>
                <a:lnTo>
                  <a:pt x="647700" y="5715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660775" y="140703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05961" y="3602735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33400" y="0"/>
                </a:moveTo>
                <a:lnTo>
                  <a:pt x="533400" y="114300"/>
                </a:lnTo>
                <a:lnTo>
                  <a:pt x="609600" y="76200"/>
                </a:lnTo>
                <a:lnTo>
                  <a:pt x="552450" y="76200"/>
                </a:lnTo>
                <a:lnTo>
                  <a:pt x="552450" y="381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47700" h="114300">
                <a:moveTo>
                  <a:pt x="533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3400" y="76200"/>
                </a:lnTo>
                <a:lnTo>
                  <a:pt x="533400" y="38100"/>
                </a:lnTo>
                <a:close/>
              </a:path>
              <a:path w="647700" h="114300">
                <a:moveTo>
                  <a:pt x="609600" y="38100"/>
                </a:moveTo>
                <a:lnTo>
                  <a:pt x="552450" y="38100"/>
                </a:lnTo>
                <a:lnTo>
                  <a:pt x="552450" y="76200"/>
                </a:lnTo>
                <a:lnTo>
                  <a:pt x="609600" y="76200"/>
                </a:lnTo>
                <a:lnTo>
                  <a:pt x="647700" y="5715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660775" y="3096513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53961" y="4184903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33400" y="0"/>
                </a:moveTo>
                <a:lnTo>
                  <a:pt x="533400" y="114300"/>
                </a:lnTo>
                <a:lnTo>
                  <a:pt x="609600" y="76200"/>
                </a:lnTo>
                <a:lnTo>
                  <a:pt x="552450" y="76200"/>
                </a:lnTo>
                <a:lnTo>
                  <a:pt x="552450" y="381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47700" h="114300">
                <a:moveTo>
                  <a:pt x="533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3400" y="76200"/>
                </a:lnTo>
                <a:lnTo>
                  <a:pt x="533400" y="38100"/>
                </a:lnTo>
                <a:close/>
              </a:path>
              <a:path w="647700" h="114300">
                <a:moveTo>
                  <a:pt x="609600" y="38100"/>
                </a:moveTo>
                <a:lnTo>
                  <a:pt x="552450" y="38100"/>
                </a:lnTo>
                <a:lnTo>
                  <a:pt x="552450" y="76200"/>
                </a:lnTo>
                <a:lnTo>
                  <a:pt x="609600" y="76200"/>
                </a:lnTo>
                <a:lnTo>
                  <a:pt x="647700" y="5715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09409" y="3679316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21473" y="3731514"/>
            <a:ext cx="1676400" cy="1015365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90"/>
              </a:spcBef>
            </a:pP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d </a:t>
            </a:r>
            <a:r>
              <a:rPr dirty="0" sz="2800" spc="-15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60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455"/>
              </a:spcBef>
            </a:pP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d </a:t>
            </a:r>
            <a:r>
              <a:rPr dirty="0" sz="2800" spc="-15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55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99706" y="317855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18616" y="3986021"/>
            <a:ext cx="114300" cy="581025"/>
          </a:xfrm>
          <a:custGeom>
            <a:avLst/>
            <a:gdLst/>
            <a:ahLst/>
            <a:cxnLst/>
            <a:rect l="l" t="t" r="r" b="b"/>
            <a:pathLst>
              <a:path w="114300" h="581025">
                <a:moveTo>
                  <a:pt x="38100" y="466344"/>
                </a:moveTo>
                <a:lnTo>
                  <a:pt x="0" y="466344"/>
                </a:lnTo>
                <a:lnTo>
                  <a:pt x="57150" y="580644"/>
                </a:lnTo>
                <a:lnTo>
                  <a:pt x="104775" y="485394"/>
                </a:lnTo>
                <a:lnTo>
                  <a:pt x="38100" y="485394"/>
                </a:lnTo>
                <a:lnTo>
                  <a:pt x="38100" y="466344"/>
                </a:lnTo>
                <a:close/>
              </a:path>
              <a:path w="114300" h="581025">
                <a:moveTo>
                  <a:pt x="76200" y="0"/>
                </a:moveTo>
                <a:lnTo>
                  <a:pt x="38100" y="0"/>
                </a:lnTo>
                <a:lnTo>
                  <a:pt x="38100" y="485394"/>
                </a:lnTo>
                <a:lnTo>
                  <a:pt x="76200" y="485394"/>
                </a:lnTo>
                <a:lnTo>
                  <a:pt x="76200" y="0"/>
                </a:lnTo>
                <a:close/>
              </a:path>
              <a:path w="114300" h="581025">
                <a:moveTo>
                  <a:pt x="114300" y="466344"/>
                </a:moveTo>
                <a:lnTo>
                  <a:pt x="76200" y="466344"/>
                </a:lnTo>
                <a:lnTo>
                  <a:pt x="76200" y="485394"/>
                </a:lnTo>
                <a:lnTo>
                  <a:pt x="104775" y="485394"/>
                </a:lnTo>
                <a:lnTo>
                  <a:pt x="114300" y="4663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34411" y="3986021"/>
            <a:ext cx="114300" cy="581025"/>
          </a:xfrm>
          <a:custGeom>
            <a:avLst/>
            <a:gdLst/>
            <a:ahLst/>
            <a:cxnLst/>
            <a:rect l="l" t="t" r="r" b="b"/>
            <a:pathLst>
              <a:path w="114300" h="581025">
                <a:moveTo>
                  <a:pt x="38100" y="466344"/>
                </a:moveTo>
                <a:lnTo>
                  <a:pt x="0" y="466344"/>
                </a:lnTo>
                <a:lnTo>
                  <a:pt x="57150" y="580644"/>
                </a:lnTo>
                <a:lnTo>
                  <a:pt x="104775" y="485394"/>
                </a:lnTo>
                <a:lnTo>
                  <a:pt x="38100" y="485394"/>
                </a:lnTo>
                <a:lnTo>
                  <a:pt x="38100" y="466344"/>
                </a:lnTo>
                <a:close/>
              </a:path>
              <a:path w="114300" h="581025">
                <a:moveTo>
                  <a:pt x="76200" y="0"/>
                </a:moveTo>
                <a:lnTo>
                  <a:pt x="38100" y="0"/>
                </a:lnTo>
                <a:lnTo>
                  <a:pt x="38100" y="485394"/>
                </a:lnTo>
                <a:lnTo>
                  <a:pt x="76200" y="485394"/>
                </a:lnTo>
                <a:lnTo>
                  <a:pt x="76200" y="0"/>
                </a:lnTo>
                <a:close/>
              </a:path>
              <a:path w="114300" h="581025">
                <a:moveTo>
                  <a:pt x="114300" y="466344"/>
                </a:moveTo>
                <a:lnTo>
                  <a:pt x="76200" y="466344"/>
                </a:lnTo>
                <a:lnTo>
                  <a:pt x="76200" y="485394"/>
                </a:lnTo>
                <a:lnTo>
                  <a:pt x="104775" y="485394"/>
                </a:lnTo>
                <a:lnTo>
                  <a:pt x="114300" y="4663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53744" y="3940809"/>
            <a:ext cx="16783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28115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91911" y="5072634"/>
            <a:ext cx="114300" cy="422275"/>
          </a:xfrm>
          <a:custGeom>
            <a:avLst/>
            <a:gdLst/>
            <a:ahLst/>
            <a:cxnLst/>
            <a:rect l="l" t="t" r="r" b="b"/>
            <a:pathLst>
              <a:path w="114300" h="422275">
                <a:moveTo>
                  <a:pt x="38100" y="307848"/>
                </a:moveTo>
                <a:lnTo>
                  <a:pt x="0" y="307848"/>
                </a:lnTo>
                <a:lnTo>
                  <a:pt x="57150" y="422148"/>
                </a:lnTo>
                <a:lnTo>
                  <a:pt x="104775" y="326898"/>
                </a:lnTo>
                <a:lnTo>
                  <a:pt x="38100" y="326898"/>
                </a:lnTo>
                <a:lnTo>
                  <a:pt x="38100" y="307848"/>
                </a:lnTo>
                <a:close/>
              </a:path>
              <a:path w="114300" h="422275">
                <a:moveTo>
                  <a:pt x="76200" y="0"/>
                </a:moveTo>
                <a:lnTo>
                  <a:pt x="38100" y="0"/>
                </a:lnTo>
                <a:lnTo>
                  <a:pt x="38100" y="326898"/>
                </a:lnTo>
                <a:lnTo>
                  <a:pt x="76200" y="326898"/>
                </a:lnTo>
                <a:lnTo>
                  <a:pt x="76200" y="0"/>
                </a:lnTo>
                <a:close/>
              </a:path>
              <a:path w="114300" h="422275">
                <a:moveTo>
                  <a:pt x="114300" y="307848"/>
                </a:moveTo>
                <a:lnTo>
                  <a:pt x="76200" y="307848"/>
                </a:lnTo>
                <a:lnTo>
                  <a:pt x="76200" y="326898"/>
                </a:lnTo>
                <a:lnTo>
                  <a:pt x="104775" y="326898"/>
                </a:lnTo>
                <a:lnTo>
                  <a:pt x="114300" y="3078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27928" y="5033264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52615" y="5071109"/>
            <a:ext cx="114300" cy="422275"/>
          </a:xfrm>
          <a:custGeom>
            <a:avLst/>
            <a:gdLst/>
            <a:ahLst/>
            <a:cxnLst/>
            <a:rect l="l" t="t" r="r" b="b"/>
            <a:pathLst>
              <a:path w="114300" h="422275">
                <a:moveTo>
                  <a:pt x="38100" y="307847"/>
                </a:moveTo>
                <a:lnTo>
                  <a:pt x="0" y="307847"/>
                </a:lnTo>
                <a:lnTo>
                  <a:pt x="57150" y="422147"/>
                </a:lnTo>
                <a:lnTo>
                  <a:pt x="104775" y="326897"/>
                </a:lnTo>
                <a:lnTo>
                  <a:pt x="38100" y="326897"/>
                </a:lnTo>
                <a:lnTo>
                  <a:pt x="38100" y="307847"/>
                </a:lnTo>
                <a:close/>
              </a:path>
              <a:path w="114300" h="422275">
                <a:moveTo>
                  <a:pt x="76200" y="0"/>
                </a:moveTo>
                <a:lnTo>
                  <a:pt x="38100" y="0"/>
                </a:lnTo>
                <a:lnTo>
                  <a:pt x="38100" y="326897"/>
                </a:lnTo>
                <a:lnTo>
                  <a:pt x="76200" y="326897"/>
                </a:lnTo>
                <a:lnTo>
                  <a:pt x="76200" y="0"/>
                </a:lnTo>
                <a:close/>
              </a:path>
              <a:path w="114300" h="422275">
                <a:moveTo>
                  <a:pt x="114300" y="307847"/>
                </a:moveTo>
                <a:lnTo>
                  <a:pt x="76200" y="307847"/>
                </a:lnTo>
                <a:lnTo>
                  <a:pt x="76200" y="326897"/>
                </a:lnTo>
                <a:lnTo>
                  <a:pt x="104775" y="326897"/>
                </a:lnTo>
                <a:lnTo>
                  <a:pt x="114300" y="30784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588632" y="5031181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53661" y="3213354"/>
            <a:ext cx="2400300" cy="1830705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67005">
              <a:lnSpc>
                <a:spcPts val="3320"/>
              </a:lnSpc>
            </a:pP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879475">
              <a:lnSpc>
                <a:spcPts val="3155"/>
              </a:lnSpc>
              <a:spcBef>
                <a:spcPts val="16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•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  <a:p>
            <a:pPr marL="147955">
              <a:lnSpc>
                <a:spcPts val="3155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128905">
              <a:lnSpc>
                <a:spcPct val="100000"/>
              </a:lnSpc>
              <a:spcBef>
                <a:spcPts val="60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53661" y="3213354"/>
            <a:ext cx="2400300" cy="1847214"/>
          </a:xfrm>
          <a:custGeom>
            <a:avLst/>
            <a:gdLst/>
            <a:ahLst/>
            <a:cxnLst/>
            <a:rect l="l" t="t" r="r" b="b"/>
            <a:pathLst>
              <a:path w="2400300" h="1847214">
                <a:moveTo>
                  <a:pt x="0" y="1847088"/>
                </a:moveTo>
                <a:lnTo>
                  <a:pt x="2400299" y="1847088"/>
                </a:lnTo>
                <a:lnTo>
                  <a:pt x="2400299" y="0"/>
                </a:lnTo>
                <a:lnTo>
                  <a:pt x="0" y="0"/>
                </a:lnTo>
                <a:lnTo>
                  <a:pt x="0" y="184708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270375" y="269417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29982" y="4814442"/>
            <a:ext cx="17684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为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LR(1)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06642" y="2435764"/>
            <a:ext cx="1272540" cy="1272540"/>
          </a:xfrm>
          <a:custGeom>
            <a:avLst/>
            <a:gdLst/>
            <a:ahLst/>
            <a:cxnLst/>
            <a:rect l="l" t="t" r="r" b="b"/>
            <a:pathLst>
              <a:path w="1272540" h="1272539">
                <a:moveTo>
                  <a:pt x="0" y="40862"/>
                </a:moveTo>
                <a:lnTo>
                  <a:pt x="43644" y="11084"/>
                </a:lnTo>
                <a:lnTo>
                  <a:pt x="92551" y="0"/>
                </a:lnTo>
                <a:lnTo>
                  <a:pt x="140839" y="7822"/>
                </a:lnTo>
                <a:lnTo>
                  <a:pt x="182626" y="34766"/>
                </a:lnTo>
                <a:lnTo>
                  <a:pt x="621791" y="473932"/>
                </a:lnTo>
                <a:lnTo>
                  <a:pt x="663559" y="500895"/>
                </a:lnTo>
                <a:lnTo>
                  <a:pt x="711803" y="508762"/>
                </a:lnTo>
                <a:lnTo>
                  <a:pt x="760666" y="497720"/>
                </a:lnTo>
                <a:lnTo>
                  <a:pt x="804290" y="467963"/>
                </a:lnTo>
                <a:lnTo>
                  <a:pt x="774533" y="511587"/>
                </a:lnTo>
                <a:lnTo>
                  <a:pt x="763492" y="560451"/>
                </a:lnTo>
                <a:lnTo>
                  <a:pt x="771358" y="608695"/>
                </a:lnTo>
                <a:lnTo>
                  <a:pt x="798322" y="650462"/>
                </a:lnTo>
                <a:lnTo>
                  <a:pt x="1237488" y="1089628"/>
                </a:lnTo>
                <a:lnTo>
                  <a:pt x="1264451" y="1131415"/>
                </a:lnTo>
                <a:lnTo>
                  <a:pt x="1272317" y="1179702"/>
                </a:lnTo>
                <a:lnTo>
                  <a:pt x="1261276" y="1228609"/>
                </a:lnTo>
                <a:lnTo>
                  <a:pt x="1231518" y="1272254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750557" y="2381250"/>
            <a:ext cx="2192020" cy="472440"/>
          </a:xfrm>
          <a:custGeom>
            <a:avLst/>
            <a:gdLst/>
            <a:ahLst/>
            <a:cxnLst/>
            <a:rect l="l" t="t" r="r" b="b"/>
            <a:pathLst>
              <a:path w="2192020" h="472439">
                <a:moveTo>
                  <a:pt x="0" y="472439"/>
                </a:moveTo>
                <a:lnTo>
                  <a:pt x="2191511" y="472439"/>
                </a:lnTo>
                <a:lnTo>
                  <a:pt x="2191511" y="0"/>
                </a:lnTo>
                <a:lnTo>
                  <a:pt x="0" y="0"/>
                </a:lnTo>
                <a:lnTo>
                  <a:pt x="0" y="4724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829806" y="2357754"/>
            <a:ext cx="18103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同心项目集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41653" y="493013"/>
            <a:ext cx="2033270" cy="46228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1130">
              <a:lnSpc>
                <a:spcPts val="3245"/>
              </a:lnSpc>
              <a:tabLst>
                <a:tab pos="1070610" algn="l"/>
              </a:tabLst>
            </a:pPr>
            <a:r>
              <a:rPr dirty="0" sz="2800" b="1" i="1">
                <a:solidFill>
                  <a:srgbClr val="FF9933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9933"/>
                </a:solidFill>
                <a:latin typeface="Times New Roman"/>
                <a:cs typeface="Times New Roman"/>
              </a:rPr>
              <a:t>'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 →	</a:t>
            </a:r>
            <a:r>
              <a:rPr dirty="0" sz="2800" spc="-10" b="1" i="1">
                <a:solidFill>
                  <a:srgbClr val="FF9933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15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2568" y="42036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97379" y="974597"/>
            <a:ext cx="167640" cy="336550"/>
          </a:xfrm>
          <a:custGeom>
            <a:avLst/>
            <a:gdLst/>
            <a:ahLst/>
            <a:cxnLst/>
            <a:rect l="l" t="t" r="r" b="b"/>
            <a:pathLst>
              <a:path w="167639" h="336550">
                <a:moveTo>
                  <a:pt x="97304" y="97231"/>
                </a:moveTo>
                <a:lnTo>
                  <a:pt x="0" y="321055"/>
                </a:lnTo>
                <a:lnTo>
                  <a:pt x="35051" y="336168"/>
                </a:lnTo>
                <a:lnTo>
                  <a:pt x="132355" y="112465"/>
                </a:lnTo>
                <a:lnTo>
                  <a:pt x="97304" y="97231"/>
                </a:lnTo>
                <a:close/>
              </a:path>
              <a:path w="167639" h="336550">
                <a:moveTo>
                  <a:pt x="164686" y="79755"/>
                </a:moveTo>
                <a:lnTo>
                  <a:pt x="104901" y="79755"/>
                </a:lnTo>
                <a:lnTo>
                  <a:pt x="139953" y="94996"/>
                </a:lnTo>
                <a:lnTo>
                  <a:pt x="132355" y="112465"/>
                </a:lnTo>
                <a:lnTo>
                  <a:pt x="167258" y="127635"/>
                </a:lnTo>
                <a:lnTo>
                  <a:pt x="164686" y="79755"/>
                </a:lnTo>
                <a:close/>
              </a:path>
              <a:path w="167639" h="336550">
                <a:moveTo>
                  <a:pt x="104901" y="79755"/>
                </a:moveTo>
                <a:lnTo>
                  <a:pt x="97304" y="97231"/>
                </a:lnTo>
                <a:lnTo>
                  <a:pt x="132355" y="112465"/>
                </a:lnTo>
                <a:lnTo>
                  <a:pt x="139953" y="94996"/>
                </a:lnTo>
                <a:lnTo>
                  <a:pt x="104901" y="79755"/>
                </a:lnTo>
                <a:close/>
              </a:path>
              <a:path w="167639" h="336550">
                <a:moveTo>
                  <a:pt x="160400" y="0"/>
                </a:moveTo>
                <a:lnTo>
                  <a:pt x="62356" y="82041"/>
                </a:lnTo>
                <a:lnTo>
                  <a:pt x="97304" y="97231"/>
                </a:lnTo>
                <a:lnTo>
                  <a:pt x="104901" y="79755"/>
                </a:lnTo>
                <a:lnTo>
                  <a:pt x="164686" y="79755"/>
                </a:lnTo>
                <a:lnTo>
                  <a:pt x="1604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079498" y="869391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5854" y="4528565"/>
            <a:ext cx="1702435" cy="498475"/>
          </a:xfrm>
          <a:custGeom>
            <a:avLst/>
            <a:gdLst/>
            <a:ahLst/>
            <a:cxnLst/>
            <a:rect l="l" t="t" r="r" b="b"/>
            <a:pathLst>
              <a:path w="1702435" h="498475">
                <a:moveTo>
                  <a:pt x="0" y="498348"/>
                </a:moveTo>
                <a:lnTo>
                  <a:pt x="1702308" y="498348"/>
                </a:lnTo>
                <a:lnTo>
                  <a:pt x="1702308" y="0"/>
                </a:lnTo>
                <a:lnTo>
                  <a:pt x="0" y="0"/>
                </a:lnTo>
                <a:lnTo>
                  <a:pt x="0" y="49834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75564" y="4539488"/>
            <a:ext cx="181228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4200" spc="112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7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114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384298" y="4565141"/>
            <a:ext cx="1731645" cy="462280"/>
          </a:xfrm>
          <a:custGeom>
            <a:avLst/>
            <a:gdLst/>
            <a:ahLst/>
            <a:cxnLst/>
            <a:rect l="l" t="t" r="r" b="b"/>
            <a:pathLst>
              <a:path w="1731645" h="462279">
                <a:moveTo>
                  <a:pt x="0" y="461772"/>
                </a:moveTo>
                <a:lnTo>
                  <a:pt x="1731264" y="461772"/>
                </a:lnTo>
                <a:lnTo>
                  <a:pt x="1731264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384298" y="4565141"/>
            <a:ext cx="1769745" cy="47879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54"/>
              </a:lnSpc>
            </a:pPr>
            <a:r>
              <a:rPr dirty="0" baseline="694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1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77467" y="5031485"/>
            <a:ext cx="114300" cy="581025"/>
          </a:xfrm>
          <a:custGeom>
            <a:avLst/>
            <a:gdLst/>
            <a:ahLst/>
            <a:cxnLst/>
            <a:rect l="l" t="t" r="r" b="b"/>
            <a:pathLst>
              <a:path w="114300" h="581025">
                <a:moveTo>
                  <a:pt x="38100" y="466344"/>
                </a:moveTo>
                <a:lnTo>
                  <a:pt x="0" y="466344"/>
                </a:lnTo>
                <a:lnTo>
                  <a:pt x="57150" y="580644"/>
                </a:lnTo>
                <a:lnTo>
                  <a:pt x="104775" y="485394"/>
                </a:lnTo>
                <a:lnTo>
                  <a:pt x="38100" y="485394"/>
                </a:lnTo>
                <a:lnTo>
                  <a:pt x="38100" y="466344"/>
                </a:lnTo>
                <a:close/>
              </a:path>
              <a:path w="114300" h="581025">
                <a:moveTo>
                  <a:pt x="76200" y="0"/>
                </a:moveTo>
                <a:lnTo>
                  <a:pt x="38100" y="0"/>
                </a:lnTo>
                <a:lnTo>
                  <a:pt x="38100" y="485394"/>
                </a:lnTo>
                <a:lnTo>
                  <a:pt x="76200" y="485394"/>
                </a:lnTo>
                <a:lnTo>
                  <a:pt x="76200" y="0"/>
                </a:lnTo>
                <a:close/>
              </a:path>
              <a:path w="114300" h="581025">
                <a:moveTo>
                  <a:pt x="114300" y="466344"/>
                </a:moveTo>
                <a:lnTo>
                  <a:pt x="76200" y="466344"/>
                </a:lnTo>
                <a:lnTo>
                  <a:pt x="76200" y="485394"/>
                </a:lnTo>
                <a:lnTo>
                  <a:pt x="104775" y="485394"/>
                </a:lnTo>
                <a:lnTo>
                  <a:pt x="114300" y="4663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0405" y="5599938"/>
            <a:ext cx="1702435" cy="498475"/>
          </a:xfrm>
          <a:custGeom>
            <a:avLst/>
            <a:gdLst/>
            <a:ahLst/>
            <a:cxnLst/>
            <a:rect l="l" t="t" r="r" b="b"/>
            <a:pathLst>
              <a:path w="1702435" h="498475">
                <a:moveTo>
                  <a:pt x="0" y="498348"/>
                </a:moveTo>
                <a:lnTo>
                  <a:pt x="1702308" y="498348"/>
                </a:lnTo>
                <a:lnTo>
                  <a:pt x="1702308" y="0"/>
                </a:lnTo>
                <a:lnTo>
                  <a:pt x="0" y="0"/>
                </a:lnTo>
                <a:lnTo>
                  <a:pt x="0" y="49834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0116" y="4789525"/>
            <a:ext cx="1811020" cy="1273175"/>
          </a:xfrm>
          <a:prstGeom prst="rect">
            <a:avLst/>
          </a:prstGeom>
        </p:spPr>
        <p:txBody>
          <a:bodyPr wrap="square" lIns="0" tIns="209550" rIns="0" bIns="0" rtlCol="0" vert="horz">
            <a:spAutoFit/>
          </a:bodyPr>
          <a:lstStyle/>
          <a:p>
            <a:pPr marL="1204595">
              <a:lnSpc>
                <a:spcPct val="100000"/>
              </a:lnSpc>
              <a:spcBef>
                <a:spcPts val="165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555"/>
              </a:spcBef>
            </a:pPr>
            <a:r>
              <a:rPr dirty="0" baseline="12896" sz="4200" spc="112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2800" spc="75" b="1" i="1">
                <a:solidFill>
                  <a:srgbClr val="FF9933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FF9933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9933"/>
                </a:solidFill>
                <a:latin typeface="Times New Roman"/>
                <a:cs typeface="Times New Roman"/>
              </a:rPr>
              <a:t>Aa</a:t>
            </a:r>
            <a:r>
              <a:rPr dirty="0" sz="2800" spc="-10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114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978402" y="5456682"/>
            <a:ext cx="1910080" cy="498475"/>
          </a:xfrm>
          <a:custGeom>
            <a:avLst/>
            <a:gdLst/>
            <a:ahLst/>
            <a:cxnLst/>
            <a:rect l="l" t="t" r="r" b="b"/>
            <a:pathLst>
              <a:path w="1910079" h="498475">
                <a:moveTo>
                  <a:pt x="0" y="498348"/>
                </a:moveTo>
                <a:lnTo>
                  <a:pt x="1909572" y="498348"/>
                </a:lnTo>
                <a:lnTo>
                  <a:pt x="1909572" y="0"/>
                </a:lnTo>
                <a:lnTo>
                  <a:pt x="0" y="0"/>
                </a:lnTo>
                <a:lnTo>
                  <a:pt x="0" y="49834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770376" y="5442915"/>
            <a:ext cx="19818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9920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7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bA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459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224778" y="5493258"/>
            <a:ext cx="1908175" cy="498475"/>
          </a:xfrm>
          <a:custGeom>
            <a:avLst/>
            <a:gdLst/>
            <a:ahLst/>
            <a:cxnLst/>
            <a:rect l="l" t="t" r="r" b="b"/>
            <a:pathLst>
              <a:path w="1908175" h="498475">
                <a:moveTo>
                  <a:pt x="0" y="498348"/>
                </a:moveTo>
                <a:lnTo>
                  <a:pt x="1908048" y="498348"/>
                </a:lnTo>
                <a:lnTo>
                  <a:pt x="1908048" y="0"/>
                </a:lnTo>
                <a:lnTo>
                  <a:pt x="0" y="0"/>
                </a:lnTo>
                <a:lnTo>
                  <a:pt x="0" y="49834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017005" y="5466689"/>
            <a:ext cx="19888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6944" sz="4200" spc="12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2800" spc="8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1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842260" y="5011673"/>
            <a:ext cx="114300" cy="361315"/>
          </a:xfrm>
          <a:custGeom>
            <a:avLst/>
            <a:gdLst/>
            <a:ahLst/>
            <a:cxnLst/>
            <a:rect l="l" t="t" r="r" b="b"/>
            <a:pathLst>
              <a:path w="114300" h="361314">
                <a:moveTo>
                  <a:pt x="38100" y="246887"/>
                </a:moveTo>
                <a:lnTo>
                  <a:pt x="0" y="246887"/>
                </a:lnTo>
                <a:lnTo>
                  <a:pt x="57150" y="361188"/>
                </a:lnTo>
                <a:lnTo>
                  <a:pt x="104775" y="265938"/>
                </a:lnTo>
                <a:lnTo>
                  <a:pt x="38100" y="265938"/>
                </a:lnTo>
                <a:lnTo>
                  <a:pt x="38100" y="246887"/>
                </a:lnTo>
                <a:close/>
              </a:path>
              <a:path w="114300" h="361314">
                <a:moveTo>
                  <a:pt x="76200" y="0"/>
                </a:moveTo>
                <a:lnTo>
                  <a:pt x="38100" y="0"/>
                </a:lnTo>
                <a:lnTo>
                  <a:pt x="38100" y="265938"/>
                </a:lnTo>
                <a:lnTo>
                  <a:pt x="76200" y="265938"/>
                </a:lnTo>
                <a:lnTo>
                  <a:pt x="76200" y="0"/>
                </a:lnTo>
                <a:close/>
              </a:path>
              <a:path w="114300" h="361314">
                <a:moveTo>
                  <a:pt x="114300" y="246887"/>
                </a:moveTo>
                <a:lnTo>
                  <a:pt x="76200" y="246887"/>
                </a:lnTo>
                <a:lnTo>
                  <a:pt x="76200" y="265938"/>
                </a:lnTo>
                <a:lnTo>
                  <a:pt x="104775" y="265938"/>
                </a:lnTo>
                <a:lnTo>
                  <a:pt x="114300" y="2468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978023" y="4974463"/>
            <a:ext cx="1835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93214" y="5383529"/>
            <a:ext cx="1702435" cy="498475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106680">
              <a:lnSpc>
                <a:spcPct val="100000"/>
              </a:lnSpc>
              <a:spcBef>
                <a:spcPts val="185"/>
              </a:spcBef>
            </a:pP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FF9933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9933"/>
                </a:solidFill>
                <a:latin typeface="Times New Roman"/>
                <a:cs typeface="Times New Roman"/>
              </a:rPr>
              <a:t>Bc</a:t>
            </a:r>
            <a:r>
              <a:rPr dirty="0" sz="2800" spc="-10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40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88667" y="5080761"/>
            <a:ext cx="382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928871" y="5950458"/>
            <a:ext cx="114300" cy="361315"/>
          </a:xfrm>
          <a:custGeom>
            <a:avLst/>
            <a:gdLst/>
            <a:ahLst/>
            <a:cxnLst/>
            <a:rect l="l" t="t" r="r" b="b"/>
            <a:pathLst>
              <a:path w="114300" h="361314">
                <a:moveTo>
                  <a:pt x="38100" y="246887"/>
                </a:moveTo>
                <a:lnTo>
                  <a:pt x="0" y="246887"/>
                </a:lnTo>
                <a:lnTo>
                  <a:pt x="57150" y="361187"/>
                </a:lnTo>
                <a:lnTo>
                  <a:pt x="104775" y="265937"/>
                </a:lnTo>
                <a:lnTo>
                  <a:pt x="38100" y="265937"/>
                </a:lnTo>
                <a:lnTo>
                  <a:pt x="38100" y="246887"/>
                </a:lnTo>
                <a:close/>
              </a:path>
              <a:path w="114300" h="361314">
                <a:moveTo>
                  <a:pt x="76200" y="0"/>
                </a:moveTo>
                <a:lnTo>
                  <a:pt x="38100" y="0"/>
                </a:lnTo>
                <a:lnTo>
                  <a:pt x="38100" y="265937"/>
                </a:lnTo>
                <a:lnTo>
                  <a:pt x="76200" y="265937"/>
                </a:lnTo>
                <a:lnTo>
                  <a:pt x="76200" y="0"/>
                </a:lnTo>
                <a:close/>
              </a:path>
              <a:path w="114300" h="361314">
                <a:moveTo>
                  <a:pt x="114300" y="246887"/>
                </a:moveTo>
                <a:lnTo>
                  <a:pt x="76200" y="246887"/>
                </a:lnTo>
                <a:lnTo>
                  <a:pt x="76200" y="265937"/>
                </a:lnTo>
                <a:lnTo>
                  <a:pt x="104775" y="265937"/>
                </a:lnTo>
                <a:lnTo>
                  <a:pt x="114300" y="2468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064000" y="5912916"/>
            <a:ext cx="1835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248405" y="6322314"/>
            <a:ext cx="1839595" cy="498475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85"/>
              </a:spcBef>
            </a:pP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FF9933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9933"/>
                </a:solidFill>
                <a:latin typeface="Times New Roman"/>
                <a:cs typeface="Times New Roman"/>
              </a:rPr>
              <a:t>bAc</a:t>
            </a:r>
            <a:r>
              <a:rPr dirty="0" sz="2800" spc="-10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20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912745" y="6019291"/>
            <a:ext cx="3492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981443" y="6002273"/>
            <a:ext cx="114300" cy="361315"/>
          </a:xfrm>
          <a:custGeom>
            <a:avLst/>
            <a:gdLst/>
            <a:ahLst/>
            <a:cxnLst/>
            <a:rect l="l" t="t" r="r" b="b"/>
            <a:pathLst>
              <a:path w="114300" h="361314">
                <a:moveTo>
                  <a:pt x="38100" y="246887"/>
                </a:moveTo>
                <a:lnTo>
                  <a:pt x="0" y="246887"/>
                </a:lnTo>
                <a:lnTo>
                  <a:pt x="57150" y="361188"/>
                </a:lnTo>
                <a:lnTo>
                  <a:pt x="104775" y="265938"/>
                </a:lnTo>
                <a:lnTo>
                  <a:pt x="38100" y="265938"/>
                </a:lnTo>
                <a:lnTo>
                  <a:pt x="38100" y="246887"/>
                </a:lnTo>
                <a:close/>
              </a:path>
              <a:path w="114300" h="361314">
                <a:moveTo>
                  <a:pt x="76200" y="0"/>
                </a:moveTo>
                <a:lnTo>
                  <a:pt x="38100" y="0"/>
                </a:lnTo>
                <a:lnTo>
                  <a:pt x="38100" y="265938"/>
                </a:lnTo>
                <a:lnTo>
                  <a:pt x="76200" y="265938"/>
                </a:lnTo>
                <a:lnTo>
                  <a:pt x="76200" y="0"/>
                </a:lnTo>
                <a:close/>
              </a:path>
              <a:path w="114300" h="361314">
                <a:moveTo>
                  <a:pt x="114300" y="246887"/>
                </a:moveTo>
                <a:lnTo>
                  <a:pt x="76200" y="246887"/>
                </a:lnTo>
                <a:lnTo>
                  <a:pt x="76200" y="265938"/>
                </a:lnTo>
                <a:lnTo>
                  <a:pt x="104775" y="265938"/>
                </a:lnTo>
                <a:lnTo>
                  <a:pt x="114300" y="2468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7117206" y="596534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26504" y="6385966"/>
            <a:ext cx="17386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9933"/>
                </a:solidFill>
                <a:latin typeface="Times New Roman"/>
                <a:cs typeface="Times New Roman"/>
              </a:rPr>
              <a:t>bBa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•,</a:t>
            </a:r>
            <a:r>
              <a:rPr dirty="0" sz="2800" spc="-80" b="1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9933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329934" y="6374129"/>
            <a:ext cx="1803400" cy="483870"/>
          </a:xfrm>
          <a:custGeom>
            <a:avLst/>
            <a:gdLst/>
            <a:ahLst/>
            <a:cxnLst/>
            <a:rect l="l" t="t" r="r" b="b"/>
            <a:pathLst>
              <a:path w="1803400" h="483870">
                <a:moveTo>
                  <a:pt x="1802891" y="483868"/>
                </a:moveTo>
                <a:lnTo>
                  <a:pt x="1802891" y="0"/>
                </a:lnTo>
                <a:lnTo>
                  <a:pt x="0" y="0"/>
                </a:lnTo>
                <a:lnTo>
                  <a:pt x="0" y="483868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004305" y="6071717"/>
            <a:ext cx="382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051803" y="480059"/>
            <a:ext cx="3092450" cy="1556385"/>
          </a:xfrm>
          <a:custGeom>
            <a:avLst/>
            <a:gdLst/>
            <a:ahLst/>
            <a:cxnLst/>
            <a:rect l="l" t="t" r="r" b="b"/>
            <a:pathLst>
              <a:path w="3092450" h="1556385">
                <a:moveTo>
                  <a:pt x="0" y="1556003"/>
                </a:moveTo>
                <a:lnTo>
                  <a:pt x="3092196" y="1556003"/>
                </a:lnTo>
                <a:lnTo>
                  <a:pt x="3092196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013703" y="2067560"/>
            <a:ext cx="3130550" cy="0"/>
          </a:xfrm>
          <a:custGeom>
            <a:avLst/>
            <a:gdLst/>
            <a:ahLst/>
            <a:cxnLst/>
            <a:rect l="l" t="t" r="r" b="b"/>
            <a:pathLst>
              <a:path w="3130550" h="0">
                <a:moveTo>
                  <a:pt x="0" y="0"/>
                </a:moveTo>
                <a:lnTo>
                  <a:pt x="3130296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020053" y="454659"/>
            <a:ext cx="0" cy="1606550"/>
          </a:xfrm>
          <a:custGeom>
            <a:avLst/>
            <a:gdLst/>
            <a:ahLst/>
            <a:cxnLst/>
            <a:rect l="l" t="t" r="r" b="b"/>
            <a:pathLst>
              <a:path w="0" h="1606550">
                <a:moveTo>
                  <a:pt x="0" y="0"/>
                </a:moveTo>
                <a:lnTo>
                  <a:pt x="0" y="160655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013703" y="448309"/>
            <a:ext cx="3130550" cy="0"/>
          </a:xfrm>
          <a:custGeom>
            <a:avLst/>
            <a:gdLst/>
            <a:ahLst/>
            <a:cxnLst/>
            <a:rect l="l" t="t" r="r" b="b"/>
            <a:pathLst>
              <a:path w="3130550" h="0">
                <a:moveTo>
                  <a:pt x="0" y="0"/>
                </a:moveTo>
                <a:lnTo>
                  <a:pt x="3130296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039103" y="2035810"/>
            <a:ext cx="3105150" cy="0"/>
          </a:xfrm>
          <a:custGeom>
            <a:avLst/>
            <a:gdLst/>
            <a:ahLst/>
            <a:cxnLst/>
            <a:rect l="l" t="t" r="r" b="b"/>
            <a:pathLst>
              <a:path w="3105150" h="0">
                <a:moveTo>
                  <a:pt x="0" y="0"/>
                </a:moveTo>
                <a:lnTo>
                  <a:pt x="3104896" y="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051803" y="492759"/>
            <a:ext cx="0" cy="1530350"/>
          </a:xfrm>
          <a:custGeom>
            <a:avLst/>
            <a:gdLst/>
            <a:ahLst/>
            <a:cxnLst/>
            <a:rect l="l" t="t" r="r" b="b"/>
            <a:pathLst>
              <a:path w="0" h="1530350">
                <a:moveTo>
                  <a:pt x="0" y="0"/>
                </a:moveTo>
                <a:lnTo>
                  <a:pt x="0" y="153035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039103" y="480059"/>
            <a:ext cx="3105150" cy="0"/>
          </a:xfrm>
          <a:custGeom>
            <a:avLst/>
            <a:gdLst/>
            <a:ahLst/>
            <a:cxnLst/>
            <a:rect l="l" t="t" r="r" b="b"/>
            <a:pathLst>
              <a:path w="3105150" h="0">
                <a:moveTo>
                  <a:pt x="0" y="0"/>
                </a:moveTo>
                <a:lnTo>
                  <a:pt x="3104896" y="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077203" y="2004060"/>
            <a:ext cx="3067050" cy="0"/>
          </a:xfrm>
          <a:custGeom>
            <a:avLst/>
            <a:gdLst/>
            <a:ahLst/>
            <a:cxnLst/>
            <a:rect l="l" t="t" r="r" b="b"/>
            <a:pathLst>
              <a:path w="3067050" h="0">
                <a:moveTo>
                  <a:pt x="0" y="0"/>
                </a:moveTo>
                <a:lnTo>
                  <a:pt x="3066796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083553" y="518159"/>
            <a:ext cx="0" cy="1479550"/>
          </a:xfrm>
          <a:custGeom>
            <a:avLst/>
            <a:gdLst/>
            <a:ahLst/>
            <a:cxnLst/>
            <a:rect l="l" t="t" r="r" b="b"/>
            <a:pathLst>
              <a:path w="0" h="1479550">
                <a:moveTo>
                  <a:pt x="0" y="0"/>
                </a:moveTo>
                <a:lnTo>
                  <a:pt x="0" y="147955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077203" y="511809"/>
            <a:ext cx="3067050" cy="0"/>
          </a:xfrm>
          <a:custGeom>
            <a:avLst/>
            <a:gdLst/>
            <a:ahLst/>
            <a:cxnLst/>
            <a:rect l="l" t="t" r="r" b="b"/>
            <a:pathLst>
              <a:path w="3067050" h="0">
                <a:moveTo>
                  <a:pt x="0" y="0"/>
                </a:moveTo>
                <a:lnTo>
                  <a:pt x="3066796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131178" y="467359"/>
            <a:ext cx="2773045" cy="1487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00"/>
                </a:solidFill>
                <a:latin typeface="Symbol"/>
                <a:cs typeface="Symbol"/>
              </a:rPr>
              <a:t>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bAc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Bc</a:t>
            </a:r>
            <a:r>
              <a:rPr dirty="0" sz="2400" spc="-6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4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bBa</a:t>
            </a:r>
            <a:endParaRPr sz="2400">
              <a:latin typeface="Times New Roman"/>
              <a:cs typeface="Times New Roman"/>
            </a:endParaRPr>
          </a:p>
          <a:p>
            <a:pPr marL="12700" marR="2091689">
              <a:lnSpc>
                <a:spcPct val="100000"/>
              </a:lnSpc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6726" y="26923"/>
            <a:ext cx="2049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</a:t>
            </a:r>
            <a:r>
              <a:rPr dirty="0" sz="2000" spc="-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621" y="26923"/>
            <a:ext cx="3136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5.7.2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分析表构造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574" y="1296161"/>
            <a:ext cx="3180715" cy="267208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174625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37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'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  <a:p>
            <a:pPr marL="203835">
              <a:lnSpc>
                <a:spcPct val="100000"/>
              </a:lnSpc>
              <a:spcBef>
                <a:spcPts val="20"/>
              </a:spcBef>
            </a:pP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10" b="1" i="1">
                <a:solidFill>
                  <a:srgbClr val="FF00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bAc</a:t>
            </a:r>
            <a:r>
              <a:rPr dirty="0" sz="2800" spc="-1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1127760" indent="-212725">
              <a:lnSpc>
                <a:spcPct val="100000"/>
              </a:lnSpc>
              <a:spcBef>
                <a:spcPts val="505"/>
              </a:spcBef>
              <a:buClr>
                <a:srgbClr val="FFFF00"/>
              </a:buClr>
              <a:buFont typeface="Times New Roman"/>
              <a:buChar char="•"/>
              <a:tabLst>
                <a:tab pos="1128395" algn="l"/>
              </a:tabLst>
            </a:pPr>
            <a:r>
              <a:rPr dirty="0" sz="2800" spc="-5" b="1" i="1">
                <a:solidFill>
                  <a:srgbClr val="FF00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  <a:p>
            <a:pPr marL="222885" marR="1344930" indent="19050">
              <a:lnSpc>
                <a:spcPts val="3960"/>
              </a:lnSpc>
              <a:spcBef>
                <a:spcPts val="130"/>
              </a:spcBef>
            </a:pPr>
            <a:r>
              <a:rPr dirty="0" sz="2800" spc="-5" b="1" i="1">
                <a:solidFill>
                  <a:srgbClr val="FF00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c  </a:t>
            </a:r>
            <a:r>
              <a:rPr dirty="0" sz="2800" spc="-5" b="1" i="1">
                <a:solidFill>
                  <a:srgbClr val="FF00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942" y="6901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82161" y="1914144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33400" y="0"/>
                </a:moveTo>
                <a:lnTo>
                  <a:pt x="533400" y="114300"/>
                </a:lnTo>
                <a:lnTo>
                  <a:pt x="609600" y="76200"/>
                </a:lnTo>
                <a:lnTo>
                  <a:pt x="552450" y="76200"/>
                </a:lnTo>
                <a:lnTo>
                  <a:pt x="552450" y="381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47700" h="114300">
                <a:moveTo>
                  <a:pt x="533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3400" y="76200"/>
                </a:lnTo>
                <a:lnTo>
                  <a:pt x="533400" y="38100"/>
                </a:lnTo>
                <a:close/>
              </a:path>
              <a:path w="647700" h="114300">
                <a:moveTo>
                  <a:pt x="609600" y="38100"/>
                </a:moveTo>
                <a:lnTo>
                  <a:pt x="552450" y="38100"/>
                </a:lnTo>
                <a:lnTo>
                  <a:pt x="552450" y="76200"/>
                </a:lnTo>
                <a:lnTo>
                  <a:pt x="609600" y="76200"/>
                </a:lnTo>
                <a:lnTo>
                  <a:pt x="647700" y="5715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36975" y="140703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9673" y="1378458"/>
            <a:ext cx="2071370" cy="1114425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10"/>
              </a:spcBef>
            </a:pPr>
            <a:r>
              <a:rPr dirty="0" sz="2800" spc="-5" b="1" i="1">
                <a:solidFill>
                  <a:srgbClr val="FF00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•,</a:t>
            </a:r>
            <a:r>
              <a:rPr dirty="0" sz="28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99FF99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99FF99"/>
                </a:solidFill>
                <a:latin typeface="Times New Roman"/>
                <a:cs typeface="Times New Roman"/>
              </a:rPr>
              <a:t>/</a:t>
            </a:r>
            <a:r>
              <a:rPr dirty="0" sz="2800" b="1" i="1">
                <a:solidFill>
                  <a:srgbClr val="99FF99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800"/>
              </a:spcBef>
            </a:pPr>
            <a:r>
              <a:rPr dirty="0" sz="2800" spc="-5" b="1" i="1">
                <a:solidFill>
                  <a:srgbClr val="FF00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•,</a:t>
            </a:r>
            <a:r>
              <a:rPr dirty="0" sz="28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27652" y="802970"/>
            <a:ext cx="5372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82161" y="3602735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33400" y="0"/>
                </a:moveTo>
                <a:lnTo>
                  <a:pt x="533400" y="114300"/>
                </a:lnTo>
                <a:lnTo>
                  <a:pt x="609600" y="76200"/>
                </a:lnTo>
                <a:lnTo>
                  <a:pt x="552450" y="76200"/>
                </a:lnTo>
                <a:lnTo>
                  <a:pt x="552450" y="381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47700" h="114300">
                <a:moveTo>
                  <a:pt x="533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3400" y="76200"/>
                </a:lnTo>
                <a:lnTo>
                  <a:pt x="533400" y="38100"/>
                </a:lnTo>
                <a:close/>
              </a:path>
              <a:path w="647700" h="114300">
                <a:moveTo>
                  <a:pt x="609600" y="38100"/>
                </a:moveTo>
                <a:lnTo>
                  <a:pt x="552450" y="38100"/>
                </a:lnTo>
                <a:lnTo>
                  <a:pt x="552450" y="76200"/>
                </a:lnTo>
                <a:lnTo>
                  <a:pt x="609600" y="76200"/>
                </a:lnTo>
                <a:lnTo>
                  <a:pt x="647700" y="5715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736975" y="3096513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7824" y="3967734"/>
            <a:ext cx="114300" cy="581025"/>
          </a:xfrm>
          <a:custGeom>
            <a:avLst/>
            <a:gdLst/>
            <a:ahLst/>
            <a:cxnLst/>
            <a:rect l="l" t="t" r="r" b="b"/>
            <a:pathLst>
              <a:path w="114300" h="581025">
                <a:moveTo>
                  <a:pt x="38100" y="466344"/>
                </a:moveTo>
                <a:lnTo>
                  <a:pt x="0" y="466344"/>
                </a:lnTo>
                <a:lnTo>
                  <a:pt x="57150" y="580644"/>
                </a:lnTo>
                <a:lnTo>
                  <a:pt x="104775" y="485394"/>
                </a:lnTo>
                <a:lnTo>
                  <a:pt x="38100" y="485394"/>
                </a:lnTo>
                <a:lnTo>
                  <a:pt x="38100" y="466344"/>
                </a:lnTo>
                <a:close/>
              </a:path>
              <a:path w="114300" h="581025">
                <a:moveTo>
                  <a:pt x="76200" y="0"/>
                </a:moveTo>
                <a:lnTo>
                  <a:pt x="38100" y="0"/>
                </a:lnTo>
                <a:lnTo>
                  <a:pt x="38100" y="485394"/>
                </a:lnTo>
                <a:lnTo>
                  <a:pt x="76200" y="485394"/>
                </a:lnTo>
                <a:lnTo>
                  <a:pt x="76200" y="0"/>
                </a:lnTo>
                <a:close/>
              </a:path>
              <a:path w="114300" h="581025">
                <a:moveTo>
                  <a:pt x="114300" y="466344"/>
                </a:moveTo>
                <a:lnTo>
                  <a:pt x="76200" y="466344"/>
                </a:lnTo>
                <a:lnTo>
                  <a:pt x="76200" y="485394"/>
                </a:lnTo>
                <a:lnTo>
                  <a:pt x="104775" y="485394"/>
                </a:lnTo>
                <a:lnTo>
                  <a:pt x="114300" y="4663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12342" y="3923157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77211" y="3986021"/>
            <a:ext cx="114300" cy="581025"/>
          </a:xfrm>
          <a:custGeom>
            <a:avLst/>
            <a:gdLst/>
            <a:ahLst/>
            <a:cxnLst/>
            <a:rect l="l" t="t" r="r" b="b"/>
            <a:pathLst>
              <a:path w="114300" h="581025">
                <a:moveTo>
                  <a:pt x="38100" y="466344"/>
                </a:moveTo>
                <a:lnTo>
                  <a:pt x="0" y="466344"/>
                </a:lnTo>
                <a:lnTo>
                  <a:pt x="57150" y="580644"/>
                </a:lnTo>
                <a:lnTo>
                  <a:pt x="104775" y="485394"/>
                </a:lnTo>
                <a:lnTo>
                  <a:pt x="38100" y="485394"/>
                </a:lnTo>
                <a:lnTo>
                  <a:pt x="38100" y="466344"/>
                </a:lnTo>
                <a:close/>
              </a:path>
              <a:path w="114300" h="581025">
                <a:moveTo>
                  <a:pt x="76200" y="0"/>
                </a:moveTo>
                <a:lnTo>
                  <a:pt x="38100" y="0"/>
                </a:lnTo>
                <a:lnTo>
                  <a:pt x="38100" y="485394"/>
                </a:lnTo>
                <a:lnTo>
                  <a:pt x="76200" y="485394"/>
                </a:lnTo>
                <a:lnTo>
                  <a:pt x="76200" y="0"/>
                </a:lnTo>
                <a:close/>
              </a:path>
              <a:path w="114300" h="581025">
                <a:moveTo>
                  <a:pt x="114300" y="466344"/>
                </a:moveTo>
                <a:lnTo>
                  <a:pt x="76200" y="466344"/>
                </a:lnTo>
                <a:lnTo>
                  <a:pt x="76200" y="485394"/>
                </a:lnTo>
                <a:lnTo>
                  <a:pt x="104775" y="485394"/>
                </a:lnTo>
                <a:lnTo>
                  <a:pt x="114300" y="4663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95934" y="3695570"/>
            <a:ext cx="1678939" cy="1466215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02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  <a:tabLst>
                <a:tab pos="113157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…	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53711" y="5097017"/>
            <a:ext cx="114300" cy="581025"/>
          </a:xfrm>
          <a:custGeom>
            <a:avLst/>
            <a:gdLst/>
            <a:ahLst/>
            <a:cxnLst/>
            <a:rect l="l" t="t" r="r" b="b"/>
            <a:pathLst>
              <a:path w="114300" h="581025">
                <a:moveTo>
                  <a:pt x="38100" y="466343"/>
                </a:moveTo>
                <a:lnTo>
                  <a:pt x="0" y="466343"/>
                </a:lnTo>
                <a:lnTo>
                  <a:pt x="57150" y="580643"/>
                </a:lnTo>
                <a:lnTo>
                  <a:pt x="104775" y="485393"/>
                </a:lnTo>
                <a:lnTo>
                  <a:pt x="38100" y="485393"/>
                </a:lnTo>
                <a:lnTo>
                  <a:pt x="38100" y="466343"/>
                </a:lnTo>
                <a:close/>
              </a:path>
              <a:path w="114300" h="581025">
                <a:moveTo>
                  <a:pt x="76200" y="0"/>
                </a:moveTo>
                <a:lnTo>
                  <a:pt x="38100" y="0"/>
                </a:lnTo>
                <a:lnTo>
                  <a:pt x="38100" y="485393"/>
                </a:lnTo>
                <a:lnTo>
                  <a:pt x="76200" y="485393"/>
                </a:lnTo>
                <a:lnTo>
                  <a:pt x="76200" y="0"/>
                </a:lnTo>
                <a:close/>
              </a:path>
              <a:path w="114300" h="581025">
                <a:moveTo>
                  <a:pt x="114300" y="466343"/>
                </a:moveTo>
                <a:lnTo>
                  <a:pt x="76200" y="466343"/>
                </a:lnTo>
                <a:lnTo>
                  <a:pt x="76200" y="485393"/>
                </a:lnTo>
                <a:lnTo>
                  <a:pt x="104775" y="485393"/>
                </a:lnTo>
                <a:lnTo>
                  <a:pt x="114300" y="46634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689728" y="5052186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54623" y="5113782"/>
            <a:ext cx="114300" cy="581025"/>
          </a:xfrm>
          <a:custGeom>
            <a:avLst/>
            <a:gdLst/>
            <a:ahLst/>
            <a:cxnLst/>
            <a:rect l="l" t="t" r="r" b="b"/>
            <a:pathLst>
              <a:path w="114300" h="581025">
                <a:moveTo>
                  <a:pt x="38100" y="466344"/>
                </a:moveTo>
                <a:lnTo>
                  <a:pt x="0" y="466344"/>
                </a:lnTo>
                <a:lnTo>
                  <a:pt x="57150" y="580644"/>
                </a:lnTo>
                <a:lnTo>
                  <a:pt x="104775" y="485394"/>
                </a:lnTo>
                <a:lnTo>
                  <a:pt x="38100" y="485394"/>
                </a:lnTo>
                <a:lnTo>
                  <a:pt x="38100" y="466344"/>
                </a:lnTo>
                <a:close/>
              </a:path>
              <a:path w="114300" h="581025">
                <a:moveTo>
                  <a:pt x="76200" y="0"/>
                </a:moveTo>
                <a:lnTo>
                  <a:pt x="38100" y="0"/>
                </a:lnTo>
                <a:lnTo>
                  <a:pt x="38100" y="485394"/>
                </a:lnTo>
                <a:lnTo>
                  <a:pt x="76200" y="485394"/>
                </a:lnTo>
                <a:lnTo>
                  <a:pt x="76200" y="0"/>
                </a:lnTo>
                <a:close/>
              </a:path>
              <a:path w="114300" h="581025">
                <a:moveTo>
                  <a:pt x="114300" y="466344"/>
                </a:moveTo>
                <a:lnTo>
                  <a:pt x="76200" y="466344"/>
                </a:lnTo>
                <a:lnTo>
                  <a:pt x="76200" y="485394"/>
                </a:lnTo>
                <a:lnTo>
                  <a:pt x="104775" y="485394"/>
                </a:lnTo>
                <a:lnTo>
                  <a:pt x="114300" y="4663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473066" y="4823662"/>
            <a:ext cx="1679575" cy="1467485"/>
          </a:xfrm>
          <a:prstGeom prst="rect">
            <a:avLst/>
          </a:prstGeom>
        </p:spPr>
        <p:txBody>
          <a:bodyPr wrap="square" lIns="0" tIns="25781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03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  <a:tabLst>
                <a:tab pos="102933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…	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29861" y="3213354"/>
            <a:ext cx="2400300" cy="1847214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60"/>
              </a:spcBef>
            </a:pP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•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Ac</a:t>
            </a:r>
            <a:r>
              <a:rPr dirty="0" sz="2800" spc="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879475">
              <a:lnSpc>
                <a:spcPts val="3105"/>
              </a:lnSpc>
              <a:spcBef>
                <a:spcPts val="16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  <a:p>
            <a:pPr marL="147955">
              <a:lnSpc>
                <a:spcPts val="3105"/>
              </a:lnSpc>
            </a:pPr>
            <a:r>
              <a:rPr dirty="0" sz="2800" spc="-5" b="1" i="1">
                <a:solidFill>
                  <a:srgbClr val="FF00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128905">
              <a:lnSpc>
                <a:spcPct val="100000"/>
              </a:lnSpc>
              <a:spcBef>
                <a:spcPts val="605"/>
              </a:spcBef>
            </a:pPr>
            <a:r>
              <a:rPr dirty="0" sz="2800" spc="-5" b="1" i="1">
                <a:solidFill>
                  <a:srgbClr val="FF00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•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46575" y="269417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59323" y="2474214"/>
            <a:ext cx="114300" cy="739140"/>
          </a:xfrm>
          <a:custGeom>
            <a:avLst/>
            <a:gdLst/>
            <a:ahLst/>
            <a:cxnLst/>
            <a:rect l="l" t="t" r="r" b="b"/>
            <a:pathLst>
              <a:path w="114300" h="739139">
                <a:moveTo>
                  <a:pt x="76200" y="95250"/>
                </a:moveTo>
                <a:lnTo>
                  <a:pt x="38100" y="95250"/>
                </a:lnTo>
                <a:lnTo>
                  <a:pt x="38100" y="739139"/>
                </a:lnTo>
                <a:lnTo>
                  <a:pt x="76200" y="739139"/>
                </a:lnTo>
                <a:lnTo>
                  <a:pt x="76200" y="95250"/>
                </a:lnTo>
                <a:close/>
              </a:path>
              <a:path w="114300" h="73913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3913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394452" y="258546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400800" y="800100"/>
            <a:ext cx="381000" cy="2016760"/>
          </a:xfrm>
          <a:custGeom>
            <a:avLst/>
            <a:gdLst/>
            <a:ahLst/>
            <a:cxnLst/>
            <a:rect l="l" t="t" r="r" b="b"/>
            <a:pathLst>
              <a:path w="381000" h="2016760">
                <a:moveTo>
                  <a:pt x="0" y="0"/>
                </a:moveTo>
                <a:lnTo>
                  <a:pt x="50623" y="5998"/>
                </a:lnTo>
                <a:lnTo>
                  <a:pt x="96124" y="22925"/>
                </a:lnTo>
                <a:lnTo>
                  <a:pt x="134683" y="49180"/>
                </a:lnTo>
                <a:lnTo>
                  <a:pt x="164479" y="83161"/>
                </a:lnTo>
                <a:lnTo>
                  <a:pt x="183691" y="123266"/>
                </a:lnTo>
                <a:lnTo>
                  <a:pt x="190500" y="167894"/>
                </a:lnTo>
                <a:lnTo>
                  <a:pt x="190500" y="840232"/>
                </a:lnTo>
                <a:lnTo>
                  <a:pt x="197308" y="884859"/>
                </a:lnTo>
                <a:lnTo>
                  <a:pt x="216520" y="924964"/>
                </a:lnTo>
                <a:lnTo>
                  <a:pt x="246316" y="958945"/>
                </a:lnTo>
                <a:lnTo>
                  <a:pt x="284875" y="985200"/>
                </a:lnTo>
                <a:lnTo>
                  <a:pt x="330376" y="1002127"/>
                </a:lnTo>
                <a:lnTo>
                  <a:pt x="381000" y="1008126"/>
                </a:lnTo>
                <a:lnTo>
                  <a:pt x="330376" y="1014124"/>
                </a:lnTo>
                <a:lnTo>
                  <a:pt x="284875" y="1031051"/>
                </a:lnTo>
                <a:lnTo>
                  <a:pt x="246316" y="1057306"/>
                </a:lnTo>
                <a:lnTo>
                  <a:pt x="216520" y="1091287"/>
                </a:lnTo>
                <a:lnTo>
                  <a:pt x="197308" y="1131392"/>
                </a:lnTo>
                <a:lnTo>
                  <a:pt x="190500" y="1176020"/>
                </a:lnTo>
                <a:lnTo>
                  <a:pt x="190500" y="1848358"/>
                </a:lnTo>
                <a:lnTo>
                  <a:pt x="183691" y="1892985"/>
                </a:lnTo>
                <a:lnTo>
                  <a:pt x="164479" y="1933090"/>
                </a:lnTo>
                <a:lnTo>
                  <a:pt x="134683" y="1967071"/>
                </a:lnTo>
                <a:lnTo>
                  <a:pt x="96124" y="1993326"/>
                </a:lnTo>
                <a:lnTo>
                  <a:pt x="50623" y="2010253"/>
                </a:lnTo>
                <a:lnTo>
                  <a:pt x="0" y="2016252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861809" y="1019454"/>
            <a:ext cx="1807210" cy="149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冲突。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477761" y="1988057"/>
            <a:ext cx="2476500" cy="753110"/>
          </a:xfrm>
          <a:custGeom>
            <a:avLst/>
            <a:gdLst/>
            <a:ahLst/>
            <a:cxnLst/>
            <a:rect l="l" t="t" r="r" b="b"/>
            <a:pathLst>
              <a:path w="2476500" h="753110">
                <a:moveTo>
                  <a:pt x="0" y="376427"/>
                </a:moveTo>
                <a:lnTo>
                  <a:pt x="7770" y="334018"/>
                </a:lnTo>
                <a:lnTo>
                  <a:pt x="30524" y="292986"/>
                </a:lnTo>
                <a:lnTo>
                  <a:pt x="67427" y="253586"/>
                </a:lnTo>
                <a:lnTo>
                  <a:pt x="117640" y="216073"/>
                </a:lnTo>
                <a:lnTo>
                  <a:pt x="180330" y="180699"/>
                </a:lnTo>
                <a:lnTo>
                  <a:pt x="216091" y="163895"/>
                </a:lnTo>
                <a:lnTo>
                  <a:pt x="254659" y="147720"/>
                </a:lnTo>
                <a:lnTo>
                  <a:pt x="295926" y="132208"/>
                </a:lnTo>
                <a:lnTo>
                  <a:pt x="339791" y="117390"/>
                </a:lnTo>
                <a:lnTo>
                  <a:pt x="386147" y="103298"/>
                </a:lnTo>
                <a:lnTo>
                  <a:pt x="434890" y="89963"/>
                </a:lnTo>
                <a:lnTo>
                  <a:pt x="485917" y="77417"/>
                </a:lnTo>
                <a:lnTo>
                  <a:pt x="539121" y="65693"/>
                </a:lnTo>
                <a:lnTo>
                  <a:pt x="594399" y="54821"/>
                </a:lnTo>
                <a:lnTo>
                  <a:pt x="651647" y="44834"/>
                </a:lnTo>
                <a:lnTo>
                  <a:pt x="710760" y="35763"/>
                </a:lnTo>
                <a:lnTo>
                  <a:pt x="771632" y="27641"/>
                </a:lnTo>
                <a:lnTo>
                  <a:pt x="834161" y="20498"/>
                </a:lnTo>
                <a:lnTo>
                  <a:pt x="898240" y="14367"/>
                </a:lnTo>
                <a:lnTo>
                  <a:pt x="963767" y="9279"/>
                </a:lnTo>
                <a:lnTo>
                  <a:pt x="1030635" y="5267"/>
                </a:lnTo>
                <a:lnTo>
                  <a:pt x="1098742" y="2362"/>
                </a:lnTo>
                <a:lnTo>
                  <a:pt x="1167981" y="595"/>
                </a:lnTo>
                <a:lnTo>
                  <a:pt x="1238249" y="0"/>
                </a:lnTo>
                <a:lnTo>
                  <a:pt x="1308518" y="595"/>
                </a:lnTo>
                <a:lnTo>
                  <a:pt x="1377757" y="2362"/>
                </a:lnTo>
                <a:lnTo>
                  <a:pt x="1445864" y="5267"/>
                </a:lnTo>
                <a:lnTo>
                  <a:pt x="1512732" y="9279"/>
                </a:lnTo>
                <a:lnTo>
                  <a:pt x="1578259" y="14367"/>
                </a:lnTo>
                <a:lnTo>
                  <a:pt x="1642338" y="20498"/>
                </a:lnTo>
                <a:lnTo>
                  <a:pt x="1704867" y="27641"/>
                </a:lnTo>
                <a:lnTo>
                  <a:pt x="1765739" y="35763"/>
                </a:lnTo>
                <a:lnTo>
                  <a:pt x="1824852" y="44834"/>
                </a:lnTo>
                <a:lnTo>
                  <a:pt x="1882100" y="54821"/>
                </a:lnTo>
                <a:lnTo>
                  <a:pt x="1937378" y="65693"/>
                </a:lnTo>
                <a:lnTo>
                  <a:pt x="1990582" y="77417"/>
                </a:lnTo>
                <a:lnTo>
                  <a:pt x="2041609" y="89963"/>
                </a:lnTo>
                <a:lnTo>
                  <a:pt x="2090352" y="103298"/>
                </a:lnTo>
                <a:lnTo>
                  <a:pt x="2136708" y="117390"/>
                </a:lnTo>
                <a:lnTo>
                  <a:pt x="2180573" y="132208"/>
                </a:lnTo>
                <a:lnTo>
                  <a:pt x="2221840" y="147720"/>
                </a:lnTo>
                <a:lnTo>
                  <a:pt x="2260408" y="163895"/>
                </a:lnTo>
                <a:lnTo>
                  <a:pt x="2296169" y="180699"/>
                </a:lnTo>
                <a:lnTo>
                  <a:pt x="2358859" y="216073"/>
                </a:lnTo>
                <a:lnTo>
                  <a:pt x="2409072" y="253586"/>
                </a:lnTo>
                <a:lnTo>
                  <a:pt x="2445975" y="292986"/>
                </a:lnTo>
                <a:lnTo>
                  <a:pt x="2468729" y="334018"/>
                </a:lnTo>
                <a:lnTo>
                  <a:pt x="2476499" y="376427"/>
                </a:lnTo>
                <a:lnTo>
                  <a:pt x="2474539" y="397789"/>
                </a:lnTo>
                <a:lnTo>
                  <a:pt x="2459172" y="439541"/>
                </a:lnTo>
                <a:lnTo>
                  <a:pt x="2429240" y="479788"/>
                </a:lnTo>
                <a:lnTo>
                  <a:pt x="2385577" y="518277"/>
                </a:lnTo>
                <a:lnTo>
                  <a:pt x="2329021" y="554752"/>
                </a:lnTo>
                <a:lnTo>
                  <a:pt x="2260408" y="588960"/>
                </a:lnTo>
                <a:lnTo>
                  <a:pt x="2221840" y="605135"/>
                </a:lnTo>
                <a:lnTo>
                  <a:pt x="2180573" y="620647"/>
                </a:lnTo>
                <a:lnTo>
                  <a:pt x="2136708" y="635465"/>
                </a:lnTo>
                <a:lnTo>
                  <a:pt x="2090352" y="649557"/>
                </a:lnTo>
                <a:lnTo>
                  <a:pt x="2041609" y="662892"/>
                </a:lnTo>
                <a:lnTo>
                  <a:pt x="1990582" y="675438"/>
                </a:lnTo>
                <a:lnTo>
                  <a:pt x="1937378" y="687162"/>
                </a:lnTo>
                <a:lnTo>
                  <a:pt x="1882100" y="698034"/>
                </a:lnTo>
                <a:lnTo>
                  <a:pt x="1824852" y="708021"/>
                </a:lnTo>
                <a:lnTo>
                  <a:pt x="1765739" y="717092"/>
                </a:lnTo>
                <a:lnTo>
                  <a:pt x="1704867" y="725214"/>
                </a:lnTo>
                <a:lnTo>
                  <a:pt x="1642338" y="732357"/>
                </a:lnTo>
                <a:lnTo>
                  <a:pt x="1578259" y="738488"/>
                </a:lnTo>
                <a:lnTo>
                  <a:pt x="1512732" y="743576"/>
                </a:lnTo>
                <a:lnTo>
                  <a:pt x="1445864" y="747588"/>
                </a:lnTo>
                <a:lnTo>
                  <a:pt x="1377757" y="750493"/>
                </a:lnTo>
                <a:lnTo>
                  <a:pt x="1308518" y="752260"/>
                </a:lnTo>
                <a:lnTo>
                  <a:pt x="1238249" y="752855"/>
                </a:lnTo>
                <a:lnTo>
                  <a:pt x="1167981" y="752260"/>
                </a:lnTo>
                <a:lnTo>
                  <a:pt x="1098742" y="750493"/>
                </a:lnTo>
                <a:lnTo>
                  <a:pt x="1030635" y="747588"/>
                </a:lnTo>
                <a:lnTo>
                  <a:pt x="963767" y="743576"/>
                </a:lnTo>
                <a:lnTo>
                  <a:pt x="898240" y="738488"/>
                </a:lnTo>
                <a:lnTo>
                  <a:pt x="834161" y="732357"/>
                </a:lnTo>
                <a:lnTo>
                  <a:pt x="771632" y="725214"/>
                </a:lnTo>
                <a:lnTo>
                  <a:pt x="710760" y="717092"/>
                </a:lnTo>
                <a:lnTo>
                  <a:pt x="651647" y="708021"/>
                </a:lnTo>
                <a:lnTo>
                  <a:pt x="594399" y="698034"/>
                </a:lnTo>
                <a:lnTo>
                  <a:pt x="539121" y="687162"/>
                </a:lnTo>
                <a:lnTo>
                  <a:pt x="485917" y="675438"/>
                </a:lnTo>
                <a:lnTo>
                  <a:pt x="434890" y="662892"/>
                </a:lnTo>
                <a:lnTo>
                  <a:pt x="386147" y="649557"/>
                </a:lnTo>
                <a:lnTo>
                  <a:pt x="339791" y="635465"/>
                </a:lnTo>
                <a:lnTo>
                  <a:pt x="295926" y="620647"/>
                </a:lnTo>
                <a:lnTo>
                  <a:pt x="254659" y="605135"/>
                </a:lnTo>
                <a:lnTo>
                  <a:pt x="216091" y="588960"/>
                </a:lnTo>
                <a:lnTo>
                  <a:pt x="180330" y="572156"/>
                </a:lnTo>
                <a:lnTo>
                  <a:pt x="117640" y="536782"/>
                </a:lnTo>
                <a:lnTo>
                  <a:pt x="67427" y="499269"/>
                </a:lnTo>
                <a:lnTo>
                  <a:pt x="30524" y="459869"/>
                </a:lnTo>
                <a:lnTo>
                  <a:pt x="7770" y="418837"/>
                </a:lnTo>
                <a:lnTo>
                  <a:pt x="0" y="376427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04354" y="4676647"/>
            <a:ext cx="1054735" cy="594360"/>
          </a:xfrm>
          <a:custGeom>
            <a:avLst/>
            <a:gdLst/>
            <a:ahLst/>
            <a:cxnLst/>
            <a:rect l="l" t="t" r="r" b="b"/>
            <a:pathLst>
              <a:path w="1054734" h="594360">
                <a:moveTo>
                  <a:pt x="1054607" y="418083"/>
                </a:moveTo>
                <a:lnTo>
                  <a:pt x="0" y="418083"/>
                </a:lnTo>
                <a:lnTo>
                  <a:pt x="527303" y="594105"/>
                </a:lnTo>
                <a:lnTo>
                  <a:pt x="1054607" y="418083"/>
                </a:lnTo>
                <a:close/>
              </a:path>
              <a:path w="1054734" h="594360">
                <a:moveTo>
                  <a:pt x="790955" y="0"/>
                </a:moveTo>
                <a:lnTo>
                  <a:pt x="263651" y="0"/>
                </a:lnTo>
                <a:lnTo>
                  <a:pt x="263651" y="418083"/>
                </a:lnTo>
                <a:lnTo>
                  <a:pt x="790955" y="418083"/>
                </a:lnTo>
                <a:lnTo>
                  <a:pt x="790955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04354" y="4676647"/>
            <a:ext cx="1054735" cy="594360"/>
          </a:xfrm>
          <a:custGeom>
            <a:avLst/>
            <a:gdLst/>
            <a:ahLst/>
            <a:cxnLst/>
            <a:rect l="l" t="t" r="r" b="b"/>
            <a:pathLst>
              <a:path w="1054734" h="594360">
                <a:moveTo>
                  <a:pt x="1054607" y="418083"/>
                </a:moveTo>
                <a:lnTo>
                  <a:pt x="790955" y="418083"/>
                </a:lnTo>
                <a:lnTo>
                  <a:pt x="790955" y="0"/>
                </a:lnTo>
                <a:lnTo>
                  <a:pt x="263651" y="0"/>
                </a:lnTo>
                <a:lnTo>
                  <a:pt x="263651" y="418083"/>
                </a:lnTo>
                <a:lnTo>
                  <a:pt x="0" y="418083"/>
                </a:lnTo>
                <a:lnTo>
                  <a:pt x="527303" y="594105"/>
                </a:lnTo>
                <a:lnTo>
                  <a:pt x="1054607" y="418083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48956" y="4607686"/>
            <a:ext cx="565785" cy="66040"/>
          </a:xfrm>
          <a:custGeom>
            <a:avLst/>
            <a:gdLst/>
            <a:ahLst/>
            <a:cxnLst/>
            <a:rect l="l" t="t" r="r" b="b"/>
            <a:pathLst>
              <a:path w="565784" h="66039">
                <a:moveTo>
                  <a:pt x="0" y="66039"/>
                </a:moveTo>
                <a:lnTo>
                  <a:pt x="565403" y="66039"/>
                </a:lnTo>
                <a:lnTo>
                  <a:pt x="565403" y="0"/>
                </a:lnTo>
                <a:lnTo>
                  <a:pt x="0" y="0"/>
                </a:lnTo>
                <a:lnTo>
                  <a:pt x="0" y="6603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48956" y="4547584"/>
            <a:ext cx="565785" cy="60325"/>
          </a:xfrm>
          <a:custGeom>
            <a:avLst/>
            <a:gdLst/>
            <a:ahLst/>
            <a:cxnLst/>
            <a:rect l="l" t="t" r="r" b="b"/>
            <a:pathLst>
              <a:path w="565784" h="60325">
                <a:moveTo>
                  <a:pt x="0" y="60102"/>
                </a:moveTo>
                <a:lnTo>
                  <a:pt x="565403" y="60102"/>
                </a:lnTo>
                <a:lnTo>
                  <a:pt x="565403" y="0"/>
                </a:lnTo>
                <a:lnTo>
                  <a:pt x="0" y="0"/>
                </a:lnTo>
                <a:lnTo>
                  <a:pt x="0" y="60102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049261" y="5328665"/>
            <a:ext cx="1905000" cy="472440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279"/>
              </a:lnSpc>
            </a:pPr>
            <a:r>
              <a:rPr dirty="0" sz="2800" spc="-10" b="1" i="1">
                <a:latin typeface="Times New Roman"/>
                <a:cs typeface="Times New Roman"/>
              </a:rPr>
              <a:t>G</a:t>
            </a:r>
            <a:r>
              <a:rPr dirty="0" sz="2800" spc="-5" b="1">
                <a:latin typeface="宋体"/>
                <a:cs typeface="宋体"/>
              </a:rPr>
              <a:t>为</a:t>
            </a:r>
            <a:r>
              <a:rPr dirty="0" sz="2800" spc="-5" b="1">
                <a:latin typeface="Times New Roman"/>
                <a:cs typeface="Times New Roman"/>
              </a:rPr>
              <a:t>LR(1)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latin typeface="Times New Roman"/>
                <a:cs typeface="Times New Roman"/>
              </a:rPr>
              <a:t>5.1	</a:t>
            </a:r>
            <a:r>
              <a:rPr dirty="0" spc="-10"/>
              <a:t>“移近</a:t>
            </a:r>
            <a:r>
              <a:rPr dirty="0" spc="-10">
                <a:latin typeface="Times New Roman"/>
                <a:cs typeface="Times New Roman"/>
              </a:rPr>
              <a:t>—</a:t>
            </a:r>
            <a:r>
              <a:rPr dirty="0" spc="-10"/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5654040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7244" indent="-803910">
              <a:lnSpc>
                <a:spcPct val="100000"/>
              </a:lnSpc>
              <a:spcBef>
                <a:spcPts val="1275"/>
              </a:spcBef>
              <a:buFont typeface="Times New Roman"/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分析鸟瞰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5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22670" y="4830317"/>
            <a:ext cx="1562100" cy="536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22670" y="4830317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3"/>
                </a:moveTo>
                <a:lnTo>
                  <a:pt x="390398" y="0"/>
                </a:lnTo>
                <a:lnTo>
                  <a:pt x="390398" y="134111"/>
                </a:lnTo>
                <a:lnTo>
                  <a:pt x="1562100" y="134111"/>
                </a:lnTo>
                <a:lnTo>
                  <a:pt x="1562100" y="402335"/>
                </a:lnTo>
                <a:lnTo>
                  <a:pt x="390398" y="402335"/>
                </a:lnTo>
                <a:lnTo>
                  <a:pt x="390398" y="536447"/>
                </a:lnTo>
                <a:lnTo>
                  <a:pt x="0" y="26822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08070" y="26923"/>
            <a:ext cx="17799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777" sz="3000" spc="-652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spc="-434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baseline="2777" sz="3000" spc="-652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-434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baseline="2777" sz="3000" spc="-1207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spc="-1195" b="1">
                <a:solidFill>
                  <a:srgbClr val="A15100"/>
                </a:solidFill>
                <a:latin typeface="宋体"/>
                <a:cs typeface="宋体"/>
              </a:rPr>
              <a:t>语</a:t>
            </a:r>
            <a:r>
              <a:rPr dirty="0" baseline="2777" sz="3000" spc="-1207" b="1">
                <a:solidFill>
                  <a:srgbClr val="A15100"/>
                </a:solidFill>
                <a:latin typeface="华文新魏"/>
                <a:cs typeface="华文新魏"/>
              </a:rPr>
              <a:t>法</a:t>
            </a:r>
            <a:r>
              <a:rPr dirty="0" sz="2000" spc="-1210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baseline="2777" sz="3000" spc="-1185" b="1">
                <a:solidFill>
                  <a:srgbClr val="A15100"/>
                </a:solidFill>
                <a:latin typeface="华文新魏"/>
                <a:cs typeface="华文新魏"/>
              </a:rPr>
              <a:t>分</a:t>
            </a:r>
            <a:r>
              <a:rPr dirty="0" sz="2000" spc="-1220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baseline="2777" sz="3000" spc="-1170" b="1">
                <a:solidFill>
                  <a:srgbClr val="A15100"/>
                </a:solidFill>
                <a:latin typeface="华文新魏"/>
                <a:cs typeface="华文新魏"/>
              </a:rPr>
              <a:t>析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0842" y="894968"/>
            <a:ext cx="1801495" cy="6565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0"/>
              </a:spcBef>
              <a:buClr>
                <a:srgbClr val="33CCFF"/>
              </a:buClr>
              <a:buSzPct val="115277"/>
              <a:buFont typeface="Wingdings"/>
              <a:buChar char=""/>
              <a:tabLst>
                <a:tab pos="299720" algn="l"/>
              </a:tabLst>
            </a:pPr>
            <a:r>
              <a:rPr dirty="0" sz="3600" spc="-5">
                <a:solidFill>
                  <a:srgbClr val="FFFF00"/>
                </a:solidFill>
              </a:rPr>
              <a:t>定理</a:t>
            </a:r>
            <a:r>
              <a:rPr dirty="0" sz="3600">
                <a:solidFill>
                  <a:srgbClr val="FFFF00"/>
                </a:solidFill>
                <a:latin typeface="Times New Roman"/>
                <a:cs typeface="Times New Roman"/>
              </a:rPr>
              <a:t>5.2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950" y="1834972"/>
            <a:ext cx="7554595" cy="3053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3865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任何一个二义文法都不是一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82486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**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二义文法会导致语法分析的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义性。</a:t>
            </a:r>
            <a:endParaRPr sz="3200">
              <a:latin typeface="宋体"/>
              <a:cs typeface="宋体"/>
            </a:endParaRPr>
          </a:p>
          <a:p>
            <a:pPr marL="824865" marR="182880" indent="-812800">
              <a:lnSpc>
                <a:spcPts val="4990"/>
              </a:lnSpc>
              <a:spcBef>
                <a:spcPts val="360"/>
              </a:spcBef>
              <a:tabLst>
                <a:tab pos="824865" algn="l"/>
              </a:tabLst>
            </a:pP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二义文法的有用之处在于可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缩小文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法的规模。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20620" y="26923"/>
            <a:ext cx="5558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7536" y="899540"/>
            <a:ext cx="673671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00"/>
                </a:solidFill>
              </a:rPr>
              <a:t>例如</a:t>
            </a:r>
            <a:r>
              <a:rPr dirty="0" sz="3200" spc="-10">
                <a:solidFill>
                  <a:srgbClr val="FFFF00"/>
                </a:solidFill>
              </a:rPr>
              <a:t>，</a:t>
            </a:r>
            <a:r>
              <a:rPr dirty="0" sz="3200" spc="770">
                <a:solidFill>
                  <a:srgbClr val="FFFF00"/>
                </a:solidFill>
              </a:rPr>
              <a:t> 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</a:rPr>
              <a:t>：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1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5636" y="1456156"/>
            <a:ext cx="5694680" cy="369316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762000">
              <a:lnSpc>
                <a:spcPct val="100000"/>
              </a:lnSpc>
              <a:spcBef>
                <a:spcPts val="1060"/>
              </a:spcBef>
              <a:tabLst>
                <a:tab pos="1751330" algn="l"/>
                <a:tab pos="2202815" algn="l"/>
                <a:tab pos="2807970" algn="l"/>
              </a:tabLst>
            </a:pP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':	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E	</a:t>
            </a:r>
            <a:r>
              <a:rPr dirty="0" sz="3200" b="1">
                <a:solidFill>
                  <a:srgbClr val="00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T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|</a:t>
            </a:r>
            <a:r>
              <a:rPr dirty="0" sz="3200" spc="-3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  <a:p>
            <a:pPr marL="1803400" marR="1741170">
              <a:lnSpc>
                <a:spcPct val="125000"/>
              </a:lnSpc>
            </a:pP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T </a:t>
            </a:r>
            <a:r>
              <a:rPr dirty="0" sz="3200" b="1">
                <a:solidFill>
                  <a:srgbClr val="0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F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|</a:t>
            </a:r>
            <a:r>
              <a:rPr dirty="0" sz="3200" spc="-9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F 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F </a:t>
            </a:r>
            <a:r>
              <a:rPr dirty="0" sz="3200" b="1">
                <a:solidFill>
                  <a:srgbClr val="0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 |</a:t>
            </a:r>
            <a:r>
              <a:rPr dirty="0" sz="3200" spc="-7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例如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77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8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iSeS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307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或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0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{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iSeS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} |{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iS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}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|</a:t>
            </a:r>
            <a:r>
              <a:rPr dirty="0" sz="3200" spc="73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560324"/>
            <a:ext cx="114871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00"/>
                </a:solidFill>
              </a:rPr>
              <a:t>例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19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07845" y="0"/>
            <a:ext cx="5671185" cy="118999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1225"/>
              </a:spcBef>
              <a:tabLst>
                <a:tab pos="22987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设有文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149" y="1048867"/>
            <a:ext cx="1676400" cy="236664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  <a:p>
            <a:pPr marL="12700" marR="32384">
              <a:lnSpc>
                <a:spcPct val="12000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98933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761" y="1664970"/>
            <a:ext cx="4445635" cy="3689985"/>
          </a:xfrm>
          <a:custGeom>
            <a:avLst/>
            <a:gdLst/>
            <a:ahLst/>
            <a:cxnLst/>
            <a:rect l="l" t="t" r="r" b="b"/>
            <a:pathLst>
              <a:path w="4445634" h="3689985">
                <a:moveTo>
                  <a:pt x="0" y="3689604"/>
                </a:moveTo>
                <a:lnTo>
                  <a:pt x="4445508" y="3689604"/>
                </a:lnTo>
                <a:lnTo>
                  <a:pt x="4445508" y="0"/>
                </a:lnTo>
                <a:lnTo>
                  <a:pt x="0" y="0"/>
                </a:lnTo>
                <a:lnTo>
                  <a:pt x="0" y="368960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555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25"/>
              </a:spcBef>
            </a:pPr>
            <a:r>
              <a:rPr dirty="0"/>
              <a:t>拓广文法：</a:t>
            </a:r>
          </a:p>
          <a:p>
            <a:pPr marL="101600">
              <a:lnSpc>
                <a:spcPct val="100000"/>
              </a:lnSpc>
              <a:spcBef>
                <a:spcPts val="1130"/>
              </a:spcBef>
            </a:pP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’ </a:t>
            </a:r>
            <a:r>
              <a:rPr dirty="0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pc="-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</a:p>
          <a:p>
            <a:pPr marL="101600">
              <a:lnSpc>
                <a:spcPct val="100000"/>
              </a:lnSpc>
              <a:spcBef>
                <a:spcPts val="1175"/>
              </a:spcBef>
              <a:tabLst>
                <a:tab pos="2464435" algn="l"/>
              </a:tabLst>
            </a:pP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pc="-1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pc="5" b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pc="-10">
                <a:solidFill>
                  <a:srgbClr val="99FFCC"/>
                </a:solidFill>
              </a:rPr>
              <a:t>①</a:t>
            </a:r>
          </a:p>
          <a:p>
            <a:pPr marL="101600">
              <a:lnSpc>
                <a:spcPct val="100000"/>
              </a:lnSpc>
              <a:spcBef>
                <a:spcPts val="1155"/>
              </a:spcBef>
              <a:tabLst>
                <a:tab pos="2435225" algn="l"/>
              </a:tabLst>
            </a:pP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pc="-1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spc="-10">
                <a:solidFill>
                  <a:srgbClr val="99FFCC"/>
                </a:solidFill>
              </a:rPr>
              <a:t>②</a:t>
            </a:r>
          </a:p>
          <a:p>
            <a:pPr>
              <a:lnSpc>
                <a:spcPct val="100000"/>
              </a:lnSpc>
              <a:spcBef>
                <a:spcPts val="1150"/>
              </a:spcBef>
              <a:tabLst>
                <a:tab pos="2433955" algn="l"/>
              </a:tabLst>
            </a:pP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)	</a:t>
            </a:r>
            <a:r>
              <a:rPr dirty="0" spc="-10">
                <a:solidFill>
                  <a:srgbClr val="99FFCC"/>
                </a:solidFill>
              </a:rPr>
              <a:t>③</a:t>
            </a:r>
          </a:p>
          <a:p>
            <a:pPr>
              <a:lnSpc>
                <a:spcPct val="100000"/>
              </a:lnSpc>
              <a:spcBef>
                <a:spcPts val="1155"/>
              </a:spcBef>
              <a:tabLst>
                <a:tab pos="977900" algn="l"/>
                <a:tab pos="2411095" algn="l"/>
              </a:tabLst>
            </a:pP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b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pc="-10">
                <a:solidFill>
                  <a:srgbClr val="99FFCC"/>
                </a:solidFill>
              </a:rPr>
              <a:t>④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1373" y="1232153"/>
            <a:ext cx="1586865" cy="1120140"/>
          </a:xfrm>
          <a:custGeom>
            <a:avLst/>
            <a:gdLst/>
            <a:ahLst/>
            <a:cxnLst/>
            <a:rect l="l" t="t" r="r" b="b"/>
            <a:pathLst>
              <a:path w="1586864" h="1120139">
                <a:moveTo>
                  <a:pt x="0" y="1120139"/>
                </a:moveTo>
                <a:lnTo>
                  <a:pt x="1586484" y="1120139"/>
                </a:lnTo>
                <a:lnTo>
                  <a:pt x="1586484" y="0"/>
                </a:lnTo>
                <a:lnTo>
                  <a:pt x="0" y="0"/>
                </a:lnTo>
                <a:lnTo>
                  <a:pt x="0" y="112013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91" y="472440"/>
            <a:ext cx="4724400" cy="441959"/>
          </a:xfrm>
          <a:custGeom>
            <a:avLst/>
            <a:gdLst/>
            <a:ahLst/>
            <a:cxnLst/>
            <a:rect l="l" t="t" r="r" b="b"/>
            <a:pathLst>
              <a:path w="4724400" h="441959">
                <a:moveTo>
                  <a:pt x="0" y="441960"/>
                </a:moveTo>
                <a:lnTo>
                  <a:pt x="4724400" y="441960"/>
                </a:lnTo>
                <a:lnTo>
                  <a:pt x="4724400" y="0"/>
                </a:lnTo>
                <a:lnTo>
                  <a:pt x="0" y="0"/>
                </a:lnTo>
                <a:lnTo>
                  <a:pt x="0" y="441960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067" y="449021"/>
            <a:ext cx="30981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000000"/>
                </a:solidFill>
              </a:rPr>
              <a:t>关于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000000"/>
                </a:solidFill>
              </a:rPr>
              <a:t>的</a:t>
            </a:r>
            <a:r>
              <a:rPr dirty="0" sz="3200" spc="-80">
                <a:solidFill>
                  <a:srgbClr val="000000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561" y="1232153"/>
            <a:ext cx="1612900" cy="1815464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87655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11373" y="1232153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39">
                <a:moveTo>
                  <a:pt x="0" y="1120139"/>
                </a:moveTo>
                <a:lnTo>
                  <a:pt x="1562100" y="1120139"/>
                </a:lnTo>
                <a:lnTo>
                  <a:pt x="1562100" y="0"/>
                </a:lnTo>
                <a:lnTo>
                  <a:pt x="0" y="0"/>
                </a:lnTo>
                <a:lnTo>
                  <a:pt x="0" y="112013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630423" y="1251203"/>
            <a:ext cx="1524000" cy="1082040"/>
          </a:xfrm>
          <a:prstGeom prst="rect">
            <a:avLst/>
          </a:prstGeom>
          <a:solidFill>
            <a:srgbClr val="000099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2665"/>
              </a:lnSpc>
            </a:pPr>
            <a:r>
              <a:rPr dirty="0" sz="2400" spc="-5" b="1" i="1">
                <a:solidFill>
                  <a:srgbClr val="FFCC00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CC00"/>
                </a:solidFill>
                <a:latin typeface="Times New Roman"/>
                <a:cs typeface="Times New Roman"/>
              </a:rPr>
              <a:t>’</a:t>
            </a:r>
            <a:r>
              <a:rPr dirty="0" sz="2400" spc="-5" b="1">
                <a:solidFill>
                  <a:srgbClr val="FFCC00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CC00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CC00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  <a:p>
            <a:pPr marL="71120" marR="218440">
              <a:lnSpc>
                <a:spcPts val="2740"/>
              </a:lnSpc>
              <a:spcBef>
                <a:spcPts val="13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0465" y="3027426"/>
            <a:ext cx="1562100" cy="1815464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0805" marR="236854">
              <a:lnSpc>
                <a:spcPct val="95000"/>
              </a:lnSpc>
              <a:spcBef>
                <a:spcPts val="15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23865" y="634745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60"/>
                </a:moveTo>
                <a:lnTo>
                  <a:pt x="1562099" y="1813560"/>
                </a:lnTo>
                <a:lnTo>
                  <a:pt x="1562099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102478" y="621538"/>
            <a:ext cx="1326515" cy="17818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1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74357" y="3355085"/>
            <a:ext cx="1473835" cy="1064260"/>
          </a:xfrm>
          <a:prstGeom prst="rect">
            <a:avLst/>
          </a:prstGeom>
          <a:solidFill>
            <a:srgbClr val="000099"/>
          </a:solidFill>
          <a:ln w="38100">
            <a:solidFill>
              <a:srgbClr val="FF99F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algn="just" marL="91440" marR="147955">
              <a:lnSpc>
                <a:spcPct val="87500"/>
              </a:lnSpc>
              <a:spcBef>
                <a:spcPts val="365"/>
              </a:spcBef>
            </a:pPr>
            <a:r>
              <a:rPr dirty="0" sz="2400" spc="-5" b="1" i="1">
                <a:solidFill>
                  <a:srgbClr val="FFCC00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CC00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CC00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CC00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 i="1">
                <a:solidFill>
                  <a:srgbClr val="FFCC00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CC00"/>
                </a:solidFill>
                <a:latin typeface="Symbol"/>
                <a:cs typeface="Symbol"/>
              </a:rPr>
              <a:t></a:t>
            </a:r>
            <a:r>
              <a:rPr dirty="0" sz="2400" spc="-5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50057" y="3623309"/>
            <a:ext cx="1130935" cy="42418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2400" b="1" i="1">
                <a:solidFill>
                  <a:srgbClr val="FFCC00"/>
                </a:solidFill>
                <a:latin typeface="Times New Roman"/>
                <a:cs typeface="Times New Roman"/>
              </a:rPr>
              <a:t>E</a:t>
            </a:r>
            <a:r>
              <a:rPr dirty="0" sz="2400" spc="-30" b="1" i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CC00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CC00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CC00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5561" y="3720846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59"/>
                </a:moveTo>
                <a:lnTo>
                  <a:pt x="1562100" y="1813559"/>
                </a:lnTo>
                <a:lnTo>
                  <a:pt x="1562100" y="0"/>
                </a:lnTo>
                <a:lnTo>
                  <a:pt x="0" y="0"/>
                </a:lnTo>
                <a:lnTo>
                  <a:pt x="0" y="181355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5561" y="3720846"/>
            <a:ext cx="1562100" cy="18135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07157" y="5534405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40">
                <a:moveTo>
                  <a:pt x="0" y="1120140"/>
                </a:moveTo>
                <a:lnTo>
                  <a:pt x="1562099" y="1120140"/>
                </a:lnTo>
                <a:lnTo>
                  <a:pt x="1562099" y="0"/>
                </a:lnTo>
                <a:lnTo>
                  <a:pt x="0" y="0"/>
                </a:lnTo>
                <a:lnTo>
                  <a:pt x="0" y="112014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85770" y="5522772"/>
            <a:ext cx="1251585" cy="10871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5561" y="6011417"/>
            <a:ext cx="1371600" cy="424180"/>
          </a:xfrm>
          <a:custGeom>
            <a:avLst/>
            <a:gdLst/>
            <a:ahLst/>
            <a:cxnLst/>
            <a:rect l="l" t="t" r="r" b="b"/>
            <a:pathLst>
              <a:path w="1371600" h="424179">
                <a:moveTo>
                  <a:pt x="0" y="423671"/>
                </a:moveTo>
                <a:lnTo>
                  <a:pt x="1371600" y="423671"/>
                </a:lnTo>
                <a:lnTo>
                  <a:pt x="1371600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3540" y="5999479"/>
            <a:ext cx="1077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CC00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CC00"/>
                </a:solidFill>
                <a:latin typeface="Symbol"/>
                <a:cs typeface="Symbol"/>
              </a:rPr>
              <a:t></a:t>
            </a:r>
            <a:r>
              <a:rPr dirty="0" sz="2400" spc="-5" b="1">
                <a:solidFill>
                  <a:srgbClr val="FFCC00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CC00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CC00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CC00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7954" y="1493519"/>
            <a:ext cx="693420" cy="114300"/>
          </a:xfrm>
          <a:custGeom>
            <a:avLst/>
            <a:gdLst/>
            <a:ahLst/>
            <a:cxnLst/>
            <a:rect l="l" t="t" r="r" b="b"/>
            <a:pathLst>
              <a:path w="693419" h="114300">
                <a:moveTo>
                  <a:pt x="579119" y="0"/>
                </a:moveTo>
                <a:lnTo>
                  <a:pt x="579119" y="114300"/>
                </a:lnTo>
                <a:lnTo>
                  <a:pt x="655319" y="76200"/>
                </a:lnTo>
                <a:lnTo>
                  <a:pt x="598169" y="76200"/>
                </a:lnTo>
                <a:lnTo>
                  <a:pt x="598169" y="38100"/>
                </a:lnTo>
                <a:lnTo>
                  <a:pt x="655319" y="38100"/>
                </a:lnTo>
                <a:lnTo>
                  <a:pt x="579119" y="0"/>
                </a:lnTo>
                <a:close/>
              </a:path>
              <a:path w="693419" h="114300">
                <a:moveTo>
                  <a:pt x="5791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9119" y="76200"/>
                </a:lnTo>
                <a:lnTo>
                  <a:pt x="579119" y="38100"/>
                </a:lnTo>
                <a:close/>
              </a:path>
              <a:path w="693419" h="114300">
                <a:moveTo>
                  <a:pt x="655319" y="38100"/>
                </a:moveTo>
                <a:lnTo>
                  <a:pt x="598169" y="38100"/>
                </a:lnTo>
                <a:lnTo>
                  <a:pt x="598169" y="76200"/>
                </a:lnTo>
                <a:lnTo>
                  <a:pt x="655319" y="76200"/>
                </a:lnTo>
                <a:lnTo>
                  <a:pt x="693419" y="57150"/>
                </a:lnTo>
                <a:lnTo>
                  <a:pt x="65531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0119" y="3047238"/>
            <a:ext cx="114300" cy="672465"/>
          </a:xfrm>
          <a:custGeom>
            <a:avLst/>
            <a:gdLst/>
            <a:ahLst/>
            <a:cxnLst/>
            <a:rect l="l" t="t" r="r" b="b"/>
            <a:pathLst>
              <a:path w="114300" h="672464">
                <a:moveTo>
                  <a:pt x="38100" y="557784"/>
                </a:moveTo>
                <a:lnTo>
                  <a:pt x="0" y="557784"/>
                </a:lnTo>
                <a:lnTo>
                  <a:pt x="57150" y="672084"/>
                </a:lnTo>
                <a:lnTo>
                  <a:pt x="104775" y="576834"/>
                </a:lnTo>
                <a:lnTo>
                  <a:pt x="38100" y="576834"/>
                </a:lnTo>
                <a:lnTo>
                  <a:pt x="38100" y="557784"/>
                </a:lnTo>
                <a:close/>
              </a:path>
              <a:path w="114300" h="672464">
                <a:moveTo>
                  <a:pt x="76200" y="0"/>
                </a:moveTo>
                <a:lnTo>
                  <a:pt x="38100" y="0"/>
                </a:lnTo>
                <a:lnTo>
                  <a:pt x="38100" y="576834"/>
                </a:lnTo>
                <a:lnTo>
                  <a:pt x="76200" y="576834"/>
                </a:lnTo>
                <a:lnTo>
                  <a:pt x="76200" y="0"/>
                </a:lnTo>
                <a:close/>
              </a:path>
              <a:path w="114300" h="672464">
                <a:moveTo>
                  <a:pt x="114300" y="557784"/>
                </a:moveTo>
                <a:lnTo>
                  <a:pt x="76200" y="557784"/>
                </a:lnTo>
                <a:lnTo>
                  <a:pt x="76200" y="576834"/>
                </a:lnTo>
                <a:lnTo>
                  <a:pt x="104775" y="576834"/>
                </a:lnTo>
                <a:lnTo>
                  <a:pt x="114300" y="55778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94943" y="30716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73473" y="1534667"/>
            <a:ext cx="850900" cy="114300"/>
          </a:xfrm>
          <a:custGeom>
            <a:avLst/>
            <a:gdLst/>
            <a:ahLst/>
            <a:cxnLst/>
            <a:rect l="l" t="t" r="r" b="b"/>
            <a:pathLst>
              <a:path w="850900" h="114300">
                <a:moveTo>
                  <a:pt x="736091" y="0"/>
                </a:moveTo>
                <a:lnTo>
                  <a:pt x="736091" y="114300"/>
                </a:lnTo>
                <a:lnTo>
                  <a:pt x="812291" y="76200"/>
                </a:lnTo>
                <a:lnTo>
                  <a:pt x="755141" y="76200"/>
                </a:lnTo>
                <a:lnTo>
                  <a:pt x="755141" y="38100"/>
                </a:lnTo>
                <a:lnTo>
                  <a:pt x="812291" y="38100"/>
                </a:lnTo>
                <a:lnTo>
                  <a:pt x="736091" y="0"/>
                </a:lnTo>
                <a:close/>
              </a:path>
              <a:path w="850900" h="114300">
                <a:moveTo>
                  <a:pt x="7360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6091" y="76200"/>
                </a:lnTo>
                <a:lnTo>
                  <a:pt x="736091" y="38100"/>
                </a:lnTo>
                <a:close/>
              </a:path>
              <a:path w="850900" h="114300">
                <a:moveTo>
                  <a:pt x="812291" y="38100"/>
                </a:moveTo>
                <a:lnTo>
                  <a:pt x="755141" y="38100"/>
                </a:lnTo>
                <a:lnTo>
                  <a:pt x="755141" y="76200"/>
                </a:lnTo>
                <a:lnTo>
                  <a:pt x="812291" y="76200"/>
                </a:lnTo>
                <a:lnTo>
                  <a:pt x="850391" y="57150"/>
                </a:lnTo>
                <a:lnTo>
                  <a:pt x="8122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149597" y="5296306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65650" y="116682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98157" y="1478280"/>
            <a:ext cx="577850" cy="114300"/>
          </a:xfrm>
          <a:custGeom>
            <a:avLst/>
            <a:gdLst/>
            <a:ahLst/>
            <a:cxnLst/>
            <a:rect l="l" t="t" r="r" b="b"/>
            <a:pathLst>
              <a:path w="577850" h="114300">
                <a:moveTo>
                  <a:pt x="463296" y="0"/>
                </a:moveTo>
                <a:lnTo>
                  <a:pt x="463296" y="114300"/>
                </a:lnTo>
                <a:lnTo>
                  <a:pt x="539496" y="76200"/>
                </a:lnTo>
                <a:lnTo>
                  <a:pt x="482346" y="76200"/>
                </a:lnTo>
                <a:lnTo>
                  <a:pt x="482346" y="38100"/>
                </a:lnTo>
                <a:lnTo>
                  <a:pt x="539496" y="38100"/>
                </a:lnTo>
                <a:lnTo>
                  <a:pt x="463296" y="0"/>
                </a:lnTo>
                <a:close/>
              </a:path>
              <a:path w="577850" h="114300">
                <a:moveTo>
                  <a:pt x="4632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3296" y="76200"/>
                </a:lnTo>
                <a:lnTo>
                  <a:pt x="463296" y="38100"/>
                </a:lnTo>
                <a:close/>
              </a:path>
              <a:path w="577850" h="114300">
                <a:moveTo>
                  <a:pt x="539496" y="38100"/>
                </a:moveTo>
                <a:lnTo>
                  <a:pt x="482346" y="38100"/>
                </a:lnTo>
                <a:lnTo>
                  <a:pt x="482346" y="76200"/>
                </a:lnTo>
                <a:lnTo>
                  <a:pt x="539496" y="76200"/>
                </a:lnTo>
                <a:lnTo>
                  <a:pt x="577596" y="57150"/>
                </a:lnTo>
                <a:lnTo>
                  <a:pt x="5394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753606" y="117424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98157" y="1822704"/>
            <a:ext cx="565785" cy="114300"/>
          </a:xfrm>
          <a:custGeom>
            <a:avLst/>
            <a:gdLst/>
            <a:ahLst/>
            <a:cxnLst/>
            <a:rect l="l" t="t" r="r" b="b"/>
            <a:pathLst>
              <a:path w="56578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6578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65784" h="114300">
                <a:moveTo>
                  <a:pt x="56540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65403" y="76200"/>
                </a:lnTo>
                <a:lnTo>
                  <a:pt x="5654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702932" y="1740535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75628" y="3151632"/>
            <a:ext cx="313690" cy="118491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68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52031" y="279514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宋体"/>
                <a:cs typeface="宋体"/>
              </a:rPr>
              <a:t>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77161" y="6164579"/>
            <a:ext cx="730250" cy="114300"/>
          </a:xfrm>
          <a:custGeom>
            <a:avLst/>
            <a:gdLst/>
            <a:ahLst/>
            <a:cxnLst/>
            <a:rect l="l" t="t" r="r" b="b"/>
            <a:pathLst>
              <a:path w="73025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3025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30250" h="114300">
                <a:moveTo>
                  <a:pt x="72999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29995" y="76200"/>
                </a:lnTo>
                <a:lnTo>
                  <a:pt x="7299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910842" y="5737047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32610" y="5270753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 h="0">
                <a:moveTo>
                  <a:pt x="0" y="0"/>
                </a:moveTo>
                <a:lnTo>
                  <a:pt x="80314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78607" y="5270753"/>
            <a:ext cx="114300" cy="264160"/>
          </a:xfrm>
          <a:custGeom>
            <a:avLst/>
            <a:gdLst/>
            <a:ahLst/>
            <a:cxnLst/>
            <a:rect l="l" t="t" r="r" b="b"/>
            <a:pathLst>
              <a:path w="114300" h="264160">
                <a:moveTo>
                  <a:pt x="38100" y="149352"/>
                </a:moveTo>
                <a:lnTo>
                  <a:pt x="0" y="149352"/>
                </a:lnTo>
                <a:lnTo>
                  <a:pt x="57150" y="263652"/>
                </a:lnTo>
                <a:lnTo>
                  <a:pt x="104775" y="168402"/>
                </a:lnTo>
                <a:lnTo>
                  <a:pt x="38100" y="168402"/>
                </a:lnTo>
                <a:lnTo>
                  <a:pt x="38100" y="149352"/>
                </a:lnTo>
                <a:close/>
              </a:path>
              <a:path w="114300" h="264160">
                <a:moveTo>
                  <a:pt x="76200" y="0"/>
                </a:moveTo>
                <a:lnTo>
                  <a:pt x="38100" y="0"/>
                </a:lnTo>
                <a:lnTo>
                  <a:pt x="38100" y="168402"/>
                </a:lnTo>
                <a:lnTo>
                  <a:pt x="76200" y="168402"/>
                </a:lnTo>
                <a:lnTo>
                  <a:pt x="76200" y="0"/>
                </a:lnTo>
                <a:close/>
              </a:path>
              <a:path w="114300" h="264160">
                <a:moveTo>
                  <a:pt x="114300" y="149352"/>
                </a:moveTo>
                <a:lnTo>
                  <a:pt x="76200" y="149352"/>
                </a:lnTo>
                <a:lnTo>
                  <a:pt x="76200" y="168402"/>
                </a:lnTo>
                <a:lnTo>
                  <a:pt x="104775" y="168402"/>
                </a:lnTo>
                <a:lnTo>
                  <a:pt x="114300" y="1493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123694" y="491045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65311" y="323011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92148" y="3519170"/>
            <a:ext cx="338455" cy="368300"/>
          </a:xfrm>
          <a:custGeom>
            <a:avLst/>
            <a:gdLst/>
            <a:ahLst/>
            <a:cxnLst/>
            <a:rect l="l" t="t" r="r" b="b"/>
            <a:pathLst>
              <a:path w="338455" h="368300">
                <a:moveTo>
                  <a:pt x="168909" y="240156"/>
                </a:moveTo>
                <a:lnTo>
                  <a:pt x="162940" y="367791"/>
                </a:lnTo>
                <a:lnTo>
                  <a:pt x="268604" y="296036"/>
                </a:lnTo>
                <a:lnTo>
                  <a:pt x="264753" y="293877"/>
                </a:lnTo>
                <a:lnTo>
                  <a:pt x="226187" y="293877"/>
                </a:lnTo>
                <a:lnTo>
                  <a:pt x="192785" y="275462"/>
                </a:lnTo>
                <a:lnTo>
                  <a:pt x="202062" y="258739"/>
                </a:lnTo>
                <a:lnTo>
                  <a:pt x="168909" y="240156"/>
                </a:lnTo>
                <a:close/>
              </a:path>
              <a:path w="338455" h="368300">
                <a:moveTo>
                  <a:pt x="202062" y="258739"/>
                </a:moveTo>
                <a:lnTo>
                  <a:pt x="192785" y="275462"/>
                </a:lnTo>
                <a:lnTo>
                  <a:pt x="226187" y="293877"/>
                </a:lnTo>
                <a:lnTo>
                  <a:pt x="235328" y="277385"/>
                </a:lnTo>
                <a:lnTo>
                  <a:pt x="202062" y="258739"/>
                </a:lnTo>
                <a:close/>
              </a:path>
              <a:path w="338455" h="368300">
                <a:moveTo>
                  <a:pt x="235328" y="277385"/>
                </a:moveTo>
                <a:lnTo>
                  <a:pt x="226187" y="293877"/>
                </a:lnTo>
                <a:lnTo>
                  <a:pt x="264753" y="293877"/>
                </a:lnTo>
                <a:lnTo>
                  <a:pt x="235328" y="277385"/>
                </a:lnTo>
                <a:close/>
              </a:path>
              <a:path w="338455" h="368300">
                <a:moveTo>
                  <a:pt x="300235" y="38018"/>
                </a:moveTo>
                <a:lnTo>
                  <a:pt x="299983" y="38028"/>
                </a:lnTo>
                <a:lnTo>
                  <a:pt x="300035" y="38341"/>
                </a:lnTo>
                <a:lnTo>
                  <a:pt x="300156" y="42799"/>
                </a:lnTo>
                <a:lnTo>
                  <a:pt x="290575" y="80137"/>
                </a:lnTo>
                <a:lnTo>
                  <a:pt x="274700" y="118363"/>
                </a:lnTo>
                <a:lnTo>
                  <a:pt x="252602" y="164083"/>
                </a:lnTo>
                <a:lnTo>
                  <a:pt x="225678" y="215645"/>
                </a:lnTo>
                <a:lnTo>
                  <a:pt x="202062" y="258739"/>
                </a:lnTo>
                <a:lnTo>
                  <a:pt x="235328" y="277385"/>
                </a:lnTo>
                <a:lnTo>
                  <a:pt x="259333" y="233552"/>
                </a:lnTo>
                <a:lnTo>
                  <a:pt x="286638" y="181101"/>
                </a:lnTo>
                <a:lnTo>
                  <a:pt x="309625" y="133476"/>
                </a:lnTo>
                <a:lnTo>
                  <a:pt x="326770" y="91820"/>
                </a:lnTo>
                <a:lnTo>
                  <a:pt x="337819" y="49021"/>
                </a:lnTo>
                <a:lnTo>
                  <a:pt x="338211" y="39115"/>
                </a:lnTo>
                <a:lnTo>
                  <a:pt x="303656" y="39115"/>
                </a:lnTo>
                <a:lnTo>
                  <a:pt x="302601" y="38607"/>
                </a:lnTo>
                <a:lnTo>
                  <a:pt x="301867" y="38596"/>
                </a:lnTo>
                <a:lnTo>
                  <a:pt x="301612" y="38353"/>
                </a:lnTo>
                <a:lnTo>
                  <a:pt x="300354" y="38353"/>
                </a:lnTo>
                <a:lnTo>
                  <a:pt x="300235" y="38018"/>
                </a:lnTo>
                <a:close/>
              </a:path>
              <a:path w="338455" h="368300">
                <a:moveTo>
                  <a:pt x="299212" y="0"/>
                </a:moveTo>
                <a:lnTo>
                  <a:pt x="253237" y="12445"/>
                </a:lnTo>
                <a:lnTo>
                  <a:pt x="216281" y="30987"/>
                </a:lnTo>
                <a:lnTo>
                  <a:pt x="174116" y="55879"/>
                </a:lnTo>
                <a:lnTo>
                  <a:pt x="127507" y="85978"/>
                </a:lnTo>
                <a:lnTo>
                  <a:pt x="51943" y="137667"/>
                </a:lnTo>
                <a:lnTo>
                  <a:pt x="0" y="174243"/>
                </a:lnTo>
                <a:lnTo>
                  <a:pt x="21843" y="205485"/>
                </a:lnTo>
                <a:lnTo>
                  <a:pt x="99440" y="151129"/>
                </a:lnTo>
                <a:lnTo>
                  <a:pt x="124459" y="133984"/>
                </a:lnTo>
                <a:lnTo>
                  <a:pt x="172084" y="102234"/>
                </a:lnTo>
                <a:lnTo>
                  <a:pt x="215519" y="75183"/>
                </a:lnTo>
                <a:lnTo>
                  <a:pt x="253237" y="54482"/>
                </a:lnTo>
                <a:lnTo>
                  <a:pt x="288670" y="40004"/>
                </a:lnTo>
                <a:lnTo>
                  <a:pt x="299983" y="38028"/>
                </a:lnTo>
                <a:lnTo>
                  <a:pt x="299764" y="36714"/>
                </a:lnTo>
                <a:lnTo>
                  <a:pt x="299693" y="36526"/>
                </a:lnTo>
                <a:lnTo>
                  <a:pt x="299212" y="36067"/>
                </a:lnTo>
                <a:lnTo>
                  <a:pt x="299542" y="36067"/>
                </a:lnTo>
                <a:lnTo>
                  <a:pt x="298703" y="34670"/>
                </a:lnTo>
                <a:lnTo>
                  <a:pt x="299048" y="34670"/>
                </a:lnTo>
                <a:lnTo>
                  <a:pt x="298957" y="34416"/>
                </a:lnTo>
                <a:lnTo>
                  <a:pt x="337903" y="34416"/>
                </a:lnTo>
                <a:lnTo>
                  <a:pt x="337819" y="33146"/>
                </a:lnTo>
                <a:lnTo>
                  <a:pt x="337057" y="28575"/>
                </a:lnTo>
                <a:lnTo>
                  <a:pt x="336931" y="27431"/>
                </a:lnTo>
                <a:lnTo>
                  <a:pt x="331088" y="14604"/>
                </a:lnTo>
                <a:lnTo>
                  <a:pt x="330200" y="13080"/>
                </a:lnTo>
                <a:lnTo>
                  <a:pt x="329056" y="11810"/>
                </a:lnTo>
                <a:lnTo>
                  <a:pt x="327787" y="10667"/>
                </a:lnTo>
                <a:lnTo>
                  <a:pt x="325119" y="8127"/>
                </a:lnTo>
                <a:lnTo>
                  <a:pt x="323850" y="6984"/>
                </a:lnTo>
                <a:lnTo>
                  <a:pt x="322325" y="5841"/>
                </a:lnTo>
                <a:lnTo>
                  <a:pt x="320675" y="5079"/>
                </a:lnTo>
                <a:lnTo>
                  <a:pt x="317245" y="3428"/>
                </a:lnTo>
                <a:lnTo>
                  <a:pt x="316102" y="2793"/>
                </a:lnTo>
                <a:lnTo>
                  <a:pt x="314959" y="2285"/>
                </a:lnTo>
                <a:lnTo>
                  <a:pt x="313689" y="2031"/>
                </a:lnTo>
                <a:lnTo>
                  <a:pt x="309752" y="1015"/>
                </a:lnTo>
                <a:lnTo>
                  <a:pt x="308737" y="634"/>
                </a:lnTo>
                <a:lnTo>
                  <a:pt x="306450" y="380"/>
                </a:lnTo>
                <a:lnTo>
                  <a:pt x="299212" y="0"/>
                </a:lnTo>
                <a:close/>
              </a:path>
              <a:path w="338455" h="368300">
                <a:moveTo>
                  <a:pt x="302047" y="38341"/>
                </a:moveTo>
                <a:lnTo>
                  <a:pt x="303656" y="39115"/>
                </a:lnTo>
                <a:lnTo>
                  <a:pt x="302899" y="38596"/>
                </a:lnTo>
                <a:lnTo>
                  <a:pt x="302047" y="38341"/>
                </a:lnTo>
                <a:close/>
              </a:path>
              <a:path w="338455" h="368300">
                <a:moveTo>
                  <a:pt x="302899" y="38596"/>
                </a:moveTo>
                <a:lnTo>
                  <a:pt x="303656" y="39115"/>
                </a:lnTo>
                <a:lnTo>
                  <a:pt x="338211" y="39115"/>
                </a:lnTo>
                <a:lnTo>
                  <a:pt x="338194" y="38862"/>
                </a:lnTo>
                <a:lnTo>
                  <a:pt x="303783" y="38862"/>
                </a:lnTo>
                <a:lnTo>
                  <a:pt x="302899" y="38596"/>
                </a:lnTo>
                <a:close/>
              </a:path>
              <a:path w="338455" h="368300">
                <a:moveTo>
                  <a:pt x="302619" y="38404"/>
                </a:moveTo>
                <a:lnTo>
                  <a:pt x="302937" y="38607"/>
                </a:lnTo>
                <a:lnTo>
                  <a:pt x="303783" y="38862"/>
                </a:lnTo>
                <a:lnTo>
                  <a:pt x="302619" y="38404"/>
                </a:lnTo>
                <a:close/>
              </a:path>
              <a:path w="338455" h="368300">
                <a:moveTo>
                  <a:pt x="302261" y="38158"/>
                </a:moveTo>
                <a:lnTo>
                  <a:pt x="302619" y="38404"/>
                </a:lnTo>
                <a:lnTo>
                  <a:pt x="303783" y="38862"/>
                </a:lnTo>
                <a:lnTo>
                  <a:pt x="338194" y="38862"/>
                </a:lnTo>
                <a:lnTo>
                  <a:pt x="338161" y="38353"/>
                </a:lnTo>
                <a:lnTo>
                  <a:pt x="303275" y="38353"/>
                </a:lnTo>
                <a:lnTo>
                  <a:pt x="302261" y="38158"/>
                </a:lnTo>
                <a:close/>
              </a:path>
              <a:path w="338455" h="368300">
                <a:moveTo>
                  <a:pt x="301392" y="38144"/>
                </a:moveTo>
                <a:lnTo>
                  <a:pt x="301878" y="38607"/>
                </a:lnTo>
                <a:lnTo>
                  <a:pt x="301541" y="38189"/>
                </a:lnTo>
                <a:lnTo>
                  <a:pt x="301392" y="38144"/>
                </a:lnTo>
                <a:close/>
              </a:path>
              <a:path w="338455" h="368300">
                <a:moveTo>
                  <a:pt x="301541" y="38189"/>
                </a:moveTo>
                <a:lnTo>
                  <a:pt x="301878" y="38607"/>
                </a:lnTo>
                <a:lnTo>
                  <a:pt x="302601" y="38607"/>
                </a:lnTo>
                <a:lnTo>
                  <a:pt x="302047" y="38341"/>
                </a:lnTo>
                <a:lnTo>
                  <a:pt x="301541" y="38189"/>
                </a:lnTo>
                <a:close/>
              </a:path>
              <a:path w="338455" h="368300">
                <a:moveTo>
                  <a:pt x="301380" y="37989"/>
                </a:moveTo>
                <a:lnTo>
                  <a:pt x="302090" y="38353"/>
                </a:lnTo>
                <a:lnTo>
                  <a:pt x="302899" y="38596"/>
                </a:lnTo>
                <a:lnTo>
                  <a:pt x="302619" y="38404"/>
                </a:lnTo>
                <a:lnTo>
                  <a:pt x="301738" y="38058"/>
                </a:lnTo>
                <a:lnTo>
                  <a:pt x="301380" y="37989"/>
                </a:lnTo>
                <a:close/>
              </a:path>
              <a:path w="338455" h="368300">
                <a:moveTo>
                  <a:pt x="301738" y="38058"/>
                </a:moveTo>
                <a:lnTo>
                  <a:pt x="302619" y="38404"/>
                </a:lnTo>
                <a:lnTo>
                  <a:pt x="302305" y="38189"/>
                </a:lnTo>
                <a:lnTo>
                  <a:pt x="301738" y="38058"/>
                </a:lnTo>
                <a:close/>
              </a:path>
              <a:path w="338455" h="368300">
                <a:moveTo>
                  <a:pt x="300885" y="37992"/>
                </a:moveTo>
                <a:lnTo>
                  <a:pt x="300267" y="38017"/>
                </a:lnTo>
                <a:lnTo>
                  <a:pt x="300354" y="38353"/>
                </a:lnTo>
                <a:lnTo>
                  <a:pt x="301612" y="38353"/>
                </a:lnTo>
                <a:lnTo>
                  <a:pt x="301392" y="38144"/>
                </a:lnTo>
                <a:lnTo>
                  <a:pt x="300885" y="37992"/>
                </a:lnTo>
                <a:close/>
              </a:path>
              <a:path w="338455" h="368300">
                <a:moveTo>
                  <a:pt x="337936" y="34925"/>
                </a:moveTo>
                <a:lnTo>
                  <a:pt x="299465" y="34925"/>
                </a:lnTo>
                <a:lnTo>
                  <a:pt x="299729" y="35943"/>
                </a:lnTo>
                <a:lnTo>
                  <a:pt x="300599" y="37019"/>
                </a:lnTo>
                <a:lnTo>
                  <a:pt x="302175" y="38100"/>
                </a:lnTo>
                <a:lnTo>
                  <a:pt x="303275" y="38353"/>
                </a:lnTo>
                <a:lnTo>
                  <a:pt x="338161" y="38353"/>
                </a:lnTo>
                <a:lnTo>
                  <a:pt x="337936" y="34925"/>
                </a:lnTo>
                <a:close/>
              </a:path>
              <a:path w="338455" h="368300">
                <a:moveTo>
                  <a:pt x="301420" y="38038"/>
                </a:moveTo>
                <a:lnTo>
                  <a:pt x="301541" y="38189"/>
                </a:lnTo>
                <a:lnTo>
                  <a:pt x="302047" y="38341"/>
                </a:lnTo>
                <a:lnTo>
                  <a:pt x="301420" y="38038"/>
                </a:lnTo>
                <a:close/>
              </a:path>
              <a:path w="338455" h="368300">
                <a:moveTo>
                  <a:pt x="301289" y="37976"/>
                </a:moveTo>
                <a:lnTo>
                  <a:pt x="301440" y="38158"/>
                </a:lnTo>
                <a:lnTo>
                  <a:pt x="301289" y="37976"/>
                </a:lnTo>
                <a:close/>
              </a:path>
              <a:path w="338455" h="368300">
                <a:moveTo>
                  <a:pt x="300595" y="37016"/>
                </a:moveTo>
                <a:lnTo>
                  <a:pt x="301218" y="37789"/>
                </a:lnTo>
                <a:lnTo>
                  <a:pt x="301676" y="38034"/>
                </a:lnTo>
                <a:lnTo>
                  <a:pt x="302245" y="38147"/>
                </a:lnTo>
                <a:lnTo>
                  <a:pt x="300595" y="37016"/>
                </a:lnTo>
                <a:close/>
              </a:path>
              <a:path w="338455" h="368300">
                <a:moveTo>
                  <a:pt x="301218" y="37979"/>
                </a:moveTo>
                <a:lnTo>
                  <a:pt x="300960" y="37989"/>
                </a:lnTo>
                <a:lnTo>
                  <a:pt x="301392" y="38144"/>
                </a:lnTo>
                <a:lnTo>
                  <a:pt x="301218" y="37979"/>
                </a:lnTo>
                <a:close/>
              </a:path>
              <a:path w="338455" h="368300">
                <a:moveTo>
                  <a:pt x="301307" y="37975"/>
                </a:moveTo>
                <a:close/>
              </a:path>
              <a:path w="338455" h="368300">
                <a:moveTo>
                  <a:pt x="301521" y="37972"/>
                </a:moveTo>
                <a:lnTo>
                  <a:pt x="301370" y="37972"/>
                </a:lnTo>
                <a:lnTo>
                  <a:pt x="301676" y="38034"/>
                </a:lnTo>
                <a:lnTo>
                  <a:pt x="301521" y="37972"/>
                </a:lnTo>
                <a:close/>
              </a:path>
              <a:path w="338455" h="368300">
                <a:moveTo>
                  <a:pt x="299756" y="36666"/>
                </a:moveTo>
                <a:lnTo>
                  <a:pt x="299983" y="38028"/>
                </a:lnTo>
                <a:lnTo>
                  <a:pt x="300235" y="38018"/>
                </a:lnTo>
                <a:lnTo>
                  <a:pt x="300119" y="37762"/>
                </a:lnTo>
                <a:lnTo>
                  <a:pt x="299974" y="37718"/>
                </a:lnTo>
                <a:lnTo>
                  <a:pt x="300129" y="37718"/>
                </a:lnTo>
                <a:lnTo>
                  <a:pt x="299756" y="36666"/>
                </a:lnTo>
                <a:close/>
              </a:path>
              <a:path w="338455" h="368300">
                <a:moveTo>
                  <a:pt x="300208" y="37789"/>
                </a:moveTo>
                <a:lnTo>
                  <a:pt x="300267" y="38017"/>
                </a:lnTo>
                <a:lnTo>
                  <a:pt x="300885" y="37992"/>
                </a:lnTo>
                <a:lnTo>
                  <a:pt x="300208" y="37789"/>
                </a:lnTo>
                <a:close/>
              </a:path>
              <a:path w="338455" h="368300">
                <a:moveTo>
                  <a:pt x="300201" y="37762"/>
                </a:moveTo>
                <a:lnTo>
                  <a:pt x="300885" y="37992"/>
                </a:lnTo>
                <a:lnTo>
                  <a:pt x="301218" y="37979"/>
                </a:lnTo>
                <a:lnTo>
                  <a:pt x="300201" y="37762"/>
                </a:lnTo>
                <a:close/>
              </a:path>
              <a:path w="338455" h="368300">
                <a:moveTo>
                  <a:pt x="300995" y="37766"/>
                </a:moveTo>
                <a:lnTo>
                  <a:pt x="301307" y="37975"/>
                </a:lnTo>
                <a:lnTo>
                  <a:pt x="301183" y="37840"/>
                </a:lnTo>
                <a:lnTo>
                  <a:pt x="300995" y="37766"/>
                </a:lnTo>
                <a:close/>
              </a:path>
              <a:path w="338455" h="368300">
                <a:moveTo>
                  <a:pt x="301295" y="37884"/>
                </a:moveTo>
                <a:lnTo>
                  <a:pt x="301521" y="37972"/>
                </a:lnTo>
                <a:lnTo>
                  <a:pt x="301295" y="37884"/>
                </a:lnTo>
                <a:close/>
              </a:path>
              <a:path w="338455" h="368300">
                <a:moveTo>
                  <a:pt x="301139" y="37904"/>
                </a:moveTo>
                <a:lnTo>
                  <a:pt x="301275" y="37969"/>
                </a:lnTo>
                <a:lnTo>
                  <a:pt x="301139" y="37904"/>
                </a:lnTo>
                <a:close/>
              </a:path>
              <a:path w="338455" h="368300">
                <a:moveTo>
                  <a:pt x="300485" y="37588"/>
                </a:moveTo>
                <a:lnTo>
                  <a:pt x="300634" y="37845"/>
                </a:lnTo>
                <a:lnTo>
                  <a:pt x="301191" y="37953"/>
                </a:lnTo>
                <a:lnTo>
                  <a:pt x="300485" y="37588"/>
                </a:lnTo>
                <a:close/>
              </a:path>
              <a:path w="338455" h="368300">
                <a:moveTo>
                  <a:pt x="300471" y="37560"/>
                </a:moveTo>
                <a:lnTo>
                  <a:pt x="301139" y="37904"/>
                </a:lnTo>
                <a:lnTo>
                  <a:pt x="300956" y="37751"/>
                </a:lnTo>
                <a:lnTo>
                  <a:pt x="300471" y="37560"/>
                </a:lnTo>
                <a:close/>
              </a:path>
              <a:path w="338455" h="368300">
                <a:moveTo>
                  <a:pt x="300019" y="36621"/>
                </a:moveTo>
                <a:lnTo>
                  <a:pt x="300211" y="37019"/>
                </a:lnTo>
                <a:lnTo>
                  <a:pt x="300945" y="37718"/>
                </a:lnTo>
                <a:lnTo>
                  <a:pt x="301295" y="37884"/>
                </a:lnTo>
                <a:lnTo>
                  <a:pt x="300595" y="37016"/>
                </a:lnTo>
                <a:lnTo>
                  <a:pt x="300019" y="36621"/>
                </a:lnTo>
                <a:close/>
              </a:path>
              <a:path w="338455" h="368300">
                <a:moveTo>
                  <a:pt x="300606" y="37840"/>
                </a:moveTo>
                <a:close/>
              </a:path>
              <a:path w="338455" h="368300">
                <a:moveTo>
                  <a:pt x="300442" y="37568"/>
                </a:moveTo>
                <a:lnTo>
                  <a:pt x="300606" y="37840"/>
                </a:lnTo>
                <a:lnTo>
                  <a:pt x="300485" y="37588"/>
                </a:lnTo>
                <a:close/>
              </a:path>
              <a:path w="338455" h="368300">
                <a:moveTo>
                  <a:pt x="299942" y="36763"/>
                </a:moveTo>
                <a:lnTo>
                  <a:pt x="300220" y="37766"/>
                </a:lnTo>
                <a:lnTo>
                  <a:pt x="300605" y="37840"/>
                </a:lnTo>
                <a:lnTo>
                  <a:pt x="300426" y="37560"/>
                </a:lnTo>
                <a:lnTo>
                  <a:pt x="300227" y="37464"/>
                </a:lnTo>
                <a:lnTo>
                  <a:pt x="300380" y="37464"/>
                </a:lnTo>
                <a:lnTo>
                  <a:pt x="299982" y="36801"/>
                </a:lnTo>
                <a:close/>
              </a:path>
              <a:path w="338455" h="368300">
                <a:moveTo>
                  <a:pt x="299974" y="37718"/>
                </a:moveTo>
                <a:lnTo>
                  <a:pt x="300148" y="37771"/>
                </a:lnTo>
                <a:lnTo>
                  <a:pt x="299974" y="37718"/>
                </a:lnTo>
                <a:close/>
              </a:path>
              <a:path w="338455" h="368300">
                <a:moveTo>
                  <a:pt x="300211" y="37019"/>
                </a:moveTo>
                <a:lnTo>
                  <a:pt x="300425" y="37464"/>
                </a:lnTo>
                <a:lnTo>
                  <a:pt x="300995" y="37766"/>
                </a:lnTo>
                <a:lnTo>
                  <a:pt x="300211" y="37019"/>
                </a:lnTo>
                <a:close/>
              </a:path>
              <a:path w="338455" h="368300">
                <a:moveTo>
                  <a:pt x="299740" y="36571"/>
                </a:moveTo>
                <a:lnTo>
                  <a:pt x="300076" y="37568"/>
                </a:lnTo>
                <a:lnTo>
                  <a:pt x="300201" y="37762"/>
                </a:lnTo>
                <a:lnTo>
                  <a:pt x="300008" y="37016"/>
                </a:lnTo>
                <a:lnTo>
                  <a:pt x="299890" y="36714"/>
                </a:lnTo>
                <a:lnTo>
                  <a:pt x="299740" y="36571"/>
                </a:lnTo>
                <a:close/>
              </a:path>
              <a:path w="338455" h="368300">
                <a:moveTo>
                  <a:pt x="300129" y="37718"/>
                </a:moveTo>
                <a:lnTo>
                  <a:pt x="299974" y="37718"/>
                </a:lnTo>
                <a:lnTo>
                  <a:pt x="300141" y="37751"/>
                </a:lnTo>
                <a:close/>
              </a:path>
              <a:path w="338455" h="368300">
                <a:moveTo>
                  <a:pt x="300227" y="37464"/>
                </a:moveTo>
                <a:lnTo>
                  <a:pt x="300442" y="37568"/>
                </a:lnTo>
                <a:lnTo>
                  <a:pt x="300227" y="37464"/>
                </a:lnTo>
                <a:close/>
              </a:path>
              <a:path w="338455" h="368300">
                <a:moveTo>
                  <a:pt x="299982" y="36801"/>
                </a:moveTo>
                <a:lnTo>
                  <a:pt x="300380" y="37464"/>
                </a:lnTo>
                <a:lnTo>
                  <a:pt x="300208" y="37016"/>
                </a:lnTo>
                <a:lnTo>
                  <a:pt x="299982" y="36801"/>
                </a:lnTo>
                <a:close/>
              </a:path>
              <a:path w="338455" h="368300">
                <a:moveTo>
                  <a:pt x="300380" y="37464"/>
                </a:moveTo>
                <a:lnTo>
                  <a:pt x="300227" y="37464"/>
                </a:lnTo>
                <a:lnTo>
                  <a:pt x="300427" y="37543"/>
                </a:lnTo>
                <a:close/>
              </a:path>
              <a:path w="338455" h="368300">
                <a:moveTo>
                  <a:pt x="299881" y="36526"/>
                </a:moveTo>
                <a:lnTo>
                  <a:pt x="299982" y="36801"/>
                </a:lnTo>
                <a:lnTo>
                  <a:pt x="300211" y="37019"/>
                </a:lnTo>
                <a:lnTo>
                  <a:pt x="300019" y="36621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29" y="35943"/>
                </a:moveTo>
                <a:lnTo>
                  <a:pt x="299973" y="36526"/>
                </a:lnTo>
                <a:lnTo>
                  <a:pt x="300085" y="36666"/>
                </a:lnTo>
                <a:lnTo>
                  <a:pt x="300595" y="37016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9713" y="36412"/>
                </a:moveTo>
                <a:lnTo>
                  <a:pt x="299840" y="36666"/>
                </a:lnTo>
                <a:lnTo>
                  <a:pt x="299817" y="36526"/>
                </a:lnTo>
                <a:close/>
              </a:path>
              <a:path w="338455" h="368300">
                <a:moveTo>
                  <a:pt x="299773" y="36452"/>
                </a:moveTo>
                <a:lnTo>
                  <a:pt x="299929" y="36714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73" y="36110"/>
                </a:moveTo>
                <a:lnTo>
                  <a:pt x="299908" y="36545"/>
                </a:lnTo>
                <a:lnTo>
                  <a:pt x="299773" y="36110"/>
                </a:lnTo>
                <a:close/>
              </a:path>
              <a:path w="338455" h="368300">
                <a:moveTo>
                  <a:pt x="299212" y="36067"/>
                </a:moveTo>
                <a:lnTo>
                  <a:pt x="299713" y="36545"/>
                </a:lnTo>
                <a:lnTo>
                  <a:pt x="299596" y="36331"/>
                </a:lnTo>
                <a:lnTo>
                  <a:pt x="299212" y="36067"/>
                </a:lnTo>
                <a:close/>
              </a:path>
              <a:path w="338455" h="368300">
                <a:moveTo>
                  <a:pt x="299611" y="35795"/>
                </a:moveTo>
                <a:lnTo>
                  <a:pt x="299656" y="36067"/>
                </a:lnTo>
                <a:lnTo>
                  <a:pt x="299773" y="36452"/>
                </a:lnTo>
                <a:lnTo>
                  <a:pt x="299756" y="36074"/>
                </a:lnTo>
                <a:lnTo>
                  <a:pt x="299611" y="35795"/>
                </a:lnTo>
                <a:close/>
              </a:path>
              <a:path w="338455" h="368300">
                <a:moveTo>
                  <a:pt x="299546" y="36074"/>
                </a:moveTo>
                <a:lnTo>
                  <a:pt x="299637" y="36331"/>
                </a:lnTo>
                <a:lnTo>
                  <a:pt x="299546" y="36074"/>
                </a:lnTo>
                <a:close/>
              </a:path>
              <a:path w="338455" h="368300">
                <a:moveTo>
                  <a:pt x="299542" y="36067"/>
                </a:moveTo>
                <a:lnTo>
                  <a:pt x="299212" y="36067"/>
                </a:lnTo>
                <a:lnTo>
                  <a:pt x="299650" y="36368"/>
                </a:lnTo>
                <a:lnTo>
                  <a:pt x="299542" y="36067"/>
                </a:lnTo>
                <a:close/>
              </a:path>
              <a:path w="338455" h="368300">
                <a:moveTo>
                  <a:pt x="299318" y="35432"/>
                </a:moveTo>
                <a:lnTo>
                  <a:pt x="299567" y="36110"/>
                </a:lnTo>
                <a:lnTo>
                  <a:pt x="299700" y="36331"/>
                </a:lnTo>
                <a:lnTo>
                  <a:pt x="299583" y="35761"/>
                </a:lnTo>
                <a:lnTo>
                  <a:pt x="299318" y="35432"/>
                </a:lnTo>
                <a:close/>
              </a:path>
              <a:path w="338455" h="368300">
                <a:moveTo>
                  <a:pt x="299637" y="35828"/>
                </a:moveTo>
                <a:lnTo>
                  <a:pt x="299773" y="36110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8703" y="34670"/>
                </a:moveTo>
                <a:lnTo>
                  <a:pt x="299546" y="36074"/>
                </a:lnTo>
                <a:lnTo>
                  <a:pt x="299318" y="35432"/>
                </a:lnTo>
                <a:lnTo>
                  <a:pt x="298703" y="34670"/>
                </a:lnTo>
                <a:close/>
              </a:path>
              <a:path w="338455" h="368300">
                <a:moveTo>
                  <a:pt x="299465" y="34925"/>
                </a:moveTo>
                <a:lnTo>
                  <a:pt x="299605" y="35761"/>
                </a:lnTo>
                <a:lnTo>
                  <a:pt x="299729" y="35943"/>
                </a:lnTo>
                <a:lnTo>
                  <a:pt x="299465" y="34925"/>
                </a:lnTo>
                <a:close/>
              </a:path>
              <a:path w="338455" h="368300">
                <a:moveTo>
                  <a:pt x="298957" y="34416"/>
                </a:moveTo>
                <a:lnTo>
                  <a:pt x="299318" y="35432"/>
                </a:lnTo>
                <a:lnTo>
                  <a:pt x="299611" y="35795"/>
                </a:lnTo>
                <a:lnTo>
                  <a:pt x="298957" y="34416"/>
                </a:lnTo>
                <a:close/>
              </a:path>
              <a:path w="338455" h="368300">
                <a:moveTo>
                  <a:pt x="337903" y="34416"/>
                </a:moveTo>
                <a:lnTo>
                  <a:pt x="298957" y="34416"/>
                </a:lnTo>
                <a:lnTo>
                  <a:pt x="299605" y="35761"/>
                </a:lnTo>
                <a:lnTo>
                  <a:pt x="299465" y="34925"/>
                </a:lnTo>
                <a:lnTo>
                  <a:pt x="337936" y="34925"/>
                </a:lnTo>
                <a:lnTo>
                  <a:pt x="337903" y="34416"/>
                </a:lnTo>
                <a:close/>
              </a:path>
              <a:path w="338455" h="368300">
                <a:moveTo>
                  <a:pt x="299048" y="34670"/>
                </a:moveTo>
                <a:lnTo>
                  <a:pt x="298703" y="34670"/>
                </a:lnTo>
                <a:lnTo>
                  <a:pt x="299318" y="35432"/>
                </a:lnTo>
                <a:lnTo>
                  <a:pt x="299048" y="34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717294" y="32240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52565" y="3663696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457200" y="0"/>
                </a:moveTo>
                <a:lnTo>
                  <a:pt x="457200" y="114299"/>
                </a:lnTo>
                <a:lnTo>
                  <a:pt x="533400" y="76199"/>
                </a:lnTo>
                <a:lnTo>
                  <a:pt x="476250" y="76199"/>
                </a:lnTo>
                <a:lnTo>
                  <a:pt x="476250" y="38099"/>
                </a:lnTo>
                <a:lnTo>
                  <a:pt x="533400" y="38099"/>
                </a:lnTo>
                <a:lnTo>
                  <a:pt x="457200" y="0"/>
                </a:lnTo>
                <a:close/>
              </a:path>
              <a:path w="571500" h="114300">
                <a:moveTo>
                  <a:pt x="4572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57200" y="76199"/>
                </a:lnTo>
                <a:lnTo>
                  <a:pt x="457200" y="38099"/>
                </a:lnTo>
                <a:close/>
              </a:path>
              <a:path w="571500" h="114300">
                <a:moveTo>
                  <a:pt x="533400" y="38099"/>
                </a:moveTo>
                <a:lnTo>
                  <a:pt x="476250" y="38099"/>
                </a:lnTo>
                <a:lnTo>
                  <a:pt x="476250" y="76199"/>
                </a:lnTo>
                <a:lnTo>
                  <a:pt x="533400" y="76199"/>
                </a:lnTo>
                <a:lnTo>
                  <a:pt x="571500" y="57149"/>
                </a:lnTo>
                <a:lnTo>
                  <a:pt x="5334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52565" y="3994403"/>
            <a:ext cx="622300" cy="114300"/>
          </a:xfrm>
          <a:custGeom>
            <a:avLst/>
            <a:gdLst/>
            <a:ahLst/>
            <a:cxnLst/>
            <a:rect l="l" t="t" r="r" b="b"/>
            <a:pathLst>
              <a:path w="622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223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22300" h="114300">
                <a:moveTo>
                  <a:pt x="62179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21791" y="76200"/>
                </a:lnTo>
                <a:lnTo>
                  <a:pt x="6217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7144511" y="1059180"/>
          <a:ext cx="1543050" cy="2121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/>
                <a:gridCol w="1272540"/>
              </a:tblGrid>
              <a:tr h="359158">
                <a:tc gridSpan="2">
                  <a:txBody>
                    <a:bodyPr/>
                    <a:lstStyle/>
                    <a:p>
                      <a:pPr marL="98425">
                        <a:lnSpc>
                          <a:spcPts val="2725"/>
                        </a:lnSpc>
                        <a:spcBef>
                          <a:spcPts val="5"/>
                        </a:spcBef>
                      </a:pPr>
                      <a:r>
                        <a:rPr dirty="0" sz="2400" spc="-5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CC00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400" spc="-5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400" spc="-5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CC00"/>
                          </a:solidFill>
                          <a:latin typeface="Symbol"/>
                          <a:cs typeface="Symbol"/>
                        </a:rPr>
                        <a:t>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B="0" marT="635">
                    <a:lnL w="53975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FF99FF"/>
                      </a:solidFill>
                      <a:prstDash val="solid"/>
                    </a:lnR>
                    <a:lnT w="53975">
                      <a:solidFill>
                        <a:srgbClr val="FF99FF"/>
                      </a:solidFill>
                      <a:prstDash val="solid"/>
                    </a:lnT>
                    <a:solidFill>
                      <a:srgbClr val="0000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7785">
                <a:tc gridSpan="2">
                  <a:txBody>
                    <a:bodyPr/>
                    <a:lstStyle/>
                    <a:p>
                      <a:pPr marL="98425">
                        <a:lnSpc>
                          <a:spcPts val="264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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FF99FF"/>
                      </a:solidFill>
                      <a:prstDash val="solid"/>
                    </a:lnR>
                    <a:solidFill>
                      <a:srgbClr val="0000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10909">
                <a:tc gridSpan="2">
                  <a:txBody>
                    <a:bodyPr/>
                    <a:lstStyle/>
                    <a:p>
                      <a:pPr marL="98425">
                        <a:lnSpc>
                          <a:spcPts val="279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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FF99FF"/>
                      </a:solidFill>
                      <a:prstDash val="solid"/>
                    </a:lnR>
                    <a:lnB w="53975">
                      <a:solidFill>
                        <a:srgbClr val="FF99FF"/>
                      </a:solidFill>
                      <a:prstDash val="solid"/>
                    </a:lnB>
                    <a:solidFill>
                      <a:srgbClr val="0000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65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99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53975">
                      <a:solidFill>
                        <a:srgbClr val="FF99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6" name="object 46"/>
          <p:cNvSpPr/>
          <p:nvPr/>
        </p:nvSpPr>
        <p:spPr>
          <a:xfrm>
            <a:off x="6052565" y="3104388"/>
            <a:ext cx="1324610" cy="114300"/>
          </a:xfrm>
          <a:custGeom>
            <a:avLst/>
            <a:gdLst/>
            <a:ahLst/>
            <a:cxnLst/>
            <a:rect l="l" t="t" r="r" b="b"/>
            <a:pathLst>
              <a:path w="13246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3246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324609" h="114300">
                <a:moveTo>
                  <a:pt x="132435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324356" y="76200"/>
                </a:lnTo>
                <a:lnTo>
                  <a:pt x="13243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48066" y="3623309"/>
            <a:ext cx="574675" cy="0"/>
          </a:xfrm>
          <a:custGeom>
            <a:avLst/>
            <a:gdLst/>
            <a:ahLst/>
            <a:cxnLst/>
            <a:rect l="l" t="t" r="r" b="b"/>
            <a:pathLst>
              <a:path w="574675" h="0">
                <a:moveTo>
                  <a:pt x="0" y="0"/>
                </a:moveTo>
                <a:lnTo>
                  <a:pt x="57454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734806" y="963930"/>
            <a:ext cx="0" cy="2659380"/>
          </a:xfrm>
          <a:custGeom>
            <a:avLst/>
            <a:gdLst/>
            <a:ahLst/>
            <a:cxnLst/>
            <a:rect l="l" t="t" r="r" b="b"/>
            <a:pathLst>
              <a:path w="0" h="2659379">
                <a:moveTo>
                  <a:pt x="0" y="265938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85966" y="907541"/>
            <a:ext cx="2124710" cy="114300"/>
          </a:xfrm>
          <a:custGeom>
            <a:avLst/>
            <a:gdLst/>
            <a:ahLst/>
            <a:cxnLst/>
            <a:rect l="l" t="t" r="r" b="b"/>
            <a:pathLst>
              <a:path w="2124709" h="114300">
                <a:moveTo>
                  <a:pt x="114680" y="0"/>
                </a:moveTo>
                <a:lnTo>
                  <a:pt x="0" y="56387"/>
                </a:lnTo>
                <a:lnTo>
                  <a:pt x="113918" y="114300"/>
                </a:lnTo>
                <a:lnTo>
                  <a:pt x="114173" y="76195"/>
                </a:lnTo>
                <a:lnTo>
                  <a:pt x="95123" y="76073"/>
                </a:lnTo>
                <a:lnTo>
                  <a:pt x="95376" y="37973"/>
                </a:lnTo>
                <a:lnTo>
                  <a:pt x="114427" y="37973"/>
                </a:lnTo>
                <a:lnTo>
                  <a:pt x="114680" y="0"/>
                </a:lnTo>
                <a:close/>
              </a:path>
              <a:path w="2124709" h="114300">
                <a:moveTo>
                  <a:pt x="114427" y="38095"/>
                </a:moveTo>
                <a:lnTo>
                  <a:pt x="114173" y="76195"/>
                </a:lnTo>
                <a:lnTo>
                  <a:pt x="2124329" y="89154"/>
                </a:lnTo>
                <a:lnTo>
                  <a:pt x="2124582" y="51054"/>
                </a:lnTo>
                <a:lnTo>
                  <a:pt x="114427" y="38095"/>
                </a:lnTo>
                <a:close/>
              </a:path>
              <a:path w="2124709" h="114300">
                <a:moveTo>
                  <a:pt x="95376" y="37973"/>
                </a:moveTo>
                <a:lnTo>
                  <a:pt x="95123" y="76073"/>
                </a:lnTo>
                <a:lnTo>
                  <a:pt x="114173" y="76195"/>
                </a:lnTo>
                <a:lnTo>
                  <a:pt x="114427" y="38095"/>
                </a:lnTo>
                <a:lnTo>
                  <a:pt x="95376" y="37973"/>
                </a:lnTo>
                <a:close/>
              </a:path>
              <a:path w="2124709" h="114300">
                <a:moveTo>
                  <a:pt x="114427" y="37973"/>
                </a:moveTo>
                <a:lnTo>
                  <a:pt x="95376" y="37973"/>
                </a:lnTo>
                <a:lnTo>
                  <a:pt x="114427" y="3809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053" y="1142238"/>
            <a:ext cx="4973320" cy="0"/>
          </a:xfrm>
          <a:custGeom>
            <a:avLst/>
            <a:gdLst/>
            <a:ahLst/>
            <a:cxnLst/>
            <a:rect l="l" t="t" r="r" b="b"/>
            <a:pathLst>
              <a:path w="4973320" h="0">
                <a:moveTo>
                  <a:pt x="49728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053" y="1142238"/>
            <a:ext cx="0" cy="3700779"/>
          </a:xfrm>
          <a:custGeom>
            <a:avLst/>
            <a:gdLst/>
            <a:ahLst/>
            <a:cxnLst/>
            <a:rect l="l" t="t" r="r" b="b"/>
            <a:pathLst>
              <a:path w="0" h="3700779">
                <a:moveTo>
                  <a:pt x="0" y="0"/>
                </a:moveTo>
                <a:lnTo>
                  <a:pt x="1" y="37002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1053" y="4785359"/>
            <a:ext cx="254635" cy="114300"/>
          </a:xfrm>
          <a:custGeom>
            <a:avLst/>
            <a:gdLst/>
            <a:ahLst/>
            <a:cxnLst/>
            <a:rect l="l" t="t" r="r" b="b"/>
            <a:pathLst>
              <a:path w="254635" h="114300">
                <a:moveTo>
                  <a:pt x="140208" y="0"/>
                </a:moveTo>
                <a:lnTo>
                  <a:pt x="140208" y="114300"/>
                </a:lnTo>
                <a:lnTo>
                  <a:pt x="216408" y="76200"/>
                </a:lnTo>
                <a:lnTo>
                  <a:pt x="159258" y="76200"/>
                </a:lnTo>
                <a:lnTo>
                  <a:pt x="159258" y="38100"/>
                </a:lnTo>
                <a:lnTo>
                  <a:pt x="216408" y="38100"/>
                </a:lnTo>
                <a:lnTo>
                  <a:pt x="140208" y="0"/>
                </a:lnTo>
                <a:close/>
              </a:path>
              <a:path w="254635" h="114300">
                <a:moveTo>
                  <a:pt x="1402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0208" y="76200"/>
                </a:lnTo>
                <a:lnTo>
                  <a:pt x="140208" y="38100"/>
                </a:lnTo>
                <a:close/>
              </a:path>
              <a:path w="254635" h="114300">
                <a:moveTo>
                  <a:pt x="216408" y="38100"/>
                </a:moveTo>
                <a:lnTo>
                  <a:pt x="159258" y="38100"/>
                </a:lnTo>
                <a:lnTo>
                  <a:pt x="159258" y="76200"/>
                </a:lnTo>
                <a:lnTo>
                  <a:pt x="216408" y="76200"/>
                </a:lnTo>
                <a:lnTo>
                  <a:pt x="254508" y="57150"/>
                </a:lnTo>
                <a:lnTo>
                  <a:pt x="2164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759578" y="734314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969258" y="5625846"/>
            <a:ext cx="711835" cy="0"/>
          </a:xfrm>
          <a:custGeom>
            <a:avLst/>
            <a:gdLst/>
            <a:ahLst/>
            <a:cxnLst/>
            <a:rect l="l" t="t" r="r" b="b"/>
            <a:pathLst>
              <a:path w="711835" h="0">
                <a:moveTo>
                  <a:pt x="0" y="0"/>
                </a:moveTo>
                <a:lnTo>
                  <a:pt x="711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623815" y="4842509"/>
            <a:ext cx="114300" cy="783590"/>
          </a:xfrm>
          <a:custGeom>
            <a:avLst/>
            <a:gdLst/>
            <a:ahLst/>
            <a:cxnLst/>
            <a:rect l="l" t="t" r="r" b="b"/>
            <a:pathLst>
              <a:path w="114300" h="783589">
                <a:moveTo>
                  <a:pt x="76200" y="95250"/>
                </a:moveTo>
                <a:lnTo>
                  <a:pt x="38100" y="95250"/>
                </a:lnTo>
                <a:lnTo>
                  <a:pt x="38100" y="783335"/>
                </a:lnTo>
                <a:lnTo>
                  <a:pt x="76200" y="783335"/>
                </a:lnTo>
                <a:lnTo>
                  <a:pt x="76200" y="95250"/>
                </a:lnTo>
                <a:close/>
              </a:path>
              <a:path w="114300" h="78358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8358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4099052" y="566054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832610" y="3927347"/>
            <a:ext cx="917575" cy="114300"/>
          </a:xfrm>
          <a:custGeom>
            <a:avLst/>
            <a:gdLst/>
            <a:ahLst/>
            <a:cxnLst/>
            <a:rect l="l" t="t" r="r" b="b"/>
            <a:pathLst>
              <a:path w="917575" h="114300">
                <a:moveTo>
                  <a:pt x="803147" y="0"/>
                </a:moveTo>
                <a:lnTo>
                  <a:pt x="803147" y="114300"/>
                </a:lnTo>
                <a:lnTo>
                  <a:pt x="879347" y="76200"/>
                </a:lnTo>
                <a:lnTo>
                  <a:pt x="822197" y="76200"/>
                </a:lnTo>
                <a:lnTo>
                  <a:pt x="822197" y="38100"/>
                </a:lnTo>
                <a:lnTo>
                  <a:pt x="879347" y="38100"/>
                </a:lnTo>
                <a:lnTo>
                  <a:pt x="803147" y="0"/>
                </a:lnTo>
                <a:close/>
              </a:path>
              <a:path w="917575" h="114300">
                <a:moveTo>
                  <a:pt x="8031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3147" y="76200"/>
                </a:lnTo>
                <a:lnTo>
                  <a:pt x="803147" y="38100"/>
                </a:lnTo>
                <a:close/>
              </a:path>
              <a:path w="917575" h="114300">
                <a:moveTo>
                  <a:pt x="879347" y="38100"/>
                </a:moveTo>
                <a:lnTo>
                  <a:pt x="822197" y="38100"/>
                </a:lnTo>
                <a:lnTo>
                  <a:pt x="822197" y="76200"/>
                </a:lnTo>
                <a:lnTo>
                  <a:pt x="879347" y="76200"/>
                </a:lnTo>
                <a:lnTo>
                  <a:pt x="917447" y="57150"/>
                </a:lnTo>
                <a:lnTo>
                  <a:pt x="8793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187320" y="3881373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880865" y="3837432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4099052" y="3533647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832610" y="4579620"/>
            <a:ext cx="2658110" cy="114300"/>
          </a:xfrm>
          <a:custGeom>
            <a:avLst/>
            <a:gdLst/>
            <a:ahLst/>
            <a:cxnLst/>
            <a:rect l="l" t="t" r="r" b="b"/>
            <a:pathLst>
              <a:path w="265811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265811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2658110" h="114300">
                <a:moveTo>
                  <a:pt x="2657855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2657855" y="76199"/>
                </a:lnTo>
                <a:lnTo>
                  <a:pt x="2657855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3127375" y="4240148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905761" y="2804922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991611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410961" y="2448305"/>
            <a:ext cx="0" cy="356870"/>
          </a:xfrm>
          <a:custGeom>
            <a:avLst/>
            <a:gdLst/>
            <a:ahLst/>
            <a:cxnLst/>
            <a:rect l="l" t="t" r="r" b="b"/>
            <a:pathLst>
              <a:path w="0" h="356869">
                <a:moveTo>
                  <a:pt x="0" y="0"/>
                </a:moveTo>
                <a:lnTo>
                  <a:pt x="0" y="3566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556253" y="2804922"/>
            <a:ext cx="1854835" cy="0"/>
          </a:xfrm>
          <a:custGeom>
            <a:avLst/>
            <a:gdLst/>
            <a:ahLst/>
            <a:cxnLst/>
            <a:rect l="l" t="t" r="r" b="b"/>
            <a:pathLst>
              <a:path w="1854835" h="0">
                <a:moveTo>
                  <a:pt x="185470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499103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2917698" y="2988945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150" algn="l"/>
              </a:tabLst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	</a:t>
            </a:r>
            <a:r>
              <a:rPr dirty="0" baseline="1157" sz="36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baseline="1157" sz="36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150876" y="0"/>
                </a:moveTo>
                <a:lnTo>
                  <a:pt x="84530" y="24561"/>
                </a:lnTo>
                <a:lnTo>
                  <a:pt x="56516" y="53084"/>
                </a:lnTo>
                <a:lnTo>
                  <a:pt x="33150" y="90498"/>
                </a:lnTo>
                <a:lnTo>
                  <a:pt x="15337" y="135349"/>
                </a:lnTo>
                <a:lnTo>
                  <a:pt x="3985" y="186185"/>
                </a:lnTo>
                <a:lnTo>
                  <a:pt x="0" y="241554"/>
                </a:lnTo>
                <a:lnTo>
                  <a:pt x="3985" y="296922"/>
                </a:lnTo>
                <a:lnTo>
                  <a:pt x="15337" y="347758"/>
                </a:lnTo>
                <a:lnTo>
                  <a:pt x="33150" y="392609"/>
                </a:lnTo>
                <a:lnTo>
                  <a:pt x="56516" y="430023"/>
                </a:lnTo>
                <a:lnTo>
                  <a:pt x="84530" y="458546"/>
                </a:lnTo>
                <a:lnTo>
                  <a:pt x="150876" y="483108"/>
                </a:lnTo>
                <a:lnTo>
                  <a:pt x="185465" y="476725"/>
                </a:lnTo>
                <a:lnTo>
                  <a:pt x="245235" y="430023"/>
                </a:lnTo>
                <a:lnTo>
                  <a:pt x="268601" y="392609"/>
                </a:lnTo>
                <a:lnTo>
                  <a:pt x="286414" y="347758"/>
                </a:lnTo>
                <a:lnTo>
                  <a:pt x="297766" y="296922"/>
                </a:lnTo>
                <a:lnTo>
                  <a:pt x="301752" y="241554"/>
                </a:lnTo>
                <a:lnTo>
                  <a:pt x="297766" y="186185"/>
                </a:lnTo>
                <a:lnTo>
                  <a:pt x="286414" y="135349"/>
                </a:lnTo>
                <a:lnTo>
                  <a:pt x="268601" y="90498"/>
                </a:lnTo>
                <a:lnTo>
                  <a:pt x="245235" y="53084"/>
                </a:lnTo>
                <a:lnTo>
                  <a:pt x="217221" y="24561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0" y="241554"/>
                </a:moveTo>
                <a:lnTo>
                  <a:pt x="3985" y="186185"/>
                </a:lnTo>
                <a:lnTo>
                  <a:pt x="15337" y="135349"/>
                </a:lnTo>
                <a:lnTo>
                  <a:pt x="33150" y="90498"/>
                </a:lnTo>
                <a:lnTo>
                  <a:pt x="56516" y="53084"/>
                </a:lnTo>
                <a:lnTo>
                  <a:pt x="84530" y="24561"/>
                </a:lnTo>
                <a:lnTo>
                  <a:pt x="150876" y="0"/>
                </a:lnTo>
                <a:lnTo>
                  <a:pt x="185465" y="6382"/>
                </a:lnTo>
                <a:lnTo>
                  <a:pt x="245235" y="53084"/>
                </a:lnTo>
                <a:lnTo>
                  <a:pt x="268601" y="90498"/>
                </a:lnTo>
                <a:lnTo>
                  <a:pt x="286414" y="135349"/>
                </a:lnTo>
                <a:lnTo>
                  <a:pt x="297766" y="186185"/>
                </a:lnTo>
                <a:lnTo>
                  <a:pt x="301752" y="241554"/>
                </a:lnTo>
                <a:lnTo>
                  <a:pt x="297766" y="296922"/>
                </a:lnTo>
                <a:lnTo>
                  <a:pt x="286414" y="347758"/>
                </a:lnTo>
                <a:lnTo>
                  <a:pt x="268601" y="392609"/>
                </a:lnTo>
                <a:lnTo>
                  <a:pt x="245235" y="430023"/>
                </a:lnTo>
                <a:lnTo>
                  <a:pt x="217221" y="458546"/>
                </a:lnTo>
                <a:lnTo>
                  <a:pt x="150876" y="483108"/>
                </a:lnTo>
                <a:lnTo>
                  <a:pt x="116286" y="476725"/>
                </a:lnTo>
                <a:lnTo>
                  <a:pt x="56516" y="430023"/>
                </a:lnTo>
                <a:lnTo>
                  <a:pt x="33150" y="392609"/>
                </a:lnTo>
                <a:lnTo>
                  <a:pt x="15337" y="347758"/>
                </a:lnTo>
                <a:lnTo>
                  <a:pt x="3985" y="296922"/>
                </a:lnTo>
                <a:lnTo>
                  <a:pt x="0" y="2415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1993773" y="1054049"/>
            <a:ext cx="397510" cy="12007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1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150875" y="0"/>
                </a:moveTo>
                <a:lnTo>
                  <a:pt x="110772" y="7944"/>
                </a:lnTo>
                <a:lnTo>
                  <a:pt x="74732" y="30367"/>
                </a:lnTo>
                <a:lnTo>
                  <a:pt x="44195" y="65150"/>
                </a:lnTo>
                <a:lnTo>
                  <a:pt x="20602" y="110179"/>
                </a:lnTo>
                <a:lnTo>
                  <a:pt x="5390" y="163336"/>
                </a:lnTo>
                <a:lnTo>
                  <a:pt x="0" y="222503"/>
                </a:lnTo>
                <a:lnTo>
                  <a:pt x="5390" y="281671"/>
                </a:lnTo>
                <a:lnTo>
                  <a:pt x="20602" y="334828"/>
                </a:lnTo>
                <a:lnTo>
                  <a:pt x="44196" y="379857"/>
                </a:lnTo>
                <a:lnTo>
                  <a:pt x="74732" y="414640"/>
                </a:lnTo>
                <a:lnTo>
                  <a:pt x="110772" y="437063"/>
                </a:lnTo>
                <a:lnTo>
                  <a:pt x="150875" y="445008"/>
                </a:lnTo>
                <a:lnTo>
                  <a:pt x="190979" y="437063"/>
                </a:lnTo>
                <a:lnTo>
                  <a:pt x="227019" y="414640"/>
                </a:lnTo>
                <a:lnTo>
                  <a:pt x="257555" y="379857"/>
                </a:lnTo>
                <a:lnTo>
                  <a:pt x="281149" y="334828"/>
                </a:lnTo>
                <a:lnTo>
                  <a:pt x="296361" y="281671"/>
                </a:lnTo>
                <a:lnTo>
                  <a:pt x="301751" y="222503"/>
                </a:lnTo>
                <a:lnTo>
                  <a:pt x="296361" y="163336"/>
                </a:lnTo>
                <a:lnTo>
                  <a:pt x="281149" y="110179"/>
                </a:lnTo>
                <a:lnTo>
                  <a:pt x="257555" y="65150"/>
                </a:lnTo>
                <a:lnTo>
                  <a:pt x="227019" y="30367"/>
                </a:lnTo>
                <a:lnTo>
                  <a:pt x="190979" y="7944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0" y="222503"/>
                </a:moveTo>
                <a:lnTo>
                  <a:pt x="5390" y="163336"/>
                </a:lnTo>
                <a:lnTo>
                  <a:pt x="20602" y="110179"/>
                </a:lnTo>
                <a:lnTo>
                  <a:pt x="44195" y="65150"/>
                </a:lnTo>
                <a:lnTo>
                  <a:pt x="74732" y="30367"/>
                </a:lnTo>
                <a:lnTo>
                  <a:pt x="110772" y="7944"/>
                </a:lnTo>
                <a:lnTo>
                  <a:pt x="150875" y="0"/>
                </a:lnTo>
                <a:lnTo>
                  <a:pt x="190979" y="7944"/>
                </a:lnTo>
                <a:lnTo>
                  <a:pt x="227019" y="30367"/>
                </a:lnTo>
                <a:lnTo>
                  <a:pt x="257555" y="65150"/>
                </a:lnTo>
                <a:lnTo>
                  <a:pt x="281149" y="110179"/>
                </a:lnTo>
                <a:lnTo>
                  <a:pt x="296361" y="163336"/>
                </a:lnTo>
                <a:lnTo>
                  <a:pt x="301751" y="222503"/>
                </a:lnTo>
                <a:lnTo>
                  <a:pt x="296361" y="281671"/>
                </a:lnTo>
                <a:lnTo>
                  <a:pt x="281149" y="334828"/>
                </a:lnTo>
                <a:lnTo>
                  <a:pt x="257556" y="379856"/>
                </a:lnTo>
                <a:lnTo>
                  <a:pt x="227019" y="414640"/>
                </a:lnTo>
                <a:lnTo>
                  <a:pt x="190979" y="437063"/>
                </a:lnTo>
                <a:lnTo>
                  <a:pt x="150875" y="445008"/>
                </a:lnTo>
                <a:lnTo>
                  <a:pt x="110772" y="437063"/>
                </a:lnTo>
                <a:lnTo>
                  <a:pt x="74732" y="414640"/>
                </a:lnTo>
                <a:lnTo>
                  <a:pt x="44196" y="379857"/>
                </a:lnTo>
                <a:lnTo>
                  <a:pt x="20602" y="334828"/>
                </a:lnTo>
                <a:lnTo>
                  <a:pt x="5390" y="281671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4234053" y="1692401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150876" y="0"/>
                </a:moveTo>
                <a:lnTo>
                  <a:pt x="84525" y="23322"/>
                </a:lnTo>
                <a:lnTo>
                  <a:pt x="56511" y="50405"/>
                </a:lnTo>
                <a:lnTo>
                  <a:pt x="33146" y="85930"/>
                </a:lnTo>
                <a:lnTo>
                  <a:pt x="15335" y="128518"/>
                </a:lnTo>
                <a:lnTo>
                  <a:pt x="3984" y="176788"/>
                </a:lnTo>
                <a:lnTo>
                  <a:pt x="0" y="229362"/>
                </a:lnTo>
                <a:lnTo>
                  <a:pt x="3984" y="281935"/>
                </a:lnTo>
                <a:lnTo>
                  <a:pt x="15335" y="330205"/>
                </a:lnTo>
                <a:lnTo>
                  <a:pt x="33146" y="372793"/>
                </a:lnTo>
                <a:lnTo>
                  <a:pt x="56511" y="408318"/>
                </a:lnTo>
                <a:lnTo>
                  <a:pt x="84525" y="435401"/>
                </a:lnTo>
                <a:lnTo>
                  <a:pt x="150876" y="458724"/>
                </a:lnTo>
                <a:lnTo>
                  <a:pt x="185469" y="452663"/>
                </a:lnTo>
                <a:lnTo>
                  <a:pt x="245240" y="408318"/>
                </a:lnTo>
                <a:lnTo>
                  <a:pt x="268605" y="372793"/>
                </a:lnTo>
                <a:lnTo>
                  <a:pt x="286416" y="330205"/>
                </a:lnTo>
                <a:lnTo>
                  <a:pt x="297767" y="281935"/>
                </a:lnTo>
                <a:lnTo>
                  <a:pt x="301752" y="229362"/>
                </a:lnTo>
                <a:lnTo>
                  <a:pt x="297767" y="176788"/>
                </a:lnTo>
                <a:lnTo>
                  <a:pt x="286416" y="128518"/>
                </a:lnTo>
                <a:lnTo>
                  <a:pt x="268605" y="85930"/>
                </a:lnTo>
                <a:lnTo>
                  <a:pt x="245240" y="50405"/>
                </a:lnTo>
                <a:lnTo>
                  <a:pt x="217226" y="23322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0" y="229362"/>
                </a:moveTo>
                <a:lnTo>
                  <a:pt x="3984" y="176788"/>
                </a:lnTo>
                <a:lnTo>
                  <a:pt x="15335" y="128518"/>
                </a:lnTo>
                <a:lnTo>
                  <a:pt x="33146" y="85930"/>
                </a:lnTo>
                <a:lnTo>
                  <a:pt x="56511" y="50405"/>
                </a:lnTo>
                <a:lnTo>
                  <a:pt x="84525" y="23322"/>
                </a:lnTo>
                <a:lnTo>
                  <a:pt x="150876" y="0"/>
                </a:lnTo>
                <a:lnTo>
                  <a:pt x="185469" y="6060"/>
                </a:lnTo>
                <a:lnTo>
                  <a:pt x="245240" y="50405"/>
                </a:lnTo>
                <a:lnTo>
                  <a:pt x="268605" y="85930"/>
                </a:lnTo>
                <a:lnTo>
                  <a:pt x="286416" y="128518"/>
                </a:lnTo>
                <a:lnTo>
                  <a:pt x="297767" y="176788"/>
                </a:lnTo>
                <a:lnTo>
                  <a:pt x="301752" y="229362"/>
                </a:lnTo>
                <a:lnTo>
                  <a:pt x="297767" y="281935"/>
                </a:lnTo>
                <a:lnTo>
                  <a:pt x="286416" y="330205"/>
                </a:lnTo>
                <a:lnTo>
                  <a:pt x="268605" y="372793"/>
                </a:lnTo>
                <a:lnTo>
                  <a:pt x="245240" y="408318"/>
                </a:lnTo>
                <a:lnTo>
                  <a:pt x="217226" y="435401"/>
                </a:lnTo>
                <a:lnTo>
                  <a:pt x="150876" y="458724"/>
                </a:lnTo>
                <a:lnTo>
                  <a:pt x="116282" y="452663"/>
                </a:lnTo>
                <a:lnTo>
                  <a:pt x="56511" y="408318"/>
                </a:lnTo>
                <a:lnTo>
                  <a:pt x="33146" y="372793"/>
                </a:lnTo>
                <a:lnTo>
                  <a:pt x="15335" y="330205"/>
                </a:lnTo>
                <a:lnTo>
                  <a:pt x="3984" y="281935"/>
                </a:lnTo>
                <a:lnTo>
                  <a:pt x="0" y="22936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253695" y="318371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150875" y="0"/>
                </a:moveTo>
                <a:lnTo>
                  <a:pt x="110772" y="7893"/>
                </a:lnTo>
                <a:lnTo>
                  <a:pt x="74732" y="30169"/>
                </a:lnTo>
                <a:lnTo>
                  <a:pt x="44196" y="64722"/>
                </a:lnTo>
                <a:lnTo>
                  <a:pt x="20602" y="109445"/>
                </a:lnTo>
                <a:lnTo>
                  <a:pt x="5390" y="162233"/>
                </a:lnTo>
                <a:lnTo>
                  <a:pt x="0" y="220980"/>
                </a:lnTo>
                <a:lnTo>
                  <a:pt x="5390" y="279726"/>
                </a:lnTo>
                <a:lnTo>
                  <a:pt x="20602" y="332514"/>
                </a:lnTo>
                <a:lnTo>
                  <a:pt x="44196" y="377237"/>
                </a:lnTo>
                <a:lnTo>
                  <a:pt x="74732" y="411790"/>
                </a:lnTo>
                <a:lnTo>
                  <a:pt x="110772" y="434066"/>
                </a:lnTo>
                <a:lnTo>
                  <a:pt x="150875" y="441960"/>
                </a:lnTo>
                <a:lnTo>
                  <a:pt x="190979" y="434066"/>
                </a:lnTo>
                <a:lnTo>
                  <a:pt x="227019" y="411790"/>
                </a:lnTo>
                <a:lnTo>
                  <a:pt x="257555" y="377237"/>
                </a:lnTo>
                <a:lnTo>
                  <a:pt x="281149" y="332514"/>
                </a:lnTo>
                <a:lnTo>
                  <a:pt x="296361" y="279726"/>
                </a:lnTo>
                <a:lnTo>
                  <a:pt x="301752" y="220980"/>
                </a:lnTo>
                <a:lnTo>
                  <a:pt x="296361" y="162233"/>
                </a:lnTo>
                <a:lnTo>
                  <a:pt x="281149" y="109445"/>
                </a:lnTo>
                <a:lnTo>
                  <a:pt x="257555" y="64722"/>
                </a:lnTo>
                <a:lnTo>
                  <a:pt x="227019" y="30169"/>
                </a:lnTo>
                <a:lnTo>
                  <a:pt x="190979" y="789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0" y="220980"/>
                </a:moveTo>
                <a:lnTo>
                  <a:pt x="5390" y="162233"/>
                </a:lnTo>
                <a:lnTo>
                  <a:pt x="20602" y="109445"/>
                </a:lnTo>
                <a:lnTo>
                  <a:pt x="44196" y="64722"/>
                </a:lnTo>
                <a:lnTo>
                  <a:pt x="74732" y="30169"/>
                </a:lnTo>
                <a:lnTo>
                  <a:pt x="110772" y="7893"/>
                </a:lnTo>
                <a:lnTo>
                  <a:pt x="150875" y="0"/>
                </a:lnTo>
                <a:lnTo>
                  <a:pt x="190979" y="7893"/>
                </a:lnTo>
                <a:lnTo>
                  <a:pt x="227019" y="30169"/>
                </a:lnTo>
                <a:lnTo>
                  <a:pt x="257555" y="64722"/>
                </a:lnTo>
                <a:lnTo>
                  <a:pt x="281149" y="109445"/>
                </a:lnTo>
                <a:lnTo>
                  <a:pt x="296361" y="162233"/>
                </a:lnTo>
                <a:lnTo>
                  <a:pt x="301752" y="220980"/>
                </a:lnTo>
                <a:lnTo>
                  <a:pt x="296361" y="279726"/>
                </a:lnTo>
                <a:lnTo>
                  <a:pt x="281149" y="332514"/>
                </a:lnTo>
                <a:lnTo>
                  <a:pt x="257556" y="377237"/>
                </a:lnTo>
                <a:lnTo>
                  <a:pt x="227019" y="411790"/>
                </a:lnTo>
                <a:lnTo>
                  <a:pt x="190979" y="434066"/>
                </a:lnTo>
                <a:lnTo>
                  <a:pt x="150875" y="441960"/>
                </a:lnTo>
                <a:lnTo>
                  <a:pt x="110772" y="434066"/>
                </a:lnTo>
                <a:lnTo>
                  <a:pt x="74732" y="411790"/>
                </a:lnTo>
                <a:lnTo>
                  <a:pt x="44196" y="377237"/>
                </a:lnTo>
                <a:lnTo>
                  <a:pt x="20602" y="332514"/>
                </a:lnTo>
                <a:lnTo>
                  <a:pt x="5390" y="279726"/>
                </a:lnTo>
                <a:lnTo>
                  <a:pt x="0" y="2209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2443098" y="342150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159503" y="2185416"/>
            <a:ext cx="788670" cy="842010"/>
          </a:xfrm>
          <a:custGeom>
            <a:avLst/>
            <a:gdLst/>
            <a:ahLst/>
            <a:cxnLst/>
            <a:rect l="l" t="t" r="r" b="b"/>
            <a:pathLst>
              <a:path w="788670" h="842010">
                <a:moveTo>
                  <a:pt x="696206" y="771487"/>
                </a:moveTo>
                <a:lnTo>
                  <a:pt x="668401" y="797433"/>
                </a:lnTo>
                <a:lnTo>
                  <a:pt x="788162" y="842010"/>
                </a:lnTo>
                <a:lnTo>
                  <a:pt x="771433" y="785368"/>
                </a:lnTo>
                <a:lnTo>
                  <a:pt x="709168" y="785368"/>
                </a:lnTo>
                <a:lnTo>
                  <a:pt x="696206" y="771487"/>
                </a:lnTo>
                <a:close/>
              </a:path>
              <a:path w="788670" h="842010">
                <a:moveTo>
                  <a:pt x="724126" y="745433"/>
                </a:moveTo>
                <a:lnTo>
                  <a:pt x="696206" y="771487"/>
                </a:lnTo>
                <a:lnTo>
                  <a:pt x="709168" y="785368"/>
                </a:lnTo>
                <a:lnTo>
                  <a:pt x="737108" y="759333"/>
                </a:lnTo>
                <a:lnTo>
                  <a:pt x="724126" y="745433"/>
                </a:lnTo>
                <a:close/>
              </a:path>
              <a:path w="788670" h="842010">
                <a:moveTo>
                  <a:pt x="751967" y="719455"/>
                </a:moveTo>
                <a:lnTo>
                  <a:pt x="724126" y="745433"/>
                </a:lnTo>
                <a:lnTo>
                  <a:pt x="737108" y="759333"/>
                </a:lnTo>
                <a:lnTo>
                  <a:pt x="709168" y="785368"/>
                </a:lnTo>
                <a:lnTo>
                  <a:pt x="771433" y="785368"/>
                </a:lnTo>
                <a:lnTo>
                  <a:pt x="751967" y="719455"/>
                </a:lnTo>
                <a:close/>
              </a:path>
              <a:path w="788670" h="842010">
                <a:moveTo>
                  <a:pt x="27940" y="0"/>
                </a:moveTo>
                <a:lnTo>
                  <a:pt x="0" y="25908"/>
                </a:lnTo>
                <a:lnTo>
                  <a:pt x="696206" y="771487"/>
                </a:lnTo>
                <a:lnTo>
                  <a:pt x="724126" y="745433"/>
                </a:lnTo>
                <a:lnTo>
                  <a:pt x="279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4521200" y="2274570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5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6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5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4221607" y="2817698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150113" y="0"/>
                </a:moveTo>
                <a:lnTo>
                  <a:pt x="110198" y="7923"/>
                </a:lnTo>
                <a:lnTo>
                  <a:pt x="74337" y="30282"/>
                </a:lnTo>
                <a:lnTo>
                  <a:pt x="43957" y="64960"/>
                </a:lnTo>
                <a:lnTo>
                  <a:pt x="20489" y="109840"/>
                </a:lnTo>
                <a:lnTo>
                  <a:pt x="5360" y="162806"/>
                </a:lnTo>
                <a:lnTo>
                  <a:pt x="0" y="221741"/>
                </a:lnTo>
                <a:lnTo>
                  <a:pt x="5360" y="280677"/>
                </a:lnTo>
                <a:lnTo>
                  <a:pt x="20489" y="333643"/>
                </a:lnTo>
                <a:lnTo>
                  <a:pt x="43957" y="378523"/>
                </a:lnTo>
                <a:lnTo>
                  <a:pt x="74337" y="413201"/>
                </a:lnTo>
                <a:lnTo>
                  <a:pt x="110198" y="435560"/>
                </a:lnTo>
                <a:lnTo>
                  <a:pt x="150113" y="443484"/>
                </a:lnTo>
                <a:lnTo>
                  <a:pt x="190029" y="435560"/>
                </a:lnTo>
                <a:lnTo>
                  <a:pt x="225890" y="413201"/>
                </a:lnTo>
                <a:lnTo>
                  <a:pt x="256270" y="378523"/>
                </a:lnTo>
                <a:lnTo>
                  <a:pt x="279738" y="333643"/>
                </a:lnTo>
                <a:lnTo>
                  <a:pt x="294867" y="280677"/>
                </a:lnTo>
                <a:lnTo>
                  <a:pt x="300227" y="221741"/>
                </a:lnTo>
                <a:lnTo>
                  <a:pt x="294867" y="162806"/>
                </a:lnTo>
                <a:lnTo>
                  <a:pt x="279738" y="109840"/>
                </a:lnTo>
                <a:lnTo>
                  <a:pt x="256270" y="64960"/>
                </a:lnTo>
                <a:lnTo>
                  <a:pt x="225890" y="30282"/>
                </a:lnTo>
                <a:lnTo>
                  <a:pt x="190029" y="7923"/>
                </a:lnTo>
                <a:lnTo>
                  <a:pt x="150113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0" y="221741"/>
                </a:moveTo>
                <a:lnTo>
                  <a:pt x="5360" y="162806"/>
                </a:lnTo>
                <a:lnTo>
                  <a:pt x="20489" y="109840"/>
                </a:lnTo>
                <a:lnTo>
                  <a:pt x="43957" y="64960"/>
                </a:lnTo>
                <a:lnTo>
                  <a:pt x="74337" y="30282"/>
                </a:lnTo>
                <a:lnTo>
                  <a:pt x="110198" y="7923"/>
                </a:lnTo>
                <a:lnTo>
                  <a:pt x="150113" y="0"/>
                </a:lnTo>
                <a:lnTo>
                  <a:pt x="190029" y="7923"/>
                </a:lnTo>
                <a:lnTo>
                  <a:pt x="225890" y="30282"/>
                </a:lnTo>
                <a:lnTo>
                  <a:pt x="256270" y="64960"/>
                </a:lnTo>
                <a:lnTo>
                  <a:pt x="279738" y="109840"/>
                </a:lnTo>
                <a:lnTo>
                  <a:pt x="294867" y="162806"/>
                </a:lnTo>
                <a:lnTo>
                  <a:pt x="300227" y="221741"/>
                </a:lnTo>
                <a:lnTo>
                  <a:pt x="294867" y="280677"/>
                </a:lnTo>
                <a:lnTo>
                  <a:pt x="279738" y="333643"/>
                </a:lnTo>
                <a:lnTo>
                  <a:pt x="256270" y="378523"/>
                </a:lnTo>
                <a:lnTo>
                  <a:pt x="225890" y="413201"/>
                </a:lnTo>
                <a:lnTo>
                  <a:pt x="190029" y="435560"/>
                </a:lnTo>
                <a:lnTo>
                  <a:pt x="150113" y="443484"/>
                </a:lnTo>
                <a:lnTo>
                  <a:pt x="110198" y="435560"/>
                </a:lnTo>
                <a:lnTo>
                  <a:pt x="74337" y="413201"/>
                </a:lnTo>
                <a:lnTo>
                  <a:pt x="43957" y="378523"/>
                </a:lnTo>
                <a:lnTo>
                  <a:pt x="20489" y="333643"/>
                </a:lnTo>
                <a:lnTo>
                  <a:pt x="536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6648957" y="21322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5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5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5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5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8184642" y="21703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3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3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3084702" y="4993081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150114" y="0"/>
                </a:moveTo>
                <a:lnTo>
                  <a:pt x="110198" y="7944"/>
                </a:lnTo>
                <a:lnTo>
                  <a:pt x="74337" y="30367"/>
                </a:lnTo>
                <a:lnTo>
                  <a:pt x="43957" y="65151"/>
                </a:lnTo>
                <a:lnTo>
                  <a:pt x="20489" y="110179"/>
                </a:lnTo>
                <a:lnTo>
                  <a:pt x="5360" y="163336"/>
                </a:lnTo>
                <a:lnTo>
                  <a:pt x="0" y="222504"/>
                </a:lnTo>
                <a:lnTo>
                  <a:pt x="5360" y="281671"/>
                </a:lnTo>
                <a:lnTo>
                  <a:pt x="20489" y="334828"/>
                </a:lnTo>
                <a:lnTo>
                  <a:pt x="43957" y="379857"/>
                </a:lnTo>
                <a:lnTo>
                  <a:pt x="74337" y="414640"/>
                </a:lnTo>
                <a:lnTo>
                  <a:pt x="110198" y="437063"/>
                </a:lnTo>
                <a:lnTo>
                  <a:pt x="150114" y="445008"/>
                </a:lnTo>
                <a:lnTo>
                  <a:pt x="190029" y="437063"/>
                </a:lnTo>
                <a:lnTo>
                  <a:pt x="225890" y="414640"/>
                </a:lnTo>
                <a:lnTo>
                  <a:pt x="256270" y="379857"/>
                </a:lnTo>
                <a:lnTo>
                  <a:pt x="279738" y="334828"/>
                </a:lnTo>
                <a:lnTo>
                  <a:pt x="294867" y="281671"/>
                </a:lnTo>
                <a:lnTo>
                  <a:pt x="300227" y="222504"/>
                </a:lnTo>
                <a:lnTo>
                  <a:pt x="294867" y="163336"/>
                </a:lnTo>
                <a:lnTo>
                  <a:pt x="279738" y="110179"/>
                </a:lnTo>
                <a:lnTo>
                  <a:pt x="256270" y="65151"/>
                </a:lnTo>
                <a:lnTo>
                  <a:pt x="225890" y="30367"/>
                </a:lnTo>
                <a:lnTo>
                  <a:pt x="190029" y="7944"/>
                </a:lnTo>
                <a:lnTo>
                  <a:pt x="150114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0" y="222504"/>
                </a:moveTo>
                <a:lnTo>
                  <a:pt x="5360" y="163336"/>
                </a:lnTo>
                <a:lnTo>
                  <a:pt x="20489" y="110179"/>
                </a:lnTo>
                <a:lnTo>
                  <a:pt x="43957" y="65151"/>
                </a:lnTo>
                <a:lnTo>
                  <a:pt x="74337" y="30367"/>
                </a:lnTo>
                <a:lnTo>
                  <a:pt x="110198" y="7944"/>
                </a:lnTo>
                <a:lnTo>
                  <a:pt x="150114" y="0"/>
                </a:lnTo>
                <a:lnTo>
                  <a:pt x="190029" y="7944"/>
                </a:lnTo>
                <a:lnTo>
                  <a:pt x="225890" y="30367"/>
                </a:lnTo>
                <a:lnTo>
                  <a:pt x="256270" y="65150"/>
                </a:lnTo>
                <a:lnTo>
                  <a:pt x="279738" y="110179"/>
                </a:lnTo>
                <a:lnTo>
                  <a:pt x="294867" y="163336"/>
                </a:lnTo>
                <a:lnTo>
                  <a:pt x="300227" y="222504"/>
                </a:lnTo>
                <a:lnTo>
                  <a:pt x="294867" y="281671"/>
                </a:lnTo>
                <a:lnTo>
                  <a:pt x="279738" y="334828"/>
                </a:lnTo>
                <a:lnTo>
                  <a:pt x="256270" y="379857"/>
                </a:lnTo>
                <a:lnTo>
                  <a:pt x="225890" y="414640"/>
                </a:lnTo>
                <a:lnTo>
                  <a:pt x="190029" y="437063"/>
                </a:lnTo>
                <a:lnTo>
                  <a:pt x="150114" y="445008"/>
                </a:lnTo>
                <a:lnTo>
                  <a:pt x="110198" y="437063"/>
                </a:lnTo>
                <a:lnTo>
                  <a:pt x="74337" y="414640"/>
                </a:lnTo>
                <a:lnTo>
                  <a:pt x="43957" y="379857"/>
                </a:lnTo>
                <a:lnTo>
                  <a:pt x="20489" y="334828"/>
                </a:lnTo>
                <a:lnTo>
                  <a:pt x="5360" y="281671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7676515" y="283083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150875" y="0"/>
                </a:moveTo>
                <a:lnTo>
                  <a:pt x="110772" y="7948"/>
                </a:lnTo>
                <a:lnTo>
                  <a:pt x="74732" y="30378"/>
                </a:lnTo>
                <a:lnTo>
                  <a:pt x="44196" y="65170"/>
                </a:lnTo>
                <a:lnTo>
                  <a:pt x="20602" y="110202"/>
                </a:lnTo>
                <a:lnTo>
                  <a:pt x="5390" y="163353"/>
                </a:lnTo>
                <a:lnTo>
                  <a:pt x="0" y="222504"/>
                </a:lnTo>
                <a:lnTo>
                  <a:pt x="5390" y="281654"/>
                </a:lnTo>
                <a:lnTo>
                  <a:pt x="20602" y="334805"/>
                </a:lnTo>
                <a:lnTo>
                  <a:pt x="44196" y="379837"/>
                </a:lnTo>
                <a:lnTo>
                  <a:pt x="74732" y="414629"/>
                </a:lnTo>
                <a:lnTo>
                  <a:pt x="110772" y="437059"/>
                </a:lnTo>
                <a:lnTo>
                  <a:pt x="150875" y="445008"/>
                </a:lnTo>
                <a:lnTo>
                  <a:pt x="190979" y="437059"/>
                </a:lnTo>
                <a:lnTo>
                  <a:pt x="227019" y="414629"/>
                </a:lnTo>
                <a:lnTo>
                  <a:pt x="257555" y="379837"/>
                </a:lnTo>
                <a:lnTo>
                  <a:pt x="281149" y="334805"/>
                </a:lnTo>
                <a:lnTo>
                  <a:pt x="296361" y="281654"/>
                </a:lnTo>
                <a:lnTo>
                  <a:pt x="301752" y="222504"/>
                </a:lnTo>
                <a:lnTo>
                  <a:pt x="296361" y="163353"/>
                </a:lnTo>
                <a:lnTo>
                  <a:pt x="281149" y="110202"/>
                </a:lnTo>
                <a:lnTo>
                  <a:pt x="257555" y="65170"/>
                </a:lnTo>
                <a:lnTo>
                  <a:pt x="227019" y="30378"/>
                </a:lnTo>
                <a:lnTo>
                  <a:pt x="190979" y="7948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0" y="222504"/>
                </a:moveTo>
                <a:lnTo>
                  <a:pt x="5390" y="163353"/>
                </a:lnTo>
                <a:lnTo>
                  <a:pt x="20602" y="110202"/>
                </a:lnTo>
                <a:lnTo>
                  <a:pt x="44196" y="65170"/>
                </a:lnTo>
                <a:lnTo>
                  <a:pt x="74732" y="30378"/>
                </a:lnTo>
                <a:lnTo>
                  <a:pt x="110772" y="7948"/>
                </a:lnTo>
                <a:lnTo>
                  <a:pt x="150875" y="0"/>
                </a:lnTo>
                <a:lnTo>
                  <a:pt x="190979" y="7948"/>
                </a:lnTo>
                <a:lnTo>
                  <a:pt x="227019" y="30378"/>
                </a:lnTo>
                <a:lnTo>
                  <a:pt x="257555" y="65170"/>
                </a:lnTo>
                <a:lnTo>
                  <a:pt x="281149" y="110202"/>
                </a:lnTo>
                <a:lnTo>
                  <a:pt x="296361" y="163353"/>
                </a:lnTo>
                <a:lnTo>
                  <a:pt x="301752" y="222504"/>
                </a:lnTo>
                <a:lnTo>
                  <a:pt x="296361" y="281654"/>
                </a:lnTo>
                <a:lnTo>
                  <a:pt x="281149" y="334805"/>
                </a:lnTo>
                <a:lnTo>
                  <a:pt x="257555" y="379837"/>
                </a:lnTo>
                <a:lnTo>
                  <a:pt x="227019" y="414629"/>
                </a:lnTo>
                <a:lnTo>
                  <a:pt x="190979" y="437059"/>
                </a:lnTo>
                <a:lnTo>
                  <a:pt x="150875" y="445008"/>
                </a:lnTo>
                <a:lnTo>
                  <a:pt x="110772" y="437059"/>
                </a:lnTo>
                <a:lnTo>
                  <a:pt x="74732" y="414629"/>
                </a:lnTo>
                <a:lnTo>
                  <a:pt x="44196" y="379837"/>
                </a:lnTo>
                <a:lnTo>
                  <a:pt x="20602" y="334805"/>
                </a:lnTo>
                <a:lnTo>
                  <a:pt x="5390" y="281654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1652397" y="630184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6774180" y="6434328"/>
            <a:ext cx="866140" cy="372110"/>
          </a:xfrm>
          <a:custGeom>
            <a:avLst/>
            <a:gdLst/>
            <a:ahLst/>
            <a:cxnLst/>
            <a:rect l="l" t="t" r="r" b="b"/>
            <a:pathLst>
              <a:path w="866140" h="372109">
                <a:moveTo>
                  <a:pt x="865631" y="0"/>
                </a:moveTo>
                <a:lnTo>
                  <a:pt x="0" y="0"/>
                </a:lnTo>
                <a:lnTo>
                  <a:pt x="0" y="371856"/>
                </a:lnTo>
                <a:lnTo>
                  <a:pt x="865631" y="371856"/>
                </a:lnTo>
                <a:lnTo>
                  <a:pt x="865631" y="325372"/>
                </a:lnTo>
                <a:lnTo>
                  <a:pt x="293370" y="325372"/>
                </a:lnTo>
                <a:lnTo>
                  <a:pt x="293370" y="46482"/>
                </a:lnTo>
                <a:lnTo>
                  <a:pt x="865631" y="46482"/>
                </a:lnTo>
                <a:lnTo>
                  <a:pt x="865631" y="0"/>
                </a:lnTo>
                <a:close/>
              </a:path>
              <a:path w="866140" h="372109">
                <a:moveTo>
                  <a:pt x="865631" y="46482"/>
                </a:moveTo>
                <a:lnTo>
                  <a:pt x="293370" y="46482"/>
                </a:lnTo>
                <a:lnTo>
                  <a:pt x="572262" y="185928"/>
                </a:lnTo>
                <a:lnTo>
                  <a:pt x="293370" y="325372"/>
                </a:lnTo>
                <a:lnTo>
                  <a:pt x="865631" y="325372"/>
                </a:lnTo>
                <a:lnTo>
                  <a:pt x="865631" y="4648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067550" y="648080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0"/>
                </a:moveTo>
                <a:lnTo>
                  <a:pt x="0" y="278890"/>
                </a:lnTo>
                <a:lnTo>
                  <a:pt x="278892" y="139445"/>
                </a:lnTo>
                <a:lnTo>
                  <a:pt x="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/>
          <p:nvPr/>
        </p:nvSpPr>
        <p:spPr>
          <a:xfrm>
            <a:off x="6926071" y="6512153"/>
            <a:ext cx="565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分析表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3969258" y="6011417"/>
            <a:ext cx="4918075" cy="0"/>
          </a:xfrm>
          <a:custGeom>
            <a:avLst/>
            <a:gdLst/>
            <a:ahLst/>
            <a:cxnLst/>
            <a:rect l="l" t="t" r="r" b="b"/>
            <a:pathLst>
              <a:path w="4918075" h="0">
                <a:moveTo>
                  <a:pt x="0" y="0"/>
                </a:moveTo>
                <a:lnTo>
                  <a:pt x="491794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8887206" y="749045"/>
            <a:ext cx="0" cy="5262880"/>
          </a:xfrm>
          <a:custGeom>
            <a:avLst/>
            <a:gdLst/>
            <a:ahLst/>
            <a:cxnLst/>
            <a:rect l="l" t="t" r="r" b="b"/>
            <a:pathLst>
              <a:path w="0" h="5262880">
                <a:moveTo>
                  <a:pt x="0" y="526237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598157" y="691895"/>
            <a:ext cx="2289175" cy="114300"/>
          </a:xfrm>
          <a:custGeom>
            <a:avLst/>
            <a:gdLst/>
            <a:ahLst/>
            <a:cxnLst/>
            <a:rect l="l" t="t" r="r" b="b"/>
            <a:pathLst>
              <a:path w="22891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2891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289175" h="114300">
                <a:moveTo>
                  <a:pt x="228904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289048" y="76200"/>
                </a:lnTo>
                <a:lnTo>
                  <a:pt x="228904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23757" y="6710689"/>
            <a:ext cx="71247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0"/>
            <a:ext cx="9143238" cy="3406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32156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0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5">
                <a:moveTo>
                  <a:pt x="0" y="0"/>
                </a:moveTo>
                <a:lnTo>
                  <a:pt x="0" y="34061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20620" y="0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94226" y="0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742" y="3997274"/>
            <a:ext cx="26416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'</a:t>
            </a:r>
            <a:r>
              <a:rPr dirty="0" sz="2800" spc="-2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00FFFF"/>
                </a:solidFill>
                <a:latin typeface="宋体"/>
                <a:cs typeface="宋体"/>
              </a:rPr>
              <a:t>＝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44346" y="3445002"/>
            <a:ext cx="871728" cy="614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44346" y="3445002"/>
            <a:ext cx="871855" cy="614680"/>
          </a:xfrm>
          <a:custGeom>
            <a:avLst/>
            <a:gdLst/>
            <a:ahLst/>
            <a:cxnLst/>
            <a:rect l="l" t="t" r="r" b="b"/>
            <a:pathLst>
              <a:path w="871855" h="614679">
                <a:moveTo>
                  <a:pt x="0" y="460629"/>
                </a:moveTo>
                <a:lnTo>
                  <a:pt x="217931" y="460629"/>
                </a:lnTo>
                <a:lnTo>
                  <a:pt x="217931" y="0"/>
                </a:lnTo>
                <a:lnTo>
                  <a:pt x="653796" y="0"/>
                </a:lnTo>
                <a:lnTo>
                  <a:pt x="653796" y="460629"/>
                </a:lnTo>
                <a:lnTo>
                  <a:pt x="871728" y="460629"/>
                </a:lnTo>
                <a:lnTo>
                  <a:pt x="435864" y="614172"/>
                </a:lnTo>
                <a:lnTo>
                  <a:pt x="0" y="46062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784472" y="3939953"/>
            <a:ext cx="257175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950" spc="-25" b="1" i="1">
                <a:solidFill>
                  <a:srgbClr val="FFFFFF"/>
                </a:solidFill>
                <a:latin typeface="宋体"/>
                <a:cs typeface="宋体"/>
              </a:rPr>
              <a:t>Ｅ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342" y="4385843"/>
            <a:ext cx="8134984" cy="922019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baseline="-5952" sz="4200" spc="-7" b="1">
                <a:solidFill>
                  <a:srgbClr val="00FFFF"/>
                </a:solidFill>
                <a:latin typeface="Times New Roman"/>
                <a:cs typeface="Times New Roman"/>
              </a:rPr>
              <a:t>{</a:t>
            </a:r>
            <a:r>
              <a:rPr dirty="0" baseline="-5952" sz="4200" spc="-7" b="1">
                <a:solidFill>
                  <a:srgbClr val="00FFFF"/>
                </a:solidFill>
                <a:latin typeface="宋体"/>
                <a:cs typeface="宋体"/>
              </a:rPr>
              <a:t>＃</a:t>
            </a:r>
            <a:r>
              <a:rPr dirty="0" baseline="-5952" sz="4200" spc="-7" b="1">
                <a:solidFill>
                  <a:srgbClr val="00FFFF"/>
                </a:solidFill>
                <a:latin typeface="Times New Roman"/>
                <a:cs typeface="Times New Roman"/>
              </a:rPr>
              <a:t>}∩{{</a:t>
            </a:r>
            <a:r>
              <a:rPr dirty="0" baseline="-5952" sz="4200" spc="-7" b="1">
                <a:solidFill>
                  <a:srgbClr val="00FFFF"/>
                </a:solidFill>
                <a:latin typeface="宋体"/>
                <a:cs typeface="宋体"/>
              </a:rPr>
              <a:t>＋</a:t>
            </a:r>
            <a:r>
              <a:rPr dirty="0" baseline="-5952" sz="4200" spc="-7" b="1">
                <a:solidFill>
                  <a:srgbClr val="00FFFF"/>
                </a:solidFill>
                <a:latin typeface="Times New Roman"/>
                <a:cs typeface="Times New Roman"/>
              </a:rPr>
              <a:t>}</a:t>
            </a:r>
            <a:r>
              <a:rPr dirty="0" baseline="-5952" sz="4200" spc="-7" b="1">
                <a:solidFill>
                  <a:srgbClr val="00FFFF"/>
                </a:solidFill>
                <a:latin typeface="宋体"/>
                <a:cs typeface="宋体"/>
              </a:rPr>
              <a:t>∪</a:t>
            </a:r>
            <a:r>
              <a:rPr dirty="0" baseline="-5952" sz="4200" spc="-7" b="1">
                <a:solidFill>
                  <a:srgbClr val="00FFFF"/>
                </a:solidFill>
                <a:latin typeface="Times New Roman"/>
                <a:cs typeface="Times New Roman"/>
              </a:rPr>
              <a:t>{*}}=</a:t>
            </a:r>
            <a:r>
              <a:rPr dirty="0" baseline="-5952" sz="4200" spc="-7" b="1">
                <a:solidFill>
                  <a:srgbClr val="00FFFF"/>
                </a:solidFill>
                <a:latin typeface="宋体"/>
                <a:cs typeface="宋体"/>
              </a:rPr>
              <a:t>φ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｛＋，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 , ) , #</a:t>
            </a:r>
            <a:r>
              <a:rPr dirty="0" sz="2800" spc="1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}∩{{＋}∪{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}}</a:t>
            </a:r>
            <a:endParaRPr sz="2800">
              <a:latin typeface="宋体"/>
              <a:cs typeface="宋体"/>
            </a:endParaRPr>
          </a:p>
          <a:p>
            <a:pPr algn="ctr" marR="215265">
              <a:lnSpc>
                <a:spcPct val="100000"/>
              </a:lnSpc>
              <a:spcBef>
                <a:spcPts val="17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≠φ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63973" y="3274314"/>
            <a:ext cx="3124200" cy="6126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363973" y="3274314"/>
            <a:ext cx="3124200" cy="612775"/>
          </a:xfrm>
          <a:custGeom>
            <a:avLst/>
            <a:gdLst/>
            <a:ahLst/>
            <a:cxnLst/>
            <a:rect l="l" t="t" r="r" b="b"/>
            <a:pathLst>
              <a:path w="3124200" h="612775">
                <a:moveTo>
                  <a:pt x="0" y="459486"/>
                </a:moveTo>
                <a:lnTo>
                  <a:pt x="781050" y="459486"/>
                </a:lnTo>
                <a:lnTo>
                  <a:pt x="781050" y="0"/>
                </a:lnTo>
                <a:lnTo>
                  <a:pt x="2343150" y="0"/>
                </a:lnTo>
                <a:lnTo>
                  <a:pt x="2343150" y="459486"/>
                </a:lnTo>
                <a:lnTo>
                  <a:pt x="3124200" y="459486"/>
                </a:lnTo>
                <a:lnTo>
                  <a:pt x="1562100" y="612648"/>
                </a:lnTo>
                <a:lnTo>
                  <a:pt x="0" y="45948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88258" y="1334261"/>
            <a:ext cx="1823085" cy="18002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66370" rIns="0" bIns="0" rtlCol="0" vert="horz">
            <a:spAutoFit/>
          </a:bodyPr>
          <a:lstStyle/>
          <a:p>
            <a:pPr algn="just" marL="177800" marR="170815">
              <a:lnSpc>
                <a:spcPct val="100299"/>
              </a:lnSpc>
              <a:spcBef>
                <a:spcPts val="1310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1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1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8305" y="1354074"/>
            <a:ext cx="1927860" cy="18002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65735" rIns="0" bIns="0" rtlCol="0" vert="horz">
            <a:spAutoFit/>
          </a:bodyPr>
          <a:lstStyle/>
          <a:p>
            <a:pPr algn="just" marL="232410" marR="211454" indent="34925">
              <a:lnSpc>
                <a:spcPct val="100299"/>
              </a:lnSpc>
              <a:spcBef>
                <a:spcPts val="130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1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1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8586" y="1319022"/>
            <a:ext cx="1628139" cy="18002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70180" rIns="0" bIns="0" rtlCol="0" vert="horz">
            <a:spAutoFit/>
          </a:bodyPr>
          <a:lstStyle/>
          <a:p>
            <a:pPr marR="154940">
              <a:lnSpc>
                <a:spcPct val="100000"/>
              </a:lnSpc>
              <a:spcBef>
                <a:spcPts val="134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5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1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54729" y="874013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150875" y="0"/>
                </a:moveTo>
                <a:lnTo>
                  <a:pt x="110772" y="7944"/>
                </a:lnTo>
                <a:lnTo>
                  <a:pt x="74732" y="30367"/>
                </a:lnTo>
                <a:lnTo>
                  <a:pt x="44196" y="65150"/>
                </a:lnTo>
                <a:lnTo>
                  <a:pt x="20602" y="110179"/>
                </a:lnTo>
                <a:lnTo>
                  <a:pt x="5390" y="163336"/>
                </a:lnTo>
                <a:lnTo>
                  <a:pt x="0" y="222503"/>
                </a:lnTo>
                <a:lnTo>
                  <a:pt x="5390" y="281671"/>
                </a:lnTo>
                <a:lnTo>
                  <a:pt x="20602" y="334828"/>
                </a:lnTo>
                <a:lnTo>
                  <a:pt x="44196" y="379857"/>
                </a:lnTo>
                <a:lnTo>
                  <a:pt x="74732" y="414640"/>
                </a:lnTo>
                <a:lnTo>
                  <a:pt x="110772" y="437063"/>
                </a:lnTo>
                <a:lnTo>
                  <a:pt x="150875" y="445008"/>
                </a:lnTo>
                <a:lnTo>
                  <a:pt x="190979" y="437063"/>
                </a:lnTo>
                <a:lnTo>
                  <a:pt x="227019" y="414640"/>
                </a:lnTo>
                <a:lnTo>
                  <a:pt x="257555" y="379857"/>
                </a:lnTo>
                <a:lnTo>
                  <a:pt x="281149" y="334828"/>
                </a:lnTo>
                <a:lnTo>
                  <a:pt x="296361" y="281671"/>
                </a:lnTo>
                <a:lnTo>
                  <a:pt x="301752" y="222503"/>
                </a:lnTo>
                <a:lnTo>
                  <a:pt x="296361" y="163336"/>
                </a:lnTo>
                <a:lnTo>
                  <a:pt x="281149" y="110179"/>
                </a:lnTo>
                <a:lnTo>
                  <a:pt x="257555" y="65150"/>
                </a:lnTo>
                <a:lnTo>
                  <a:pt x="227019" y="30367"/>
                </a:lnTo>
                <a:lnTo>
                  <a:pt x="190979" y="7944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54729" y="874013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0" y="222503"/>
                </a:moveTo>
                <a:lnTo>
                  <a:pt x="5390" y="163336"/>
                </a:lnTo>
                <a:lnTo>
                  <a:pt x="20602" y="110179"/>
                </a:lnTo>
                <a:lnTo>
                  <a:pt x="44196" y="65150"/>
                </a:lnTo>
                <a:lnTo>
                  <a:pt x="74732" y="30367"/>
                </a:lnTo>
                <a:lnTo>
                  <a:pt x="110772" y="7944"/>
                </a:lnTo>
                <a:lnTo>
                  <a:pt x="150875" y="0"/>
                </a:lnTo>
                <a:lnTo>
                  <a:pt x="190979" y="7944"/>
                </a:lnTo>
                <a:lnTo>
                  <a:pt x="227019" y="30367"/>
                </a:lnTo>
                <a:lnTo>
                  <a:pt x="257555" y="65150"/>
                </a:lnTo>
                <a:lnTo>
                  <a:pt x="281149" y="110179"/>
                </a:lnTo>
                <a:lnTo>
                  <a:pt x="296361" y="163336"/>
                </a:lnTo>
                <a:lnTo>
                  <a:pt x="301752" y="222503"/>
                </a:lnTo>
                <a:lnTo>
                  <a:pt x="296361" y="281671"/>
                </a:lnTo>
                <a:lnTo>
                  <a:pt x="281149" y="334828"/>
                </a:lnTo>
                <a:lnTo>
                  <a:pt x="257555" y="379856"/>
                </a:lnTo>
                <a:lnTo>
                  <a:pt x="227019" y="414640"/>
                </a:lnTo>
                <a:lnTo>
                  <a:pt x="190979" y="437063"/>
                </a:lnTo>
                <a:lnTo>
                  <a:pt x="150875" y="445008"/>
                </a:lnTo>
                <a:lnTo>
                  <a:pt x="110772" y="437063"/>
                </a:lnTo>
                <a:lnTo>
                  <a:pt x="74732" y="414640"/>
                </a:lnTo>
                <a:lnTo>
                  <a:pt x="44196" y="379857"/>
                </a:lnTo>
                <a:lnTo>
                  <a:pt x="20602" y="334828"/>
                </a:lnTo>
                <a:lnTo>
                  <a:pt x="5390" y="281671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591305" y="81267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58305" y="874013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59" h="445134">
                <a:moveTo>
                  <a:pt x="150876" y="0"/>
                </a:moveTo>
                <a:lnTo>
                  <a:pt x="110772" y="7944"/>
                </a:lnTo>
                <a:lnTo>
                  <a:pt x="74732" y="30367"/>
                </a:lnTo>
                <a:lnTo>
                  <a:pt x="44196" y="65150"/>
                </a:lnTo>
                <a:lnTo>
                  <a:pt x="20602" y="110179"/>
                </a:lnTo>
                <a:lnTo>
                  <a:pt x="5390" y="163336"/>
                </a:lnTo>
                <a:lnTo>
                  <a:pt x="0" y="222503"/>
                </a:lnTo>
                <a:lnTo>
                  <a:pt x="5390" y="281671"/>
                </a:lnTo>
                <a:lnTo>
                  <a:pt x="20602" y="334828"/>
                </a:lnTo>
                <a:lnTo>
                  <a:pt x="44196" y="379857"/>
                </a:lnTo>
                <a:lnTo>
                  <a:pt x="74732" y="414640"/>
                </a:lnTo>
                <a:lnTo>
                  <a:pt x="110772" y="437063"/>
                </a:lnTo>
                <a:lnTo>
                  <a:pt x="150876" y="445008"/>
                </a:lnTo>
                <a:lnTo>
                  <a:pt x="190979" y="437063"/>
                </a:lnTo>
                <a:lnTo>
                  <a:pt x="227019" y="414640"/>
                </a:lnTo>
                <a:lnTo>
                  <a:pt x="257555" y="379857"/>
                </a:lnTo>
                <a:lnTo>
                  <a:pt x="281149" y="334828"/>
                </a:lnTo>
                <a:lnTo>
                  <a:pt x="296361" y="281671"/>
                </a:lnTo>
                <a:lnTo>
                  <a:pt x="301751" y="222503"/>
                </a:lnTo>
                <a:lnTo>
                  <a:pt x="296361" y="163336"/>
                </a:lnTo>
                <a:lnTo>
                  <a:pt x="281149" y="110179"/>
                </a:lnTo>
                <a:lnTo>
                  <a:pt x="257556" y="65150"/>
                </a:lnTo>
                <a:lnTo>
                  <a:pt x="227019" y="30367"/>
                </a:lnTo>
                <a:lnTo>
                  <a:pt x="190979" y="7944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58305" y="874013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59" h="445134">
                <a:moveTo>
                  <a:pt x="0" y="222503"/>
                </a:moveTo>
                <a:lnTo>
                  <a:pt x="5390" y="163336"/>
                </a:lnTo>
                <a:lnTo>
                  <a:pt x="20602" y="110179"/>
                </a:lnTo>
                <a:lnTo>
                  <a:pt x="44196" y="65150"/>
                </a:lnTo>
                <a:lnTo>
                  <a:pt x="74732" y="30367"/>
                </a:lnTo>
                <a:lnTo>
                  <a:pt x="110772" y="7944"/>
                </a:lnTo>
                <a:lnTo>
                  <a:pt x="150876" y="0"/>
                </a:lnTo>
                <a:lnTo>
                  <a:pt x="190979" y="7944"/>
                </a:lnTo>
                <a:lnTo>
                  <a:pt x="227019" y="30367"/>
                </a:lnTo>
                <a:lnTo>
                  <a:pt x="257556" y="65150"/>
                </a:lnTo>
                <a:lnTo>
                  <a:pt x="281149" y="110179"/>
                </a:lnTo>
                <a:lnTo>
                  <a:pt x="296361" y="163336"/>
                </a:lnTo>
                <a:lnTo>
                  <a:pt x="301751" y="222503"/>
                </a:lnTo>
                <a:lnTo>
                  <a:pt x="296361" y="281671"/>
                </a:lnTo>
                <a:lnTo>
                  <a:pt x="281149" y="334828"/>
                </a:lnTo>
                <a:lnTo>
                  <a:pt x="257555" y="379856"/>
                </a:lnTo>
                <a:lnTo>
                  <a:pt x="227019" y="414640"/>
                </a:lnTo>
                <a:lnTo>
                  <a:pt x="190979" y="437063"/>
                </a:lnTo>
                <a:lnTo>
                  <a:pt x="150876" y="445008"/>
                </a:lnTo>
                <a:lnTo>
                  <a:pt x="110772" y="437063"/>
                </a:lnTo>
                <a:lnTo>
                  <a:pt x="74732" y="414640"/>
                </a:lnTo>
                <a:lnTo>
                  <a:pt x="44196" y="379857"/>
                </a:lnTo>
                <a:lnTo>
                  <a:pt x="20602" y="334828"/>
                </a:lnTo>
                <a:lnTo>
                  <a:pt x="5390" y="281671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295135" y="81267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42594" y="851153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59" h="445134">
                <a:moveTo>
                  <a:pt x="150875" y="0"/>
                </a:moveTo>
                <a:lnTo>
                  <a:pt x="110767" y="7944"/>
                </a:lnTo>
                <a:lnTo>
                  <a:pt x="74726" y="30367"/>
                </a:lnTo>
                <a:lnTo>
                  <a:pt x="44191" y="65151"/>
                </a:lnTo>
                <a:lnTo>
                  <a:pt x="20599" y="110179"/>
                </a:lnTo>
                <a:lnTo>
                  <a:pt x="5389" y="163336"/>
                </a:lnTo>
                <a:lnTo>
                  <a:pt x="0" y="222504"/>
                </a:lnTo>
                <a:lnTo>
                  <a:pt x="5389" y="281671"/>
                </a:lnTo>
                <a:lnTo>
                  <a:pt x="20599" y="334828"/>
                </a:lnTo>
                <a:lnTo>
                  <a:pt x="44191" y="379857"/>
                </a:lnTo>
                <a:lnTo>
                  <a:pt x="74726" y="414640"/>
                </a:lnTo>
                <a:lnTo>
                  <a:pt x="110767" y="437063"/>
                </a:lnTo>
                <a:lnTo>
                  <a:pt x="150875" y="445008"/>
                </a:lnTo>
                <a:lnTo>
                  <a:pt x="190984" y="437063"/>
                </a:lnTo>
                <a:lnTo>
                  <a:pt x="227025" y="414640"/>
                </a:lnTo>
                <a:lnTo>
                  <a:pt x="257560" y="379857"/>
                </a:lnTo>
                <a:lnTo>
                  <a:pt x="281152" y="334828"/>
                </a:lnTo>
                <a:lnTo>
                  <a:pt x="296362" y="281671"/>
                </a:lnTo>
                <a:lnTo>
                  <a:pt x="301752" y="222504"/>
                </a:lnTo>
                <a:lnTo>
                  <a:pt x="296362" y="163336"/>
                </a:lnTo>
                <a:lnTo>
                  <a:pt x="281152" y="110179"/>
                </a:lnTo>
                <a:lnTo>
                  <a:pt x="257560" y="65151"/>
                </a:lnTo>
                <a:lnTo>
                  <a:pt x="227025" y="30367"/>
                </a:lnTo>
                <a:lnTo>
                  <a:pt x="190984" y="7944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42594" y="851153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59" h="445134">
                <a:moveTo>
                  <a:pt x="0" y="222504"/>
                </a:moveTo>
                <a:lnTo>
                  <a:pt x="5389" y="163336"/>
                </a:lnTo>
                <a:lnTo>
                  <a:pt x="20599" y="110179"/>
                </a:lnTo>
                <a:lnTo>
                  <a:pt x="44191" y="65151"/>
                </a:lnTo>
                <a:lnTo>
                  <a:pt x="74726" y="30367"/>
                </a:lnTo>
                <a:lnTo>
                  <a:pt x="110767" y="7944"/>
                </a:lnTo>
                <a:lnTo>
                  <a:pt x="150875" y="0"/>
                </a:lnTo>
                <a:lnTo>
                  <a:pt x="190984" y="7944"/>
                </a:lnTo>
                <a:lnTo>
                  <a:pt x="227025" y="30367"/>
                </a:lnTo>
                <a:lnTo>
                  <a:pt x="257560" y="65150"/>
                </a:lnTo>
                <a:lnTo>
                  <a:pt x="281152" y="110179"/>
                </a:lnTo>
                <a:lnTo>
                  <a:pt x="296362" y="163336"/>
                </a:lnTo>
                <a:lnTo>
                  <a:pt x="301752" y="222504"/>
                </a:lnTo>
                <a:lnTo>
                  <a:pt x="296362" y="281671"/>
                </a:lnTo>
                <a:lnTo>
                  <a:pt x="281152" y="334828"/>
                </a:lnTo>
                <a:lnTo>
                  <a:pt x="257560" y="379857"/>
                </a:lnTo>
                <a:lnTo>
                  <a:pt x="227025" y="414640"/>
                </a:lnTo>
                <a:lnTo>
                  <a:pt x="190984" y="437063"/>
                </a:lnTo>
                <a:lnTo>
                  <a:pt x="150875" y="445008"/>
                </a:lnTo>
                <a:lnTo>
                  <a:pt x="110767" y="437063"/>
                </a:lnTo>
                <a:lnTo>
                  <a:pt x="74726" y="414640"/>
                </a:lnTo>
                <a:lnTo>
                  <a:pt x="44191" y="379857"/>
                </a:lnTo>
                <a:lnTo>
                  <a:pt x="20599" y="334828"/>
                </a:lnTo>
                <a:lnTo>
                  <a:pt x="5389" y="281671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77595" y="79044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1909" y="5887973"/>
            <a:ext cx="9103360" cy="943610"/>
          </a:xfrm>
          <a:custGeom>
            <a:avLst/>
            <a:gdLst/>
            <a:ahLst/>
            <a:cxnLst/>
            <a:rect l="l" t="t" r="r" b="b"/>
            <a:pathLst>
              <a:path w="9103360" h="943609">
                <a:moveTo>
                  <a:pt x="0" y="943356"/>
                </a:moveTo>
                <a:lnTo>
                  <a:pt x="9102852" y="943356"/>
                </a:lnTo>
                <a:lnTo>
                  <a:pt x="9102852" y="0"/>
                </a:lnTo>
                <a:lnTo>
                  <a:pt x="0" y="0"/>
                </a:lnTo>
                <a:lnTo>
                  <a:pt x="0" y="943356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909" y="5887973"/>
            <a:ext cx="9103360" cy="943610"/>
          </a:xfrm>
          <a:custGeom>
            <a:avLst/>
            <a:gdLst/>
            <a:ahLst/>
            <a:cxnLst/>
            <a:rect l="l" t="t" r="r" b="b"/>
            <a:pathLst>
              <a:path w="9103360" h="943609">
                <a:moveTo>
                  <a:pt x="0" y="943356"/>
                </a:moveTo>
                <a:lnTo>
                  <a:pt x="9102852" y="943356"/>
                </a:lnTo>
                <a:lnTo>
                  <a:pt x="9102852" y="0"/>
                </a:lnTo>
                <a:lnTo>
                  <a:pt x="0" y="0"/>
                </a:lnTo>
                <a:lnTo>
                  <a:pt x="0" y="943356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413753" y="5951931"/>
            <a:ext cx="2080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2125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sz="2400" spc="-10" b="1">
                <a:solidFill>
                  <a:srgbClr val="99FFCC"/>
                </a:solidFill>
                <a:latin typeface="宋体"/>
                <a:cs typeface="宋体"/>
              </a:rPr>
              <a:t>②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6392" y="5842203"/>
            <a:ext cx="1089025" cy="976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22475" y="5842203"/>
            <a:ext cx="2891155" cy="97663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802005">
              <a:lnSpc>
                <a:spcPct val="100000"/>
              </a:lnSpc>
              <a:spcBef>
                <a:spcPts val="965"/>
              </a:spcBef>
              <a:tabLst>
                <a:tab pos="2573020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sz="2400" spc="-10" b="1">
                <a:solidFill>
                  <a:srgbClr val="99FFCC"/>
                </a:solidFill>
                <a:latin typeface="宋体"/>
                <a:cs typeface="宋体"/>
              </a:rPr>
              <a:t>①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775970" algn="l"/>
                <a:tab pos="1508760" algn="l"/>
                <a:tab pos="2507615" algn="l"/>
              </a:tabLst>
            </a:pPr>
            <a:r>
              <a:rPr dirty="0" sz="2400" spc="-10" b="1">
                <a:solidFill>
                  <a:srgbClr val="99FFCC"/>
                </a:solidFill>
                <a:latin typeface="宋体"/>
                <a:cs typeface="宋体"/>
              </a:rPr>
              <a:t>③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2400" spc="-10" b="1">
                <a:solidFill>
                  <a:srgbClr val="99FFCC"/>
                </a:solidFill>
                <a:latin typeface="宋体"/>
                <a:cs typeface="宋体"/>
              </a:rPr>
              <a:t>④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40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64864" y="6591300"/>
            <a:ext cx="1195070" cy="266700"/>
          </a:xfrm>
          <a:custGeom>
            <a:avLst/>
            <a:gdLst/>
            <a:ahLst/>
            <a:cxnLst/>
            <a:rect l="l" t="t" r="r" b="b"/>
            <a:pathLst>
              <a:path w="1195070" h="266700">
                <a:moveTo>
                  <a:pt x="1194815" y="0"/>
                </a:moveTo>
                <a:lnTo>
                  <a:pt x="0" y="0"/>
                </a:lnTo>
                <a:lnTo>
                  <a:pt x="0" y="266699"/>
                </a:lnTo>
                <a:lnTo>
                  <a:pt x="1194815" y="266699"/>
                </a:lnTo>
                <a:lnTo>
                  <a:pt x="1194815" y="233362"/>
                </a:lnTo>
                <a:lnTo>
                  <a:pt x="697357" y="233362"/>
                </a:lnTo>
                <a:lnTo>
                  <a:pt x="497332" y="133350"/>
                </a:lnTo>
                <a:lnTo>
                  <a:pt x="697357" y="33337"/>
                </a:lnTo>
                <a:lnTo>
                  <a:pt x="1194815" y="33337"/>
                </a:lnTo>
                <a:lnTo>
                  <a:pt x="1194815" y="0"/>
                </a:lnTo>
                <a:close/>
              </a:path>
              <a:path w="1195070" h="266700">
                <a:moveTo>
                  <a:pt x="1194815" y="33337"/>
                </a:moveTo>
                <a:lnTo>
                  <a:pt x="697357" y="33337"/>
                </a:lnTo>
                <a:lnTo>
                  <a:pt x="697357" y="233362"/>
                </a:lnTo>
                <a:lnTo>
                  <a:pt x="1194815" y="233362"/>
                </a:lnTo>
                <a:lnTo>
                  <a:pt x="1194815" y="3333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62196" y="6624637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200025" y="0"/>
                </a:moveTo>
                <a:lnTo>
                  <a:pt x="0" y="100012"/>
                </a:lnTo>
                <a:lnTo>
                  <a:pt x="200025" y="200025"/>
                </a:lnTo>
                <a:lnTo>
                  <a:pt x="200025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20623" y="1877567"/>
          <a:ext cx="8462010" cy="453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225"/>
                <a:gridCol w="1089660"/>
                <a:gridCol w="1088389"/>
                <a:gridCol w="1087120"/>
                <a:gridCol w="1090295"/>
                <a:gridCol w="1087120"/>
                <a:gridCol w="1090929"/>
                <a:gridCol w="962659"/>
              </a:tblGrid>
              <a:tr h="353567">
                <a:tc rowSpan="2"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9431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431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635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ts val="26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7515">
                        <a:lnSpc>
                          <a:spcPts val="26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ts val="26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26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1625">
                        <a:lnSpc>
                          <a:spcPts val="26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  <a:spcBef>
                          <a:spcPts val="145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marL="381000">
                        <a:lnSpc>
                          <a:spcPts val="286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0"/>
                        </a:lnSpc>
                        <a:spcBef>
                          <a:spcPts val="28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3619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35"/>
                        </a:lnSpc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2384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672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9245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7951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7951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7195">
                        <a:lnSpc>
                          <a:spcPts val="242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260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5"/>
                        </a:lnSpc>
                        <a:spcBef>
                          <a:spcPts val="409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52069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7951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  <a:spcBef>
                          <a:spcPts val="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571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381000">
                        <a:lnSpc>
                          <a:spcPts val="28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2384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672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6720">
                        <a:lnSpc>
                          <a:spcPts val="236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75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35"/>
                        </a:lnSpc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2384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7195">
                        <a:lnSpc>
                          <a:spcPts val="2580"/>
                        </a:lnSpc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7195">
                        <a:lnSpc>
                          <a:spcPts val="242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274946" y="6615480"/>
            <a:ext cx="3771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D</a:t>
            </a:r>
            <a:r>
              <a:rPr dirty="0" sz="1400" spc="-114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F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623" y="502919"/>
            <a:ext cx="9063355" cy="870585"/>
          </a:xfrm>
          <a:custGeom>
            <a:avLst/>
            <a:gdLst/>
            <a:ahLst/>
            <a:cxnLst/>
            <a:rect l="l" t="t" r="r" b="b"/>
            <a:pathLst>
              <a:path w="9063355" h="870585">
                <a:moveTo>
                  <a:pt x="0" y="870203"/>
                </a:moveTo>
                <a:lnTo>
                  <a:pt x="9063228" y="870203"/>
                </a:lnTo>
                <a:lnTo>
                  <a:pt x="9063228" y="0"/>
                </a:lnTo>
                <a:lnTo>
                  <a:pt x="0" y="0"/>
                </a:lnTo>
                <a:lnTo>
                  <a:pt x="0" y="870203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8363" y="405000"/>
            <a:ext cx="8202930" cy="141287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1332230" algn="l"/>
                <a:tab pos="3409950" algn="l"/>
                <a:tab pos="5389880" algn="l"/>
                <a:tab pos="6988809" algn="l"/>
                <a:tab pos="8104505" algn="l"/>
              </a:tabLst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1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99FFCC"/>
                </a:solidFill>
                <a:latin typeface="宋体"/>
                <a:cs typeface="宋体"/>
              </a:rPr>
              <a:t>①</a:t>
            </a:r>
            <a:r>
              <a:rPr dirty="0" sz="2400" spc="-600" b="1">
                <a:solidFill>
                  <a:srgbClr val="99FFCC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99FFCC"/>
                </a:solidFill>
                <a:latin typeface="宋体"/>
                <a:cs typeface="宋体"/>
              </a:rPr>
              <a:t>②</a:t>
            </a:r>
            <a:r>
              <a:rPr dirty="0" sz="2400" spc="-600" b="1">
                <a:solidFill>
                  <a:srgbClr val="99FFCC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99FFCC"/>
                </a:solidFill>
                <a:latin typeface="宋体"/>
                <a:cs typeface="宋体"/>
              </a:rPr>
              <a:t>③</a:t>
            </a:r>
            <a:r>
              <a:rPr dirty="0" sz="2400" spc="-600" b="1">
                <a:solidFill>
                  <a:srgbClr val="99FFCC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99FFCC"/>
                </a:solidFill>
                <a:latin typeface="宋体"/>
                <a:cs typeface="宋体"/>
              </a:rPr>
              <a:t>④</a:t>
            </a:r>
            <a:r>
              <a:rPr dirty="0" sz="2400" spc="-600" b="1">
                <a:solidFill>
                  <a:srgbClr val="99FFCC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5"/>
              </a:lnSpc>
              <a:spcBef>
                <a:spcPts val="77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500" spc="-10" b="1" i="1">
                <a:solidFill>
                  <a:srgbClr val="FFFFFF"/>
                </a:solidFill>
                <a:latin typeface="宋体"/>
                <a:cs typeface="宋体"/>
              </a:rPr>
              <a:t>Ｅ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＝｛＋，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 ) , #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algn="ctr" marL="767080">
              <a:lnSpc>
                <a:spcPts val="3704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G(E)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73167" y="451104"/>
            <a:ext cx="2105025" cy="702945"/>
          </a:xfrm>
          <a:custGeom>
            <a:avLst/>
            <a:gdLst/>
            <a:ahLst/>
            <a:cxnLst/>
            <a:rect l="l" t="t" r="r" b="b"/>
            <a:pathLst>
              <a:path w="2105025" h="702944">
                <a:moveTo>
                  <a:pt x="0" y="702563"/>
                </a:moveTo>
                <a:lnTo>
                  <a:pt x="2104643" y="702563"/>
                </a:lnTo>
                <a:lnTo>
                  <a:pt x="2104643" y="0"/>
                </a:lnTo>
                <a:lnTo>
                  <a:pt x="0" y="0"/>
                </a:lnTo>
                <a:lnTo>
                  <a:pt x="0" y="702563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870703" y="560831"/>
          <a:ext cx="1904364" cy="2833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3450"/>
                <a:gridCol w="913764"/>
              </a:tblGrid>
              <a:tr h="11003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70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700">
                        <a:latin typeface="Times New Roman"/>
                        <a:cs typeface="Times New Roman"/>
                      </a:endParaRPr>
                    </a:p>
                    <a:p>
                      <a:pPr marL="332105">
                        <a:lnSpc>
                          <a:spcPct val="10000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  <a:tr h="595884">
                <a:tc>
                  <a:txBody>
                    <a:bodyPr/>
                    <a:lstStyle/>
                    <a:p>
                      <a:pPr algn="ctr" marL="10160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ts val="31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  <a:tr h="498347">
                <a:tc>
                  <a:txBody>
                    <a:bodyPr/>
                    <a:lstStyle/>
                    <a:p>
                      <a:pPr algn="ctr" marL="10160">
                        <a:lnSpc>
                          <a:spcPts val="269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ts val="269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  <a:tr h="600456">
                <a:tc>
                  <a:txBody>
                    <a:bodyPr/>
                    <a:lstStyle/>
                    <a:p>
                      <a:pPr algn="ctr" marL="10160">
                        <a:lnSpc>
                          <a:spcPts val="296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2965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726173" y="1388363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414006" y="1169923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30323" y="1361694"/>
            <a:ext cx="114300" cy="640080"/>
          </a:xfrm>
          <a:custGeom>
            <a:avLst/>
            <a:gdLst/>
            <a:ahLst/>
            <a:cxnLst/>
            <a:rect l="l" t="t" r="r" b="b"/>
            <a:pathLst>
              <a:path w="114300" h="640080">
                <a:moveTo>
                  <a:pt x="76200" y="95250"/>
                </a:moveTo>
                <a:lnTo>
                  <a:pt x="38100" y="95250"/>
                </a:lnTo>
                <a:lnTo>
                  <a:pt x="38100" y="640079"/>
                </a:lnTo>
                <a:lnTo>
                  <a:pt x="76200" y="640079"/>
                </a:lnTo>
                <a:lnTo>
                  <a:pt x="76200" y="95250"/>
                </a:lnTo>
                <a:close/>
              </a:path>
              <a:path w="114300" h="64008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4008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4540" y="638022"/>
            <a:ext cx="1673860" cy="1397000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  <a:tabLst>
                <a:tab pos="55499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$: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9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r" marR="203835">
              <a:lnSpc>
                <a:spcPct val="100000"/>
              </a:lnSpc>
              <a:spcBef>
                <a:spcPts val="156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06523" y="4409694"/>
            <a:ext cx="114300" cy="640080"/>
          </a:xfrm>
          <a:custGeom>
            <a:avLst/>
            <a:gdLst/>
            <a:ahLst/>
            <a:cxnLst/>
            <a:rect l="l" t="t" r="r" b="b"/>
            <a:pathLst>
              <a:path w="114300" h="640079">
                <a:moveTo>
                  <a:pt x="76200" y="95249"/>
                </a:moveTo>
                <a:lnTo>
                  <a:pt x="38100" y="95249"/>
                </a:lnTo>
                <a:lnTo>
                  <a:pt x="38100" y="640079"/>
                </a:lnTo>
                <a:lnTo>
                  <a:pt x="76200" y="640079"/>
                </a:lnTo>
                <a:lnTo>
                  <a:pt x="76200" y="95249"/>
                </a:lnTo>
                <a:close/>
              </a:path>
              <a:path w="114300" h="640079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640079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79144" y="3687110"/>
            <a:ext cx="1644650" cy="1397000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  <a:tabLst>
                <a:tab pos="55499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$: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9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r" marR="212725">
              <a:lnSpc>
                <a:spcPct val="100000"/>
              </a:lnSpc>
              <a:spcBef>
                <a:spcPts val="156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03647" y="3733800"/>
            <a:ext cx="2103120" cy="702945"/>
          </a:xfrm>
          <a:custGeom>
            <a:avLst/>
            <a:gdLst/>
            <a:ahLst/>
            <a:cxnLst/>
            <a:rect l="l" t="t" r="r" b="b"/>
            <a:pathLst>
              <a:path w="2103120" h="702945">
                <a:moveTo>
                  <a:pt x="0" y="702563"/>
                </a:moveTo>
                <a:lnTo>
                  <a:pt x="2103120" y="702563"/>
                </a:lnTo>
                <a:lnTo>
                  <a:pt x="2103120" y="0"/>
                </a:lnTo>
                <a:lnTo>
                  <a:pt x="0" y="0"/>
                </a:lnTo>
                <a:lnTo>
                  <a:pt x="0" y="702563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55130" y="4671059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444231" y="4453509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9140" y="2504313"/>
            <a:ext cx="28994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action(7 , +) =</a:t>
            </a:r>
            <a:r>
              <a:rPr dirty="0" sz="3200" spc="-8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baseline="-15873" sz="3150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240" y="5517591"/>
            <a:ext cx="29146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action(7 , 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*)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3200" spc="-11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baseline="-17195" sz="3150" spc="-7" b="1">
                <a:solidFill>
                  <a:srgbClr val="00FFFF"/>
                </a:solidFill>
                <a:latin typeface="Times New Roman"/>
                <a:cs typeface="Times New Roman"/>
              </a:rPr>
              <a:t>5</a:t>
            </a:r>
            <a:endParaRPr baseline="-17195" sz="3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20661" y="1361694"/>
            <a:ext cx="152400" cy="1173480"/>
          </a:xfrm>
          <a:custGeom>
            <a:avLst/>
            <a:gdLst/>
            <a:ahLst/>
            <a:cxnLst/>
            <a:rect l="l" t="t" r="r" b="b"/>
            <a:pathLst>
              <a:path w="152400" h="1173480">
                <a:moveTo>
                  <a:pt x="0" y="0"/>
                </a:moveTo>
                <a:lnTo>
                  <a:pt x="29640" y="7669"/>
                </a:lnTo>
                <a:lnTo>
                  <a:pt x="53863" y="28590"/>
                </a:lnTo>
                <a:lnTo>
                  <a:pt x="70205" y="59632"/>
                </a:lnTo>
                <a:lnTo>
                  <a:pt x="76200" y="97662"/>
                </a:lnTo>
                <a:lnTo>
                  <a:pt x="76200" y="489076"/>
                </a:lnTo>
                <a:lnTo>
                  <a:pt x="82194" y="527107"/>
                </a:lnTo>
                <a:lnTo>
                  <a:pt x="98536" y="558149"/>
                </a:lnTo>
                <a:lnTo>
                  <a:pt x="122759" y="579070"/>
                </a:lnTo>
                <a:lnTo>
                  <a:pt x="152400" y="586739"/>
                </a:lnTo>
                <a:lnTo>
                  <a:pt x="122759" y="594409"/>
                </a:lnTo>
                <a:lnTo>
                  <a:pt x="98536" y="615330"/>
                </a:lnTo>
                <a:lnTo>
                  <a:pt x="82194" y="646372"/>
                </a:lnTo>
                <a:lnTo>
                  <a:pt x="76200" y="684402"/>
                </a:lnTo>
                <a:lnTo>
                  <a:pt x="76200" y="1075816"/>
                </a:lnTo>
                <a:lnTo>
                  <a:pt x="70205" y="1113847"/>
                </a:lnTo>
                <a:lnTo>
                  <a:pt x="53863" y="1144889"/>
                </a:lnTo>
                <a:lnTo>
                  <a:pt x="29640" y="1165810"/>
                </a:lnTo>
                <a:lnTo>
                  <a:pt x="0" y="1173479"/>
                </a:lnTo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072630" y="1657857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99FFCC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29761" y="5558790"/>
            <a:ext cx="327660" cy="615950"/>
          </a:xfrm>
          <a:custGeom>
            <a:avLst/>
            <a:gdLst/>
            <a:ahLst/>
            <a:cxnLst/>
            <a:rect l="l" t="t" r="r" b="b"/>
            <a:pathLst>
              <a:path w="327660" h="615950">
                <a:moveTo>
                  <a:pt x="0" y="307848"/>
                </a:moveTo>
                <a:lnTo>
                  <a:pt x="3330" y="245807"/>
                </a:lnTo>
                <a:lnTo>
                  <a:pt x="12882" y="188021"/>
                </a:lnTo>
                <a:lnTo>
                  <a:pt x="27994" y="135729"/>
                </a:lnTo>
                <a:lnTo>
                  <a:pt x="48005" y="90168"/>
                </a:lnTo>
                <a:lnTo>
                  <a:pt x="72256" y="52576"/>
                </a:lnTo>
                <a:lnTo>
                  <a:pt x="100083" y="24192"/>
                </a:lnTo>
                <a:lnTo>
                  <a:pt x="163829" y="0"/>
                </a:lnTo>
                <a:lnTo>
                  <a:pt x="196831" y="6254"/>
                </a:lnTo>
                <a:lnTo>
                  <a:pt x="255403" y="52576"/>
                </a:lnTo>
                <a:lnTo>
                  <a:pt x="279654" y="90168"/>
                </a:lnTo>
                <a:lnTo>
                  <a:pt x="299665" y="135729"/>
                </a:lnTo>
                <a:lnTo>
                  <a:pt x="314777" y="188021"/>
                </a:lnTo>
                <a:lnTo>
                  <a:pt x="324329" y="245807"/>
                </a:lnTo>
                <a:lnTo>
                  <a:pt x="327660" y="307848"/>
                </a:lnTo>
                <a:lnTo>
                  <a:pt x="324329" y="369888"/>
                </a:lnTo>
                <a:lnTo>
                  <a:pt x="314777" y="427674"/>
                </a:lnTo>
                <a:lnTo>
                  <a:pt x="299665" y="479966"/>
                </a:lnTo>
                <a:lnTo>
                  <a:pt x="279654" y="525527"/>
                </a:lnTo>
                <a:lnTo>
                  <a:pt x="255403" y="563119"/>
                </a:lnTo>
                <a:lnTo>
                  <a:pt x="227576" y="591503"/>
                </a:lnTo>
                <a:lnTo>
                  <a:pt x="163829" y="615696"/>
                </a:lnTo>
                <a:lnTo>
                  <a:pt x="130828" y="609441"/>
                </a:lnTo>
                <a:lnTo>
                  <a:pt x="72256" y="563119"/>
                </a:lnTo>
                <a:lnTo>
                  <a:pt x="48005" y="525527"/>
                </a:lnTo>
                <a:lnTo>
                  <a:pt x="27994" y="479966"/>
                </a:lnTo>
                <a:lnTo>
                  <a:pt x="12882" y="427674"/>
                </a:lnTo>
                <a:lnTo>
                  <a:pt x="3330" y="369888"/>
                </a:lnTo>
                <a:lnTo>
                  <a:pt x="0" y="307848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18894" y="3812285"/>
            <a:ext cx="291465" cy="615950"/>
          </a:xfrm>
          <a:custGeom>
            <a:avLst/>
            <a:gdLst/>
            <a:ahLst/>
            <a:cxnLst/>
            <a:rect l="l" t="t" r="r" b="b"/>
            <a:pathLst>
              <a:path w="291464" h="615950">
                <a:moveTo>
                  <a:pt x="0" y="307847"/>
                </a:moveTo>
                <a:lnTo>
                  <a:pt x="2956" y="245796"/>
                </a:lnTo>
                <a:lnTo>
                  <a:pt x="11435" y="188005"/>
                </a:lnTo>
                <a:lnTo>
                  <a:pt x="24853" y="135712"/>
                </a:lnTo>
                <a:lnTo>
                  <a:pt x="42624" y="90154"/>
                </a:lnTo>
                <a:lnTo>
                  <a:pt x="64163" y="52566"/>
                </a:lnTo>
                <a:lnTo>
                  <a:pt x="116207" y="6253"/>
                </a:lnTo>
                <a:lnTo>
                  <a:pt x="145542" y="0"/>
                </a:lnTo>
                <a:lnTo>
                  <a:pt x="174876" y="6253"/>
                </a:lnTo>
                <a:lnTo>
                  <a:pt x="226920" y="52566"/>
                </a:lnTo>
                <a:lnTo>
                  <a:pt x="248459" y="90154"/>
                </a:lnTo>
                <a:lnTo>
                  <a:pt x="266230" y="135712"/>
                </a:lnTo>
                <a:lnTo>
                  <a:pt x="279648" y="188005"/>
                </a:lnTo>
                <a:lnTo>
                  <a:pt x="288127" y="245796"/>
                </a:lnTo>
                <a:lnTo>
                  <a:pt x="291083" y="307847"/>
                </a:lnTo>
                <a:lnTo>
                  <a:pt x="288127" y="369899"/>
                </a:lnTo>
                <a:lnTo>
                  <a:pt x="279648" y="427690"/>
                </a:lnTo>
                <a:lnTo>
                  <a:pt x="266230" y="479983"/>
                </a:lnTo>
                <a:lnTo>
                  <a:pt x="248459" y="525541"/>
                </a:lnTo>
                <a:lnTo>
                  <a:pt x="226920" y="563129"/>
                </a:lnTo>
                <a:lnTo>
                  <a:pt x="174876" y="609442"/>
                </a:lnTo>
                <a:lnTo>
                  <a:pt x="145542" y="615695"/>
                </a:lnTo>
                <a:lnTo>
                  <a:pt x="116207" y="609442"/>
                </a:lnTo>
                <a:lnTo>
                  <a:pt x="64163" y="563129"/>
                </a:lnTo>
                <a:lnTo>
                  <a:pt x="42624" y="525541"/>
                </a:lnTo>
                <a:lnTo>
                  <a:pt x="24853" y="479983"/>
                </a:lnTo>
                <a:lnTo>
                  <a:pt x="11435" y="427690"/>
                </a:lnTo>
                <a:lnTo>
                  <a:pt x="2956" y="369899"/>
                </a:lnTo>
                <a:lnTo>
                  <a:pt x="0" y="3078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09977" y="3867911"/>
            <a:ext cx="2664460" cy="114300"/>
          </a:xfrm>
          <a:custGeom>
            <a:avLst/>
            <a:gdLst/>
            <a:ahLst/>
            <a:cxnLst/>
            <a:rect l="l" t="t" r="r" b="b"/>
            <a:pathLst>
              <a:path w="2664460" h="114300">
                <a:moveTo>
                  <a:pt x="2473452" y="0"/>
                </a:moveTo>
                <a:lnTo>
                  <a:pt x="2473452" y="114300"/>
                </a:lnTo>
                <a:lnTo>
                  <a:pt x="2600452" y="76200"/>
                </a:lnTo>
                <a:lnTo>
                  <a:pt x="2492502" y="76200"/>
                </a:lnTo>
                <a:lnTo>
                  <a:pt x="2492502" y="38100"/>
                </a:lnTo>
                <a:lnTo>
                  <a:pt x="2600452" y="38100"/>
                </a:lnTo>
                <a:lnTo>
                  <a:pt x="2473452" y="0"/>
                </a:lnTo>
                <a:close/>
              </a:path>
              <a:path w="2664460" h="114300">
                <a:moveTo>
                  <a:pt x="247345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473452" y="76200"/>
                </a:lnTo>
                <a:lnTo>
                  <a:pt x="2473452" y="38100"/>
                </a:lnTo>
                <a:close/>
              </a:path>
              <a:path w="2664460" h="114300">
                <a:moveTo>
                  <a:pt x="2600452" y="38100"/>
                </a:moveTo>
                <a:lnTo>
                  <a:pt x="2492502" y="38100"/>
                </a:lnTo>
                <a:lnTo>
                  <a:pt x="2492502" y="76200"/>
                </a:lnTo>
                <a:lnTo>
                  <a:pt x="2600452" y="76200"/>
                </a:lnTo>
                <a:lnTo>
                  <a:pt x="2663952" y="57150"/>
                </a:lnTo>
                <a:lnTo>
                  <a:pt x="2600452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03192" y="3963161"/>
            <a:ext cx="1033144" cy="1644014"/>
          </a:xfrm>
          <a:custGeom>
            <a:avLst/>
            <a:gdLst/>
            <a:ahLst/>
            <a:cxnLst/>
            <a:rect l="l" t="t" r="r" b="b"/>
            <a:pathLst>
              <a:path w="1033145" h="1644014">
                <a:moveTo>
                  <a:pt x="915777" y="151668"/>
                </a:moveTo>
                <a:lnTo>
                  <a:pt x="0" y="1623695"/>
                </a:lnTo>
                <a:lnTo>
                  <a:pt x="32258" y="1643786"/>
                </a:lnTo>
                <a:lnTo>
                  <a:pt x="948142" y="171764"/>
                </a:lnTo>
                <a:lnTo>
                  <a:pt x="915777" y="151668"/>
                </a:lnTo>
                <a:close/>
              </a:path>
              <a:path w="1033145" h="1644014">
                <a:moveTo>
                  <a:pt x="995867" y="135508"/>
                </a:moveTo>
                <a:lnTo>
                  <a:pt x="925830" y="135508"/>
                </a:lnTo>
                <a:lnTo>
                  <a:pt x="958215" y="155575"/>
                </a:lnTo>
                <a:lnTo>
                  <a:pt x="948142" y="171764"/>
                </a:lnTo>
                <a:lnTo>
                  <a:pt x="980567" y="191896"/>
                </a:lnTo>
                <a:lnTo>
                  <a:pt x="995867" y="135508"/>
                </a:lnTo>
                <a:close/>
              </a:path>
              <a:path w="1033145" h="1644014">
                <a:moveTo>
                  <a:pt x="925830" y="135508"/>
                </a:moveTo>
                <a:lnTo>
                  <a:pt x="915777" y="151668"/>
                </a:lnTo>
                <a:lnTo>
                  <a:pt x="948142" y="171764"/>
                </a:lnTo>
                <a:lnTo>
                  <a:pt x="958215" y="155575"/>
                </a:lnTo>
                <a:lnTo>
                  <a:pt x="925830" y="135508"/>
                </a:lnTo>
                <a:close/>
              </a:path>
              <a:path w="1033145" h="1644014">
                <a:moveTo>
                  <a:pt x="1032637" y="0"/>
                </a:moveTo>
                <a:lnTo>
                  <a:pt x="883412" y="131571"/>
                </a:lnTo>
                <a:lnTo>
                  <a:pt x="915777" y="151668"/>
                </a:lnTo>
                <a:lnTo>
                  <a:pt x="925830" y="135508"/>
                </a:lnTo>
                <a:lnTo>
                  <a:pt x="995867" y="135508"/>
                </a:lnTo>
                <a:lnTo>
                  <a:pt x="10326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4901184" y="3831335"/>
          <a:ext cx="1911985" cy="2845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815"/>
                <a:gridCol w="914399"/>
              </a:tblGrid>
              <a:tr h="597407">
                <a:tc>
                  <a:txBody>
                    <a:bodyPr/>
                    <a:lstStyle/>
                    <a:p>
                      <a:pPr algn="r" marR="4057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762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  <a:solidFill>
                      <a:srgbClr val="1E2D52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r" marR="364490">
                        <a:lnSpc>
                          <a:spcPts val="304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ts val="304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  <a:tr h="595884">
                <a:tc>
                  <a:txBody>
                    <a:bodyPr/>
                    <a:lstStyle/>
                    <a:p>
                      <a:pPr algn="r" marR="364490">
                        <a:lnSpc>
                          <a:spcPts val="31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ts val="31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  <a:tr h="498347">
                <a:tc>
                  <a:txBody>
                    <a:bodyPr/>
                    <a:lstStyle/>
                    <a:p>
                      <a:pPr algn="r" marR="364490">
                        <a:lnSpc>
                          <a:spcPts val="269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ts val="269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  <a:tr h="600456">
                <a:tc>
                  <a:txBody>
                    <a:bodyPr/>
                    <a:lstStyle/>
                    <a:p>
                      <a:pPr algn="r" marR="364490">
                        <a:lnSpc>
                          <a:spcPts val="29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762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53975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2975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53975">
                      <a:solidFill>
                        <a:srgbClr val="FFFF1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869950"/>
            <a:ext cx="11493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03805" y="869950"/>
            <a:ext cx="2629535" cy="190436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设有文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G: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iSeS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iS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9140" y="2312035"/>
            <a:ext cx="1619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①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②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③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0"/>
            <a:ext cx="9143238" cy="340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32156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0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5">
                <a:moveTo>
                  <a:pt x="0" y="0"/>
                </a:moveTo>
                <a:lnTo>
                  <a:pt x="0" y="34061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20620" y="0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4226" y="0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2475" y="3439667"/>
            <a:ext cx="6397752" cy="2389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97075" y="3263650"/>
            <a:ext cx="6449060" cy="2557145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latin typeface="宋体"/>
                <a:cs typeface="宋体"/>
              </a:rPr>
              <a:t>其中：</a:t>
            </a:r>
            <a:endParaRPr sz="3200">
              <a:latin typeface="宋体"/>
              <a:cs typeface="宋体"/>
            </a:endParaRPr>
          </a:p>
          <a:p>
            <a:pPr marL="1031240">
              <a:lnSpc>
                <a:spcPct val="100000"/>
              </a:lnSpc>
              <a:spcBef>
                <a:spcPts val="1115"/>
              </a:spcBef>
              <a:tabLst>
                <a:tab pos="1584960" algn="l"/>
                <a:tab pos="2036445" algn="l"/>
                <a:tab pos="2535555" algn="l"/>
              </a:tabLst>
            </a:pPr>
            <a:r>
              <a:rPr dirty="0" sz="3200" b="1" i="1">
                <a:latin typeface="Times New Roman"/>
                <a:cs typeface="Times New Roman"/>
              </a:rPr>
              <a:t>i </a:t>
            </a:r>
            <a:r>
              <a:rPr dirty="0" sz="3200" b="1">
                <a:latin typeface="Times New Roman"/>
                <a:cs typeface="Times New Roman"/>
              </a:rPr>
              <a:t>:	</a:t>
            </a:r>
            <a:r>
              <a:rPr dirty="0" sz="3200" spc="-5" b="1">
                <a:latin typeface="Times New Roman"/>
                <a:cs typeface="Times New Roman"/>
              </a:rPr>
              <a:t>if	</a:t>
            </a:r>
            <a:r>
              <a:rPr dirty="0" sz="3200" spc="5" b="1">
                <a:latin typeface="Times New Roman"/>
                <a:cs typeface="Times New Roman"/>
              </a:rPr>
              <a:t>e</a:t>
            </a:r>
            <a:r>
              <a:rPr dirty="0" baseline="-14550" sz="3150" spc="7" b="1">
                <a:latin typeface="Times New Roman"/>
                <a:cs typeface="Times New Roman"/>
              </a:rPr>
              <a:t>r	</a:t>
            </a:r>
            <a:r>
              <a:rPr dirty="0" sz="3200" b="1">
                <a:latin typeface="Times New Roman"/>
                <a:cs typeface="Times New Roman"/>
              </a:rPr>
              <a:t>then</a:t>
            </a:r>
            <a:endParaRPr sz="3200">
              <a:latin typeface="Times New Roman"/>
              <a:cs typeface="Times New Roman"/>
            </a:endParaRPr>
          </a:p>
          <a:p>
            <a:pPr marL="1031240">
              <a:lnSpc>
                <a:spcPct val="100000"/>
              </a:lnSpc>
              <a:spcBef>
                <a:spcPts val="1155"/>
              </a:spcBef>
              <a:tabLst>
                <a:tab pos="1551305" algn="l"/>
              </a:tabLst>
            </a:pPr>
            <a:r>
              <a:rPr dirty="0" sz="3200" b="1" i="1">
                <a:latin typeface="Times New Roman"/>
                <a:cs typeface="Times New Roman"/>
              </a:rPr>
              <a:t>e</a:t>
            </a:r>
            <a:r>
              <a:rPr dirty="0" sz="3200" b="1">
                <a:latin typeface="Times New Roman"/>
                <a:cs typeface="Times New Roman"/>
              </a:rPr>
              <a:t>:	else</a:t>
            </a:r>
            <a:endParaRPr sz="3200">
              <a:latin typeface="Times New Roman"/>
              <a:cs typeface="Times New Roman"/>
            </a:endParaRPr>
          </a:p>
          <a:p>
            <a:pPr marL="1031240">
              <a:lnSpc>
                <a:spcPct val="100000"/>
              </a:lnSpc>
              <a:spcBef>
                <a:spcPts val="1190"/>
              </a:spcBef>
            </a:pP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,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spc="-5" b="1" i="1">
                <a:latin typeface="Times New Roman"/>
                <a:cs typeface="Times New Roman"/>
              </a:rPr>
              <a:t>S</a:t>
            </a:r>
            <a:r>
              <a:rPr dirty="0" sz="3200" spc="-5" b="1">
                <a:latin typeface="宋体"/>
                <a:cs typeface="宋体"/>
              </a:rPr>
              <a:t>：</a:t>
            </a:r>
            <a:r>
              <a:rPr dirty="0" sz="3200" spc="-815" b="1">
                <a:latin typeface="宋体"/>
                <a:cs typeface="宋体"/>
              </a:rPr>
              <a:t> </a:t>
            </a:r>
            <a:r>
              <a:rPr dirty="0" sz="3200" spc="-5" b="1">
                <a:latin typeface="宋体"/>
                <a:cs typeface="宋体"/>
              </a:rPr>
              <a:t>语句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0"/>
            <a:ext cx="9143238" cy="340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32156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0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5">
                <a:moveTo>
                  <a:pt x="0" y="0"/>
                </a:moveTo>
                <a:lnTo>
                  <a:pt x="0" y="34061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20620" y="0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4226" y="0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4809" y="138696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2080" y="141224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5529" y="1966722"/>
            <a:ext cx="1927860" cy="1330960"/>
          </a:xfrm>
          <a:prstGeom prst="rect">
            <a:avLst/>
          </a:prstGeom>
          <a:solidFill>
            <a:srgbClr val="800080"/>
          </a:solidFill>
          <a:ln w="38100">
            <a:solidFill>
              <a:srgbClr val="FFFF00"/>
            </a:solidFill>
          </a:ln>
        </p:spPr>
        <p:txBody>
          <a:bodyPr wrap="square" lIns="0" tIns="165735" rIns="0" bIns="0" rtlCol="0" vert="horz">
            <a:spAutoFit/>
          </a:bodyPr>
          <a:lstStyle/>
          <a:p>
            <a:pPr marL="267335">
              <a:lnSpc>
                <a:spcPct val="100000"/>
              </a:lnSpc>
              <a:spcBef>
                <a:spcPts val="130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800" spc="5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5" i="1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endParaRPr sz="2800">
              <a:latin typeface="Times New Roman"/>
              <a:cs typeface="Times New Roman"/>
            </a:endParaRPr>
          </a:p>
          <a:p>
            <a:pPr marL="267335">
              <a:lnSpc>
                <a:spcPct val="100000"/>
              </a:lnSpc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i="1">
                <a:solidFill>
                  <a:srgbClr val="FFFF00"/>
                </a:solidFill>
                <a:latin typeface="Times New Roman"/>
                <a:cs typeface="Times New Roman"/>
              </a:rPr>
              <a:t>iS</a:t>
            </a:r>
            <a:r>
              <a:rPr dirty="0" sz="2800" spc="8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7709" y="2045970"/>
            <a:ext cx="1731645" cy="2184400"/>
          </a:xfrm>
          <a:custGeom>
            <a:avLst/>
            <a:gdLst/>
            <a:ahLst/>
            <a:cxnLst/>
            <a:rect l="l" t="t" r="r" b="b"/>
            <a:pathLst>
              <a:path w="1731645" h="2184400">
                <a:moveTo>
                  <a:pt x="0" y="2183891"/>
                </a:moveTo>
                <a:lnTo>
                  <a:pt x="1731264" y="2183891"/>
                </a:lnTo>
                <a:lnTo>
                  <a:pt x="1731264" y="0"/>
                </a:lnTo>
                <a:lnTo>
                  <a:pt x="0" y="0"/>
                </a:lnTo>
                <a:lnTo>
                  <a:pt x="0" y="218389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92860" y="2194306"/>
            <a:ext cx="1417955" cy="19729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14"/>
              </a:spcBef>
            </a:pP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5" i="1">
                <a:solidFill>
                  <a:srgbClr val="FFFFFF"/>
                </a:solidFill>
                <a:latin typeface="Times New Roman"/>
                <a:cs typeface="Times New Roman"/>
              </a:rPr>
              <a:t>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iSeS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4552" y="144094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58973" y="2897123"/>
            <a:ext cx="978535" cy="114300"/>
          </a:xfrm>
          <a:custGeom>
            <a:avLst/>
            <a:gdLst/>
            <a:ahLst/>
            <a:cxnLst/>
            <a:rect l="l" t="t" r="r" b="b"/>
            <a:pathLst>
              <a:path w="978535" h="114300">
                <a:moveTo>
                  <a:pt x="787907" y="0"/>
                </a:moveTo>
                <a:lnTo>
                  <a:pt x="787907" y="114300"/>
                </a:lnTo>
                <a:lnTo>
                  <a:pt x="914908" y="76200"/>
                </a:lnTo>
                <a:lnTo>
                  <a:pt x="806958" y="76200"/>
                </a:lnTo>
                <a:lnTo>
                  <a:pt x="806958" y="38100"/>
                </a:lnTo>
                <a:lnTo>
                  <a:pt x="914908" y="38100"/>
                </a:lnTo>
                <a:lnTo>
                  <a:pt x="787907" y="0"/>
                </a:lnTo>
                <a:close/>
              </a:path>
              <a:path w="978535" h="114300">
                <a:moveTo>
                  <a:pt x="78790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7907" y="76200"/>
                </a:lnTo>
                <a:lnTo>
                  <a:pt x="787907" y="38100"/>
                </a:lnTo>
                <a:close/>
              </a:path>
              <a:path w="978535" h="114300">
                <a:moveTo>
                  <a:pt x="914908" y="38100"/>
                </a:moveTo>
                <a:lnTo>
                  <a:pt x="806958" y="38100"/>
                </a:lnTo>
                <a:lnTo>
                  <a:pt x="806958" y="76200"/>
                </a:lnTo>
                <a:lnTo>
                  <a:pt x="914908" y="76200"/>
                </a:lnTo>
                <a:lnTo>
                  <a:pt x="978408" y="57150"/>
                </a:lnTo>
                <a:lnTo>
                  <a:pt x="9149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803398" y="2359913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40273" y="2602992"/>
            <a:ext cx="905510" cy="114300"/>
          </a:xfrm>
          <a:custGeom>
            <a:avLst/>
            <a:gdLst/>
            <a:ahLst/>
            <a:cxnLst/>
            <a:rect l="l" t="t" r="r" b="b"/>
            <a:pathLst>
              <a:path w="905510" h="114300">
                <a:moveTo>
                  <a:pt x="714755" y="0"/>
                </a:moveTo>
                <a:lnTo>
                  <a:pt x="714755" y="114300"/>
                </a:lnTo>
                <a:lnTo>
                  <a:pt x="841755" y="76200"/>
                </a:lnTo>
                <a:lnTo>
                  <a:pt x="733805" y="76200"/>
                </a:lnTo>
                <a:lnTo>
                  <a:pt x="733805" y="38100"/>
                </a:lnTo>
                <a:lnTo>
                  <a:pt x="841755" y="38100"/>
                </a:lnTo>
                <a:lnTo>
                  <a:pt x="714755" y="0"/>
                </a:lnTo>
                <a:close/>
              </a:path>
              <a:path w="905510" h="114300">
                <a:moveTo>
                  <a:pt x="71475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14755" y="76200"/>
                </a:lnTo>
                <a:lnTo>
                  <a:pt x="714755" y="38100"/>
                </a:lnTo>
                <a:close/>
              </a:path>
              <a:path w="905510" h="114300">
                <a:moveTo>
                  <a:pt x="841755" y="38100"/>
                </a:moveTo>
                <a:lnTo>
                  <a:pt x="733805" y="38100"/>
                </a:lnTo>
                <a:lnTo>
                  <a:pt x="733805" y="76200"/>
                </a:lnTo>
                <a:lnTo>
                  <a:pt x="841755" y="76200"/>
                </a:lnTo>
                <a:lnTo>
                  <a:pt x="905255" y="57150"/>
                </a:lnTo>
                <a:lnTo>
                  <a:pt x="84175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85205" y="2079751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29511" y="1373886"/>
            <a:ext cx="114300" cy="631190"/>
          </a:xfrm>
          <a:custGeom>
            <a:avLst/>
            <a:gdLst/>
            <a:ahLst/>
            <a:cxnLst/>
            <a:rect l="l" t="t" r="r" b="b"/>
            <a:pathLst>
              <a:path w="114300" h="631189">
                <a:moveTo>
                  <a:pt x="76200" y="171450"/>
                </a:moveTo>
                <a:lnTo>
                  <a:pt x="38100" y="171450"/>
                </a:lnTo>
                <a:lnTo>
                  <a:pt x="38100" y="630936"/>
                </a:lnTo>
                <a:lnTo>
                  <a:pt x="76200" y="630936"/>
                </a:lnTo>
                <a:lnTo>
                  <a:pt x="76200" y="171450"/>
                </a:lnTo>
                <a:close/>
              </a:path>
              <a:path w="114300" h="631189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4" y="171450"/>
                </a:lnTo>
                <a:lnTo>
                  <a:pt x="57150" y="0"/>
                </a:lnTo>
                <a:close/>
              </a:path>
              <a:path w="114300" h="631189">
                <a:moveTo>
                  <a:pt x="108584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4" y="171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5809" y="991361"/>
            <a:ext cx="1445260" cy="402590"/>
          </a:xfrm>
          <a:custGeom>
            <a:avLst/>
            <a:gdLst/>
            <a:ahLst/>
            <a:cxnLst/>
            <a:rect l="l" t="t" r="r" b="b"/>
            <a:pathLst>
              <a:path w="1445260" h="402590">
                <a:moveTo>
                  <a:pt x="0" y="402336"/>
                </a:moveTo>
                <a:lnTo>
                  <a:pt x="1444752" y="402336"/>
                </a:lnTo>
                <a:lnTo>
                  <a:pt x="1444752" y="0"/>
                </a:lnTo>
                <a:lnTo>
                  <a:pt x="0" y="0"/>
                </a:lnTo>
                <a:lnTo>
                  <a:pt x="0" y="4023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17854" y="913257"/>
            <a:ext cx="11423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180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652" y="42926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3722" y="4991861"/>
            <a:ext cx="1445260" cy="5842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215"/>
              </a:spcBef>
            </a:pPr>
            <a:r>
              <a:rPr dirty="0" sz="2800" spc="-5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3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9650" y="443064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29511" y="4229861"/>
            <a:ext cx="114300" cy="762000"/>
          </a:xfrm>
          <a:custGeom>
            <a:avLst/>
            <a:gdLst/>
            <a:ahLst/>
            <a:cxnLst/>
            <a:rect l="l" t="t" r="r" b="b"/>
            <a:pathLst>
              <a:path w="114300" h="762000">
                <a:moveTo>
                  <a:pt x="38100" y="571500"/>
                </a:moveTo>
                <a:lnTo>
                  <a:pt x="0" y="571500"/>
                </a:lnTo>
                <a:lnTo>
                  <a:pt x="57150" y="762000"/>
                </a:lnTo>
                <a:lnTo>
                  <a:pt x="108584" y="590550"/>
                </a:lnTo>
                <a:lnTo>
                  <a:pt x="38100" y="590550"/>
                </a:lnTo>
                <a:lnTo>
                  <a:pt x="38100" y="571500"/>
                </a:lnTo>
                <a:close/>
              </a:path>
              <a:path w="114300" h="762000">
                <a:moveTo>
                  <a:pt x="762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76200" y="590550"/>
                </a:lnTo>
                <a:lnTo>
                  <a:pt x="76200" y="0"/>
                </a:lnTo>
                <a:close/>
              </a:path>
              <a:path w="114300" h="762000">
                <a:moveTo>
                  <a:pt x="114300" y="571500"/>
                </a:moveTo>
                <a:lnTo>
                  <a:pt x="76200" y="571500"/>
                </a:lnTo>
                <a:lnTo>
                  <a:pt x="76200" y="590550"/>
                </a:lnTo>
                <a:lnTo>
                  <a:pt x="108584" y="590550"/>
                </a:lnTo>
                <a:lnTo>
                  <a:pt x="114300" y="5715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602994" y="4246245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02994" y="1440002"/>
            <a:ext cx="2520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25573" y="3947286"/>
            <a:ext cx="1522730" cy="1006475"/>
          </a:xfrm>
          <a:custGeom>
            <a:avLst/>
            <a:gdLst/>
            <a:ahLst/>
            <a:cxnLst/>
            <a:rect l="l" t="t" r="r" b="b"/>
            <a:pathLst>
              <a:path w="1522729" h="1006475">
                <a:moveTo>
                  <a:pt x="128015" y="854201"/>
                </a:moveTo>
                <a:lnTo>
                  <a:pt x="0" y="1006475"/>
                </a:lnTo>
                <a:lnTo>
                  <a:pt x="190626" y="949832"/>
                </a:lnTo>
                <a:lnTo>
                  <a:pt x="176658" y="928496"/>
                </a:lnTo>
                <a:lnTo>
                  <a:pt x="153796" y="928496"/>
                </a:lnTo>
                <a:lnTo>
                  <a:pt x="132969" y="896619"/>
                </a:lnTo>
                <a:lnTo>
                  <a:pt x="148937" y="886157"/>
                </a:lnTo>
                <a:lnTo>
                  <a:pt x="128015" y="854201"/>
                </a:lnTo>
                <a:close/>
              </a:path>
              <a:path w="1522729" h="1006475">
                <a:moveTo>
                  <a:pt x="148937" y="886157"/>
                </a:moveTo>
                <a:lnTo>
                  <a:pt x="132969" y="896619"/>
                </a:lnTo>
                <a:lnTo>
                  <a:pt x="153796" y="928496"/>
                </a:lnTo>
                <a:lnTo>
                  <a:pt x="169794" y="918013"/>
                </a:lnTo>
                <a:lnTo>
                  <a:pt x="148937" y="886157"/>
                </a:lnTo>
                <a:close/>
              </a:path>
              <a:path w="1522729" h="1006475">
                <a:moveTo>
                  <a:pt x="169794" y="918013"/>
                </a:moveTo>
                <a:lnTo>
                  <a:pt x="153796" y="928496"/>
                </a:lnTo>
                <a:lnTo>
                  <a:pt x="176658" y="928496"/>
                </a:lnTo>
                <a:lnTo>
                  <a:pt x="169794" y="918013"/>
                </a:lnTo>
                <a:close/>
              </a:path>
              <a:path w="1522729" h="1006475">
                <a:moveTo>
                  <a:pt x="1501393" y="0"/>
                </a:moveTo>
                <a:lnTo>
                  <a:pt x="148937" y="886157"/>
                </a:lnTo>
                <a:lnTo>
                  <a:pt x="169794" y="918013"/>
                </a:lnTo>
                <a:lnTo>
                  <a:pt x="1522222" y="31750"/>
                </a:lnTo>
                <a:lnTo>
                  <a:pt x="15013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803398" y="370428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18353" y="1108709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77659" y="357449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27114" y="4060697"/>
            <a:ext cx="1927860" cy="2185670"/>
          </a:xfrm>
          <a:custGeom>
            <a:avLst/>
            <a:gdLst/>
            <a:ahLst/>
            <a:cxnLst/>
            <a:rect l="l" t="t" r="r" b="b"/>
            <a:pathLst>
              <a:path w="1927859" h="2185670">
                <a:moveTo>
                  <a:pt x="0" y="2185416"/>
                </a:moveTo>
                <a:lnTo>
                  <a:pt x="1927860" y="2185416"/>
                </a:lnTo>
                <a:lnTo>
                  <a:pt x="1927860" y="0"/>
                </a:lnTo>
                <a:lnTo>
                  <a:pt x="0" y="0"/>
                </a:lnTo>
                <a:lnTo>
                  <a:pt x="0" y="21854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881241" y="4069537"/>
            <a:ext cx="151892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iSe 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5" i="1">
                <a:solidFill>
                  <a:srgbClr val="FFFFFF"/>
                </a:solidFill>
                <a:latin typeface="Times New Roman"/>
                <a:cs typeface="Times New Roman"/>
              </a:rPr>
              <a:t>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iSeS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030211" y="3297173"/>
            <a:ext cx="114300" cy="763905"/>
          </a:xfrm>
          <a:custGeom>
            <a:avLst/>
            <a:gdLst/>
            <a:ahLst/>
            <a:cxnLst/>
            <a:rect l="l" t="t" r="r" b="b"/>
            <a:pathLst>
              <a:path w="114300" h="763904">
                <a:moveTo>
                  <a:pt x="38100" y="573024"/>
                </a:moveTo>
                <a:lnTo>
                  <a:pt x="0" y="573024"/>
                </a:lnTo>
                <a:lnTo>
                  <a:pt x="57150" y="763524"/>
                </a:lnTo>
                <a:lnTo>
                  <a:pt x="108584" y="592074"/>
                </a:lnTo>
                <a:lnTo>
                  <a:pt x="38100" y="592074"/>
                </a:lnTo>
                <a:lnTo>
                  <a:pt x="38100" y="573024"/>
                </a:lnTo>
                <a:close/>
              </a:path>
              <a:path w="114300" h="763904">
                <a:moveTo>
                  <a:pt x="76200" y="0"/>
                </a:moveTo>
                <a:lnTo>
                  <a:pt x="38100" y="0"/>
                </a:lnTo>
                <a:lnTo>
                  <a:pt x="38100" y="592074"/>
                </a:lnTo>
                <a:lnTo>
                  <a:pt x="76200" y="592074"/>
                </a:lnTo>
                <a:lnTo>
                  <a:pt x="76200" y="0"/>
                </a:lnTo>
                <a:close/>
              </a:path>
              <a:path w="114300" h="763904">
                <a:moveTo>
                  <a:pt x="114300" y="573024"/>
                </a:moveTo>
                <a:lnTo>
                  <a:pt x="76200" y="573024"/>
                </a:lnTo>
                <a:lnTo>
                  <a:pt x="76200" y="592074"/>
                </a:lnTo>
                <a:lnTo>
                  <a:pt x="108584" y="592074"/>
                </a:lnTo>
                <a:lnTo>
                  <a:pt x="114300" y="57302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40273" y="4398264"/>
            <a:ext cx="1386840" cy="114300"/>
          </a:xfrm>
          <a:custGeom>
            <a:avLst/>
            <a:gdLst/>
            <a:ahLst/>
            <a:cxnLst/>
            <a:rect l="l" t="t" r="r" b="b"/>
            <a:pathLst>
              <a:path w="138684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38684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386840" h="114300">
                <a:moveTo>
                  <a:pt x="1386840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386840" y="76200"/>
                </a:lnTo>
                <a:lnTo>
                  <a:pt x="13868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902578" y="3966717"/>
            <a:ext cx="1390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68473" y="5122417"/>
            <a:ext cx="4395470" cy="114300"/>
          </a:xfrm>
          <a:custGeom>
            <a:avLst/>
            <a:gdLst/>
            <a:ahLst/>
            <a:cxnLst/>
            <a:rect l="l" t="t" r="r" b="b"/>
            <a:pathLst>
              <a:path w="4395470" h="114300">
                <a:moveTo>
                  <a:pt x="190119" y="0"/>
                </a:moveTo>
                <a:lnTo>
                  <a:pt x="0" y="58419"/>
                </a:lnTo>
                <a:lnTo>
                  <a:pt x="190881" y="114299"/>
                </a:lnTo>
                <a:lnTo>
                  <a:pt x="190627" y="76326"/>
                </a:lnTo>
                <a:lnTo>
                  <a:pt x="171576" y="76326"/>
                </a:lnTo>
                <a:lnTo>
                  <a:pt x="171323" y="38226"/>
                </a:lnTo>
                <a:lnTo>
                  <a:pt x="190372" y="38094"/>
                </a:lnTo>
                <a:lnTo>
                  <a:pt x="190119" y="0"/>
                </a:lnTo>
                <a:close/>
              </a:path>
              <a:path w="4395470" h="114300">
                <a:moveTo>
                  <a:pt x="190372" y="38094"/>
                </a:moveTo>
                <a:lnTo>
                  <a:pt x="171323" y="38226"/>
                </a:lnTo>
                <a:lnTo>
                  <a:pt x="171576" y="76326"/>
                </a:lnTo>
                <a:lnTo>
                  <a:pt x="190626" y="76194"/>
                </a:lnTo>
                <a:lnTo>
                  <a:pt x="190372" y="38094"/>
                </a:lnTo>
                <a:close/>
              </a:path>
              <a:path w="4395470" h="114300">
                <a:moveTo>
                  <a:pt x="190626" y="76194"/>
                </a:moveTo>
                <a:lnTo>
                  <a:pt x="171576" y="76326"/>
                </a:lnTo>
                <a:lnTo>
                  <a:pt x="190627" y="76326"/>
                </a:lnTo>
                <a:lnTo>
                  <a:pt x="190626" y="76194"/>
                </a:lnTo>
                <a:close/>
              </a:path>
              <a:path w="4395470" h="114300">
                <a:moveTo>
                  <a:pt x="4395089" y="8889"/>
                </a:moveTo>
                <a:lnTo>
                  <a:pt x="190372" y="38094"/>
                </a:lnTo>
                <a:lnTo>
                  <a:pt x="190626" y="76194"/>
                </a:lnTo>
                <a:lnTo>
                  <a:pt x="4395343" y="46989"/>
                </a:lnTo>
                <a:lnTo>
                  <a:pt x="4395089" y="888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003295" y="5110098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52207" y="3342208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58234" y="5819394"/>
            <a:ext cx="1856739" cy="66484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731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530"/>
              </a:spcBef>
            </a:pPr>
            <a:r>
              <a:rPr dirty="0" sz="2800" spc="-5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i="1">
                <a:solidFill>
                  <a:srgbClr val="FFFF00"/>
                </a:solidFill>
                <a:latin typeface="Times New Roman"/>
                <a:cs typeface="Times New Roman"/>
              </a:rPr>
              <a:t>iSeS</a:t>
            </a:r>
            <a:r>
              <a:rPr dirty="0" sz="2800" spc="-140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31409" y="530880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011417" y="5967984"/>
            <a:ext cx="640080" cy="114300"/>
          </a:xfrm>
          <a:custGeom>
            <a:avLst/>
            <a:gdLst/>
            <a:ahLst/>
            <a:cxnLst/>
            <a:rect l="l" t="t" r="r" b="b"/>
            <a:pathLst>
              <a:path w="640079" h="114300">
                <a:moveTo>
                  <a:pt x="190500" y="0"/>
                </a:moveTo>
                <a:lnTo>
                  <a:pt x="0" y="57149"/>
                </a:lnTo>
                <a:lnTo>
                  <a:pt x="190500" y="114299"/>
                </a:lnTo>
                <a:lnTo>
                  <a:pt x="190500" y="76199"/>
                </a:lnTo>
                <a:lnTo>
                  <a:pt x="171450" y="76199"/>
                </a:lnTo>
                <a:lnTo>
                  <a:pt x="171450" y="38099"/>
                </a:lnTo>
                <a:lnTo>
                  <a:pt x="190500" y="38099"/>
                </a:lnTo>
                <a:lnTo>
                  <a:pt x="190500" y="0"/>
                </a:lnTo>
                <a:close/>
              </a:path>
              <a:path w="640079" h="114300">
                <a:moveTo>
                  <a:pt x="190500" y="38099"/>
                </a:moveTo>
                <a:lnTo>
                  <a:pt x="171450" y="38099"/>
                </a:lnTo>
                <a:lnTo>
                  <a:pt x="171450" y="76199"/>
                </a:lnTo>
                <a:lnTo>
                  <a:pt x="190500" y="76199"/>
                </a:lnTo>
                <a:lnTo>
                  <a:pt x="190500" y="38099"/>
                </a:lnTo>
                <a:close/>
              </a:path>
              <a:path w="640079" h="114300">
                <a:moveTo>
                  <a:pt x="640080" y="38099"/>
                </a:moveTo>
                <a:lnTo>
                  <a:pt x="190500" y="38099"/>
                </a:lnTo>
                <a:lnTo>
                  <a:pt x="190500" y="76199"/>
                </a:lnTo>
                <a:lnTo>
                  <a:pt x="640080" y="76199"/>
                </a:lnTo>
                <a:lnTo>
                  <a:pt x="64008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242430" y="5612688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823965" y="1634489"/>
            <a:ext cx="2546985" cy="1964689"/>
          </a:xfrm>
          <a:custGeom>
            <a:avLst/>
            <a:gdLst/>
            <a:ahLst/>
            <a:cxnLst/>
            <a:rect l="l" t="t" r="r" b="b"/>
            <a:pathLst>
              <a:path w="2546984" h="1964689">
                <a:moveTo>
                  <a:pt x="0" y="982218"/>
                </a:moveTo>
                <a:lnTo>
                  <a:pt x="1117" y="940701"/>
                </a:lnTo>
                <a:lnTo>
                  <a:pt x="4438" y="899624"/>
                </a:lnTo>
                <a:lnTo>
                  <a:pt x="9921" y="859019"/>
                </a:lnTo>
                <a:lnTo>
                  <a:pt x="17519" y="818922"/>
                </a:lnTo>
                <a:lnTo>
                  <a:pt x="27190" y="779366"/>
                </a:lnTo>
                <a:lnTo>
                  <a:pt x="38889" y="740385"/>
                </a:lnTo>
                <a:lnTo>
                  <a:pt x="52571" y="702014"/>
                </a:lnTo>
                <a:lnTo>
                  <a:pt x="68193" y="664286"/>
                </a:lnTo>
                <a:lnTo>
                  <a:pt x="85710" y="627236"/>
                </a:lnTo>
                <a:lnTo>
                  <a:pt x="105079" y="590898"/>
                </a:lnTo>
                <a:lnTo>
                  <a:pt x="126254" y="555305"/>
                </a:lnTo>
                <a:lnTo>
                  <a:pt x="149192" y="520493"/>
                </a:lnTo>
                <a:lnTo>
                  <a:pt x="173848" y="486494"/>
                </a:lnTo>
                <a:lnTo>
                  <a:pt x="200179" y="453344"/>
                </a:lnTo>
                <a:lnTo>
                  <a:pt x="228140" y="421076"/>
                </a:lnTo>
                <a:lnTo>
                  <a:pt x="257687" y="389724"/>
                </a:lnTo>
                <a:lnTo>
                  <a:pt x="288775" y="359323"/>
                </a:lnTo>
                <a:lnTo>
                  <a:pt x="321361" y="329906"/>
                </a:lnTo>
                <a:lnTo>
                  <a:pt x="355400" y="301508"/>
                </a:lnTo>
                <a:lnTo>
                  <a:pt x="390848" y="274163"/>
                </a:lnTo>
                <a:lnTo>
                  <a:pt x="427662" y="247905"/>
                </a:lnTo>
                <a:lnTo>
                  <a:pt x="465795" y="222768"/>
                </a:lnTo>
                <a:lnTo>
                  <a:pt x="505206" y="198786"/>
                </a:lnTo>
                <a:lnTo>
                  <a:pt x="545848" y="175993"/>
                </a:lnTo>
                <a:lnTo>
                  <a:pt x="587679" y="154424"/>
                </a:lnTo>
                <a:lnTo>
                  <a:pt x="630653" y="134112"/>
                </a:lnTo>
                <a:lnTo>
                  <a:pt x="674727" y="115091"/>
                </a:lnTo>
                <a:lnTo>
                  <a:pt x="719857" y="97396"/>
                </a:lnTo>
                <a:lnTo>
                  <a:pt x="765998" y="81061"/>
                </a:lnTo>
                <a:lnTo>
                  <a:pt x="813106" y="66120"/>
                </a:lnTo>
                <a:lnTo>
                  <a:pt x="861137" y="52606"/>
                </a:lnTo>
                <a:lnTo>
                  <a:pt x="910046" y="40555"/>
                </a:lnTo>
                <a:lnTo>
                  <a:pt x="959790" y="30000"/>
                </a:lnTo>
                <a:lnTo>
                  <a:pt x="1010324" y="20975"/>
                </a:lnTo>
                <a:lnTo>
                  <a:pt x="1061604" y="13515"/>
                </a:lnTo>
                <a:lnTo>
                  <a:pt x="1113586" y="7653"/>
                </a:lnTo>
                <a:lnTo>
                  <a:pt x="1166226" y="3424"/>
                </a:lnTo>
                <a:lnTo>
                  <a:pt x="1219479" y="861"/>
                </a:lnTo>
                <a:lnTo>
                  <a:pt x="1273302" y="0"/>
                </a:lnTo>
                <a:lnTo>
                  <a:pt x="1327124" y="861"/>
                </a:lnTo>
                <a:lnTo>
                  <a:pt x="1380377" y="3424"/>
                </a:lnTo>
                <a:lnTo>
                  <a:pt x="1433017" y="7653"/>
                </a:lnTo>
                <a:lnTo>
                  <a:pt x="1484999" y="13515"/>
                </a:lnTo>
                <a:lnTo>
                  <a:pt x="1536279" y="20975"/>
                </a:lnTo>
                <a:lnTo>
                  <a:pt x="1586813" y="30000"/>
                </a:lnTo>
                <a:lnTo>
                  <a:pt x="1636557" y="40555"/>
                </a:lnTo>
                <a:lnTo>
                  <a:pt x="1685466" y="52606"/>
                </a:lnTo>
                <a:lnTo>
                  <a:pt x="1733497" y="66120"/>
                </a:lnTo>
                <a:lnTo>
                  <a:pt x="1780605" y="81061"/>
                </a:lnTo>
                <a:lnTo>
                  <a:pt x="1826746" y="97396"/>
                </a:lnTo>
                <a:lnTo>
                  <a:pt x="1871876" y="115091"/>
                </a:lnTo>
                <a:lnTo>
                  <a:pt x="1915950" y="134112"/>
                </a:lnTo>
                <a:lnTo>
                  <a:pt x="1958924" y="154424"/>
                </a:lnTo>
                <a:lnTo>
                  <a:pt x="2000755" y="175993"/>
                </a:lnTo>
                <a:lnTo>
                  <a:pt x="2041397" y="198786"/>
                </a:lnTo>
                <a:lnTo>
                  <a:pt x="2080808" y="222768"/>
                </a:lnTo>
                <a:lnTo>
                  <a:pt x="2118941" y="247905"/>
                </a:lnTo>
                <a:lnTo>
                  <a:pt x="2155755" y="274163"/>
                </a:lnTo>
                <a:lnTo>
                  <a:pt x="2191203" y="301508"/>
                </a:lnTo>
                <a:lnTo>
                  <a:pt x="2225242" y="329906"/>
                </a:lnTo>
                <a:lnTo>
                  <a:pt x="2257828" y="359323"/>
                </a:lnTo>
                <a:lnTo>
                  <a:pt x="2288916" y="389724"/>
                </a:lnTo>
                <a:lnTo>
                  <a:pt x="2318463" y="421076"/>
                </a:lnTo>
                <a:lnTo>
                  <a:pt x="2346424" y="453344"/>
                </a:lnTo>
                <a:lnTo>
                  <a:pt x="2372755" y="486494"/>
                </a:lnTo>
                <a:lnTo>
                  <a:pt x="2397411" y="520493"/>
                </a:lnTo>
                <a:lnTo>
                  <a:pt x="2420349" y="555305"/>
                </a:lnTo>
                <a:lnTo>
                  <a:pt x="2441524" y="590898"/>
                </a:lnTo>
                <a:lnTo>
                  <a:pt x="2460893" y="627236"/>
                </a:lnTo>
                <a:lnTo>
                  <a:pt x="2478410" y="664286"/>
                </a:lnTo>
                <a:lnTo>
                  <a:pt x="2494032" y="702014"/>
                </a:lnTo>
                <a:lnTo>
                  <a:pt x="2507714" y="740385"/>
                </a:lnTo>
                <a:lnTo>
                  <a:pt x="2519413" y="779366"/>
                </a:lnTo>
                <a:lnTo>
                  <a:pt x="2529084" y="818922"/>
                </a:lnTo>
                <a:lnTo>
                  <a:pt x="2536682" y="859019"/>
                </a:lnTo>
                <a:lnTo>
                  <a:pt x="2542165" y="899624"/>
                </a:lnTo>
                <a:lnTo>
                  <a:pt x="2545486" y="940701"/>
                </a:lnTo>
                <a:lnTo>
                  <a:pt x="2546604" y="982218"/>
                </a:lnTo>
                <a:lnTo>
                  <a:pt x="2545486" y="1023734"/>
                </a:lnTo>
                <a:lnTo>
                  <a:pt x="2542165" y="1064811"/>
                </a:lnTo>
                <a:lnTo>
                  <a:pt x="2536682" y="1105416"/>
                </a:lnTo>
                <a:lnTo>
                  <a:pt x="2529084" y="1145513"/>
                </a:lnTo>
                <a:lnTo>
                  <a:pt x="2519413" y="1185069"/>
                </a:lnTo>
                <a:lnTo>
                  <a:pt x="2507714" y="1224050"/>
                </a:lnTo>
                <a:lnTo>
                  <a:pt x="2494032" y="1262421"/>
                </a:lnTo>
                <a:lnTo>
                  <a:pt x="2478410" y="1300149"/>
                </a:lnTo>
                <a:lnTo>
                  <a:pt x="2460893" y="1337199"/>
                </a:lnTo>
                <a:lnTo>
                  <a:pt x="2441524" y="1373537"/>
                </a:lnTo>
                <a:lnTo>
                  <a:pt x="2420349" y="1409130"/>
                </a:lnTo>
                <a:lnTo>
                  <a:pt x="2397411" y="1443942"/>
                </a:lnTo>
                <a:lnTo>
                  <a:pt x="2372755" y="1477941"/>
                </a:lnTo>
                <a:lnTo>
                  <a:pt x="2346424" y="1511091"/>
                </a:lnTo>
                <a:lnTo>
                  <a:pt x="2318463" y="1543359"/>
                </a:lnTo>
                <a:lnTo>
                  <a:pt x="2288916" y="1574711"/>
                </a:lnTo>
                <a:lnTo>
                  <a:pt x="2257828" y="1605112"/>
                </a:lnTo>
                <a:lnTo>
                  <a:pt x="2225242" y="1634529"/>
                </a:lnTo>
                <a:lnTo>
                  <a:pt x="2191203" y="1662927"/>
                </a:lnTo>
                <a:lnTo>
                  <a:pt x="2155755" y="1690272"/>
                </a:lnTo>
                <a:lnTo>
                  <a:pt x="2118941" y="1716530"/>
                </a:lnTo>
                <a:lnTo>
                  <a:pt x="2080808" y="1741667"/>
                </a:lnTo>
                <a:lnTo>
                  <a:pt x="2041397" y="1765649"/>
                </a:lnTo>
                <a:lnTo>
                  <a:pt x="2000755" y="1788442"/>
                </a:lnTo>
                <a:lnTo>
                  <a:pt x="1958924" y="1810011"/>
                </a:lnTo>
                <a:lnTo>
                  <a:pt x="1915950" y="1830324"/>
                </a:lnTo>
                <a:lnTo>
                  <a:pt x="1871876" y="1849344"/>
                </a:lnTo>
                <a:lnTo>
                  <a:pt x="1826746" y="1867039"/>
                </a:lnTo>
                <a:lnTo>
                  <a:pt x="1780605" y="1883374"/>
                </a:lnTo>
                <a:lnTo>
                  <a:pt x="1733497" y="1898315"/>
                </a:lnTo>
                <a:lnTo>
                  <a:pt x="1685466" y="1911829"/>
                </a:lnTo>
                <a:lnTo>
                  <a:pt x="1636557" y="1923880"/>
                </a:lnTo>
                <a:lnTo>
                  <a:pt x="1586813" y="1934435"/>
                </a:lnTo>
                <a:lnTo>
                  <a:pt x="1536279" y="1943460"/>
                </a:lnTo>
                <a:lnTo>
                  <a:pt x="1484999" y="1950920"/>
                </a:lnTo>
                <a:lnTo>
                  <a:pt x="1433017" y="1956782"/>
                </a:lnTo>
                <a:lnTo>
                  <a:pt x="1380377" y="1961011"/>
                </a:lnTo>
                <a:lnTo>
                  <a:pt x="1327124" y="1963574"/>
                </a:lnTo>
                <a:lnTo>
                  <a:pt x="1273302" y="1964436"/>
                </a:lnTo>
                <a:lnTo>
                  <a:pt x="1219479" y="1963574"/>
                </a:lnTo>
                <a:lnTo>
                  <a:pt x="1166226" y="1961011"/>
                </a:lnTo>
                <a:lnTo>
                  <a:pt x="1113586" y="1956782"/>
                </a:lnTo>
                <a:lnTo>
                  <a:pt x="1061604" y="1950920"/>
                </a:lnTo>
                <a:lnTo>
                  <a:pt x="1010324" y="1943460"/>
                </a:lnTo>
                <a:lnTo>
                  <a:pt x="959790" y="1934435"/>
                </a:lnTo>
                <a:lnTo>
                  <a:pt x="910046" y="1923880"/>
                </a:lnTo>
                <a:lnTo>
                  <a:pt x="861137" y="1911829"/>
                </a:lnTo>
                <a:lnTo>
                  <a:pt x="813106" y="1898315"/>
                </a:lnTo>
                <a:lnTo>
                  <a:pt x="765998" y="1883374"/>
                </a:lnTo>
                <a:lnTo>
                  <a:pt x="719857" y="1867039"/>
                </a:lnTo>
                <a:lnTo>
                  <a:pt x="674727" y="1849344"/>
                </a:lnTo>
                <a:lnTo>
                  <a:pt x="630653" y="1830324"/>
                </a:lnTo>
                <a:lnTo>
                  <a:pt x="587679" y="1810011"/>
                </a:lnTo>
                <a:lnTo>
                  <a:pt x="545848" y="1788442"/>
                </a:lnTo>
                <a:lnTo>
                  <a:pt x="505206" y="1765649"/>
                </a:lnTo>
                <a:lnTo>
                  <a:pt x="465795" y="1741667"/>
                </a:lnTo>
                <a:lnTo>
                  <a:pt x="427662" y="1716530"/>
                </a:lnTo>
                <a:lnTo>
                  <a:pt x="390848" y="1690272"/>
                </a:lnTo>
                <a:lnTo>
                  <a:pt x="355400" y="1662927"/>
                </a:lnTo>
                <a:lnTo>
                  <a:pt x="321361" y="1634529"/>
                </a:lnTo>
                <a:lnTo>
                  <a:pt x="288775" y="1605112"/>
                </a:lnTo>
                <a:lnTo>
                  <a:pt x="257687" y="1574711"/>
                </a:lnTo>
                <a:lnTo>
                  <a:pt x="228140" y="1543359"/>
                </a:lnTo>
                <a:lnTo>
                  <a:pt x="200179" y="1511091"/>
                </a:lnTo>
                <a:lnTo>
                  <a:pt x="173848" y="1477941"/>
                </a:lnTo>
                <a:lnTo>
                  <a:pt x="149192" y="1443942"/>
                </a:lnTo>
                <a:lnTo>
                  <a:pt x="126254" y="1409130"/>
                </a:lnTo>
                <a:lnTo>
                  <a:pt x="105079" y="1373537"/>
                </a:lnTo>
                <a:lnTo>
                  <a:pt x="85710" y="1337199"/>
                </a:lnTo>
                <a:lnTo>
                  <a:pt x="68193" y="1300149"/>
                </a:lnTo>
                <a:lnTo>
                  <a:pt x="52571" y="1262421"/>
                </a:lnTo>
                <a:lnTo>
                  <a:pt x="38889" y="1224050"/>
                </a:lnTo>
                <a:lnTo>
                  <a:pt x="27190" y="1185069"/>
                </a:lnTo>
                <a:lnTo>
                  <a:pt x="17519" y="1145513"/>
                </a:lnTo>
                <a:lnTo>
                  <a:pt x="9921" y="1105416"/>
                </a:lnTo>
                <a:lnTo>
                  <a:pt x="4438" y="1064811"/>
                </a:lnTo>
                <a:lnTo>
                  <a:pt x="1117" y="1023734"/>
                </a:lnTo>
                <a:lnTo>
                  <a:pt x="0" y="98221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013452" y="417702"/>
            <a:ext cx="379920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3200" b="1" i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LR(0)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spc="-8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437382" y="2004822"/>
            <a:ext cx="1823085" cy="2834640"/>
          </a:xfrm>
          <a:custGeom>
            <a:avLst/>
            <a:gdLst/>
            <a:ahLst/>
            <a:cxnLst/>
            <a:rect l="l" t="t" r="r" b="b"/>
            <a:pathLst>
              <a:path w="1823085" h="2834640">
                <a:moveTo>
                  <a:pt x="0" y="2834640"/>
                </a:moveTo>
                <a:lnTo>
                  <a:pt x="1822704" y="2834640"/>
                </a:lnTo>
                <a:lnTo>
                  <a:pt x="1822704" y="0"/>
                </a:lnTo>
                <a:lnTo>
                  <a:pt x="0" y="0"/>
                </a:lnTo>
                <a:lnTo>
                  <a:pt x="0" y="283464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513201" y="2157171"/>
            <a:ext cx="1520190" cy="246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10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SeS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5" i="1">
                <a:solidFill>
                  <a:srgbClr val="FFFFFF"/>
                </a:solidFill>
                <a:latin typeface="Times New Roman"/>
                <a:cs typeface="Times New Roman"/>
              </a:rPr>
              <a:t>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iSeS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iS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2800" spc="-1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739128" y="6501384"/>
            <a:ext cx="866140" cy="218440"/>
          </a:xfrm>
          <a:custGeom>
            <a:avLst/>
            <a:gdLst/>
            <a:ahLst/>
            <a:cxnLst/>
            <a:rect l="l" t="t" r="r" b="b"/>
            <a:pathLst>
              <a:path w="866140" h="218440">
                <a:moveTo>
                  <a:pt x="865631" y="0"/>
                </a:moveTo>
                <a:lnTo>
                  <a:pt x="0" y="0"/>
                </a:lnTo>
                <a:lnTo>
                  <a:pt x="0" y="217931"/>
                </a:lnTo>
                <a:lnTo>
                  <a:pt x="865631" y="217931"/>
                </a:lnTo>
                <a:lnTo>
                  <a:pt x="865631" y="190690"/>
                </a:lnTo>
                <a:lnTo>
                  <a:pt x="351154" y="190690"/>
                </a:lnTo>
                <a:lnTo>
                  <a:pt x="351154" y="27241"/>
                </a:lnTo>
                <a:lnTo>
                  <a:pt x="865631" y="27241"/>
                </a:lnTo>
                <a:lnTo>
                  <a:pt x="865631" y="0"/>
                </a:lnTo>
                <a:close/>
              </a:path>
              <a:path w="866140" h="218440">
                <a:moveTo>
                  <a:pt x="865631" y="27241"/>
                </a:moveTo>
                <a:lnTo>
                  <a:pt x="351154" y="27241"/>
                </a:lnTo>
                <a:lnTo>
                  <a:pt x="514476" y="108965"/>
                </a:lnTo>
                <a:lnTo>
                  <a:pt x="351154" y="190690"/>
                </a:lnTo>
                <a:lnTo>
                  <a:pt x="865631" y="190690"/>
                </a:lnTo>
                <a:lnTo>
                  <a:pt x="865631" y="2724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90282" y="6528625"/>
            <a:ext cx="163830" cy="163830"/>
          </a:xfrm>
          <a:custGeom>
            <a:avLst/>
            <a:gdLst/>
            <a:ahLst/>
            <a:cxnLst/>
            <a:rect l="l" t="t" r="r" b="b"/>
            <a:pathLst>
              <a:path w="163829" h="163829">
                <a:moveTo>
                  <a:pt x="0" y="0"/>
                </a:moveTo>
                <a:lnTo>
                  <a:pt x="0" y="163448"/>
                </a:lnTo>
                <a:lnTo>
                  <a:pt x="163322" y="81724"/>
                </a:lnTo>
                <a:lnTo>
                  <a:pt x="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891019" y="6502704"/>
            <a:ext cx="565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分析表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8100" y="5945123"/>
            <a:ext cx="3924300" cy="861060"/>
          </a:xfrm>
          <a:custGeom>
            <a:avLst/>
            <a:gdLst/>
            <a:ahLst/>
            <a:cxnLst/>
            <a:rect l="l" t="t" r="r" b="b"/>
            <a:pathLst>
              <a:path w="3924300" h="861059">
                <a:moveTo>
                  <a:pt x="0" y="861060"/>
                </a:moveTo>
                <a:lnTo>
                  <a:pt x="3924300" y="861060"/>
                </a:lnTo>
                <a:lnTo>
                  <a:pt x="3924300" y="0"/>
                </a:lnTo>
                <a:lnTo>
                  <a:pt x="0" y="0"/>
                </a:lnTo>
                <a:lnTo>
                  <a:pt x="0" y="86106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16839" y="5827877"/>
            <a:ext cx="1979930" cy="97663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1369060" algn="l"/>
              </a:tabLst>
            </a:pPr>
            <a:r>
              <a:rPr dirty="0" sz="2400" spc="-5" b="1" i="1">
                <a:latin typeface="Times New Roman"/>
                <a:cs typeface="Times New Roman"/>
              </a:rPr>
              <a:t>S</a:t>
            </a:r>
            <a:r>
              <a:rPr dirty="0" sz="2400" spc="-5" b="1">
                <a:latin typeface="Times New Roman"/>
                <a:cs typeface="Times New Roman"/>
              </a:rPr>
              <a:t>’→</a:t>
            </a:r>
            <a:r>
              <a:rPr dirty="0" sz="2400" b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S	</a:t>
            </a:r>
            <a:r>
              <a:rPr dirty="0" sz="2400" spc="-10" b="1">
                <a:latin typeface="宋体"/>
                <a:cs typeface="宋体"/>
              </a:rPr>
              <a:t>①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S</a:t>
            </a:r>
            <a:r>
              <a:rPr dirty="0" sz="2400" spc="-5" b="1">
                <a:latin typeface="Times New Roman"/>
                <a:cs typeface="Times New Roman"/>
              </a:rPr>
              <a:t>→ </a:t>
            </a:r>
            <a:r>
              <a:rPr dirty="0" sz="2400" spc="-5" b="1" i="1">
                <a:latin typeface="Times New Roman"/>
                <a:cs typeface="Times New Roman"/>
              </a:rPr>
              <a:t>iSeS </a:t>
            </a:r>
            <a:r>
              <a:rPr dirty="0" sz="2400" spc="-5" b="1">
                <a:latin typeface="Times New Roman"/>
                <a:cs typeface="Times New Roman"/>
              </a:rPr>
              <a:t>| </a:t>
            </a:r>
            <a:r>
              <a:rPr dirty="0" sz="2400" b="1" i="1">
                <a:latin typeface="Times New Roman"/>
                <a:cs typeface="Times New Roman"/>
              </a:rPr>
              <a:t>iS </a:t>
            </a:r>
            <a:r>
              <a:rPr dirty="0" sz="2400" spc="-5" b="1">
                <a:latin typeface="Times New Roman"/>
                <a:cs typeface="Times New Roman"/>
              </a:rPr>
              <a:t>|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451861" y="6413093"/>
            <a:ext cx="13823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宋体"/>
                <a:cs typeface="宋体"/>
              </a:rPr>
              <a:t>②</a:t>
            </a:r>
            <a:r>
              <a:rPr dirty="0" sz="2400" spc="-620" b="1">
                <a:latin typeface="宋体"/>
                <a:cs typeface="宋体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|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宋体"/>
                <a:cs typeface="宋体"/>
              </a:rPr>
              <a:t>③</a:t>
            </a:r>
            <a:r>
              <a:rPr dirty="0" sz="2400" spc="-620" b="1">
                <a:latin typeface="宋体"/>
                <a:cs typeface="宋体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|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宋体"/>
                <a:cs typeface="宋体"/>
              </a:rPr>
              <a:t>④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941570" y="1774825"/>
            <a:ext cx="675005" cy="512445"/>
          </a:xfrm>
          <a:custGeom>
            <a:avLst/>
            <a:gdLst/>
            <a:ahLst/>
            <a:cxnLst/>
            <a:rect l="l" t="t" r="r" b="b"/>
            <a:pathLst>
              <a:path w="675004" h="512444">
                <a:moveTo>
                  <a:pt x="636852" y="52902"/>
                </a:moveTo>
                <a:lnTo>
                  <a:pt x="622172" y="94614"/>
                </a:lnTo>
                <a:lnTo>
                  <a:pt x="600201" y="131572"/>
                </a:lnTo>
                <a:lnTo>
                  <a:pt x="569976" y="174625"/>
                </a:lnTo>
                <a:lnTo>
                  <a:pt x="545718" y="206248"/>
                </a:lnTo>
                <a:lnTo>
                  <a:pt x="504570" y="257175"/>
                </a:lnTo>
                <a:lnTo>
                  <a:pt x="474217" y="293115"/>
                </a:lnTo>
                <a:lnTo>
                  <a:pt x="442087" y="330326"/>
                </a:lnTo>
                <a:lnTo>
                  <a:pt x="408685" y="368553"/>
                </a:lnTo>
                <a:lnTo>
                  <a:pt x="374014" y="407670"/>
                </a:lnTo>
                <a:lnTo>
                  <a:pt x="303021" y="487045"/>
                </a:lnTo>
                <a:lnTo>
                  <a:pt x="331469" y="512445"/>
                </a:lnTo>
                <a:lnTo>
                  <a:pt x="437133" y="393826"/>
                </a:lnTo>
                <a:lnTo>
                  <a:pt x="470788" y="355473"/>
                </a:lnTo>
                <a:lnTo>
                  <a:pt x="503046" y="318008"/>
                </a:lnTo>
                <a:lnTo>
                  <a:pt x="533653" y="281686"/>
                </a:lnTo>
                <a:lnTo>
                  <a:pt x="562228" y="246761"/>
                </a:lnTo>
                <a:lnTo>
                  <a:pt x="588263" y="213613"/>
                </a:lnTo>
                <a:lnTo>
                  <a:pt x="611631" y="182117"/>
                </a:lnTo>
                <a:lnTo>
                  <a:pt x="640588" y="138937"/>
                </a:lnTo>
                <a:lnTo>
                  <a:pt x="661542" y="100711"/>
                </a:lnTo>
                <a:lnTo>
                  <a:pt x="674782" y="56261"/>
                </a:lnTo>
                <a:lnTo>
                  <a:pt x="675004" y="54483"/>
                </a:lnTo>
                <a:lnTo>
                  <a:pt x="636904" y="54483"/>
                </a:lnTo>
                <a:lnTo>
                  <a:pt x="636852" y="52902"/>
                </a:lnTo>
                <a:close/>
              </a:path>
              <a:path w="675004" h="512444">
                <a:moveTo>
                  <a:pt x="141858" y="61087"/>
                </a:moveTo>
                <a:lnTo>
                  <a:pt x="0" y="219963"/>
                </a:lnTo>
                <a:lnTo>
                  <a:pt x="212216" y="238125"/>
                </a:lnTo>
                <a:lnTo>
                  <a:pt x="186880" y="174371"/>
                </a:lnTo>
                <a:lnTo>
                  <a:pt x="166242" y="174371"/>
                </a:lnTo>
                <a:lnTo>
                  <a:pt x="152400" y="138937"/>
                </a:lnTo>
                <a:lnTo>
                  <a:pt x="170051" y="132027"/>
                </a:lnTo>
                <a:lnTo>
                  <a:pt x="141858" y="61087"/>
                </a:lnTo>
                <a:close/>
              </a:path>
              <a:path w="675004" h="512444">
                <a:moveTo>
                  <a:pt x="170051" y="132027"/>
                </a:moveTo>
                <a:lnTo>
                  <a:pt x="152400" y="138937"/>
                </a:lnTo>
                <a:lnTo>
                  <a:pt x="166242" y="174371"/>
                </a:lnTo>
                <a:lnTo>
                  <a:pt x="184117" y="167419"/>
                </a:lnTo>
                <a:lnTo>
                  <a:pt x="170051" y="132027"/>
                </a:lnTo>
                <a:close/>
              </a:path>
              <a:path w="675004" h="512444">
                <a:moveTo>
                  <a:pt x="184117" y="167419"/>
                </a:moveTo>
                <a:lnTo>
                  <a:pt x="166242" y="174371"/>
                </a:lnTo>
                <a:lnTo>
                  <a:pt x="186880" y="174371"/>
                </a:lnTo>
                <a:lnTo>
                  <a:pt x="184117" y="167419"/>
                </a:lnTo>
                <a:close/>
              </a:path>
              <a:path w="675004" h="512444">
                <a:moveTo>
                  <a:pt x="606043" y="0"/>
                </a:moveTo>
                <a:lnTo>
                  <a:pt x="562990" y="3937"/>
                </a:lnTo>
                <a:lnTo>
                  <a:pt x="511809" y="14604"/>
                </a:lnTo>
                <a:lnTo>
                  <a:pt x="473201" y="24891"/>
                </a:lnTo>
                <a:lnTo>
                  <a:pt x="431418" y="37337"/>
                </a:lnTo>
                <a:lnTo>
                  <a:pt x="386714" y="51942"/>
                </a:lnTo>
                <a:lnTo>
                  <a:pt x="314959" y="77088"/>
                </a:lnTo>
                <a:lnTo>
                  <a:pt x="212089" y="115570"/>
                </a:lnTo>
                <a:lnTo>
                  <a:pt x="170051" y="132027"/>
                </a:lnTo>
                <a:lnTo>
                  <a:pt x="184117" y="167419"/>
                </a:lnTo>
                <a:lnTo>
                  <a:pt x="277621" y="131445"/>
                </a:lnTo>
                <a:lnTo>
                  <a:pt x="352043" y="104266"/>
                </a:lnTo>
                <a:lnTo>
                  <a:pt x="398652" y="88137"/>
                </a:lnTo>
                <a:lnTo>
                  <a:pt x="442594" y="73787"/>
                </a:lnTo>
                <a:lnTo>
                  <a:pt x="483234" y="61595"/>
                </a:lnTo>
                <a:lnTo>
                  <a:pt x="520445" y="51688"/>
                </a:lnTo>
                <a:lnTo>
                  <a:pt x="568451" y="41655"/>
                </a:lnTo>
                <a:lnTo>
                  <a:pt x="605154" y="38100"/>
                </a:lnTo>
                <a:lnTo>
                  <a:pt x="673334" y="38100"/>
                </a:lnTo>
                <a:lnTo>
                  <a:pt x="672718" y="35433"/>
                </a:lnTo>
                <a:lnTo>
                  <a:pt x="672464" y="34162"/>
                </a:lnTo>
                <a:lnTo>
                  <a:pt x="671956" y="32892"/>
                </a:lnTo>
                <a:lnTo>
                  <a:pt x="671321" y="31623"/>
                </a:lnTo>
                <a:lnTo>
                  <a:pt x="668654" y="25780"/>
                </a:lnTo>
                <a:lnTo>
                  <a:pt x="657859" y="13462"/>
                </a:lnTo>
                <a:lnTo>
                  <a:pt x="652271" y="9651"/>
                </a:lnTo>
                <a:lnTo>
                  <a:pt x="651255" y="8889"/>
                </a:lnTo>
                <a:lnTo>
                  <a:pt x="650113" y="8254"/>
                </a:lnTo>
                <a:lnTo>
                  <a:pt x="648969" y="7874"/>
                </a:lnTo>
                <a:lnTo>
                  <a:pt x="640968" y="4445"/>
                </a:lnTo>
                <a:lnTo>
                  <a:pt x="630554" y="1904"/>
                </a:lnTo>
                <a:lnTo>
                  <a:pt x="618743" y="380"/>
                </a:lnTo>
                <a:lnTo>
                  <a:pt x="606043" y="0"/>
                </a:lnTo>
                <a:close/>
              </a:path>
              <a:path w="675004" h="512444">
                <a:moveTo>
                  <a:pt x="674844" y="51435"/>
                </a:moveTo>
                <a:lnTo>
                  <a:pt x="637031" y="51435"/>
                </a:lnTo>
                <a:lnTo>
                  <a:pt x="636904" y="54483"/>
                </a:lnTo>
                <a:lnTo>
                  <a:pt x="675004" y="54483"/>
                </a:lnTo>
                <a:lnTo>
                  <a:pt x="674877" y="53466"/>
                </a:lnTo>
                <a:lnTo>
                  <a:pt x="674844" y="51435"/>
                </a:lnTo>
                <a:close/>
              </a:path>
              <a:path w="675004" h="512444">
                <a:moveTo>
                  <a:pt x="636715" y="47343"/>
                </a:moveTo>
                <a:lnTo>
                  <a:pt x="637158" y="50673"/>
                </a:lnTo>
                <a:lnTo>
                  <a:pt x="636777" y="50673"/>
                </a:lnTo>
                <a:lnTo>
                  <a:pt x="636852" y="52902"/>
                </a:lnTo>
                <a:lnTo>
                  <a:pt x="637031" y="51435"/>
                </a:lnTo>
                <a:lnTo>
                  <a:pt x="674844" y="51435"/>
                </a:lnTo>
                <a:lnTo>
                  <a:pt x="674831" y="50673"/>
                </a:lnTo>
                <a:lnTo>
                  <a:pt x="637158" y="50673"/>
                </a:lnTo>
                <a:lnTo>
                  <a:pt x="636713" y="48743"/>
                </a:lnTo>
                <a:lnTo>
                  <a:pt x="674799" y="48743"/>
                </a:lnTo>
                <a:lnTo>
                  <a:pt x="674786" y="48005"/>
                </a:lnTo>
                <a:lnTo>
                  <a:pt x="637031" y="48005"/>
                </a:lnTo>
                <a:lnTo>
                  <a:pt x="636715" y="47343"/>
                </a:lnTo>
                <a:close/>
              </a:path>
              <a:path w="675004" h="512444">
                <a:moveTo>
                  <a:pt x="636663" y="47235"/>
                </a:moveTo>
                <a:lnTo>
                  <a:pt x="636713" y="48743"/>
                </a:lnTo>
                <a:lnTo>
                  <a:pt x="637158" y="50673"/>
                </a:lnTo>
                <a:lnTo>
                  <a:pt x="636715" y="47343"/>
                </a:lnTo>
                <a:close/>
              </a:path>
              <a:path w="675004" h="512444">
                <a:moveTo>
                  <a:pt x="636088" y="46032"/>
                </a:moveTo>
                <a:lnTo>
                  <a:pt x="636713" y="48743"/>
                </a:lnTo>
                <a:lnTo>
                  <a:pt x="636663" y="47235"/>
                </a:lnTo>
                <a:lnTo>
                  <a:pt x="636088" y="46032"/>
                </a:lnTo>
                <a:close/>
              </a:path>
              <a:path w="675004" h="512444">
                <a:moveTo>
                  <a:pt x="636665" y="46973"/>
                </a:moveTo>
                <a:lnTo>
                  <a:pt x="636715" y="47343"/>
                </a:lnTo>
                <a:lnTo>
                  <a:pt x="637031" y="48005"/>
                </a:lnTo>
                <a:lnTo>
                  <a:pt x="636665" y="46973"/>
                </a:lnTo>
                <a:close/>
              </a:path>
              <a:path w="675004" h="512444">
                <a:moveTo>
                  <a:pt x="674767" y="46862"/>
                </a:moveTo>
                <a:lnTo>
                  <a:pt x="636651" y="46862"/>
                </a:lnTo>
                <a:lnTo>
                  <a:pt x="637031" y="48005"/>
                </a:lnTo>
                <a:lnTo>
                  <a:pt x="674786" y="48005"/>
                </a:lnTo>
                <a:lnTo>
                  <a:pt x="674767" y="46862"/>
                </a:lnTo>
                <a:close/>
              </a:path>
              <a:path w="675004" h="512444">
                <a:moveTo>
                  <a:pt x="635881" y="45138"/>
                </a:moveTo>
                <a:lnTo>
                  <a:pt x="636088" y="46032"/>
                </a:lnTo>
                <a:lnTo>
                  <a:pt x="636663" y="47235"/>
                </a:lnTo>
                <a:lnTo>
                  <a:pt x="636626" y="46862"/>
                </a:lnTo>
                <a:lnTo>
                  <a:pt x="636106" y="45396"/>
                </a:lnTo>
                <a:lnTo>
                  <a:pt x="635881" y="45138"/>
                </a:lnTo>
                <a:close/>
              </a:path>
              <a:path w="675004" h="512444">
                <a:moveTo>
                  <a:pt x="636106" y="45396"/>
                </a:moveTo>
                <a:lnTo>
                  <a:pt x="636653" y="46939"/>
                </a:lnTo>
                <a:lnTo>
                  <a:pt x="674767" y="46862"/>
                </a:lnTo>
                <a:lnTo>
                  <a:pt x="674763" y="46609"/>
                </a:lnTo>
                <a:lnTo>
                  <a:pt x="637158" y="46609"/>
                </a:lnTo>
                <a:lnTo>
                  <a:pt x="636106" y="45396"/>
                </a:lnTo>
                <a:close/>
              </a:path>
              <a:path w="675004" h="512444">
                <a:moveTo>
                  <a:pt x="635805" y="44549"/>
                </a:moveTo>
                <a:lnTo>
                  <a:pt x="636106" y="45396"/>
                </a:lnTo>
                <a:lnTo>
                  <a:pt x="637158" y="46609"/>
                </a:lnTo>
                <a:lnTo>
                  <a:pt x="635805" y="44549"/>
                </a:lnTo>
                <a:close/>
              </a:path>
              <a:path w="675004" h="512444">
                <a:moveTo>
                  <a:pt x="635767" y="44442"/>
                </a:moveTo>
                <a:lnTo>
                  <a:pt x="635823" y="44576"/>
                </a:lnTo>
                <a:lnTo>
                  <a:pt x="637158" y="46609"/>
                </a:lnTo>
                <a:lnTo>
                  <a:pt x="674763" y="46609"/>
                </a:lnTo>
                <a:lnTo>
                  <a:pt x="674751" y="44958"/>
                </a:lnTo>
                <a:lnTo>
                  <a:pt x="636524" y="44958"/>
                </a:lnTo>
                <a:lnTo>
                  <a:pt x="635767" y="44442"/>
                </a:lnTo>
                <a:close/>
              </a:path>
              <a:path w="675004" h="512444">
                <a:moveTo>
                  <a:pt x="635389" y="44571"/>
                </a:moveTo>
                <a:lnTo>
                  <a:pt x="636088" y="46032"/>
                </a:lnTo>
                <a:lnTo>
                  <a:pt x="635881" y="45138"/>
                </a:lnTo>
                <a:lnTo>
                  <a:pt x="635389" y="44571"/>
                </a:lnTo>
                <a:close/>
              </a:path>
              <a:path w="675004" h="512444">
                <a:moveTo>
                  <a:pt x="635713" y="44409"/>
                </a:moveTo>
                <a:lnTo>
                  <a:pt x="635881" y="45138"/>
                </a:lnTo>
                <a:lnTo>
                  <a:pt x="636106" y="45396"/>
                </a:lnTo>
                <a:lnTo>
                  <a:pt x="635815" y="44576"/>
                </a:lnTo>
                <a:lnTo>
                  <a:pt x="635713" y="44409"/>
                </a:lnTo>
                <a:close/>
              </a:path>
              <a:path w="675004" h="512444">
                <a:moveTo>
                  <a:pt x="635114" y="43997"/>
                </a:moveTo>
                <a:lnTo>
                  <a:pt x="635394" y="44576"/>
                </a:lnTo>
                <a:lnTo>
                  <a:pt x="635881" y="45138"/>
                </a:lnTo>
                <a:lnTo>
                  <a:pt x="635713" y="44409"/>
                </a:lnTo>
                <a:lnTo>
                  <a:pt x="635114" y="43997"/>
                </a:lnTo>
                <a:close/>
              </a:path>
              <a:path w="675004" h="512444">
                <a:moveTo>
                  <a:pt x="635684" y="44208"/>
                </a:moveTo>
                <a:lnTo>
                  <a:pt x="635767" y="44442"/>
                </a:lnTo>
                <a:lnTo>
                  <a:pt x="636524" y="44958"/>
                </a:lnTo>
                <a:lnTo>
                  <a:pt x="635684" y="44208"/>
                </a:lnTo>
                <a:close/>
              </a:path>
              <a:path w="675004" h="512444">
                <a:moveTo>
                  <a:pt x="674649" y="44069"/>
                </a:moveTo>
                <a:lnTo>
                  <a:pt x="635634" y="44069"/>
                </a:lnTo>
                <a:lnTo>
                  <a:pt x="635684" y="44208"/>
                </a:lnTo>
                <a:lnTo>
                  <a:pt x="636524" y="44958"/>
                </a:lnTo>
                <a:lnTo>
                  <a:pt x="674751" y="44958"/>
                </a:lnTo>
                <a:lnTo>
                  <a:pt x="674649" y="44069"/>
                </a:lnTo>
                <a:close/>
              </a:path>
              <a:path w="675004" h="512444">
                <a:moveTo>
                  <a:pt x="634565" y="43622"/>
                </a:moveTo>
                <a:lnTo>
                  <a:pt x="635389" y="44571"/>
                </a:lnTo>
                <a:lnTo>
                  <a:pt x="635098" y="43985"/>
                </a:lnTo>
                <a:lnTo>
                  <a:pt x="634565" y="43622"/>
                </a:lnTo>
                <a:close/>
              </a:path>
              <a:path w="675004" h="512444">
                <a:moveTo>
                  <a:pt x="635435" y="43985"/>
                </a:moveTo>
                <a:lnTo>
                  <a:pt x="635712" y="44404"/>
                </a:lnTo>
                <a:lnTo>
                  <a:pt x="635662" y="44188"/>
                </a:lnTo>
                <a:lnTo>
                  <a:pt x="635435" y="43985"/>
                </a:lnTo>
                <a:close/>
              </a:path>
              <a:path w="675004" h="512444">
                <a:moveTo>
                  <a:pt x="634866" y="43478"/>
                </a:moveTo>
                <a:lnTo>
                  <a:pt x="635109" y="43985"/>
                </a:lnTo>
                <a:lnTo>
                  <a:pt x="635708" y="44402"/>
                </a:lnTo>
                <a:lnTo>
                  <a:pt x="635435" y="43985"/>
                </a:lnTo>
                <a:lnTo>
                  <a:pt x="634866" y="43478"/>
                </a:lnTo>
                <a:close/>
              </a:path>
              <a:path w="675004" h="512444">
                <a:moveTo>
                  <a:pt x="674268" y="42163"/>
                </a:moveTo>
                <a:lnTo>
                  <a:pt x="634238" y="42163"/>
                </a:lnTo>
                <a:lnTo>
                  <a:pt x="635435" y="43985"/>
                </a:lnTo>
                <a:lnTo>
                  <a:pt x="635662" y="44188"/>
                </a:lnTo>
                <a:lnTo>
                  <a:pt x="674649" y="44069"/>
                </a:lnTo>
                <a:lnTo>
                  <a:pt x="674268" y="42163"/>
                </a:lnTo>
                <a:close/>
              </a:path>
              <a:path w="675004" h="512444">
                <a:moveTo>
                  <a:pt x="633802" y="42743"/>
                </a:moveTo>
                <a:lnTo>
                  <a:pt x="634565" y="43622"/>
                </a:lnTo>
                <a:lnTo>
                  <a:pt x="635114" y="43997"/>
                </a:lnTo>
                <a:lnTo>
                  <a:pt x="634866" y="43478"/>
                </a:lnTo>
                <a:lnTo>
                  <a:pt x="634248" y="42925"/>
                </a:lnTo>
                <a:lnTo>
                  <a:pt x="633802" y="42743"/>
                </a:lnTo>
                <a:close/>
              </a:path>
              <a:path w="675004" h="512444">
                <a:moveTo>
                  <a:pt x="634238" y="42163"/>
                </a:moveTo>
                <a:lnTo>
                  <a:pt x="634866" y="43478"/>
                </a:lnTo>
                <a:lnTo>
                  <a:pt x="635435" y="43985"/>
                </a:lnTo>
                <a:lnTo>
                  <a:pt x="634238" y="42163"/>
                </a:lnTo>
                <a:close/>
              </a:path>
              <a:path w="675004" h="512444">
                <a:moveTo>
                  <a:pt x="632442" y="42175"/>
                </a:moveTo>
                <a:lnTo>
                  <a:pt x="634565" y="43622"/>
                </a:lnTo>
                <a:lnTo>
                  <a:pt x="633802" y="42743"/>
                </a:lnTo>
                <a:lnTo>
                  <a:pt x="632442" y="42175"/>
                </a:lnTo>
                <a:close/>
              </a:path>
              <a:path w="675004" h="512444">
                <a:moveTo>
                  <a:pt x="674184" y="41783"/>
                </a:moveTo>
                <a:lnTo>
                  <a:pt x="632967" y="41783"/>
                </a:lnTo>
                <a:lnTo>
                  <a:pt x="634866" y="43478"/>
                </a:lnTo>
                <a:lnTo>
                  <a:pt x="634238" y="42163"/>
                </a:lnTo>
                <a:lnTo>
                  <a:pt x="674268" y="42163"/>
                </a:lnTo>
                <a:lnTo>
                  <a:pt x="674184" y="41783"/>
                </a:lnTo>
                <a:close/>
              </a:path>
              <a:path w="675004" h="512444">
                <a:moveTo>
                  <a:pt x="633716" y="42645"/>
                </a:moveTo>
                <a:lnTo>
                  <a:pt x="634238" y="42925"/>
                </a:lnTo>
                <a:lnTo>
                  <a:pt x="633716" y="42645"/>
                </a:lnTo>
                <a:close/>
              </a:path>
              <a:path w="675004" h="512444">
                <a:moveTo>
                  <a:pt x="632967" y="41783"/>
                </a:moveTo>
                <a:lnTo>
                  <a:pt x="633716" y="42645"/>
                </a:lnTo>
                <a:lnTo>
                  <a:pt x="634238" y="42925"/>
                </a:lnTo>
                <a:lnTo>
                  <a:pt x="632967" y="41783"/>
                </a:lnTo>
                <a:close/>
              </a:path>
              <a:path w="675004" h="512444">
                <a:moveTo>
                  <a:pt x="630935" y="41148"/>
                </a:moveTo>
                <a:lnTo>
                  <a:pt x="632442" y="42175"/>
                </a:lnTo>
                <a:lnTo>
                  <a:pt x="633802" y="42743"/>
                </a:lnTo>
                <a:lnTo>
                  <a:pt x="630935" y="41148"/>
                </a:lnTo>
                <a:close/>
              </a:path>
              <a:path w="675004" h="512444">
                <a:moveTo>
                  <a:pt x="674037" y="41148"/>
                </a:moveTo>
                <a:lnTo>
                  <a:pt x="630935" y="41148"/>
                </a:lnTo>
                <a:lnTo>
                  <a:pt x="633716" y="42645"/>
                </a:lnTo>
                <a:lnTo>
                  <a:pt x="632967" y="41783"/>
                </a:lnTo>
                <a:lnTo>
                  <a:pt x="674184" y="41783"/>
                </a:lnTo>
                <a:lnTo>
                  <a:pt x="674037" y="41148"/>
                </a:lnTo>
                <a:close/>
              </a:path>
              <a:path w="675004" h="512444">
                <a:moveTo>
                  <a:pt x="629004" y="40737"/>
                </a:moveTo>
                <a:lnTo>
                  <a:pt x="632442" y="42175"/>
                </a:lnTo>
                <a:lnTo>
                  <a:pt x="630935" y="41148"/>
                </a:lnTo>
                <a:lnTo>
                  <a:pt x="674037" y="41148"/>
                </a:lnTo>
                <a:lnTo>
                  <a:pt x="630174" y="41021"/>
                </a:lnTo>
                <a:lnTo>
                  <a:pt x="629004" y="40737"/>
                </a:lnTo>
                <a:close/>
              </a:path>
              <a:path w="675004" h="512444">
                <a:moveTo>
                  <a:pt x="627252" y="40004"/>
                </a:moveTo>
                <a:lnTo>
                  <a:pt x="629004" y="40737"/>
                </a:lnTo>
                <a:lnTo>
                  <a:pt x="630174" y="41021"/>
                </a:lnTo>
                <a:lnTo>
                  <a:pt x="627252" y="40004"/>
                </a:lnTo>
                <a:close/>
              </a:path>
              <a:path w="675004" h="512444">
                <a:moveTo>
                  <a:pt x="673774" y="40004"/>
                </a:moveTo>
                <a:lnTo>
                  <a:pt x="627252" y="40004"/>
                </a:lnTo>
                <a:lnTo>
                  <a:pt x="630174" y="41021"/>
                </a:lnTo>
                <a:lnTo>
                  <a:pt x="674008" y="41021"/>
                </a:lnTo>
                <a:lnTo>
                  <a:pt x="673774" y="40004"/>
                </a:lnTo>
                <a:close/>
              </a:path>
              <a:path w="675004" h="512444">
                <a:moveTo>
                  <a:pt x="673334" y="38100"/>
                </a:moveTo>
                <a:lnTo>
                  <a:pt x="605154" y="38100"/>
                </a:lnTo>
                <a:lnTo>
                  <a:pt x="614299" y="38226"/>
                </a:lnTo>
                <a:lnTo>
                  <a:pt x="621791" y="38988"/>
                </a:lnTo>
                <a:lnTo>
                  <a:pt x="629004" y="40737"/>
                </a:lnTo>
                <a:lnTo>
                  <a:pt x="627252" y="40004"/>
                </a:lnTo>
                <a:lnTo>
                  <a:pt x="673774" y="40004"/>
                </a:lnTo>
                <a:lnTo>
                  <a:pt x="67333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474208" y="1028700"/>
            <a:ext cx="3594100" cy="434340"/>
          </a:xfrm>
          <a:custGeom>
            <a:avLst/>
            <a:gdLst/>
            <a:ahLst/>
            <a:cxnLst/>
            <a:rect l="l" t="t" r="r" b="b"/>
            <a:pathLst>
              <a:path w="3594100" h="434340">
                <a:moveTo>
                  <a:pt x="0" y="434339"/>
                </a:moveTo>
                <a:lnTo>
                  <a:pt x="3593591" y="434339"/>
                </a:lnTo>
                <a:lnTo>
                  <a:pt x="3593591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553202" y="1001648"/>
            <a:ext cx="29641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CC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FFFFCC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CC"/>
                </a:solidFill>
                <a:latin typeface="Times New Roman"/>
                <a:cs typeface="Times New Roman"/>
              </a:rPr>
              <a:t>)={</a:t>
            </a:r>
            <a:r>
              <a:rPr dirty="0" sz="2800" spc="-5" b="1" i="1">
                <a:solidFill>
                  <a:srgbClr val="FFFFCC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CC"/>
                </a:solidFill>
                <a:latin typeface="Times New Roman"/>
                <a:cs typeface="Times New Roman"/>
              </a:rPr>
              <a:t>,#}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44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0"/>
            <a:ext cx="9143238" cy="3406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32156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0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5">
                <a:moveTo>
                  <a:pt x="0" y="0"/>
                </a:moveTo>
                <a:lnTo>
                  <a:pt x="0" y="34061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20620" y="0"/>
            <a:ext cx="55581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语法分</a:t>
            </a:r>
            <a:r>
              <a:rPr dirty="0" sz="2000" spc="-5">
                <a:solidFill>
                  <a:srgbClr val="A15100"/>
                </a:solidFill>
              </a:rPr>
              <a:t>析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分析对二义文法的应用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23962" y="1281112"/>
          <a:ext cx="6920230" cy="4679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/>
                <a:gridCol w="1339214"/>
                <a:gridCol w="1104264"/>
                <a:gridCol w="998854"/>
                <a:gridCol w="995679"/>
                <a:gridCol w="1333500"/>
              </a:tblGrid>
              <a:tr h="5812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465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pos="1193165" algn="l"/>
                        </a:tabLst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	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35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1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708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13227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13227" sz="31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r" marR="38925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4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708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13227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13227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1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529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3227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3227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3227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13227" sz="3150" spc="7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098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3227" sz="315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1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708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13227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13227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2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529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164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3227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116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00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3227" sz="31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13227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625598" y="679145"/>
            <a:ext cx="33591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文法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20256" y="6553200"/>
            <a:ext cx="1041400" cy="287020"/>
          </a:xfrm>
          <a:custGeom>
            <a:avLst/>
            <a:gdLst/>
            <a:ahLst/>
            <a:cxnLst/>
            <a:rect l="l" t="t" r="r" b="b"/>
            <a:pathLst>
              <a:path w="1041400" h="287020">
                <a:moveTo>
                  <a:pt x="1040892" y="0"/>
                </a:moveTo>
                <a:lnTo>
                  <a:pt x="0" y="0"/>
                </a:lnTo>
                <a:lnTo>
                  <a:pt x="0" y="286510"/>
                </a:lnTo>
                <a:lnTo>
                  <a:pt x="1040892" y="286510"/>
                </a:lnTo>
                <a:lnTo>
                  <a:pt x="1040892" y="250696"/>
                </a:lnTo>
                <a:lnTo>
                  <a:pt x="413003" y="250696"/>
                </a:lnTo>
                <a:lnTo>
                  <a:pt x="413003" y="35814"/>
                </a:lnTo>
                <a:lnTo>
                  <a:pt x="1040892" y="35814"/>
                </a:lnTo>
                <a:lnTo>
                  <a:pt x="1040892" y="0"/>
                </a:lnTo>
                <a:close/>
              </a:path>
              <a:path w="1041400" h="287020">
                <a:moveTo>
                  <a:pt x="1040892" y="35814"/>
                </a:moveTo>
                <a:lnTo>
                  <a:pt x="413003" y="35814"/>
                </a:lnTo>
                <a:lnTo>
                  <a:pt x="627888" y="143256"/>
                </a:lnTo>
                <a:lnTo>
                  <a:pt x="413003" y="250696"/>
                </a:lnTo>
                <a:lnTo>
                  <a:pt x="1040892" y="250696"/>
                </a:lnTo>
                <a:lnTo>
                  <a:pt x="1040892" y="35814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33259" y="6589014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0" y="0"/>
                </a:moveTo>
                <a:lnTo>
                  <a:pt x="0" y="214882"/>
                </a:lnTo>
                <a:lnTo>
                  <a:pt x="214884" y="107441"/>
                </a:lnTo>
                <a:lnTo>
                  <a:pt x="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948931" y="6588353"/>
            <a:ext cx="38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分析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48861" y="4193285"/>
            <a:ext cx="820419" cy="579120"/>
          </a:xfrm>
          <a:custGeom>
            <a:avLst/>
            <a:gdLst/>
            <a:ahLst/>
            <a:cxnLst/>
            <a:rect l="l" t="t" r="r" b="b"/>
            <a:pathLst>
              <a:path w="820420" h="579120">
                <a:moveTo>
                  <a:pt x="0" y="289559"/>
                </a:moveTo>
                <a:lnTo>
                  <a:pt x="3741" y="250274"/>
                </a:lnTo>
                <a:lnTo>
                  <a:pt x="14642" y="212592"/>
                </a:lnTo>
                <a:lnTo>
                  <a:pt x="32212" y="176861"/>
                </a:lnTo>
                <a:lnTo>
                  <a:pt x="55964" y="143425"/>
                </a:lnTo>
                <a:lnTo>
                  <a:pt x="85410" y="112629"/>
                </a:lnTo>
                <a:lnTo>
                  <a:pt x="120062" y="84820"/>
                </a:lnTo>
                <a:lnTo>
                  <a:pt x="159431" y="60341"/>
                </a:lnTo>
                <a:lnTo>
                  <a:pt x="203030" y="39539"/>
                </a:lnTo>
                <a:lnTo>
                  <a:pt x="250370" y="22758"/>
                </a:lnTo>
                <a:lnTo>
                  <a:pt x="300963" y="10345"/>
                </a:lnTo>
                <a:lnTo>
                  <a:pt x="354321" y="2643"/>
                </a:lnTo>
                <a:lnTo>
                  <a:pt x="409955" y="0"/>
                </a:lnTo>
                <a:lnTo>
                  <a:pt x="465590" y="2643"/>
                </a:lnTo>
                <a:lnTo>
                  <a:pt x="518948" y="10345"/>
                </a:lnTo>
                <a:lnTo>
                  <a:pt x="569541" y="22758"/>
                </a:lnTo>
                <a:lnTo>
                  <a:pt x="616881" y="39539"/>
                </a:lnTo>
                <a:lnTo>
                  <a:pt x="660480" y="60341"/>
                </a:lnTo>
                <a:lnTo>
                  <a:pt x="699849" y="84820"/>
                </a:lnTo>
                <a:lnTo>
                  <a:pt x="734501" y="112629"/>
                </a:lnTo>
                <a:lnTo>
                  <a:pt x="763947" y="143425"/>
                </a:lnTo>
                <a:lnTo>
                  <a:pt x="787699" y="176861"/>
                </a:lnTo>
                <a:lnTo>
                  <a:pt x="805269" y="212592"/>
                </a:lnTo>
                <a:lnTo>
                  <a:pt x="816170" y="250274"/>
                </a:lnTo>
                <a:lnTo>
                  <a:pt x="819912" y="289559"/>
                </a:lnTo>
                <a:lnTo>
                  <a:pt x="816170" y="328845"/>
                </a:lnTo>
                <a:lnTo>
                  <a:pt x="805269" y="366527"/>
                </a:lnTo>
                <a:lnTo>
                  <a:pt x="787699" y="402258"/>
                </a:lnTo>
                <a:lnTo>
                  <a:pt x="763947" y="435694"/>
                </a:lnTo>
                <a:lnTo>
                  <a:pt x="734501" y="466490"/>
                </a:lnTo>
                <a:lnTo>
                  <a:pt x="699849" y="494299"/>
                </a:lnTo>
                <a:lnTo>
                  <a:pt x="660480" y="518778"/>
                </a:lnTo>
                <a:lnTo>
                  <a:pt x="616881" y="539580"/>
                </a:lnTo>
                <a:lnTo>
                  <a:pt x="569541" y="556361"/>
                </a:lnTo>
                <a:lnTo>
                  <a:pt x="518948" y="568774"/>
                </a:lnTo>
                <a:lnTo>
                  <a:pt x="465590" y="576476"/>
                </a:lnTo>
                <a:lnTo>
                  <a:pt x="409955" y="579119"/>
                </a:lnTo>
                <a:lnTo>
                  <a:pt x="354321" y="576476"/>
                </a:lnTo>
                <a:lnTo>
                  <a:pt x="300963" y="568774"/>
                </a:lnTo>
                <a:lnTo>
                  <a:pt x="250370" y="556361"/>
                </a:lnTo>
                <a:lnTo>
                  <a:pt x="203030" y="539580"/>
                </a:lnTo>
                <a:lnTo>
                  <a:pt x="159431" y="518778"/>
                </a:lnTo>
                <a:lnTo>
                  <a:pt x="120062" y="494299"/>
                </a:lnTo>
                <a:lnTo>
                  <a:pt x="85410" y="466490"/>
                </a:lnTo>
                <a:lnTo>
                  <a:pt x="55964" y="435694"/>
                </a:lnTo>
                <a:lnTo>
                  <a:pt x="32212" y="402258"/>
                </a:lnTo>
                <a:lnTo>
                  <a:pt x="14642" y="366527"/>
                </a:lnTo>
                <a:lnTo>
                  <a:pt x="3741" y="328845"/>
                </a:lnTo>
                <a:lnTo>
                  <a:pt x="0" y="28955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01105" y="4213097"/>
            <a:ext cx="820419" cy="579120"/>
          </a:xfrm>
          <a:custGeom>
            <a:avLst/>
            <a:gdLst/>
            <a:ahLst/>
            <a:cxnLst/>
            <a:rect l="l" t="t" r="r" b="b"/>
            <a:pathLst>
              <a:path w="820420" h="579120">
                <a:moveTo>
                  <a:pt x="0" y="289559"/>
                </a:moveTo>
                <a:lnTo>
                  <a:pt x="3741" y="250274"/>
                </a:lnTo>
                <a:lnTo>
                  <a:pt x="14642" y="212592"/>
                </a:lnTo>
                <a:lnTo>
                  <a:pt x="32212" y="176861"/>
                </a:lnTo>
                <a:lnTo>
                  <a:pt x="55964" y="143425"/>
                </a:lnTo>
                <a:lnTo>
                  <a:pt x="85410" y="112629"/>
                </a:lnTo>
                <a:lnTo>
                  <a:pt x="120062" y="84820"/>
                </a:lnTo>
                <a:lnTo>
                  <a:pt x="159431" y="60341"/>
                </a:lnTo>
                <a:lnTo>
                  <a:pt x="203030" y="39539"/>
                </a:lnTo>
                <a:lnTo>
                  <a:pt x="250370" y="22758"/>
                </a:lnTo>
                <a:lnTo>
                  <a:pt x="300963" y="10345"/>
                </a:lnTo>
                <a:lnTo>
                  <a:pt x="354321" y="2643"/>
                </a:lnTo>
                <a:lnTo>
                  <a:pt x="409956" y="0"/>
                </a:lnTo>
                <a:lnTo>
                  <a:pt x="465590" y="2643"/>
                </a:lnTo>
                <a:lnTo>
                  <a:pt x="518948" y="10345"/>
                </a:lnTo>
                <a:lnTo>
                  <a:pt x="569541" y="22758"/>
                </a:lnTo>
                <a:lnTo>
                  <a:pt x="616881" y="39539"/>
                </a:lnTo>
                <a:lnTo>
                  <a:pt x="660480" y="60341"/>
                </a:lnTo>
                <a:lnTo>
                  <a:pt x="699849" y="84820"/>
                </a:lnTo>
                <a:lnTo>
                  <a:pt x="734501" y="112629"/>
                </a:lnTo>
                <a:lnTo>
                  <a:pt x="763947" y="143425"/>
                </a:lnTo>
                <a:lnTo>
                  <a:pt x="787699" y="176861"/>
                </a:lnTo>
                <a:lnTo>
                  <a:pt x="805269" y="212592"/>
                </a:lnTo>
                <a:lnTo>
                  <a:pt x="816170" y="250274"/>
                </a:lnTo>
                <a:lnTo>
                  <a:pt x="819912" y="289559"/>
                </a:lnTo>
                <a:lnTo>
                  <a:pt x="816170" y="328845"/>
                </a:lnTo>
                <a:lnTo>
                  <a:pt x="805269" y="366527"/>
                </a:lnTo>
                <a:lnTo>
                  <a:pt x="787699" y="402258"/>
                </a:lnTo>
                <a:lnTo>
                  <a:pt x="763947" y="435694"/>
                </a:lnTo>
                <a:lnTo>
                  <a:pt x="734501" y="466490"/>
                </a:lnTo>
                <a:lnTo>
                  <a:pt x="699849" y="494299"/>
                </a:lnTo>
                <a:lnTo>
                  <a:pt x="660480" y="518778"/>
                </a:lnTo>
                <a:lnTo>
                  <a:pt x="616881" y="539580"/>
                </a:lnTo>
                <a:lnTo>
                  <a:pt x="569541" y="556361"/>
                </a:lnTo>
                <a:lnTo>
                  <a:pt x="518948" y="568774"/>
                </a:lnTo>
                <a:lnTo>
                  <a:pt x="465590" y="576476"/>
                </a:lnTo>
                <a:lnTo>
                  <a:pt x="409956" y="579119"/>
                </a:lnTo>
                <a:lnTo>
                  <a:pt x="354321" y="576476"/>
                </a:lnTo>
                <a:lnTo>
                  <a:pt x="300963" y="568774"/>
                </a:lnTo>
                <a:lnTo>
                  <a:pt x="250370" y="556361"/>
                </a:lnTo>
                <a:lnTo>
                  <a:pt x="203030" y="539580"/>
                </a:lnTo>
                <a:lnTo>
                  <a:pt x="159431" y="518778"/>
                </a:lnTo>
                <a:lnTo>
                  <a:pt x="120062" y="494299"/>
                </a:lnTo>
                <a:lnTo>
                  <a:pt x="85410" y="466490"/>
                </a:lnTo>
                <a:lnTo>
                  <a:pt x="55964" y="435694"/>
                </a:lnTo>
                <a:lnTo>
                  <a:pt x="32212" y="402258"/>
                </a:lnTo>
                <a:lnTo>
                  <a:pt x="14642" y="366527"/>
                </a:lnTo>
                <a:lnTo>
                  <a:pt x="3741" y="328845"/>
                </a:lnTo>
                <a:lnTo>
                  <a:pt x="0" y="28955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950707" y="582168"/>
            <a:ext cx="1193800" cy="266700"/>
          </a:xfrm>
          <a:custGeom>
            <a:avLst/>
            <a:gdLst/>
            <a:ahLst/>
            <a:cxnLst/>
            <a:rect l="l" t="t" r="r" b="b"/>
            <a:pathLst>
              <a:path w="1193800" h="266700">
                <a:moveTo>
                  <a:pt x="1193292" y="0"/>
                </a:moveTo>
                <a:lnTo>
                  <a:pt x="0" y="0"/>
                </a:lnTo>
                <a:lnTo>
                  <a:pt x="0" y="266700"/>
                </a:lnTo>
                <a:lnTo>
                  <a:pt x="1193292" y="266700"/>
                </a:lnTo>
                <a:lnTo>
                  <a:pt x="1193292" y="233299"/>
                </a:lnTo>
                <a:lnTo>
                  <a:pt x="696595" y="233299"/>
                </a:lnTo>
                <a:lnTo>
                  <a:pt x="496570" y="133350"/>
                </a:lnTo>
                <a:lnTo>
                  <a:pt x="696595" y="33274"/>
                </a:lnTo>
                <a:lnTo>
                  <a:pt x="1193292" y="33274"/>
                </a:lnTo>
                <a:lnTo>
                  <a:pt x="1193292" y="0"/>
                </a:lnTo>
                <a:close/>
              </a:path>
              <a:path w="1193800" h="266700">
                <a:moveTo>
                  <a:pt x="1193292" y="33274"/>
                </a:moveTo>
                <a:lnTo>
                  <a:pt x="696595" y="33274"/>
                </a:lnTo>
                <a:lnTo>
                  <a:pt x="696595" y="233299"/>
                </a:lnTo>
                <a:lnTo>
                  <a:pt x="1193292" y="233299"/>
                </a:lnTo>
                <a:lnTo>
                  <a:pt x="1193292" y="33274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47278" y="615441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200025" y="0"/>
                </a:moveTo>
                <a:lnTo>
                  <a:pt x="0" y="100075"/>
                </a:lnTo>
                <a:lnTo>
                  <a:pt x="200025" y="200025"/>
                </a:lnTo>
                <a:lnTo>
                  <a:pt x="200025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360156" y="605408"/>
            <a:ext cx="3771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A73737"/>
                </a:solidFill>
                <a:latin typeface="Times New Roman"/>
                <a:cs typeface="Times New Roman"/>
                <a:hlinkClick r:id="rId5" action="ppaction://hlinksldjump"/>
              </a:rPr>
              <a:t>D</a:t>
            </a:r>
            <a:r>
              <a:rPr dirty="0" sz="1400" spc="-114" b="1">
                <a:solidFill>
                  <a:srgbClr val="A73737"/>
                </a:solidFill>
                <a:latin typeface="Times New Roman"/>
                <a:cs typeface="Times New Roman"/>
                <a:hlinkClick r:id="rId5" action="ppaction://hlinksldjump"/>
              </a:rPr>
              <a:t>F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5" action="ppaction://hlinksldjump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0"/>
            <a:ext cx="9143238" cy="340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32156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0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5">
                <a:moveTo>
                  <a:pt x="0" y="0"/>
                </a:moveTo>
                <a:lnTo>
                  <a:pt x="0" y="34061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33320" y="0"/>
            <a:ext cx="16173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926" y="0"/>
            <a:ext cx="33718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442" y="763905"/>
            <a:ext cx="40265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7934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iia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进行分析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4074" y="1995677"/>
            <a:ext cx="2075814" cy="0"/>
          </a:xfrm>
          <a:custGeom>
            <a:avLst/>
            <a:gdLst/>
            <a:ahLst/>
            <a:cxnLst/>
            <a:rect l="l" t="t" r="r" b="b"/>
            <a:pathLst>
              <a:path w="2075814" h="0">
                <a:moveTo>
                  <a:pt x="0" y="0"/>
                </a:moveTo>
                <a:lnTo>
                  <a:pt x="2075688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82161" y="1991105"/>
            <a:ext cx="2005964" cy="0"/>
          </a:xfrm>
          <a:custGeom>
            <a:avLst/>
            <a:gdLst/>
            <a:ahLst/>
            <a:cxnLst/>
            <a:rect l="l" t="t" r="r" b="b"/>
            <a:pathLst>
              <a:path w="2005964" h="0">
                <a:moveTo>
                  <a:pt x="0" y="0"/>
                </a:moveTo>
                <a:lnTo>
                  <a:pt x="2005584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82234" y="1991105"/>
            <a:ext cx="510540" cy="0"/>
          </a:xfrm>
          <a:custGeom>
            <a:avLst/>
            <a:gdLst/>
            <a:ahLst/>
            <a:cxnLst/>
            <a:rect l="l" t="t" r="r" b="b"/>
            <a:pathLst>
              <a:path w="510539" h="0">
                <a:moveTo>
                  <a:pt x="0" y="0"/>
                </a:moveTo>
                <a:lnTo>
                  <a:pt x="510539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45173" y="1991105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5" h="0">
                <a:moveTo>
                  <a:pt x="0" y="0"/>
                </a:moveTo>
                <a:lnTo>
                  <a:pt x="582168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59930" y="2010917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 h="0">
                <a:moveTo>
                  <a:pt x="0" y="0"/>
                </a:moveTo>
                <a:lnTo>
                  <a:pt x="583692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42744" y="3621785"/>
            <a:ext cx="114300" cy="640080"/>
          </a:xfrm>
          <a:custGeom>
            <a:avLst/>
            <a:gdLst/>
            <a:ahLst/>
            <a:cxnLst/>
            <a:rect l="l" t="t" r="r" b="b"/>
            <a:pathLst>
              <a:path w="114300" h="640079">
                <a:moveTo>
                  <a:pt x="76200" y="95250"/>
                </a:moveTo>
                <a:lnTo>
                  <a:pt x="38100" y="95250"/>
                </a:lnTo>
                <a:lnTo>
                  <a:pt x="38100" y="640080"/>
                </a:lnTo>
                <a:lnTo>
                  <a:pt x="76200" y="640080"/>
                </a:lnTo>
                <a:lnTo>
                  <a:pt x="76200" y="95250"/>
                </a:lnTo>
                <a:close/>
              </a:path>
              <a:path w="114300" h="64007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4007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48969" y="2899455"/>
            <a:ext cx="2091689" cy="1397000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  <a:tabLst>
                <a:tab pos="55499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$: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 i a e a</a:t>
            </a:r>
            <a:r>
              <a:rPr dirty="0" sz="3200" spc="-114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r" marR="393065">
              <a:lnSpc>
                <a:spcPct val="100000"/>
              </a:lnSpc>
              <a:spcBef>
                <a:spcPts val="156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26173" y="3883152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72464" y="4730622"/>
            <a:ext cx="28086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9210" algn="l"/>
              </a:tabLst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200" spc="10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ti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o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n(4</a:t>
            </a:r>
            <a:r>
              <a:rPr dirty="0" sz="3200" spc="-3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54348" y="4945507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00FFFF"/>
                </a:solidFill>
                <a:latin typeface="Times New Roman"/>
                <a:cs typeface="Times New Roman"/>
              </a:rPr>
              <a:t>5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37382" y="4885182"/>
            <a:ext cx="327660" cy="615950"/>
          </a:xfrm>
          <a:custGeom>
            <a:avLst/>
            <a:gdLst/>
            <a:ahLst/>
            <a:cxnLst/>
            <a:rect l="l" t="t" r="r" b="b"/>
            <a:pathLst>
              <a:path w="327660" h="615950">
                <a:moveTo>
                  <a:pt x="0" y="307848"/>
                </a:moveTo>
                <a:lnTo>
                  <a:pt x="3330" y="245796"/>
                </a:lnTo>
                <a:lnTo>
                  <a:pt x="12882" y="188005"/>
                </a:lnTo>
                <a:lnTo>
                  <a:pt x="27994" y="135712"/>
                </a:lnTo>
                <a:lnTo>
                  <a:pt x="48005" y="90154"/>
                </a:lnTo>
                <a:lnTo>
                  <a:pt x="72256" y="52566"/>
                </a:lnTo>
                <a:lnTo>
                  <a:pt x="100083" y="24187"/>
                </a:lnTo>
                <a:lnTo>
                  <a:pt x="163829" y="0"/>
                </a:lnTo>
                <a:lnTo>
                  <a:pt x="196831" y="6253"/>
                </a:lnTo>
                <a:lnTo>
                  <a:pt x="255403" y="52566"/>
                </a:lnTo>
                <a:lnTo>
                  <a:pt x="279653" y="90154"/>
                </a:lnTo>
                <a:lnTo>
                  <a:pt x="299665" y="135712"/>
                </a:lnTo>
                <a:lnTo>
                  <a:pt x="314777" y="188005"/>
                </a:lnTo>
                <a:lnTo>
                  <a:pt x="324329" y="245796"/>
                </a:lnTo>
                <a:lnTo>
                  <a:pt x="327659" y="307848"/>
                </a:lnTo>
                <a:lnTo>
                  <a:pt x="324329" y="369899"/>
                </a:lnTo>
                <a:lnTo>
                  <a:pt x="314777" y="427690"/>
                </a:lnTo>
                <a:lnTo>
                  <a:pt x="299665" y="479983"/>
                </a:lnTo>
                <a:lnTo>
                  <a:pt x="279653" y="525541"/>
                </a:lnTo>
                <a:lnTo>
                  <a:pt x="255403" y="563129"/>
                </a:lnTo>
                <a:lnTo>
                  <a:pt x="227576" y="591508"/>
                </a:lnTo>
                <a:lnTo>
                  <a:pt x="163829" y="615696"/>
                </a:lnTo>
                <a:lnTo>
                  <a:pt x="130828" y="609442"/>
                </a:lnTo>
                <a:lnTo>
                  <a:pt x="72256" y="563129"/>
                </a:lnTo>
                <a:lnTo>
                  <a:pt x="48005" y="525541"/>
                </a:lnTo>
                <a:lnTo>
                  <a:pt x="27994" y="479983"/>
                </a:lnTo>
                <a:lnTo>
                  <a:pt x="12882" y="427690"/>
                </a:lnTo>
                <a:lnTo>
                  <a:pt x="3330" y="369899"/>
                </a:lnTo>
                <a:lnTo>
                  <a:pt x="0" y="30784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55114" y="3100577"/>
            <a:ext cx="292735" cy="617220"/>
          </a:xfrm>
          <a:custGeom>
            <a:avLst/>
            <a:gdLst/>
            <a:ahLst/>
            <a:cxnLst/>
            <a:rect l="l" t="t" r="r" b="b"/>
            <a:pathLst>
              <a:path w="292735" h="617220">
                <a:moveTo>
                  <a:pt x="0" y="308610"/>
                </a:moveTo>
                <a:lnTo>
                  <a:pt x="2973" y="246416"/>
                </a:lnTo>
                <a:lnTo>
                  <a:pt x="11501" y="188487"/>
                </a:lnTo>
                <a:lnTo>
                  <a:pt x="24994" y="136066"/>
                </a:lnTo>
                <a:lnTo>
                  <a:pt x="42862" y="90392"/>
                </a:lnTo>
                <a:lnTo>
                  <a:pt x="64516" y="52707"/>
                </a:lnTo>
                <a:lnTo>
                  <a:pt x="116827" y="6270"/>
                </a:lnTo>
                <a:lnTo>
                  <a:pt x="146304" y="0"/>
                </a:lnTo>
                <a:lnTo>
                  <a:pt x="175780" y="6270"/>
                </a:lnTo>
                <a:lnTo>
                  <a:pt x="228091" y="52707"/>
                </a:lnTo>
                <a:lnTo>
                  <a:pt x="249745" y="90392"/>
                </a:lnTo>
                <a:lnTo>
                  <a:pt x="267613" y="136066"/>
                </a:lnTo>
                <a:lnTo>
                  <a:pt x="281106" y="188487"/>
                </a:lnTo>
                <a:lnTo>
                  <a:pt x="289634" y="246416"/>
                </a:lnTo>
                <a:lnTo>
                  <a:pt x="292608" y="308610"/>
                </a:lnTo>
                <a:lnTo>
                  <a:pt x="289634" y="370803"/>
                </a:lnTo>
                <a:lnTo>
                  <a:pt x="281106" y="428732"/>
                </a:lnTo>
                <a:lnTo>
                  <a:pt x="267613" y="481153"/>
                </a:lnTo>
                <a:lnTo>
                  <a:pt x="249745" y="526827"/>
                </a:lnTo>
                <a:lnTo>
                  <a:pt x="228091" y="564512"/>
                </a:lnTo>
                <a:lnTo>
                  <a:pt x="175780" y="610949"/>
                </a:lnTo>
                <a:lnTo>
                  <a:pt x="146304" y="617220"/>
                </a:lnTo>
                <a:lnTo>
                  <a:pt x="116827" y="610949"/>
                </a:lnTo>
                <a:lnTo>
                  <a:pt x="64516" y="564512"/>
                </a:lnTo>
                <a:lnTo>
                  <a:pt x="42862" y="526827"/>
                </a:lnTo>
                <a:lnTo>
                  <a:pt x="24994" y="481153"/>
                </a:lnTo>
                <a:lnTo>
                  <a:pt x="11501" y="428732"/>
                </a:lnTo>
                <a:lnTo>
                  <a:pt x="2973" y="370803"/>
                </a:lnTo>
                <a:lnTo>
                  <a:pt x="0" y="308610"/>
                </a:lnTo>
                <a:close/>
              </a:path>
            </a:pathLst>
          </a:custGeom>
          <a:ln w="38099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47722" y="3194304"/>
            <a:ext cx="2377440" cy="114300"/>
          </a:xfrm>
          <a:custGeom>
            <a:avLst/>
            <a:gdLst/>
            <a:ahLst/>
            <a:cxnLst/>
            <a:rect l="l" t="t" r="r" b="b"/>
            <a:pathLst>
              <a:path w="2377440" h="114300">
                <a:moveTo>
                  <a:pt x="2186940" y="0"/>
                </a:moveTo>
                <a:lnTo>
                  <a:pt x="2186940" y="114300"/>
                </a:lnTo>
                <a:lnTo>
                  <a:pt x="2313940" y="76200"/>
                </a:lnTo>
                <a:lnTo>
                  <a:pt x="2205990" y="76200"/>
                </a:lnTo>
                <a:lnTo>
                  <a:pt x="2205990" y="38100"/>
                </a:lnTo>
                <a:lnTo>
                  <a:pt x="2313940" y="38100"/>
                </a:lnTo>
                <a:lnTo>
                  <a:pt x="2186940" y="0"/>
                </a:lnTo>
                <a:close/>
              </a:path>
              <a:path w="2377440" h="114300">
                <a:moveTo>
                  <a:pt x="21869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186940" y="76200"/>
                </a:lnTo>
                <a:lnTo>
                  <a:pt x="2186940" y="38100"/>
                </a:lnTo>
                <a:close/>
              </a:path>
              <a:path w="2377440" h="114300">
                <a:moveTo>
                  <a:pt x="2313940" y="38100"/>
                </a:moveTo>
                <a:lnTo>
                  <a:pt x="2205990" y="38100"/>
                </a:lnTo>
                <a:lnTo>
                  <a:pt x="2205990" y="76200"/>
                </a:lnTo>
                <a:lnTo>
                  <a:pt x="2313940" y="76200"/>
                </a:lnTo>
                <a:lnTo>
                  <a:pt x="2377440" y="57150"/>
                </a:lnTo>
                <a:lnTo>
                  <a:pt x="2313940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52901" y="3289553"/>
            <a:ext cx="1034415" cy="1644014"/>
          </a:xfrm>
          <a:custGeom>
            <a:avLst/>
            <a:gdLst/>
            <a:ahLst/>
            <a:cxnLst/>
            <a:rect l="l" t="t" r="r" b="b"/>
            <a:pathLst>
              <a:path w="1034414" h="1644014">
                <a:moveTo>
                  <a:pt x="917259" y="151583"/>
                </a:moveTo>
                <a:lnTo>
                  <a:pt x="0" y="1623695"/>
                </a:lnTo>
                <a:lnTo>
                  <a:pt x="32258" y="1643761"/>
                </a:lnTo>
                <a:lnTo>
                  <a:pt x="949559" y="171707"/>
                </a:lnTo>
                <a:lnTo>
                  <a:pt x="917259" y="151583"/>
                </a:lnTo>
                <a:close/>
              </a:path>
              <a:path w="1034414" h="1644014">
                <a:moveTo>
                  <a:pt x="997336" y="135382"/>
                </a:moveTo>
                <a:lnTo>
                  <a:pt x="927353" y="135382"/>
                </a:lnTo>
                <a:lnTo>
                  <a:pt x="959612" y="155575"/>
                </a:lnTo>
                <a:lnTo>
                  <a:pt x="949559" y="171707"/>
                </a:lnTo>
                <a:lnTo>
                  <a:pt x="981963" y="191897"/>
                </a:lnTo>
                <a:lnTo>
                  <a:pt x="997336" y="135382"/>
                </a:lnTo>
                <a:close/>
              </a:path>
              <a:path w="1034414" h="1644014">
                <a:moveTo>
                  <a:pt x="927353" y="135382"/>
                </a:moveTo>
                <a:lnTo>
                  <a:pt x="917259" y="151583"/>
                </a:lnTo>
                <a:lnTo>
                  <a:pt x="949559" y="171707"/>
                </a:lnTo>
                <a:lnTo>
                  <a:pt x="959612" y="155575"/>
                </a:lnTo>
                <a:lnTo>
                  <a:pt x="927353" y="135382"/>
                </a:lnTo>
                <a:close/>
              </a:path>
              <a:path w="1034414" h="1644014">
                <a:moveTo>
                  <a:pt x="1034161" y="0"/>
                </a:moveTo>
                <a:lnTo>
                  <a:pt x="884936" y="131445"/>
                </a:lnTo>
                <a:lnTo>
                  <a:pt x="917259" y="151583"/>
                </a:lnTo>
                <a:lnTo>
                  <a:pt x="927353" y="135382"/>
                </a:lnTo>
                <a:lnTo>
                  <a:pt x="997336" y="135382"/>
                </a:lnTo>
                <a:lnTo>
                  <a:pt x="1034161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773167" y="2945892"/>
          <a:ext cx="2105025" cy="2943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39"/>
                <a:gridCol w="933450"/>
                <a:gridCol w="913765"/>
                <a:gridCol w="140969"/>
              </a:tblGrid>
              <a:tr h="15468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E2D5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6990">
                        <a:lnSpc>
                          <a:spcPts val="377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377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solidFill>
                      <a:srgbClr val="1E2D52"/>
                    </a:solidFill>
                  </a:tcPr>
                </a:tc>
              </a:tr>
              <a:tr h="554736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334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334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59435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31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317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49834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270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270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60045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29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2975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507616" y="1306158"/>
            <a:ext cx="2963545" cy="117729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790"/>
              </a:spcBef>
              <a:tabLst>
                <a:tab pos="539750" algn="l"/>
                <a:tab pos="1059815" algn="l"/>
                <a:tab pos="2130425" algn="l"/>
                <a:tab pos="258254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if	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baseline="-14550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then	if	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baseline="-14550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baseline="-14550" sz="3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95"/>
              </a:spcBef>
              <a:tabLst>
                <a:tab pos="259461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	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6976" y="1306158"/>
            <a:ext cx="4110354" cy="281178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r" marR="1065530">
              <a:lnSpc>
                <a:spcPct val="100000"/>
              </a:lnSpc>
              <a:spcBef>
                <a:spcPts val="790"/>
              </a:spcBef>
              <a:tabLst>
                <a:tab pos="1173480" algn="l"/>
                <a:tab pos="1737360" algn="l"/>
                <a:tab pos="257429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then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14550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baseline="-14550" sz="315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else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14550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baseline="-14550" sz="3150">
              <a:latin typeface="Times New Roman"/>
              <a:cs typeface="Times New Roman"/>
            </a:endParaRPr>
          </a:p>
          <a:p>
            <a:pPr algn="r" marR="1156335">
              <a:lnSpc>
                <a:spcPct val="100000"/>
              </a:lnSpc>
              <a:spcBef>
                <a:spcPts val="695"/>
              </a:spcBef>
              <a:tabLst>
                <a:tab pos="713740" algn="l"/>
                <a:tab pos="140335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950">
              <a:latin typeface="Times New Roman"/>
              <a:cs typeface="Times New Roman"/>
            </a:endParaRPr>
          </a:p>
          <a:p>
            <a:pPr marL="2511425">
              <a:lnSpc>
                <a:spcPct val="100000"/>
              </a:lnSpc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F++;P++</a:t>
            </a:r>
            <a:endParaRPr sz="3200">
              <a:latin typeface="Times New Roman"/>
              <a:cs typeface="Times New Roman"/>
            </a:endParaRPr>
          </a:p>
          <a:p>
            <a:pPr algn="r" marR="965835">
              <a:lnSpc>
                <a:spcPct val="100000"/>
              </a:lnSpc>
              <a:spcBef>
                <a:spcPts val="112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65041" y="1991105"/>
            <a:ext cx="693420" cy="502920"/>
          </a:xfrm>
          <a:custGeom>
            <a:avLst/>
            <a:gdLst/>
            <a:ahLst/>
            <a:cxnLst/>
            <a:rect l="l" t="t" r="r" b="b"/>
            <a:pathLst>
              <a:path w="693420" h="502919">
                <a:moveTo>
                  <a:pt x="0" y="251460"/>
                </a:moveTo>
                <a:lnTo>
                  <a:pt x="4536" y="210657"/>
                </a:lnTo>
                <a:lnTo>
                  <a:pt x="17672" y="171955"/>
                </a:lnTo>
                <a:lnTo>
                  <a:pt x="38692" y="135872"/>
                </a:lnTo>
                <a:lnTo>
                  <a:pt x="66885" y="102924"/>
                </a:lnTo>
                <a:lnTo>
                  <a:pt x="101536" y="73628"/>
                </a:lnTo>
                <a:lnTo>
                  <a:pt x="141933" y="48499"/>
                </a:lnTo>
                <a:lnTo>
                  <a:pt x="187362" y="28056"/>
                </a:lnTo>
                <a:lnTo>
                  <a:pt x="237110" y="12813"/>
                </a:lnTo>
                <a:lnTo>
                  <a:pt x="290463" y="3289"/>
                </a:lnTo>
                <a:lnTo>
                  <a:pt x="346710" y="0"/>
                </a:lnTo>
                <a:lnTo>
                  <a:pt x="402956" y="3289"/>
                </a:lnTo>
                <a:lnTo>
                  <a:pt x="456309" y="12813"/>
                </a:lnTo>
                <a:lnTo>
                  <a:pt x="506057" y="28056"/>
                </a:lnTo>
                <a:lnTo>
                  <a:pt x="551486" y="48499"/>
                </a:lnTo>
                <a:lnTo>
                  <a:pt x="591883" y="73628"/>
                </a:lnTo>
                <a:lnTo>
                  <a:pt x="626534" y="102924"/>
                </a:lnTo>
                <a:lnTo>
                  <a:pt x="654727" y="135872"/>
                </a:lnTo>
                <a:lnTo>
                  <a:pt x="675747" y="171955"/>
                </a:lnTo>
                <a:lnTo>
                  <a:pt x="688883" y="210657"/>
                </a:lnTo>
                <a:lnTo>
                  <a:pt x="693420" y="251460"/>
                </a:lnTo>
                <a:lnTo>
                  <a:pt x="688883" y="292262"/>
                </a:lnTo>
                <a:lnTo>
                  <a:pt x="675747" y="330964"/>
                </a:lnTo>
                <a:lnTo>
                  <a:pt x="654727" y="367047"/>
                </a:lnTo>
                <a:lnTo>
                  <a:pt x="626534" y="399995"/>
                </a:lnTo>
                <a:lnTo>
                  <a:pt x="591883" y="429291"/>
                </a:lnTo>
                <a:lnTo>
                  <a:pt x="551486" y="454420"/>
                </a:lnTo>
                <a:lnTo>
                  <a:pt x="506057" y="474863"/>
                </a:lnTo>
                <a:lnTo>
                  <a:pt x="456309" y="490106"/>
                </a:lnTo>
                <a:lnTo>
                  <a:pt x="402956" y="499630"/>
                </a:lnTo>
                <a:lnTo>
                  <a:pt x="346710" y="502920"/>
                </a:lnTo>
                <a:lnTo>
                  <a:pt x="290463" y="499630"/>
                </a:lnTo>
                <a:lnTo>
                  <a:pt x="237110" y="490106"/>
                </a:lnTo>
                <a:lnTo>
                  <a:pt x="187362" y="474863"/>
                </a:lnTo>
                <a:lnTo>
                  <a:pt x="141933" y="454420"/>
                </a:lnTo>
                <a:lnTo>
                  <a:pt x="101536" y="429291"/>
                </a:lnTo>
                <a:lnTo>
                  <a:pt x="66885" y="399995"/>
                </a:lnTo>
                <a:lnTo>
                  <a:pt x="38692" y="367047"/>
                </a:lnTo>
                <a:lnTo>
                  <a:pt x="17672" y="330964"/>
                </a:lnTo>
                <a:lnTo>
                  <a:pt x="4536" y="292262"/>
                </a:lnTo>
                <a:lnTo>
                  <a:pt x="0" y="251460"/>
                </a:lnTo>
                <a:close/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72021" y="1991105"/>
            <a:ext cx="693420" cy="502920"/>
          </a:xfrm>
          <a:custGeom>
            <a:avLst/>
            <a:gdLst/>
            <a:ahLst/>
            <a:cxnLst/>
            <a:rect l="l" t="t" r="r" b="b"/>
            <a:pathLst>
              <a:path w="693420" h="502919">
                <a:moveTo>
                  <a:pt x="0" y="251460"/>
                </a:moveTo>
                <a:lnTo>
                  <a:pt x="4536" y="210657"/>
                </a:lnTo>
                <a:lnTo>
                  <a:pt x="17672" y="171955"/>
                </a:lnTo>
                <a:lnTo>
                  <a:pt x="38692" y="135872"/>
                </a:lnTo>
                <a:lnTo>
                  <a:pt x="66885" y="102924"/>
                </a:lnTo>
                <a:lnTo>
                  <a:pt x="101536" y="73628"/>
                </a:lnTo>
                <a:lnTo>
                  <a:pt x="141933" y="48499"/>
                </a:lnTo>
                <a:lnTo>
                  <a:pt x="187362" y="28056"/>
                </a:lnTo>
                <a:lnTo>
                  <a:pt x="237110" y="12813"/>
                </a:lnTo>
                <a:lnTo>
                  <a:pt x="290463" y="3289"/>
                </a:lnTo>
                <a:lnTo>
                  <a:pt x="346709" y="0"/>
                </a:lnTo>
                <a:lnTo>
                  <a:pt x="402956" y="3289"/>
                </a:lnTo>
                <a:lnTo>
                  <a:pt x="456309" y="12813"/>
                </a:lnTo>
                <a:lnTo>
                  <a:pt x="506057" y="28056"/>
                </a:lnTo>
                <a:lnTo>
                  <a:pt x="551486" y="48499"/>
                </a:lnTo>
                <a:lnTo>
                  <a:pt x="591883" y="73628"/>
                </a:lnTo>
                <a:lnTo>
                  <a:pt x="626534" y="102924"/>
                </a:lnTo>
                <a:lnTo>
                  <a:pt x="654727" y="135872"/>
                </a:lnTo>
                <a:lnTo>
                  <a:pt x="675747" y="171955"/>
                </a:lnTo>
                <a:lnTo>
                  <a:pt x="688883" y="210657"/>
                </a:lnTo>
                <a:lnTo>
                  <a:pt x="693420" y="251460"/>
                </a:lnTo>
                <a:lnTo>
                  <a:pt x="688883" y="292262"/>
                </a:lnTo>
                <a:lnTo>
                  <a:pt x="675747" y="330964"/>
                </a:lnTo>
                <a:lnTo>
                  <a:pt x="654727" y="367047"/>
                </a:lnTo>
                <a:lnTo>
                  <a:pt x="626534" y="399995"/>
                </a:lnTo>
                <a:lnTo>
                  <a:pt x="591883" y="429291"/>
                </a:lnTo>
                <a:lnTo>
                  <a:pt x="551486" y="454420"/>
                </a:lnTo>
                <a:lnTo>
                  <a:pt x="506057" y="474863"/>
                </a:lnTo>
                <a:lnTo>
                  <a:pt x="456309" y="490106"/>
                </a:lnTo>
                <a:lnTo>
                  <a:pt x="402956" y="499630"/>
                </a:lnTo>
                <a:lnTo>
                  <a:pt x="346709" y="502920"/>
                </a:lnTo>
                <a:lnTo>
                  <a:pt x="290463" y="499630"/>
                </a:lnTo>
                <a:lnTo>
                  <a:pt x="237110" y="490106"/>
                </a:lnTo>
                <a:lnTo>
                  <a:pt x="187362" y="474863"/>
                </a:lnTo>
                <a:lnTo>
                  <a:pt x="141933" y="454420"/>
                </a:lnTo>
                <a:lnTo>
                  <a:pt x="101536" y="429291"/>
                </a:lnTo>
                <a:lnTo>
                  <a:pt x="66885" y="399995"/>
                </a:lnTo>
                <a:lnTo>
                  <a:pt x="38692" y="367047"/>
                </a:lnTo>
                <a:lnTo>
                  <a:pt x="17672" y="330964"/>
                </a:lnTo>
                <a:lnTo>
                  <a:pt x="4536" y="292262"/>
                </a:lnTo>
                <a:lnTo>
                  <a:pt x="0" y="251460"/>
                </a:lnTo>
                <a:close/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52059" y="382524"/>
            <a:ext cx="4028440" cy="870585"/>
          </a:xfrm>
          <a:custGeom>
            <a:avLst/>
            <a:gdLst/>
            <a:ahLst/>
            <a:cxnLst/>
            <a:rect l="l" t="t" r="r" b="b"/>
            <a:pathLst>
              <a:path w="4028440" h="870585">
                <a:moveTo>
                  <a:pt x="0" y="870203"/>
                </a:moveTo>
                <a:lnTo>
                  <a:pt x="4027932" y="870203"/>
                </a:lnTo>
                <a:lnTo>
                  <a:pt x="4027932" y="0"/>
                </a:lnTo>
                <a:lnTo>
                  <a:pt x="0" y="0"/>
                </a:lnTo>
                <a:lnTo>
                  <a:pt x="0" y="870203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13959" y="1283969"/>
            <a:ext cx="4104640" cy="0"/>
          </a:xfrm>
          <a:custGeom>
            <a:avLst/>
            <a:gdLst/>
            <a:ahLst/>
            <a:cxnLst/>
            <a:rect l="l" t="t" r="r" b="b"/>
            <a:pathLst>
              <a:path w="4104640" h="0">
                <a:moveTo>
                  <a:pt x="0" y="0"/>
                </a:moveTo>
                <a:lnTo>
                  <a:pt x="4104132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20309" y="356870"/>
            <a:ext cx="0" cy="920750"/>
          </a:xfrm>
          <a:custGeom>
            <a:avLst/>
            <a:gdLst/>
            <a:ahLst/>
            <a:cxnLst/>
            <a:rect l="l" t="t" r="r" b="b"/>
            <a:pathLst>
              <a:path w="0" h="920750">
                <a:moveTo>
                  <a:pt x="0" y="0"/>
                </a:moveTo>
                <a:lnTo>
                  <a:pt x="0" y="92075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13959" y="350520"/>
            <a:ext cx="4104640" cy="0"/>
          </a:xfrm>
          <a:custGeom>
            <a:avLst/>
            <a:gdLst/>
            <a:ahLst/>
            <a:cxnLst/>
            <a:rect l="l" t="t" r="r" b="b"/>
            <a:pathLst>
              <a:path w="4104640" h="0">
                <a:moveTo>
                  <a:pt x="0" y="0"/>
                </a:moveTo>
                <a:lnTo>
                  <a:pt x="4104132" y="0"/>
                </a:lnTo>
              </a:path>
            </a:pathLst>
          </a:custGeom>
          <a:ln w="126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111742" y="357124"/>
            <a:ext cx="0" cy="921385"/>
          </a:xfrm>
          <a:custGeom>
            <a:avLst/>
            <a:gdLst/>
            <a:ahLst/>
            <a:cxnLst/>
            <a:rect l="l" t="t" r="r" b="b"/>
            <a:pathLst>
              <a:path w="0" h="921385">
                <a:moveTo>
                  <a:pt x="0" y="0"/>
                </a:moveTo>
                <a:lnTo>
                  <a:pt x="0" y="921003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39359" y="1252219"/>
            <a:ext cx="4053840" cy="0"/>
          </a:xfrm>
          <a:custGeom>
            <a:avLst/>
            <a:gdLst/>
            <a:ahLst/>
            <a:cxnLst/>
            <a:rect l="l" t="t" r="r" b="b"/>
            <a:pathLst>
              <a:path w="4053840" h="0">
                <a:moveTo>
                  <a:pt x="0" y="0"/>
                </a:moveTo>
                <a:lnTo>
                  <a:pt x="4053332" y="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052059" y="394970"/>
            <a:ext cx="0" cy="844550"/>
          </a:xfrm>
          <a:custGeom>
            <a:avLst/>
            <a:gdLst/>
            <a:ahLst/>
            <a:cxnLst/>
            <a:rect l="l" t="t" r="r" b="b"/>
            <a:pathLst>
              <a:path w="0" h="844550">
                <a:moveTo>
                  <a:pt x="0" y="0"/>
                </a:moveTo>
                <a:lnTo>
                  <a:pt x="0" y="84455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39359" y="382270"/>
            <a:ext cx="4053840" cy="0"/>
          </a:xfrm>
          <a:custGeom>
            <a:avLst/>
            <a:gdLst/>
            <a:ahLst/>
            <a:cxnLst/>
            <a:rect l="l" t="t" r="r" b="b"/>
            <a:pathLst>
              <a:path w="4053840" h="0">
                <a:moveTo>
                  <a:pt x="0" y="0"/>
                </a:moveTo>
                <a:lnTo>
                  <a:pt x="4053332" y="0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079992" y="395224"/>
            <a:ext cx="0" cy="845185"/>
          </a:xfrm>
          <a:custGeom>
            <a:avLst/>
            <a:gdLst/>
            <a:ahLst/>
            <a:cxnLst/>
            <a:rect l="l" t="t" r="r" b="b"/>
            <a:pathLst>
              <a:path w="0" h="845185">
                <a:moveTo>
                  <a:pt x="0" y="0"/>
                </a:moveTo>
                <a:lnTo>
                  <a:pt x="0" y="844803"/>
                </a:lnTo>
              </a:path>
            </a:pathLst>
          </a:custGeom>
          <a:ln w="254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077459" y="1220469"/>
            <a:ext cx="3977640" cy="0"/>
          </a:xfrm>
          <a:custGeom>
            <a:avLst/>
            <a:gdLst/>
            <a:ahLst/>
            <a:cxnLst/>
            <a:rect l="l" t="t" r="r" b="b"/>
            <a:pathLst>
              <a:path w="3977640" h="0">
                <a:moveTo>
                  <a:pt x="0" y="0"/>
                </a:moveTo>
                <a:lnTo>
                  <a:pt x="3977132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083809" y="420369"/>
            <a:ext cx="0" cy="793750"/>
          </a:xfrm>
          <a:custGeom>
            <a:avLst/>
            <a:gdLst/>
            <a:ahLst/>
            <a:cxnLst/>
            <a:rect l="l" t="t" r="r" b="b"/>
            <a:pathLst>
              <a:path w="0" h="793750">
                <a:moveTo>
                  <a:pt x="0" y="0"/>
                </a:moveTo>
                <a:lnTo>
                  <a:pt x="0" y="79375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077459" y="414019"/>
            <a:ext cx="3977640" cy="0"/>
          </a:xfrm>
          <a:custGeom>
            <a:avLst/>
            <a:gdLst/>
            <a:ahLst/>
            <a:cxnLst/>
            <a:rect l="l" t="t" r="r" b="b"/>
            <a:pathLst>
              <a:path w="3977640" h="0">
                <a:moveTo>
                  <a:pt x="0" y="0"/>
                </a:moveTo>
                <a:lnTo>
                  <a:pt x="3977132" y="0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048242" y="420623"/>
            <a:ext cx="0" cy="794385"/>
          </a:xfrm>
          <a:custGeom>
            <a:avLst/>
            <a:gdLst/>
            <a:ahLst/>
            <a:cxnLst/>
            <a:rect l="l" t="t" r="r" b="b"/>
            <a:pathLst>
              <a:path w="0" h="794385">
                <a:moveTo>
                  <a:pt x="0" y="0"/>
                </a:moveTo>
                <a:lnTo>
                  <a:pt x="0" y="794003"/>
                </a:lnTo>
              </a:path>
            </a:pathLst>
          </a:custGeom>
          <a:ln w="127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143753" y="254022"/>
            <a:ext cx="3626485" cy="98679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5"/>
              </a:spcBef>
            </a:pPr>
            <a:r>
              <a:rPr dirty="0" sz="2400" spc="-5" b="1" i="1">
                <a:latin typeface="Times New Roman"/>
                <a:cs typeface="Times New Roman"/>
              </a:rPr>
              <a:t>S</a:t>
            </a:r>
            <a:r>
              <a:rPr dirty="0" sz="2400" spc="-5" b="1">
                <a:latin typeface="Times New Roman"/>
                <a:cs typeface="Times New Roman"/>
              </a:rPr>
              <a:t>’→ </a:t>
            </a:r>
            <a:r>
              <a:rPr dirty="0" sz="2400" b="1" i="1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tabLst>
                <a:tab pos="2334895" algn="l"/>
              </a:tabLst>
            </a:pPr>
            <a:r>
              <a:rPr dirty="0" sz="2400" spc="-5" b="1" i="1">
                <a:latin typeface="Times New Roman"/>
                <a:cs typeface="Times New Roman"/>
              </a:rPr>
              <a:t>S</a:t>
            </a:r>
            <a:r>
              <a:rPr dirty="0" sz="2400" spc="-5" b="1">
                <a:latin typeface="Times New Roman"/>
                <a:cs typeface="Times New Roman"/>
              </a:rPr>
              <a:t>→ </a:t>
            </a:r>
            <a:r>
              <a:rPr dirty="0" sz="2400" spc="-5" b="1" i="1">
                <a:latin typeface="Times New Roman"/>
                <a:cs typeface="Times New Roman"/>
              </a:rPr>
              <a:t>iSeS </a:t>
            </a:r>
            <a:r>
              <a:rPr dirty="0" sz="2400" spc="-5" b="1">
                <a:latin typeface="Times New Roman"/>
                <a:cs typeface="Times New Roman"/>
              </a:rPr>
              <a:t>| </a:t>
            </a:r>
            <a:r>
              <a:rPr dirty="0" sz="2400" b="1" i="1">
                <a:latin typeface="Times New Roman"/>
                <a:cs typeface="Times New Roman"/>
              </a:rPr>
              <a:t>iS</a:t>
            </a:r>
            <a:r>
              <a:rPr dirty="0" sz="2400" spc="30" b="1" i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|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a	</a:t>
            </a:r>
            <a:r>
              <a:rPr dirty="0" sz="2400" spc="-10" b="1">
                <a:latin typeface="宋体"/>
                <a:cs typeface="宋体"/>
              </a:rPr>
              <a:t>①</a:t>
            </a:r>
            <a:r>
              <a:rPr dirty="0" sz="2400" spc="-625" b="1">
                <a:latin typeface="宋体"/>
                <a:cs typeface="宋体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|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宋体"/>
                <a:cs typeface="宋体"/>
              </a:rPr>
              <a:t>②</a:t>
            </a:r>
            <a:r>
              <a:rPr dirty="0" sz="2400" spc="-625" b="1">
                <a:latin typeface="宋体"/>
                <a:cs typeface="宋体"/>
              </a:rPr>
              <a:t> </a:t>
            </a:r>
            <a:r>
              <a:rPr dirty="0" sz="2400" spc="-15" b="1">
                <a:latin typeface="Times New Roman"/>
                <a:cs typeface="Times New Roman"/>
              </a:rPr>
              <a:t>|</a:t>
            </a:r>
            <a:r>
              <a:rPr dirty="0" sz="2400" spc="-15" b="1">
                <a:latin typeface="宋体"/>
                <a:cs typeface="宋体"/>
              </a:rPr>
              <a:t>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946135" y="4637532"/>
            <a:ext cx="1193800" cy="266700"/>
          </a:xfrm>
          <a:custGeom>
            <a:avLst/>
            <a:gdLst/>
            <a:ahLst/>
            <a:cxnLst/>
            <a:rect l="l" t="t" r="r" b="b"/>
            <a:pathLst>
              <a:path w="1193800" h="266700">
                <a:moveTo>
                  <a:pt x="1193292" y="0"/>
                </a:moveTo>
                <a:lnTo>
                  <a:pt x="0" y="0"/>
                </a:lnTo>
                <a:lnTo>
                  <a:pt x="0" y="266700"/>
                </a:lnTo>
                <a:lnTo>
                  <a:pt x="1193292" y="266700"/>
                </a:lnTo>
                <a:lnTo>
                  <a:pt x="1193292" y="233299"/>
                </a:lnTo>
                <a:lnTo>
                  <a:pt x="696595" y="233299"/>
                </a:lnTo>
                <a:lnTo>
                  <a:pt x="496570" y="133350"/>
                </a:lnTo>
                <a:lnTo>
                  <a:pt x="696595" y="33274"/>
                </a:lnTo>
                <a:lnTo>
                  <a:pt x="1193292" y="33274"/>
                </a:lnTo>
                <a:lnTo>
                  <a:pt x="1193292" y="0"/>
                </a:lnTo>
                <a:close/>
              </a:path>
              <a:path w="1193800" h="266700">
                <a:moveTo>
                  <a:pt x="1193292" y="33274"/>
                </a:moveTo>
                <a:lnTo>
                  <a:pt x="696595" y="33274"/>
                </a:lnTo>
                <a:lnTo>
                  <a:pt x="696595" y="233299"/>
                </a:lnTo>
                <a:lnTo>
                  <a:pt x="1193292" y="233299"/>
                </a:lnTo>
                <a:lnTo>
                  <a:pt x="1193292" y="33274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442706" y="4670805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200025" y="0"/>
                </a:moveTo>
                <a:lnTo>
                  <a:pt x="0" y="100076"/>
                </a:lnTo>
                <a:lnTo>
                  <a:pt x="200025" y="200025"/>
                </a:lnTo>
                <a:lnTo>
                  <a:pt x="200025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262366" y="4662296"/>
            <a:ext cx="565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分析表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solidFill>
                  <a:srgbClr val="FFFF00"/>
                </a:solidFill>
                <a:latin typeface="Times New Roman"/>
                <a:cs typeface="Times New Roman"/>
              </a:rPr>
              <a:t>5.1	</a:t>
            </a:r>
            <a:r>
              <a:rPr dirty="0" spc="-10">
                <a:solidFill>
                  <a:srgbClr val="FFFF00"/>
                </a:solidFill>
              </a:rPr>
              <a:t>“移近</a:t>
            </a:r>
            <a:r>
              <a:rPr dirty="0" spc="-10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pc="-10">
                <a:solidFill>
                  <a:srgbClr val="FFFF00"/>
                </a:solidFill>
              </a:rPr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5654040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7244" indent="-803910">
              <a:lnSpc>
                <a:spcPct val="100000"/>
              </a:lnSpc>
              <a:spcBef>
                <a:spcPts val="1275"/>
              </a:spcBef>
              <a:buFont typeface="Times New Roman"/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分析鸟瞰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5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22670" y="5366765"/>
            <a:ext cx="1562100" cy="536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22670" y="5366765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08070" y="26923"/>
            <a:ext cx="17799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777" sz="3000" spc="-652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spc="-434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baseline="2777" sz="3000" spc="-652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-434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baseline="2777" sz="3000" spc="-1207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spc="-1195" b="1">
                <a:solidFill>
                  <a:srgbClr val="A15100"/>
                </a:solidFill>
                <a:latin typeface="宋体"/>
                <a:cs typeface="宋体"/>
              </a:rPr>
              <a:t>语</a:t>
            </a:r>
            <a:r>
              <a:rPr dirty="0" baseline="2777" sz="3000" spc="-1207" b="1">
                <a:solidFill>
                  <a:srgbClr val="A15100"/>
                </a:solidFill>
                <a:latin typeface="华文新魏"/>
                <a:cs typeface="华文新魏"/>
              </a:rPr>
              <a:t>法</a:t>
            </a:r>
            <a:r>
              <a:rPr dirty="0" sz="2000" spc="-1210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baseline="2777" sz="3000" spc="-1185" b="1">
                <a:solidFill>
                  <a:srgbClr val="A15100"/>
                </a:solidFill>
                <a:latin typeface="华文新魏"/>
                <a:cs typeface="华文新魏"/>
              </a:rPr>
              <a:t>分</a:t>
            </a:r>
            <a:r>
              <a:rPr dirty="0" sz="2000" spc="-1220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baseline="2777" sz="3000" spc="-1170" b="1">
                <a:solidFill>
                  <a:srgbClr val="A15100"/>
                </a:solidFill>
                <a:latin typeface="华文新魏"/>
                <a:cs typeface="华文新魏"/>
              </a:rPr>
              <a:t>析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1342" y="26923"/>
            <a:ext cx="7779384" cy="6319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2735">
              <a:lnSpc>
                <a:spcPct val="100000"/>
              </a:lnSpc>
              <a:spcBef>
                <a:spcPts val="100"/>
              </a:spcBef>
              <a:tabLst>
                <a:tab pos="873760" algn="l"/>
                <a:tab pos="24663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 algn="r" marL="317500" marR="4174490" indent="-317500">
              <a:lnSpc>
                <a:spcPct val="100000"/>
              </a:lnSpc>
              <a:spcBef>
                <a:spcPts val="193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1750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错误存在的必然性</a:t>
            </a:r>
            <a:endParaRPr sz="3200">
              <a:latin typeface="宋体"/>
              <a:cs typeface="宋体"/>
            </a:endParaRPr>
          </a:p>
          <a:p>
            <a:pPr marL="12700" marR="5080" indent="812165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问题复杂性、程序员素质、输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错、系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统环境生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疏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Times New Roman"/>
              <a:cs typeface="Times New Roman"/>
            </a:endParaRPr>
          </a:p>
          <a:p>
            <a:pPr algn="r" marL="417195" marR="4054475" indent="-417195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417195" algn="l"/>
                <a:tab pos="41846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编译中的错误种类</a:t>
            </a:r>
            <a:endParaRPr sz="3200">
              <a:latin typeface="宋体"/>
              <a:cs typeface="宋体"/>
            </a:endParaRPr>
          </a:p>
          <a:p>
            <a:pPr algn="r" lvl="1" marL="608965" marR="4074160" indent="-608965">
              <a:lnSpc>
                <a:spcPct val="100000"/>
              </a:lnSpc>
              <a:spcBef>
                <a:spcPts val="1155"/>
              </a:spcBef>
              <a:buFont typeface="Times New Roman"/>
              <a:buAutoNum type="arabicPeriod"/>
              <a:tabLst>
                <a:tab pos="608965" algn="l"/>
                <a:tab pos="6096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词法错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误</a:t>
            </a:r>
            <a:r>
              <a:rPr dirty="0" sz="3200" spc="-9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algn="r" lvl="1" marL="609600" marR="4092575" indent="-609600">
              <a:lnSpc>
                <a:spcPct val="100000"/>
              </a:lnSpc>
              <a:spcBef>
                <a:spcPts val="1670"/>
              </a:spcBef>
              <a:buFont typeface="Times New Roman"/>
              <a:buAutoNum type="arabicPeriod"/>
              <a:tabLst>
                <a:tab pos="609600" algn="l"/>
                <a:tab pos="61023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语法错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误</a:t>
            </a:r>
            <a:r>
              <a:rPr dirty="0" sz="3200" spc="-89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lvl="1" marL="1536700" indent="-610870">
              <a:lnSpc>
                <a:spcPct val="100000"/>
              </a:lnSpc>
              <a:spcBef>
                <a:spcPts val="1410"/>
              </a:spcBef>
              <a:buFont typeface="Times New Roman"/>
              <a:buAutoNum type="arabicPeriod"/>
              <a:tabLst>
                <a:tab pos="1536700" algn="l"/>
                <a:tab pos="153733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语义错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误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静态、动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lvl="1" marL="1517650" indent="-610235">
              <a:lnSpc>
                <a:spcPct val="100000"/>
              </a:lnSpc>
              <a:spcBef>
                <a:spcPts val="1410"/>
              </a:spcBef>
              <a:buFont typeface="Times New Roman"/>
              <a:buAutoNum type="arabicPeriod"/>
              <a:tabLst>
                <a:tab pos="1517650" algn="l"/>
                <a:tab pos="151828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违反环境限制的错</a:t>
            </a:r>
            <a:r>
              <a:rPr dirty="0" sz="3200" spc="770" b="1">
                <a:solidFill>
                  <a:srgbClr val="FFFFFF"/>
                </a:solidFill>
                <a:latin typeface="宋体"/>
                <a:cs typeface="宋体"/>
              </a:rPr>
              <a:t>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7340" y="0"/>
            <a:ext cx="8825230" cy="308483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ctr" marR="95885">
              <a:lnSpc>
                <a:spcPct val="100000"/>
              </a:lnSpc>
              <a:spcBef>
                <a:spcPts val="660"/>
              </a:spcBef>
              <a:tabLst>
                <a:tab pos="580390" algn="l"/>
                <a:tab pos="21729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  <a:p>
            <a:pPr marL="437515" indent="-356235">
              <a:lnSpc>
                <a:spcPct val="100000"/>
              </a:lnSpc>
              <a:spcBef>
                <a:spcPts val="1689"/>
              </a:spcBef>
              <a:buClr>
                <a:srgbClr val="66FFFF"/>
              </a:buClr>
              <a:buSzPct val="115277"/>
              <a:buFont typeface="Wingdings"/>
              <a:buChar char=""/>
              <a:tabLst>
                <a:tab pos="43815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错误处理基本目标</a:t>
            </a:r>
            <a:endParaRPr sz="3600">
              <a:latin typeface="宋体"/>
              <a:cs typeface="宋体"/>
            </a:endParaRPr>
          </a:p>
          <a:p>
            <a:pPr marL="647700" indent="-610235">
              <a:lnSpc>
                <a:spcPct val="100000"/>
              </a:lnSpc>
              <a:spcBef>
                <a:spcPts val="905"/>
              </a:spcBef>
              <a:buFont typeface="Times New Roman"/>
              <a:buAutoNum type="arabicPeriod"/>
              <a:tabLst>
                <a:tab pos="647700" algn="l"/>
                <a:tab pos="64833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清晰准确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地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报告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错误（错误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定性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定位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）；</a:t>
            </a:r>
            <a:endParaRPr sz="3200">
              <a:latin typeface="宋体"/>
              <a:cs typeface="宋体"/>
            </a:endParaRPr>
          </a:p>
          <a:p>
            <a:pPr marL="419100" marR="490855" indent="-407034">
              <a:lnSpc>
                <a:spcPct val="130000"/>
              </a:lnSpc>
              <a:spcBef>
                <a:spcPts val="385"/>
              </a:spcBef>
              <a:buClr>
                <a:srgbClr val="CC99FF"/>
              </a:buClr>
              <a:buFont typeface="Times New Roman"/>
              <a:buAutoNum type="arabicPeriod"/>
              <a:tabLst>
                <a:tab pos="469900" algn="l"/>
              </a:tabLst>
            </a:pPr>
            <a:r>
              <a:rPr dirty="0"/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迅速从每个错误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恢复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过来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以便</a:t>
            </a:r>
            <a:r>
              <a:rPr dirty="0" sz="3200" spc="770" b="1">
                <a:solidFill>
                  <a:srgbClr val="FFFFFF"/>
                </a:solidFill>
                <a:latin typeface="宋体"/>
                <a:cs typeface="宋体"/>
              </a:rPr>
              <a:t>诊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断后面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的错误；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8040" y="2482443"/>
            <a:ext cx="8091170" cy="3796029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2020"/>
              </a:spcBef>
              <a:buFont typeface="Times New Roman"/>
              <a:buAutoNum type="arabicPeriod" startAt="2"/>
              <a:tabLst>
                <a:tab pos="621665" algn="l"/>
                <a:tab pos="6223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出错产生式</a:t>
            </a:r>
            <a:endParaRPr sz="3200">
              <a:latin typeface="宋体"/>
              <a:cs typeface="宋体"/>
            </a:endParaRPr>
          </a:p>
          <a:p>
            <a:pPr marL="114300" marR="5080" indent="609600">
              <a:lnSpc>
                <a:spcPts val="5760"/>
              </a:lnSpc>
              <a:spcBef>
                <a:spcPts val="509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扩充语言的文法，增加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产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生错误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结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构的产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生式。分析中可以直接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识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别处理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错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误。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>
              <a:latin typeface="宋体"/>
              <a:cs typeface="宋体"/>
            </a:endParaRPr>
          </a:p>
          <a:p>
            <a:pPr marL="749935" indent="-610870">
              <a:lnSpc>
                <a:spcPct val="100000"/>
              </a:lnSpc>
              <a:spcBef>
                <a:spcPts val="5"/>
              </a:spcBef>
              <a:buFont typeface="Times New Roman"/>
              <a:buAutoNum type="arabicPeriod" startAt="3"/>
              <a:tabLst>
                <a:tab pos="749935" algn="l"/>
                <a:tab pos="75057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全局纠正</a:t>
            </a:r>
            <a:endParaRPr sz="3200">
              <a:latin typeface="宋体"/>
              <a:cs typeface="宋体"/>
            </a:endParaRPr>
          </a:p>
          <a:p>
            <a:pPr marL="659765">
              <a:lnSpc>
                <a:spcPct val="100000"/>
              </a:lnSpc>
              <a:spcBef>
                <a:spcPts val="115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获取全局最小代价纠正。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665" y="1550669"/>
            <a:ext cx="3854450" cy="876300"/>
          </a:xfrm>
          <a:prstGeom prst="rect">
            <a:avLst/>
          </a:prstGeom>
          <a:solidFill>
            <a:srgbClr val="800080"/>
          </a:solidFill>
          <a:ln w="38100">
            <a:solidFill>
              <a:srgbClr val="FFFF00"/>
            </a:solidFill>
          </a:ln>
        </p:spPr>
        <p:txBody>
          <a:bodyPr wrap="square" lIns="0" tIns="20256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595"/>
              </a:spcBef>
              <a:tabLst>
                <a:tab pos="77660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1.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局部化恢复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040" y="0"/>
            <a:ext cx="7146925" cy="1511300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1344930">
              <a:lnSpc>
                <a:spcPct val="100000"/>
              </a:lnSpc>
              <a:spcBef>
                <a:spcPts val="1515"/>
              </a:spcBef>
              <a:tabLst>
                <a:tab pos="1925320" algn="l"/>
                <a:tab pos="35185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宋体"/>
              <a:cs typeface="宋体"/>
            </a:endParaRPr>
          </a:p>
          <a:p>
            <a:pPr marL="367665" indent="-355600">
              <a:lnSpc>
                <a:spcPct val="100000"/>
              </a:lnSpc>
              <a:buClr>
                <a:srgbClr val="66FFFF"/>
              </a:buClr>
              <a:buSzPct val="115277"/>
              <a:buFont typeface="Wingdings"/>
              <a:buChar char=""/>
              <a:tabLst>
                <a:tab pos="36830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错误处理与恢复策略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26073" y="3403853"/>
            <a:ext cx="1580515" cy="0"/>
          </a:xfrm>
          <a:custGeom>
            <a:avLst/>
            <a:gdLst/>
            <a:ahLst/>
            <a:cxnLst/>
            <a:rect l="l" t="t" r="r" b="b"/>
            <a:pathLst>
              <a:path w="1580515" h="0">
                <a:moveTo>
                  <a:pt x="0" y="0"/>
                </a:moveTo>
                <a:lnTo>
                  <a:pt x="1580387" y="0"/>
                </a:lnTo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39011" y="4553711"/>
            <a:ext cx="5791200" cy="1336675"/>
          </a:xfrm>
          <a:prstGeom prst="rect">
            <a:avLst/>
          </a:prstGeom>
          <a:solidFill>
            <a:srgbClr val="DDDDDD"/>
          </a:solidFill>
        </p:spPr>
        <p:txBody>
          <a:bodyPr wrap="square" lIns="0" tIns="48895" rIns="0" bIns="0" rtlCol="0" vert="horz">
            <a:spAutoFit/>
          </a:bodyPr>
          <a:lstStyle/>
          <a:p>
            <a:pPr marL="395605">
              <a:lnSpc>
                <a:spcPct val="100000"/>
              </a:lnSpc>
              <a:spcBef>
                <a:spcPts val="385"/>
              </a:spcBef>
            </a:pPr>
            <a:r>
              <a:rPr dirty="0" sz="3200" b="1">
                <a:latin typeface="宋体"/>
                <a:cs typeface="宋体"/>
              </a:rPr>
              <a:t>例如，界限符：</a:t>
            </a:r>
            <a:endParaRPr sz="3200">
              <a:latin typeface="宋体"/>
              <a:cs typeface="宋体"/>
            </a:endParaRPr>
          </a:p>
          <a:p>
            <a:pPr algn="ctr" marR="535305">
              <a:lnSpc>
                <a:spcPct val="100000"/>
              </a:lnSpc>
              <a:spcBef>
                <a:spcPts val="1155"/>
              </a:spcBef>
              <a:tabLst>
                <a:tab pos="2219960" algn="l"/>
              </a:tabLst>
            </a:pPr>
            <a:r>
              <a:rPr dirty="0" sz="3200" b="1">
                <a:latin typeface="宋体"/>
                <a:cs typeface="宋体"/>
              </a:rPr>
              <a:t>；、</a:t>
            </a:r>
            <a:r>
              <a:rPr dirty="0" sz="3200" spc="-5" b="1">
                <a:latin typeface="Times New Roman"/>
                <a:cs typeface="Times New Roman"/>
              </a:rPr>
              <a:t>}</a:t>
            </a:r>
            <a:r>
              <a:rPr dirty="0" sz="3200" b="1">
                <a:latin typeface="宋体"/>
                <a:cs typeface="宋体"/>
              </a:rPr>
              <a:t>、</a:t>
            </a:r>
            <a:r>
              <a:rPr dirty="0" sz="3200" b="1">
                <a:latin typeface="Times New Roman"/>
                <a:cs typeface="Times New Roman"/>
              </a:rPr>
              <a:t>end	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6761" y="3403853"/>
            <a:ext cx="419100" cy="1150620"/>
          </a:xfrm>
          <a:custGeom>
            <a:avLst/>
            <a:gdLst/>
            <a:ahLst/>
            <a:cxnLst/>
            <a:rect l="l" t="t" r="r" b="b"/>
            <a:pathLst>
              <a:path w="419100" h="1150620">
                <a:moveTo>
                  <a:pt x="419099" y="863346"/>
                </a:moveTo>
                <a:lnTo>
                  <a:pt x="0" y="863346"/>
                </a:lnTo>
                <a:lnTo>
                  <a:pt x="209550" y="1150620"/>
                </a:lnTo>
                <a:lnTo>
                  <a:pt x="419099" y="863346"/>
                </a:lnTo>
                <a:close/>
              </a:path>
              <a:path w="419100" h="1150620">
                <a:moveTo>
                  <a:pt x="314325" y="0"/>
                </a:moveTo>
                <a:lnTo>
                  <a:pt x="104775" y="0"/>
                </a:lnTo>
                <a:lnTo>
                  <a:pt x="104775" y="863346"/>
                </a:lnTo>
                <a:lnTo>
                  <a:pt x="314325" y="863346"/>
                </a:lnTo>
                <a:lnTo>
                  <a:pt x="31432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96761" y="3403853"/>
            <a:ext cx="419100" cy="1150620"/>
          </a:xfrm>
          <a:custGeom>
            <a:avLst/>
            <a:gdLst/>
            <a:ahLst/>
            <a:cxnLst/>
            <a:rect l="l" t="t" r="r" b="b"/>
            <a:pathLst>
              <a:path w="419100" h="1150620">
                <a:moveTo>
                  <a:pt x="0" y="863346"/>
                </a:moveTo>
                <a:lnTo>
                  <a:pt x="104775" y="863346"/>
                </a:lnTo>
                <a:lnTo>
                  <a:pt x="104775" y="0"/>
                </a:lnTo>
                <a:lnTo>
                  <a:pt x="314325" y="0"/>
                </a:lnTo>
                <a:lnTo>
                  <a:pt x="314325" y="863346"/>
                </a:lnTo>
                <a:lnTo>
                  <a:pt x="419099" y="863346"/>
                </a:lnTo>
                <a:lnTo>
                  <a:pt x="209550" y="1150620"/>
                </a:lnTo>
                <a:lnTo>
                  <a:pt x="0" y="863346"/>
                </a:lnTo>
                <a:close/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7540" y="0"/>
            <a:ext cx="7990205" cy="401701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535430">
              <a:lnSpc>
                <a:spcPct val="100000"/>
              </a:lnSpc>
              <a:spcBef>
                <a:spcPts val="869"/>
              </a:spcBef>
              <a:tabLst>
                <a:tab pos="2115820" algn="l"/>
                <a:tab pos="37090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spcBef>
                <a:spcPts val="190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局部化恢复的一般性技术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66FFFF"/>
              </a:buClr>
              <a:buFont typeface="Wingdings"/>
              <a:buChar char=""/>
            </a:pPr>
            <a:endParaRPr sz="3150">
              <a:latin typeface="宋体"/>
              <a:cs typeface="宋体"/>
            </a:endParaRPr>
          </a:p>
          <a:p>
            <a:pPr algn="just" lvl="1" marL="991235" indent="-610870">
              <a:lnSpc>
                <a:spcPct val="100000"/>
              </a:lnSpc>
              <a:buFont typeface="Times New Roman"/>
              <a:buAutoNum type="arabicPeriod"/>
              <a:tabLst>
                <a:tab pos="991869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紧急恢复方式</a:t>
            </a:r>
            <a:endParaRPr sz="3200">
              <a:latin typeface="宋体"/>
              <a:cs typeface="宋体"/>
            </a:endParaRPr>
          </a:p>
          <a:p>
            <a:pPr algn="just" marL="279400" marR="5080" indent="812165">
              <a:lnSpc>
                <a:spcPct val="134400"/>
              </a:lnSpc>
              <a:spcBef>
                <a:spcPts val="80"/>
              </a:spcBef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编译器每次发现错误时，抛弃一个输入符 </a:t>
            </a: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号，直到输入符号属于某个指定的同步符号集 合为止。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60601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34205" y="26923"/>
            <a:ext cx="3641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941" y="869783"/>
            <a:ext cx="8073390" cy="539686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200"/>
              </a:spcBef>
            </a:pPr>
            <a:r>
              <a:rPr dirty="0" sz="3600" spc="-10" b="1">
                <a:solidFill>
                  <a:srgbClr val="FFCC00"/>
                </a:solidFill>
                <a:latin typeface="宋体"/>
                <a:cs typeface="宋体"/>
              </a:rPr>
              <a:t>思想</a:t>
            </a:r>
            <a:r>
              <a:rPr dirty="0" sz="36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在分析到某一含有错误的短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时，分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析程序认为含有错误的短语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由某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非终结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所推导出的，短语的一部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已处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，放在 栈顶部一系列状态中，剩下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未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处理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在输入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串，分析程序跳过这些剩余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号，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直至找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的跟随字符为止，同时把栈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内容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个移去</a:t>
            </a:r>
            <a:endParaRPr sz="3200">
              <a:latin typeface="宋体"/>
              <a:cs typeface="宋体"/>
            </a:endParaRPr>
          </a:p>
          <a:p>
            <a:pPr marL="12700" marR="74295">
              <a:lnSpc>
                <a:spcPts val="5190"/>
              </a:lnSpc>
              <a:spcBef>
                <a:spcPts val="39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，直至找到某个状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GOTO(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新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状态，将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压入栈。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60601" y="26923"/>
            <a:ext cx="5814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9948" y="652652"/>
            <a:ext cx="267779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2300" algn="l"/>
              </a:tabLst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>
                <a:solidFill>
                  <a:srgbClr val="FFFFFF"/>
                </a:solidFill>
              </a:rPr>
              <a:t>短语级恢复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63396" y="4418076"/>
            <a:ext cx="6362700" cy="1972310"/>
          </a:xfrm>
          <a:custGeom>
            <a:avLst/>
            <a:gdLst/>
            <a:ahLst/>
            <a:cxnLst/>
            <a:rect l="l" t="t" r="r" b="b"/>
            <a:pathLst>
              <a:path w="6362700" h="1972310">
                <a:moveTo>
                  <a:pt x="0" y="1972056"/>
                </a:moveTo>
                <a:lnTo>
                  <a:pt x="6362700" y="1972056"/>
                </a:lnTo>
                <a:lnTo>
                  <a:pt x="6362700" y="0"/>
                </a:lnTo>
                <a:lnTo>
                  <a:pt x="0" y="0"/>
                </a:lnTo>
                <a:lnTo>
                  <a:pt x="0" y="197205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57578" y="4454093"/>
            <a:ext cx="53181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*</a:t>
            </a:r>
            <a:r>
              <a:rPr dirty="0" sz="3200" spc="-30" b="1"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宋体"/>
                <a:cs typeface="宋体"/>
              </a:rPr>
              <a:t>关键</a:t>
            </a:r>
            <a:r>
              <a:rPr dirty="0" sz="3200" spc="-10" b="1">
                <a:latin typeface="宋体"/>
                <a:cs typeface="宋体"/>
              </a:rPr>
              <a:t>：</a:t>
            </a:r>
            <a:r>
              <a:rPr dirty="0" sz="3200" spc="-850" b="1">
                <a:latin typeface="宋体"/>
                <a:cs typeface="宋体"/>
              </a:rPr>
              <a:t> </a:t>
            </a:r>
            <a:r>
              <a:rPr dirty="0" sz="3200" spc="-5" b="1">
                <a:latin typeface="宋体"/>
                <a:cs typeface="宋体"/>
              </a:rPr>
              <a:t>选择合适的替换串。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2963" y="4938935"/>
            <a:ext cx="944244" cy="129349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45"/>
              </a:spcBef>
            </a:pPr>
            <a:r>
              <a:rPr dirty="0" sz="3200" b="1">
                <a:latin typeface="Times New Roman"/>
                <a:cs typeface="Times New Roman"/>
              </a:rPr>
              <a:t>( </a:t>
            </a: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Times New Roman"/>
                <a:cs typeface="Times New Roman"/>
              </a:rPr>
              <a:t>+</a:t>
            </a: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sz="3200" spc="-95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r>
              <a:rPr dirty="0" sz="3200" b="1" i="1">
                <a:latin typeface="Times New Roman"/>
                <a:cs typeface="Times New Roman"/>
              </a:rPr>
              <a:t>i</a:t>
            </a:r>
            <a:r>
              <a:rPr dirty="0" sz="3200" spc="-35" b="1" i="1">
                <a:latin typeface="Times New Roman"/>
                <a:cs typeface="Times New Roman"/>
              </a:rPr>
              <a:t> </a:t>
            </a: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Times New Roman"/>
                <a:cs typeface="Times New Roman"/>
              </a:rPr>
              <a:t>*</a:t>
            </a: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5221" y="4938935"/>
            <a:ext cx="1180465" cy="129349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45"/>
              </a:spcBef>
            </a:pPr>
            <a:r>
              <a:rPr dirty="0" sz="3200" b="1">
                <a:latin typeface="Times New Roman"/>
                <a:cs typeface="Times New Roman"/>
              </a:rPr>
              <a:t>( </a:t>
            </a: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Times New Roman"/>
                <a:cs typeface="Times New Roman"/>
              </a:rPr>
              <a:t>+</a:t>
            </a:r>
            <a:r>
              <a:rPr dirty="0" sz="3200" spc="-5" b="1" i="1">
                <a:latin typeface="Times New Roman"/>
                <a:cs typeface="Times New Roman"/>
              </a:rPr>
              <a:t>i 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spc="-10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55"/>
              </a:spcBef>
            </a:pPr>
            <a:r>
              <a:rPr dirty="0" sz="3200" b="1" i="1">
                <a:latin typeface="Times New Roman"/>
                <a:cs typeface="Times New Roman"/>
              </a:rPr>
              <a:t>i </a:t>
            </a:r>
            <a:r>
              <a:rPr dirty="0" sz="3200" b="1">
                <a:latin typeface="Times New Roman"/>
                <a:cs typeface="Times New Roman"/>
              </a:rPr>
              <a:t>+</a:t>
            </a:r>
            <a:r>
              <a:rPr dirty="0" sz="3200" spc="-110" b="1">
                <a:latin typeface="Times New Roman"/>
                <a:cs typeface="Times New Roman"/>
              </a:rPr>
              <a:t> </a:t>
            </a:r>
            <a:r>
              <a:rPr dirty="0" sz="3200" b="1" i="1">
                <a:latin typeface="Times New Roman"/>
                <a:cs typeface="Times New Roman"/>
              </a:rPr>
              <a:t>i</a:t>
            </a:r>
            <a:r>
              <a:rPr dirty="0" sz="3200" b="1">
                <a:latin typeface="Times New Roman"/>
                <a:cs typeface="Times New Roman"/>
              </a:rPr>
              <a:t>*</a:t>
            </a:r>
            <a:r>
              <a:rPr dirty="0" sz="3200" b="1" i="1">
                <a:latin typeface="Times New Roman"/>
                <a:cs typeface="Times New Roman"/>
              </a:rPr>
              <a:t>i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03194" y="5232653"/>
            <a:ext cx="595376" cy="324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37026" y="5313807"/>
            <a:ext cx="44100" cy="1623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92957" y="5313807"/>
            <a:ext cx="22051" cy="1623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03194" y="5232653"/>
            <a:ext cx="595630" cy="325120"/>
          </a:xfrm>
          <a:custGeom>
            <a:avLst/>
            <a:gdLst/>
            <a:ahLst/>
            <a:cxnLst/>
            <a:rect l="l" t="t" r="r" b="b"/>
            <a:pathLst>
              <a:path w="595629" h="325120">
                <a:moveTo>
                  <a:pt x="418972" y="0"/>
                </a:moveTo>
                <a:lnTo>
                  <a:pt x="418972" y="81153"/>
                </a:lnTo>
                <a:lnTo>
                  <a:pt x="0" y="81153"/>
                </a:lnTo>
                <a:lnTo>
                  <a:pt x="0" y="243459"/>
                </a:lnTo>
                <a:lnTo>
                  <a:pt x="418972" y="243459"/>
                </a:lnTo>
                <a:lnTo>
                  <a:pt x="418972" y="324612"/>
                </a:lnTo>
                <a:lnTo>
                  <a:pt x="595376" y="162306"/>
                </a:lnTo>
                <a:lnTo>
                  <a:pt x="418972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34059" y="5294757"/>
            <a:ext cx="66675" cy="200660"/>
          </a:xfrm>
          <a:custGeom>
            <a:avLst/>
            <a:gdLst/>
            <a:ahLst/>
            <a:cxnLst/>
            <a:rect l="l" t="t" r="r" b="b"/>
            <a:pathLst>
              <a:path w="66675" h="200660">
                <a:moveTo>
                  <a:pt x="0" y="200406"/>
                </a:moveTo>
                <a:lnTo>
                  <a:pt x="66118" y="200406"/>
                </a:lnTo>
                <a:lnTo>
                  <a:pt x="66118" y="0"/>
                </a:lnTo>
                <a:lnTo>
                  <a:pt x="0" y="0"/>
                </a:lnTo>
                <a:lnTo>
                  <a:pt x="0" y="2004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3907" y="5294757"/>
            <a:ext cx="60325" cy="200660"/>
          </a:xfrm>
          <a:custGeom>
            <a:avLst/>
            <a:gdLst/>
            <a:ahLst/>
            <a:cxnLst/>
            <a:rect l="l" t="t" r="r" b="b"/>
            <a:pathLst>
              <a:path w="60325" h="200660">
                <a:moveTo>
                  <a:pt x="0" y="200406"/>
                </a:moveTo>
                <a:lnTo>
                  <a:pt x="60151" y="200406"/>
                </a:lnTo>
                <a:lnTo>
                  <a:pt x="60151" y="0"/>
                </a:lnTo>
                <a:lnTo>
                  <a:pt x="0" y="0"/>
                </a:lnTo>
                <a:lnTo>
                  <a:pt x="0" y="2004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46551" y="5887973"/>
            <a:ext cx="594106" cy="3230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36570" y="5968746"/>
            <a:ext cx="22002" cy="1615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80511" y="5968746"/>
            <a:ext cx="44005" cy="1615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46551" y="5887973"/>
            <a:ext cx="594360" cy="323215"/>
          </a:xfrm>
          <a:custGeom>
            <a:avLst/>
            <a:gdLst/>
            <a:ahLst/>
            <a:cxnLst/>
            <a:rect l="l" t="t" r="r" b="b"/>
            <a:pathLst>
              <a:path w="594360" h="323214">
                <a:moveTo>
                  <a:pt x="418084" y="0"/>
                </a:moveTo>
                <a:lnTo>
                  <a:pt x="418084" y="80772"/>
                </a:lnTo>
                <a:lnTo>
                  <a:pt x="0" y="80772"/>
                </a:lnTo>
                <a:lnTo>
                  <a:pt x="0" y="242315"/>
                </a:lnTo>
                <a:lnTo>
                  <a:pt x="418084" y="242315"/>
                </a:lnTo>
                <a:lnTo>
                  <a:pt x="418084" y="323088"/>
                </a:lnTo>
                <a:lnTo>
                  <a:pt x="594106" y="161544"/>
                </a:lnTo>
                <a:lnTo>
                  <a:pt x="418084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7622" y="5949696"/>
            <a:ext cx="66040" cy="200025"/>
          </a:xfrm>
          <a:custGeom>
            <a:avLst/>
            <a:gdLst/>
            <a:ahLst/>
            <a:cxnLst/>
            <a:rect l="l" t="t" r="r" b="b"/>
            <a:pathLst>
              <a:path w="66039" h="200025">
                <a:moveTo>
                  <a:pt x="0" y="199643"/>
                </a:moveTo>
                <a:lnTo>
                  <a:pt x="65944" y="199643"/>
                </a:lnTo>
                <a:lnTo>
                  <a:pt x="65944" y="0"/>
                </a:lnTo>
                <a:lnTo>
                  <a:pt x="0" y="0"/>
                </a:lnTo>
                <a:lnTo>
                  <a:pt x="0" y="1996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17520" y="5949696"/>
            <a:ext cx="60325" cy="200025"/>
          </a:xfrm>
          <a:custGeom>
            <a:avLst/>
            <a:gdLst/>
            <a:ahLst/>
            <a:cxnLst/>
            <a:rect l="l" t="t" r="r" b="b"/>
            <a:pathLst>
              <a:path w="60325" h="200025">
                <a:moveTo>
                  <a:pt x="0" y="199643"/>
                </a:moveTo>
                <a:lnTo>
                  <a:pt x="60102" y="199643"/>
                </a:lnTo>
                <a:lnTo>
                  <a:pt x="60102" y="0"/>
                </a:lnTo>
                <a:lnTo>
                  <a:pt x="0" y="0"/>
                </a:lnTo>
                <a:lnTo>
                  <a:pt x="0" y="1996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89170" y="5061965"/>
            <a:ext cx="323215" cy="654050"/>
          </a:xfrm>
          <a:custGeom>
            <a:avLst/>
            <a:gdLst/>
            <a:ahLst/>
            <a:cxnLst/>
            <a:rect l="l" t="t" r="r" b="b"/>
            <a:pathLst>
              <a:path w="323214" h="654050">
                <a:moveTo>
                  <a:pt x="0" y="326897"/>
                </a:moveTo>
                <a:lnTo>
                  <a:pt x="2600" y="268123"/>
                </a:lnTo>
                <a:lnTo>
                  <a:pt x="10099" y="212811"/>
                </a:lnTo>
                <a:lnTo>
                  <a:pt x="22041" y="161882"/>
                </a:lnTo>
                <a:lnTo>
                  <a:pt x="37972" y="116259"/>
                </a:lnTo>
                <a:lnTo>
                  <a:pt x="57437" y="76864"/>
                </a:lnTo>
                <a:lnTo>
                  <a:pt x="79981" y="44619"/>
                </a:lnTo>
                <a:lnTo>
                  <a:pt x="132489" y="5265"/>
                </a:lnTo>
                <a:lnTo>
                  <a:pt x="161543" y="0"/>
                </a:lnTo>
                <a:lnTo>
                  <a:pt x="190598" y="5265"/>
                </a:lnTo>
                <a:lnTo>
                  <a:pt x="243106" y="44619"/>
                </a:lnTo>
                <a:lnTo>
                  <a:pt x="265650" y="76864"/>
                </a:lnTo>
                <a:lnTo>
                  <a:pt x="285115" y="116259"/>
                </a:lnTo>
                <a:lnTo>
                  <a:pt x="301046" y="161882"/>
                </a:lnTo>
                <a:lnTo>
                  <a:pt x="312988" y="212811"/>
                </a:lnTo>
                <a:lnTo>
                  <a:pt x="320487" y="268123"/>
                </a:lnTo>
                <a:lnTo>
                  <a:pt x="323088" y="326897"/>
                </a:lnTo>
                <a:lnTo>
                  <a:pt x="320487" y="385672"/>
                </a:lnTo>
                <a:lnTo>
                  <a:pt x="312988" y="440984"/>
                </a:lnTo>
                <a:lnTo>
                  <a:pt x="301046" y="491913"/>
                </a:lnTo>
                <a:lnTo>
                  <a:pt x="285115" y="537536"/>
                </a:lnTo>
                <a:lnTo>
                  <a:pt x="265650" y="576931"/>
                </a:lnTo>
                <a:lnTo>
                  <a:pt x="243106" y="609176"/>
                </a:lnTo>
                <a:lnTo>
                  <a:pt x="190598" y="648530"/>
                </a:lnTo>
                <a:lnTo>
                  <a:pt x="161543" y="653795"/>
                </a:lnTo>
                <a:lnTo>
                  <a:pt x="132489" y="648530"/>
                </a:lnTo>
                <a:lnTo>
                  <a:pt x="79981" y="609176"/>
                </a:lnTo>
                <a:lnTo>
                  <a:pt x="57437" y="576931"/>
                </a:lnTo>
                <a:lnTo>
                  <a:pt x="37972" y="537536"/>
                </a:lnTo>
                <a:lnTo>
                  <a:pt x="22041" y="491913"/>
                </a:lnTo>
                <a:lnTo>
                  <a:pt x="10099" y="440984"/>
                </a:lnTo>
                <a:lnTo>
                  <a:pt x="2600" y="385672"/>
                </a:lnTo>
                <a:lnTo>
                  <a:pt x="0" y="326897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12158" y="5698997"/>
            <a:ext cx="325120" cy="654050"/>
          </a:xfrm>
          <a:custGeom>
            <a:avLst/>
            <a:gdLst/>
            <a:ahLst/>
            <a:cxnLst/>
            <a:rect l="l" t="t" r="r" b="b"/>
            <a:pathLst>
              <a:path w="325120" h="654050">
                <a:moveTo>
                  <a:pt x="0" y="326897"/>
                </a:moveTo>
                <a:lnTo>
                  <a:pt x="2614" y="268137"/>
                </a:lnTo>
                <a:lnTo>
                  <a:pt x="10151" y="212831"/>
                </a:lnTo>
                <a:lnTo>
                  <a:pt x="22154" y="161905"/>
                </a:lnTo>
                <a:lnTo>
                  <a:pt x="38164" y="116280"/>
                </a:lnTo>
                <a:lnTo>
                  <a:pt x="57724" y="76881"/>
                </a:lnTo>
                <a:lnTo>
                  <a:pt x="80376" y="44630"/>
                </a:lnTo>
                <a:lnTo>
                  <a:pt x="133125" y="5266"/>
                </a:lnTo>
                <a:lnTo>
                  <a:pt x="162305" y="0"/>
                </a:lnTo>
                <a:lnTo>
                  <a:pt x="191486" y="5266"/>
                </a:lnTo>
                <a:lnTo>
                  <a:pt x="244235" y="44630"/>
                </a:lnTo>
                <a:lnTo>
                  <a:pt x="266887" y="76881"/>
                </a:lnTo>
                <a:lnTo>
                  <a:pt x="286447" y="116280"/>
                </a:lnTo>
                <a:lnTo>
                  <a:pt x="302457" y="161905"/>
                </a:lnTo>
                <a:lnTo>
                  <a:pt x="314460" y="212831"/>
                </a:lnTo>
                <a:lnTo>
                  <a:pt x="321997" y="268137"/>
                </a:lnTo>
                <a:lnTo>
                  <a:pt x="324612" y="326897"/>
                </a:lnTo>
                <a:lnTo>
                  <a:pt x="321997" y="385658"/>
                </a:lnTo>
                <a:lnTo>
                  <a:pt x="314460" y="440964"/>
                </a:lnTo>
                <a:lnTo>
                  <a:pt x="302457" y="491890"/>
                </a:lnTo>
                <a:lnTo>
                  <a:pt x="286447" y="537515"/>
                </a:lnTo>
                <a:lnTo>
                  <a:pt x="266887" y="576914"/>
                </a:lnTo>
                <a:lnTo>
                  <a:pt x="244235" y="609165"/>
                </a:lnTo>
                <a:lnTo>
                  <a:pt x="191486" y="648529"/>
                </a:lnTo>
                <a:lnTo>
                  <a:pt x="162305" y="653795"/>
                </a:lnTo>
                <a:lnTo>
                  <a:pt x="133125" y="648529"/>
                </a:lnTo>
                <a:lnTo>
                  <a:pt x="80376" y="609165"/>
                </a:lnTo>
                <a:lnTo>
                  <a:pt x="57724" y="576914"/>
                </a:lnTo>
                <a:lnTo>
                  <a:pt x="38164" y="537515"/>
                </a:lnTo>
                <a:lnTo>
                  <a:pt x="22154" y="491890"/>
                </a:lnTo>
                <a:lnTo>
                  <a:pt x="10151" y="440964"/>
                </a:lnTo>
                <a:lnTo>
                  <a:pt x="2614" y="385658"/>
                </a:lnTo>
                <a:lnTo>
                  <a:pt x="0" y="326897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97840" y="1139597"/>
            <a:ext cx="8058784" cy="265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11835">
              <a:lnSpc>
                <a:spcPct val="1301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发现错误时，对剩余符号串作局部校正。即 使用可以使编译器继续工作的输入串代替剩余输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入的前缀。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350">
              <a:latin typeface="宋体"/>
              <a:cs typeface="宋体"/>
            </a:endParaRPr>
          </a:p>
          <a:p>
            <a:pPr marL="120014">
              <a:lnSpc>
                <a:spcPct val="100000"/>
              </a:lnSpc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在输入串的出错点采用插入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删除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修改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0939" y="0"/>
            <a:ext cx="8831580" cy="621919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ctr" marR="89535">
              <a:lnSpc>
                <a:spcPct val="100000"/>
              </a:lnSpc>
              <a:spcBef>
                <a:spcPts val="660"/>
              </a:spcBef>
              <a:tabLst>
                <a:tab pos="580390" algn="l"/>
                <a:tab pos="21729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  <a:p>
            <a:pPr marL="443865" indent="-355600">
              <a:lnSpc>
                <a:spcPct val="100000"/>
              </a:lnSpc>
              <a:spcBef>
                <a:spcPts val="1689"/>
              </a:spcBef>
              <a:buClr>
                <a:srgbClr val="66FFFF"/>
              </a:buClr>
              <a:buSzPct val="115277"/>
              <a:buFont typeface="Wingdings"/>
              <a:buChar char=""/>
              <a:tabLst>
                <a:tab pos="44450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错误处理基本目标</a:t>
            </a:r>
            <a:endParaRPr sz="3600">
              <a:latin typeface="宋体"/>
              <a:cs typeface="宋体"/>
            </a:endParaRPr>
          </a:p>
          <a:p>
            <a:pPr marL="654050" indent="-610235">
              <a:lnSpc>
                <a:spcPct val="100000"/>
              </a:lnSpc>
              <a:spcBef>
                <a:spcPts val="905"/>
              </a:spcBef>
              <a:buFont typeface="Times New Roman"/>
              <a:buAutoNum type="arabicPeriod"/>
              <a:tabLst>
                <a:tab pos="654050" algn="l"/>
                <a:tab pos="65468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清晰准确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地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报告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错误（错误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定性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定位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）；</a:t>
            </a:r>
            <a:endParaRPr sz="3200">
              <a:latin typeface="宋体"/>
              <a:cs typeface="宋体"/>
            </a:endParaRPr>
          </a:p>
          <a:p>
            <a:pPr marL="425450" marR="490855" indent="-407034">
              <a:lnSpc>
                <a:spcPct val="130000"/>
              </a:lnSpc>
              <a:spcBef>
                <a:spcPts val="385"/>
              </a:spcBef>
              <a:buClr>
                <a:srgbClr val="CC99FF"/>
              </a:buClr>
              <a:buFont typeface="Times New Roman"/>
              <a:buAutoNum type="arabicPeriod"/>
              <a:tabLst>
                <a:tab pos="476884" algn="l"/>
              </a:tabLst>
            </a:pPr>
            <a:r>
              <a:rPr dirty="0"/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迅速从每个错误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恢复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过来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以便</a:t>
            </a:r>
            <a:r>
              <a:rPr dirty="0" sz="3200" spc="770" b="1">
                <a:solidFill>
                  <a:srgbClr val="FFFFFF"/>
                </a:solidFill>
                <a:latin typeface="宋体"/>
                <a:cs typeface="宋体"/>
              </a:rPr>
              <a:t>诊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断后面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的错误；</a:t>
            </a:r>
            <a:endParaRPr sz="320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spcBef>
                <a:spcPts val="43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错误恢复的困难</a:t>
            </a:r>
            <a:endParaRPr sz="3200">
              <a:latin typeface="宋体"/>
              <a:cs typeface="宋体"/>
            </a:endParaRPr>
          </a:p>
          <a:p>
            <a:pPr lvl="1" marL="1346200" indent="-534035">
              <a:lnSpc>
                <a:spcPct val="100000"/>
              </a:lnSpc>
              <a:spcBef>
                <a:spcPts val="2175"/>
              </a:spcBef>
              <a:buFont typeface="Times New Roman"/>
              <a:buAutoNum type="arabicPeriod"/>
              <a:tabLst>
                <a:tab pos="1346200" algn="l"/>
                <a:tab pos="134683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源程序书写的灵活性；</a:t>
            </a:r>
            <a:endParaRPr sz="2800">
              <a:latin typeface="宋体"/>
              <a:cs typeface="宋体"/>
            </a:endParaRPr>
          </a:p>
          <a:p>
            <a:pPr lvl="1" marL="1352550" indent="-534035">
              <a:lnSpc>
                <a:spcPct val="100000"/>
              </a:lnSpc>
              <a:spcBef>
                <a:spcPts val="1964"/>
              </a:spcBef>
              <a:buFont typeface="Times New Roman"/>
              <a:buAutoNum type="arabicPeriod"/>
              <a:tabLst>
                <a:tab pos="1352550" algn="l"/>
                <a:tab pos="135318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错误发生的随机性；</a:t>
            </a:r>
            <a:endParaRPr sz="2800">
              <a:latin typeface="宋体"/>
              <a:cs typeface="宋体"/>
            </a:endParaRPr>
          </a:p>
          <a:p>
            <a:pPr lvl="1" marL="1302385" indent="-445770">
              <a:lnSpc>
                <a:spcPct val="100000"/>
              </a:lnSpc>
              <a:spcBef>
                <a:spcPts val="1290"/>
              </a:spcBef>
              <a:buFont typeface="Times New Roman"/>
              <a:buAutoNum type="arabicPeriod"/>
              <a:tabLst>
                <a:tab pos="1302385" algn="l"/>
                <a:tab pos="130302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不使正确程序的处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效率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降低。</a:t>
            </a:r>
            <a:endParaRPr sz="2800">
              <a:latin typeface="宋体"/>
              <a:cs typeface="宋体"/>
            </a:endParaRPr>
          </a:p>
          <a:p>
            <a:pPr lvl="1" marL="1372235" indent="-534035">
              <a:lnSpc>
                <a:spcPct val="100000"/>
              </a:lnSpc>
              <a:spcBef>
                <a:spcPts val="1545"/>
              </a:spcBef>
              <a:buFont typeface="Times New Roman"/>
              <a:buAutoNum type="arabicPeriod"/>
              <a:tabLst>
                <a:tab pos="1372235" algn="l"/>
                <a:tab pos="137287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可能校正途径的多样性。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60601" y="26923"/>
            <a:ext cx="5814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856198"/>
            <a:ext cx="4464685" cy="5403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35735" algn="l"/>
              </a:tabLst>
            </a:pPr>
            <a:r>
              <a:rPr dirty="0" sz="3200">
                <a:solidFill>
                  <a:srgbClr val="FFFF00"/>
                </a:solidFill>
              </a:rPr>
              <a:t>例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5.19	</a:t>
            </a:r>
            <a:r>
              <a:rPr dirty="0" sz="3200">
                <a:solidFill>
                  <a:srgbClr val="FFFFFF"/>
                </a:solidFill>
              </a:rPr>
              <a:t>设</a:t>
            </a:r>
            <a:r>
              <a:rPr dirty="0" sz="3200" spc="5">
                <a:solidFill>
                  <a:srgbClr val="FFFFFF"/>
                </a:solidFill>
              </a:rPr>
              <a:t>有</a:t>
            </a:r>
            <a:r>
              <a:rPr dirty="0" sz="3200">
                <a:solidFill>
                  <a:srgbClr val="FFFFFF"/>
                </a:solidFill>
              </a:rPr>
              <a:t>文法</a:t>
            </a:r>
            <a:r>
              <a:rPr dirty="0" sz="3200" spc="-35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3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350" spc="-35" i="1">
                <a:solidFill>
                  <a:srgbClr val="FFFFFF"/>
                </a:solidFill>
                <a:latin typeface="宋体"/>
                <a:cs typeface="宋体"/>
              </a:rPr>
              <a:t>Ｅ</a:t>
            </a:r>
            <a:r>
              <a:rPr dirty="0" sz="3200" spc="-3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35">
                <a:solidFill>
                  <a:srgbClr val="FFFFFF"/>
                </a:solidFill>
              </a:rPr>
              <a:t>：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86101" y="1504569"/>
            <a:ext cx="12192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6101" y="2000859"/>
            <a:ext cx="1478280" cy="256159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  <a:p>
            <a:pPr marL="12700" marR="32384">
              <a:lnSpc>
                <a:spcPts val="4990"/>
              </a:lnSpc>
              <a:spcBef>
                <a:spcPts val="360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99915" y="2000859"/>
            <a:ext cx="485775" cy="256159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1250"/>
              </a:spcBef>
            </a:pPr>
            <a:r>
              <a:rPr dirty="0" sz="3200" spc="-10" b="1">
                <a:solidFill>
                  <a:srgbClr val="FFFFFF"/>
                </a:solidFill>
                <a:latin typeface="幼圆"/>
                <a:cs typeface="幼圆"/>
              </a:rPr>
              <a:t>①</a:t>
            </a:r>
            <a:endParaRPr sz="3200">
              <a:latin typeface="幼圆"/>
              <a:cs typeface="幼圆"/>
            </a:endParaRPr>
          </a:p>
          <a:p>
            <a:pPr marL="36830">
              <a:lnSpc>
                <a:spcPct val="100000"/>
              </a:lnSpc>
              <a:spcBef>
                <a:spcPts val="115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endParaRPr sz="3200">
              <a:latin typeface="宋体"/>
              <a:cs typeface="宋体"/>
            </a:endParaRPr>
          </a:p>
          <a:p>
            <a:pPr marL="35560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④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4929962"/>
            <a:ext cx="71418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构造文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00FFFF"/>
                </a:solidFill>
                <a:latin typeface="宋体"/>
                <a:cs typeface="宋体"/>
              </a:rPr>
              <a:t>带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出</a:t>
            </a:r>
            <a:r>
              <a:rPr dirty="0" sz="3200" spc="5" b="1">
                <a:solidFill>
                  <a:srgbClr val="00FFFF"/>
                </a:solidFill>
                <a:latin typeface="宋体"/>
                <a:cs typeface="宋体"/>
              </a:rPr>
              <a:t>错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处理</a:t>
            </a:r>
            <a:r>
              <a:rPr dirty="0" sz="3200" spc="15" b="1">
                <a:solidFill>
                  <a:srgbClr val="00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LR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1" y="472440"/>
            <a:ext cx="4724400" cy="441959"/>
          </a:xfrm>
          <a:custGeom>
            <a:avLst/>
            <a:gdLst/>
            <a:ahLst/>
            <a:cxnLst/>
            <a:rect l="l" t="t" r="r" b="b"/>
            <a:pathLst>
              <a:path w="4724400" h="441959">
                <a:moveTo>
                  <a:pt x="0" y="441960"/>
                </a:moveTo>
                <a:lnTo>
                  <a:pt x="4724400" y="441960"/>
                </a:lnTo>
                <a:lnTo>
                  <a:pt x="4724400" y="0"/>
                </a:lnTo>
                <a:lnTo>
                  <a:pt x="0" y="0"/>
                </a:lnTo>
                <a:lnTo>
                  <a:pt x="0" y="441960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067" y="449021"/>
            <a:ext cx="391414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000000"/>
                </a:solidFill>
              </a:rPr>
              <a:t>关于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000000"/>
                </a:solidFill>
              </a:rPr>
              <a:t>项目的</a:t>
            </a:r>
            <a:r>
              <a:rPr dirty="0" sz="3200" spc="-85">
                <a:solidFill>
                  <a:srgbClr val="000000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561" y="1232153"/>
            <a:ext cx="1612900" cy="1815464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87655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1373" y="1232153"/>
            <a:ext cx="1562100" cy="112014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0465" y="3027426"/>
            <a:ext cx="1562100" cy="1815464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0805" marR="236854">
              <a:lnSpc>
                <a:spcPct val="95000"/>
              </a:lnSpc>
              <a:spcBef>
                <a:spcPts val="15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3865" y="634745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60"/>
                </a:moveTo>
                <a:lnTo>
                  <a:pt x="1562099" y="1813560"/>
                </a:lnTo>
                <a:lnTo>
                  <a:pt x="1562099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02478" y="621538"/>
            <a:ext cx="1251585" cy="17818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4357" y="3355085"/>
            <a:ext cx="1473835" cy="10642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algn="just" marL="91440" marR="147955">
              <a:lnSpc>
                <a:spcPct val="87500"/>
              </a:lnSpc>
              <a:spcBef>
                <a:spcPts val="36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5754" y="1078230"/>
            <a:ext cx="1473835" cy="112014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algn="just" marL="92075" marR="14732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50057" y="3623309"/>
            <a:ext cx="1130935" cy="42418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5561" y="3720846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59"/>
                </a:moveTo>
                <a:lnTo>
                  <a:pt x="1562100" y="1813559"/>
                </a:lnTo>
                <a:lnTo>
                  <a:pt x="1562100" y="0"/>
                </a:lnTo>
                <a:lnTo>
                  <a:pt x="0" y="0"/>
                </a:lnTo>
                <a:lnTo>
                  <a:pt x="0" y="181355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05561" y="3720846"/>
            <a:ext cx="1562100" cy="18135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07157" y="5534405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40">
                <a:moveTo>
                  <a:pt x="0" y="1120140"/>
                </a:moveTo>
                <a:lnTo>
                  <a:pt x="1562099" y="1120140"/>
                </a:lnTo>
                <a:lnTo>
                  <a:pt x="1562099" y="0"/>
                </a:lnTo>
                <a:lnTo>
                  <a:pt x="0" y="0"/>
                </a:lnTo>
                <a:lnTo>
                  <a:pt x="0" y="112014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485770" y="5522772"/>
            <a:ext cx="1251585" cy="10871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5561" y="6011417"/>
            <a:ext cx="1371600" cy="424180"/>
          </a:xfrm>
          <a:custGeom>
            <a:avLst/>
            <a:gdLst/>
            <a:ahLst/>
            <a:cxnLst/>
            <a:rect l="l" t="t" r="r" b="b"/>
            <a:pathLst>
              <a:path w="1371600" h="424179">
                <a:moveTo>
                  <a:pt x="0" y="423671"/>
                </a:moveTo>
                <a:lnTo>
                  <a:pt x="1371600" y="423671"/>
                </a:lnTo>
                <a:lnTo>
                  <a:pt x="1371600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83540" y="5999479"/>
            <a:ext cx="1077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17954" y="1493519"/>
            <a:ext cx="693420" cy="114300"/>
          </a:xfrm>
          <a:custGeom>
            <a:avLst/>
            <a:gdLst/>
            <a:ahLst/>
            <a:cxnLst/>
            <a:rect l="l" t="t" r="r" b="b"/>
            <a:pathLst>
              <a:path w="693419" h="114300">
                <a:moveTo>
                  <a:pt x="579119" y="0"/>
                </a:moveTo>
                <a:lnTo>
                  <a:pt x="579119" y="114300"/>
                </a:lnTo>
                <a:lnTo>
                  <a:pt x="655319" y="76200"/>
                </a:lnTo>
                <a:lnTo>
                  <a:pt x="598169" y="76200"/>
                </a:lnTo>
                <a:lnTo>
                  <a:pt x="598169" y="38100"/>
                </a:lnTo>
                <a:lnTo>
                  <a:pt x="655319" y="38100"/>
                </a:lnTo>
                <a:lnTo>
                  <a:pt x="579119" y="0"/>
                </a:lnTo>
                <a:close/>
              </a:path>
              <a:path w="693419" h="114300">
                <a:moveTo>
                  <a:pt x="5791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9119" y="76200"/>
                </a:lnTo>
                <a:lnTo>
                  <a:pt x="579119" y="38100"/>
                </a:lnTo>
                <a:close/>
              </a:path>
              <a:path w="693419" h="114300">
                <a:moveTo>
                  <a:pt x="655319" y="38100"/>
                </a:moveTo>
                <a:lnTo>
                  <a:pt x="598169" y="38100"/>
                </a:lnTo>
                <a:lnTo>
                  <a:pt x="598169" y="76200"/>
                </a:lnTo>
                <a:lnTo>
                  <a:pt x="655319" y="76200"/>
                </a:lnTo>
                <a:lnTo>
                  <a:pt x="693419" y="57150"/>
                </a:lnTo>
                <a:lnTo>
                  <a:pt x="65531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0119" y="3047238"/>
            <a:ext cx="114300" cy="672465"/>
          </a:xfrm>
          <a:custGeom>
            <a:avLst/>
            <a:gdLst/>
            <a:ahLst/>
            <a:cxnLst/>
            <a:rect l="l" t="t" r="r" b="b"/>
            <a:pathLst>
              <a:path w="114300" h="672464">
                <a:moveTo>
                  <a:pt x="38100" y="557784"/>
                </a:moveTo>
                <a:lnTo>
                  <a:pt x="0" y="557784"/>
                </a:lnTo>
                <a:lnTo>
                  <a:pt x="57150" y="672084"/>
                </a:lnTo>
                <a:lnTo>
                  <a:pt x="104775" y="576834"/>
                </a:lnTo>
                <a:lnTo>
                  <a:pt x="38100" y="576834"/>
                </a:lnTo>
                <a:lnTo>
                  <a:pt x="38100" y="557784"/>
                </a:lnTo>
                <a:close/>
              </a:path>
              <a:path w="114300" h="672464">
                <a:moveTo>
                  <a:pt x="76200" y="0"/>
                </a:moveTo>
                <a:lnTo>
                  <a:pt x="38100" y="0"/>
                </a:lnTo>
                <a:lnTo>
                  <a:pt x="38100" y="576834"/>
                </a:lnTo>
                <a:lnTo>
                  <a:pt x="76200" y="576834"/>
                </a:lnTo>
                <a:lnTo>
                  <a:pt x="76200" y="0"/>
                </a:lnTo>
                <a:close/>
              </a:path>
              <a:path w="114300" h="672464">
                <a:moveTo>
                  <a:pt x="114300" y="557784"/>
                </a:moveTo>
                <a:lnTo>
                  <a:pt x="76200" y="557784"/>
                </a:lnTo>
                <a:lnTo>
                  <a:pt x="76200" y="576834"/>
                </a:lnTo>
                <a:lnTo>
                  <a:pt x="104775" y="576834"/>
                </a:lnTo>
                <a:lnTo>
                  <a:pt x="114300" y="55778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94943" y="30716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3473" y="1534667"/>
            <a:ext cx="850900" cy="114300"/>
          </a:xfrm>
          <a:custGeom>
            <a:avLst/>
            <a:gdLst/>
            <a:ahLst/>
            <a:cxnLst/>
            <a:rect l="l" t="t" r="r" b="b"/>
            <a:pathLst>
              <a:path w="850900" h="114300">
                <a:moveTo>
                  <a:pt x="736091" y="0"/>
                </a:moveTo>
                <a:lnTo>
                  <a:pt x="736091" y="114300"/>
                </a:lnTo>
                <a:lnTo>
                  <a:pt x="812291" y="76200"/>
                </a:lnTo>
                <a:lnTo>
                  <a:pt x="755141" y="76200"/>
                </a:lnTo>
                <a:lnTo>
                  <a:pt x="755141" y="38100"/>
                </a:lnTo>
                <a:lnTo>
                  <a:pt x="812291" y="38100"/>
                </a:lnTo>
                <a:lnTo>
                  <a:pt x="736091" y="0"/>
                </a:lnTo>
                <a:close/>
              </a:path>
              <a:path w="850900" h="114300">
                <a:moveTo>
                  <a:pt x="7360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6091" y="76200"/>
                </a:lnTo>
                <a:lnTo>
                  <a:pt x="736091" y="38100"/>
                </a:lnTo>
                <a:close/>
              </a:path>
              <a:path w="850900" h="114300">
                <a:moveTo>
                  <a:pt x="812291" y="38100"/>
                </a:moveTo>
                <a:lnTo>
                  <a:pt x="755141" y="38100"/>
                </a:lnTo>
                <a:lnTo>
                  <a:pt x="755141" y="76200"/>
                </a:lnTo>
                <a:lnTo>
                  <a:pt x="812291" y="76200"/>
                </a:lnTo>
                <a:lnTo>
                  <a:pt x="850391" y="57150"/>
                </a:lnTo>
                <a:lnTo>
                  <a:pt x="8122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149597" y="5296306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65650" y="116682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598157" y="1478280"/>
            <a:ext cx="577850" cy="114300"/>
          </a:xfrm>
          <a:custGeom>
            <a:avLst/>
            <a:gdLst/>
            <a:ahLst/>
            <a:cxnLst/>
            <a:rect l="l" t="t" r="r" b="b"/>
            <a:pathLst>
              <a:path w="577850" h="114300">
                <a:moveTo>
                  <a:pt x="463296" y="0"/>
                </a:moveTo>
                <a:lnTo>
                  <a:pt x="463296" y="114300"/>
                </a:lnTo>
                <a:lnTo>
                  <a:pt x="539496" y="76200"/>
                </a:lnTo>
                <a:lnTo>
                  <a:pt x="482346" y="76200"/>
                </a:lnTo>
                <a:lnTo>
                  <a:pt x="482346" y="38100"/>
                </a:lnTo>
                <a:lnTo>
                  <a:pt x="539496" y="38100"/>
                </a:lnTo>
                <a:lnTo>
                  <a:pt x="463296" y="0"/>
                </a:lnTo>
                <a:close/>
              </a:path>
              <a:path w="577850" h="114300">
                <a:moveTo>
                  <a:pt x="4632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3296" y="76200"/>
                </a:lnTo>
                <a:lnTo>
                  <a:pt x="463296" y="38100"/>
                </a:lnTo>
                <a:close/>
              </a:path>
              <a:path w="577850" h="114300">
                <a:moveTo>
                  <a:pt x="539496" y="38100"/>
                </a:moveTo>
                <a:lnTo>
                  <a:pt x="482346" y="38100"/>
                </a:lnTo>
                <a:lnTo>
                  <a:pt x="482346" y="76200"/>
                </a:lnTo>
                <a:lnTo>
                  <a:pt x="539496" y="76200"/>
                </a:lnTo>
                <a:lnTo>
                  <a:pt x="577596" y="57150"/>
                </a:lnTo>
                <a:lnTo>
                  <a:pt x="5394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753606" y="117424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98157" y="1822704"/>
            <a:ext cx="565785" cy="114300"/>
          </a:xfrm>
          <a:custGeom>
            <a:avLst/>
            <a:gdLst/>
            <a:ahLst/>
            <a:cxnLst/>
            <a:rect l="l" t="t" r="r" b="b"/>
            <a:pathLst>
              <a:path w="56578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6578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65784" h="114300">
                <a:moveTo>
                  <a:pt x="56540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65403" y="76200"/>
                </a:lnTo>
                <a:lnTo>
                  <a:pt x="5654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702932" y="1740535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75628" y="3151632"/>
            <a:ext cx="313690" cy="118491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68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52031" y="279514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宋体"/>
                <a:cs typeface="宋体"/>
              </a:rPr>
              <a:t>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677161" y="6164579"/>
            <a:ext cx="730250" cy="114300"/>
          </a:xfrm>
          <a:custGeom>
            <a:avLst/>
            <a:gdLst/>
            <a:ahLst/>
            <a:cxnLst/>
            <a:rect l="l" t="t" r="r" b="b"/>
            <a:pathLst>
              <a:path w="73025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3025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30250" h="114300">
                <a:moveTo>
                  <a:pt x="72999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29995" y="76200"/>
                </a:lnTo>
                <a:lnTo>
                  <a:pt x="7299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910842" y="5737047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832610" y="5270753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 h="0">
                <a:moveTo>
                  <a:pt x="0" y="0"/>
                </a:moveTo>
                <a:lnTo>
                  <a:pt x="80314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578607" y="5270753"/>
            <a:ext cx="114300" cy="264160"/>
          </a:xfrm>
          <a:custGeom>
            <a:avLst/>
            <a:gdLst/>
            <a:ahLst/>
            <a:cxnLst/>
            <a:rect l="l" t="t" r="r" b="b"/>
            <a:pathLst>
              <a:path w="114300" h="264160">
                <a:moveTo>
                  <a:pt x="38100" y="149352"/>
                </a:moveTo>
                <a:lnTo>
                  <a:pt x="0" y="149352"/>
                </a:lnTo>
                <a:lnTo>
                  <a:pt x="57150" y="263652"/>
                </a:lnTo>
                <a:lnTo>
                  <a:pt x="104775" y="168402"/>
                </a:lnTo>
                <a:lnTo>
                  <a:pt x="38100" y="168402"/>
                </a:lnTo>
                <a:lnTo>
                  <a:pt x="38100" y="149352"/>
                </a:lnTo>
                <a:close/>
              </a:path>
              <a:path w="114300" h="264160">
                <a:moveTo>
                  <a:pt x="76200" y="0"/>
                </a:moveTo>
                <a:lnTo>
                  <a:pt x="38100" y="0"/>
                </a:lnTo>
                <a:lnTo>
                  <a:pt x="38100" y="168402"/>
                </a:lnTo>
                <a:lnTo>
                  <a:pt x="76200" y="168402"/>
                </a:lnTo>
                <a:lnTo>
                  <a:pt x="76200" y="0"/>
                </a:lnTo>
                <a:close/>
              </a:path>
              <a:path w="114300" h="264160">
                <a:moveTo>
                  <a:pt x="114300" y="149352"/>
                </a:moveTo>
                <a:lnTo>
                  <a:pt x="76200" y="149352"/>
                </a:lnTo>
                <a:lnTo>
                  <a:pt x="76200" y="168402"/>
                </a:lnTo>
                <a:lnTo>
                  <a:pt x="104775" y="168402"/>
                </a:lnTo>
                <a:lnTo>
                  <a:pt x="114300" y="1493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123694" y="491045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465311" y="323011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692148" y="3519170"/>
            <a:ext cx="338455" cy="368300"/>
          </a:xfrm>
          <a:custGeom>
            <a:avLst/>
            <a:gdLst/>
            <a:ahLst/>
            <a:cxnLst/>
            <a:rect l="l" t="t" r="r" b="b"/>
            <a:pathLst>
              <a:path w="338455" h="368300">
                <a:moveTo>
                  <a:pt x="168909" y="240156"/>
                </a:moveTo>
                <a:lnTo>
                  <a:pt x="162940" y="367791"/>
                </a:lnTo>
                <a:lnTo>
                  <a:pt x="268604" y="296036"/>
                </a:lnTo>
                <a:lnTo>
                  <a:pt x="264753" y="293877"/>
                </a:lnTo>
                <a:lnTo>
                  <a:pt x="226187" y="293877"/>
                </a:lnTo>
                <a:lnTo>
                  <a:pt x="192785" y="275462"/>
                </a:lnTo>
                <a:lnTo>
                  <a:pt x="202062" y="258739"/>
                </a:lnTo>
                <a:lnTo>
                  <a:pt x="168909" y="240156"/>
                </a:lnTo>
                <a:close/>
              </a:path>
              <a:path w="338455" h="368300">
                <a:moveTo>
                  <a:pt x="202062" y="258739"/>
                </a:moveTo>
                <a:lnTo>
                  <a:pt x="192785" y="275462"/>
                </a:lnTo>
                <a:lnTo>
                  <a:pt x="226187" y="293877"/>
                </a:lnTo>
                <a:lnTo>
                  <a:pt x="235328" y="277385"/>
                </a:lnTo>
                <a:lnTo>
                  <a:pt x="202062" y="258739"/>
                </a:lnTo>
                <a:close/>
              </a:path>
              <a:path w="338455" h="368300">
                <a:moveTo>
                  <a:pt x="235328" y="277385"/>
                </a:moveTo>
                <a:lnTo>
                  <a:pt x="226187" y="293877"/>
                </a:lnTo>
                <a:lnTo>
                  <a:pt x="264753" y="293877"/>
                </a:lnTo>
                <a:lnTo>
                  <a:pt x="235328" y="277385"/>
                </a:lnTo>
                <a:close/>
              </a:path>
              <a:path w="338455" h="368300">
                <a:moveTo>
                  <a:pt x="300235" y="38018"/>
                </a:moveTo>
                <a:lnTo>
                  <a:pt x="299983" y="38028"/>
                </a:lnTo>
                <a:lnTo>
                  <a:pt x="300035" y="38341"/>
                </a:lnTo>
                <a:lnTo>
                  <a:pt x="300156" y="42799"/>
                </a:lnTo>
                <a:lnTo>
                  <a:pt x="290575" y="80137"/>
                </a:lnTo>
                <a:lnTo>
                  <a:pt x="274700" y="118363"/>
                </a:lnTo>
                <a:lnTo>
                  <a:pt x="252602" y="164083"/>
                </a:lnTo>
                <a:lnTo>
                  <a:pt x="225678" y="215645"/>
                </a:lnTo>
                <a:lnTo>
                  <a:pt x="202062" y="258739"/>
                </a:lnTo>
                <a:lnTo>
                  <a:pt x="235328" y="277385"/>
                </a:lnTo>
                <a:lnTo>
                  <a:pt x="259333" y="233552"/>
                </a:lnTo>
                <a:lnTo>
                  <a:pt x="286638" y="181101"/>
                </a:lnTo>
                <a:lnTo>
                  <a:pt x="309625" y="133476"/>
                </a:lnTo>
                <a:lnTo>
                  <a:pt x="326770" y="91820"/>
                </a:lnTo>
                <a:lnTo>
                  <a:pt x="337819" y="49021"/>
                </a:lnTo>
                <a:lnTo>
                  <a:pt x="338211" y="39115"/>
                </a:lnTo>
                <a:lnTo>
                  <a:pt x="303656" y="39115"/>
                </a:lnTo>
                <a:lnTo>
                  <a:pt x="302601" y="38607"/>
                </a:lnTo>
                <a:lnTo>
                  <a:pt x="301867" y="38596"/>
                </a:lnTo>
                <a:lnTo>
                  <a:pt x="301612" y="38353"/>
                </a:lnTo>
                <a:lnTo>
                  <a:pt x="300354" y="38353"/>
                </a:lnTo>
                <a:lnTo>
                  <a:pt x="300235" y="38018"/>
                </a:lnTo>
                <a:close/>
              </a:path>
              <a:path w="338455" h="368300">
                <a:moveTo>
                  <a:pt x="299212" y="0"/>
                </a:moveTo>
                <a:lnTo>
                  <a:pt x="253237" y="12445"/>
                </a:lnTo>
                <a:lnTo>
                  <a:pt x="216281" y="30987"/>
                </a:lnTo>
                <a:lnTo>
                  <a:pt x="174116" y="55879"/>
                </a:lnTo>
                <a:lnTo>
                  <a:pt x="127507" y="85978"/>
                </a:lnTo>
                <a:lnTo>
                  <a:pt x="51943" y="137667"/>
                </a:lnTo>
                <a:lnTo>
                  <a:pt x="0" y="174243"/>
                </a:lnTo>
                <a:lnTo>
                  <a:pt x="21843" y="205485"/>
                </a:lnTo>
                <a:lnTo>
                  <a:pt x="99440" y="151129"/>
                </a:lnTo>
                <a:lnTo>
                  <a:pt x="124459" y="133984"/>
                </a:lnTo>
                <a:lnTo>
                  <a:pt x="172084" y="102234"/>
                </a:lnTo>
                <a:lnTo>
                  <a:pt x="215519" y="75183"/>
                </a:lnTo>
                <a:lnTo>
                  <a:pt x="253237" y="54482"/>
                </a:lnTo>
                <a:lnTo>
                  <a:pt x="288670" y="40004"/>
                </a:lnTo>
                <a:lnTo>
                  <a:pt x="299983" y="38028"/>
                </a:lnTo>
                <a:lnTo>
                  <a:pt x="299764" y="36714"/>
                </a:lnTo>
                <a:lnTo>
                  <a:pt x="299693" y="36526"/>
                </a:lnTo>
                <a:lnTo>
                  <a:pt x="299212" y="36067"/>
                </a:lnTo>
                <a:lnTo>
                  <a:pt x="299542" y="36067"/>
                </a:lnTo>
                <a:lnTo>
                  <a:pt x="298703" y="34670"/>
                </a:lnTo>
                <a:lnTo>
                  <a:pt x="299048" y="34670"/>
                </a:lnTo>
                <a:lnTo>
                  <a:pt x="298957" y="34416"/>
                </a:lnTo>
                <a:lnTo>
                  <a:pt x="337903" y="34416"/>
                </a:lnTo>
                <a:lnTo>
                  <a:pt x="337819" y="33146"/>
                </a:lnTo>
                <a:lnTo>
                  <a:pt x="337057" y="28575"/>
                </a:lnTo>
                <a:lnTo>
                  <a:pt x="336931" y="27431"/>
                </a:lnTo>
                <a:lnTo>
                  <a:pt x="331088" y="14604"/>
                </a:lnTo>
                <a:lnTo>
                  <a:pt x="330200" y="13080"/>
                </a:lnTo>
                <a:lnTo>
                  <a:pt x="329056" y="11810"/>
                </a:lnTo>
                <a:lnTo>
                  <a:pt x="327787" y="10667"/>
                </a:lnTo>
                <a:lnTo>
                  <a:pt x="325119" y="8127"/>
                </a:lnTo>
                <a:lnTo>
                  <a:pt x="323850" y="6984"/>
                </a:lnTo>
                <a:lnTo>
                  <a:pt x="322325" y="5841"/>
                </a:lnTo>
                <a:lnTo>
                  <a:pt x="320675" y="5079"/>
                </a:lnTo>
                <a:lnTo>
                  <a:pt x="317245" y="3428"/>
                </a:lnTo>
                <a:lnTo>
                  <a:pt x="316102" y="2793"/>
                </a:lnTo>
                <a:lnTo>
                  <a:pt x="314959" y="2285"/>
                </a:lnTo>
                <a:lnTo>
                  <a:pt x="313689" y="2031"/>
                </a:lnTo>
                <a:lnTo>
                  <a:pt x="309752" y="1015"/>
                </a:lnTo>
                <a:lnTo>
                  <a:pt x="308737" y="634"/>
                </a:lnTo>
                <a:lnTo>
                  <a:pt x="306450" y="380"/>
                </a:lnTo>
                <a:lnTo>
                  <a:pt x="299212" y="0"/>
                </a:lnTo>
                <a:close/>
              </a:path>
              <a:path w="338455" h="368300">
                <a:moveTo>
                  <a:pt x="302047" y="38341"/>
                </a:moveTo>
                <a:lnTo>
                  <a:pt x="303656" y="39115"/>
                </a:lnTo>
                <a:lnTo>
                  <a:pt x="302899" y="38596"/>
                </a:lnTo>
                <a:lnTo>
                  <a:pt x="302047" y="38341"/>
                </a:lnTo>
                <a:close/>
              </a:path>
              <a:path w="338455" h="368300">
                <a:moveTo>
                  <a:pt x="302899" y="38596"/>
                </a:moveTo>
                <a:lnTo>
                  <a:pt x="303656" y="39115"/>
                </a:lnTo>
                <a:lnTo>
                  <a:pt x="338211" y="39115"/>
                </a:lnTo>
                <a:lnTo>
                  <a:pt x="338194" y="38862"/>
                </a:lnTo>
                <a:lnTo>
                  <a:pt x="303783" y="38862"/>
                </a:lnTo>
                <a:lnTo>
                  <a:pt x="302899" y="38596"/>
                </a:lnTo>
                <a:close/>
              </a:path>
              <a:path w="338455" h="368300">
                <a:moveTo>
                  <a:pt x="302619" y="38404"/>
                </a:moveTo>
                <a:lnTo>
                  <a:pt x="302937" y="38607"/>
                </a:lnTo>
                <a:lnTo>
                  <a:pt x="303783" y="38862"/>
                </a:lnTo>
                <a:lnTo>
                  <a:pt x="302619" y="38404"/>
                </a:lnTo>
                <a:close/>
              </a:path>
              <a:path w="338455" h="368300">
                <a:moveTo>
                  <a:pt x="302261" y="38158"/>
                </a:moveTo>
                <a:lnTo>
                  <a:pt x="302619" y="38404"/>
                </a:lnTo>
                <a:lnTo>
                  <a:pt x="303783" y="38862"/>
                </a:lnTo>
                <a:lnTo>
                  <a:pt x="338194" y="38862"/>
                </a:lnTo>
                <a:lnTo>
                  <a:pt x="338161" y="38353"/>
                </a:lnTo>
                <a:lnTo>
                  <a:pt x="303275" y="38353"/>
                </a:lnTo>
                <a:lnTo>
                  <a:pt x="302261" y="38158"/>
                </a:lnTo>
                <a:close/>
              </a:path>
              <a:path w="338455" h="368300">
                <a:moveTo>
                  <a:pt x="301392" y="38144"/>
                </a:moveTo>
                <a:lnTo>
                  <a:pt x="301878" y="38607"/>
                </a:lnTo>
                <a:lnTo>
                  <a:pt x="301541" y="38189"/>
                </a:lnTo>
                <a:lnTo>
                  <a:pt x="301392" y="38144"/>
                </a:lnTo>
                <a:close/>
              </a:path>
              <a:path w="338455" h="368300">
                <a:moveTo>
                  <a:pt x="301541" y="38189"/>
                </a:moveTo>
                <a:lnTo>
                  <a:pt x="301878" y="38607"/>
                </a:lnTo>
                <a:lnTo>
                  <a:pt x="302601" y="38607"/>
                </a:lnTo>
                <a:lnTo>
                  <a:pt x="302047" y="38341"/>
                </a:lnTo>
                <a:lnTo>
                  <a:pt x="301541" y="38189"/>
                </a:lnTo>
                <a:close/>
              </a:path>
              <a:path w="338455" h="368300">
                <a:moveTo>
                  <a:pt x="301380" y="37989"/>
                </a:moveTo>
                <a:lnTo>
                  <a:pt x="302090" y="38353"/>
                </a:lnTo>
                <a:lnTo>
                  <a:pt x="302899" y="38596"/>
                </a:lnTo>
                <a:lnTo>
                  <a:pt x="302619" y="38404"/>
                </a:lnTo>
                <a:lnTo>
                  <a:pt x="301738" y="38058"/>
                </a:lnTo>
                <a:lnTo>
                  <a:pt x="301380" y="37989"/>
                </a:lnTo>
                <a:close/>
              </a:path>
              <a:path w="338455" h="368300">
                <a:moveTo>
                  <a:pt x="301738" y="38058"/>
                </a:moveTo>
                <a:lnTo>
                  <a:pt x="302619" y="38404"/>
                </a:lnTo>
                <a:lnTo>
                  <a:pt x="302305" y="38189"/>
                </a:lnTo>
                <a:lnTo>
                  <a:pt x="301738" y="38058"/>
                </a:lnTo>
                <a:close/>
              </a:path>
              <a:path w="338455" h="368300">
                <a:moveTo>
                  <a:pt x="300885" y="37992"/>
                </a:moveTo>
                <a:lnTo>
                  <a:pt x="300267" y="38017"/>
                </a:lnTo>
                <a:lnTo>
                  <a:pt x="300354" y="38353"/>
                </a:lnTo>
                <a:lnTo>
                  <a:pt x="301612" y="38353"/>
                </a:lnTo>
                <a:lnTo>
                  <a:pt x="301392" y="38144"/>
                </a:lnTo>
                <a:lnTo>
                  <a:pt x="300885" y="37992"/>
                </a:lnTo>
                <a:close/>
              </a:path>
              <a:path w="338455" h="368300">
                <a:moveTo>
                  <a:pt x="337936" y="34925"/>
                </a:moveTo>
                <a:lnTo>
                  <a:pt x="299465" y="34925"/>
                </a:lnTo>
                <a:lnTo>
                  <a:pt x="299729" y="35943"/>
                </a:lnTo>
                <a:lnTo>
                  <a:pt x="300599" y="37019"/>
                </a:lnTo>
                <a:lnTo>
                  <a:pt x="302175" y="38100"/>
                </a:lnTo>
                <a:lnTo>
                  <a:pt x="303275" y="38353"/>
                </a:lnTo>
                <a:lnTo>
                  <a:pt x="338161" y="38353"/>
                </a:lnTo>
                <a:lnTo>
                  <a:pt x="337936" y="34925"/>
                </a:lnTo>
                <a:close/>
              </a:path>
              <a:path w="338455" h="368300">
                <a:moveTo>
                  <a:pt x="301420" y="38038"/>
                </a:moveTo>
                <a:lnTo>
                  <a:pt x="301541" y="38189"/>
                </a:lnTo>
                <a:lnTo>
                  <a:pt x="302047" y="38341"/>
                </a:lnTo>
                <a:lnTo>
                  <a:pt x="301420" y="38038"/>
                </a:lnTo>
                <a:close/>
              </a:path>
              <a:path w="338455" h="368300">
                <a:moveTo>
                  <a:pt x="301289" y="37976"/>
                </a:moveTo>
                <a:lnTo>
                  <a:pt x="301440" y="38158"/>
                </a:lnTo>
                <a:lnTo>
                  <a:pt x="301289" y="37976"/>
                </a:lnTo>
                <a:close/>
              </a:path>
              <a:path w="338455" h="368300">
                <a:moveTo>
                  <a:pt x="300595" y="37016"/>
                </a:moveTo>
                <a:lnTo>
                  <a:pt x="301218" y="37789"/>
                </a:lnTo>
                <a:lnTo>
                  <a:pt x="301676" y="38034"/>
                </a:lnTo>
                <a:lnTo>
                  <a:pt x="302245" y="38147"/>
                </a:lnTo>
                <a:lnTo>
                  <a:pt x="300595" y="37016"/>
                </a:lnTo>
                <a:close/>
              </a:path>
              <a:path w="338455" h="368300">
                <a:moveTo>
                  <a:pt x="301218" y="37979"/>
                </a:moveTo>
                <a:lnTo>
                  <a:pt x="300960" y="37989"/>
                </a:lnTo>
                <a:lnTo>
                  <a:pt x="301392" y="38144"/>
                </a:lnTo>
                <a:lnTo>
                  <a:pt x="301218" y="37979"/>
                </a:lnTo>
                <a:close/>
              </a:path>
              <a:path w="338455" h="368300">
                <a:moveTo>
                  <a:pt x="301307" y="37975"/>
                </a:moveTo>
                <a:close/>
              </a:path>
              <a:path w="338455" h="368300">
                <a:moveTo>
                  <a:pt x="301521" y="37972"/>
                </a:moveTo>
                <a:lnTo>
                  <a:pt x="301370" y="37972"/>
                </a:lnTo>
                <a:lnTo>
                  <a:pt x="301676" y="38034"/>
                </a:lnTo>
                <a:lnTo>
                  <a:pt x="301521" y="37972"/>
                </a:lnTo>
                <a:close/>
              </a:path>
              <a:path w="338455" h="368300">
                <a:moveTo>
                  <a:pt x="299756" y="36666"/>
                </a:moveTo>
                <a:lnTo>
                  <a:pt x="299983" y="38028"/>
                </a:lnTo>
                <a:lnTo>
                  <a:pt x="300235" y="38018"/>
                </a:lnTo>
                <a:lnTo>
                  <a:pt x="300119" y="37762"/>
                </a:lnTo>
                <a:lnTo>
                  <a:pt x="299974" y="37718"/>
                </a:lnTo>
                <a:lnTo>
                  <a:pt x="300129" y="37718"/>
                </a:lnTo>
                <a:lnTo>
                  <a:pt x="299756" y="36666"/>
                </a:lnTo>
                <a:close/>
              </a:path>
              <a:path w="338455" h="368300">
                <a:moveTo>
                  <a:pt x="300208" y="37789"/>
                </a:moveTo>
                <a:lnTo>
                  <a:pt x="300267" y="38017"/>
                </a:lnTo>
                <a:lnTo>
                  <a:pt x="300885" y="37992"/>
                </a:lnTo>
                <a:lnTo>
                  <a:pt x="300208" y="37789"/>
                </a:lnTo>
                <a:close/>
              </a:path>
              <a:path w="338455" h="368300">
                <a:moveTo>
                  <a:pt x="300201" y="37762"/>
                </a:moveTo>
                <a:lnTo>
                  <a:pt x="300885" y="37992"/>
                </a:lnTo>
                <a:lnTo>
                  <a:pt x="301218" y="37979"/>
                </a:lnTo>
                <a:lnTo>
                  <a:pt x="300201" y="37762"/>
                </a:lnTo>
                <a:close/>
              </a:path>
              <a:path w="338455" h="368300">
                <a:moveTo>
                  <a:pt x="300995" y="37766"/>
                </a:moveTo>
                <a:lnTo>
                  <a:pt x="301307" y="37975"/>
                </a:lnTo>
                <a:lnTo>
                  <a:pt x="301183" y="37840"/>
                </a:lnTo>
                <a:lnTo>
                  <a:pt x="300995" y="37766"/>
                </a:lnTo>
                <a:close/>
              </a:path>
              <a:path w="338455" h="368300">
                <a:moveTo>
                  <a:pt x="301295" y="37884"/>
                </a:moveTo>
                <a:lnTo>
                  <a:pt x="301521" y="37972"/>
                </a:lnTo>
                <a:lnTo>
                  <a:pt x="301295" y="37884"/>
                </a:lnTo>
                <a:close/>
              </a:path>
              <a:path w="338455" h="368300">
                <a:moveTo>
                  <a:pt x="301139" y="37904"/>
                </a:moveTo>
                <a:lnTo>
                  <a:pt x="301275" y="37969"/>
                </a:lnTo>
                <a:lnTo>
                  <a:pt x="301139" y="37904"/>
                </a:lnTo>
                <a:close/>
              </a:path>
              <a:path w="338455" h="368300">
                <a:moveTo>
                  <a:pt x="300485" y="37588"/>
                </a:moveTo>
                <a:lnTo>
                  <a:pt x="300634" y="37845"/>
                </a:lnTo>
                <a:lnTo>
                  <a:pt x="301191" y="37953"/>
                </a:lnTo>
                <a:lnTo>
                  <a:pt x="300485" y="37588"/>
                </a:lnTo>
                <a:close/>
              </a:path>
              <a:path w="338455" h="368300">
                <a:moveTo>
                  <a:pt x="300471" y="37560"/>
                </a:moveTo>
                <a:lnTo>
                  <a:pt x="301139" y="37904"/>
                </a:lnTo>
                <a:lnTo>
                  <a:pt x="300956" y="37751"/>
                </a:lnTo>
                <a:lnTo>
                  <a:pt x="300471" y="37560"/>
                </a:lnTo>
                <a:close/>
              </a:path>
              <a:path w="338455" h="368300">
                <a:moveTo>
                  <a:pt x="300019" y="36621"/>
                </a:moveTo>
                <a:lnTo>
                  <a:pt x="300211" y="37019"/>
                </a:lnTo>
                <a:lnTo>
                  <a:pt x="300945" y="37718"/>
                </a:lnTo>
                <a:lnTo>
                  <a:pt x="301295" y="37884"/>
                </a:lnTo>
                <a:lnTo>
                  <a:pt x="300595" y="37016"/>
                </a:lnTo>
                <a:lnTo>
                  <a:pt x="300019" y="36621"/>
                </a:lnTo>
                <a:close/>
              </a:path>
              <a:path w="338455" h="368300">
                <a:moveTo>
                  <a:pt x="300606" y="37840"/>
                </a:moveTo>
                <a:close/>
              </a:path>
              <a:path w="338455" h="368300">
                <a:moveTo>
                  <a:pt x="300442" y="37568"/>
                </a:moveTo>
                <a:lnTo>
                  <a:pt x="300606" y="37840"/>
                </a:lnTo>
                <a:lnTo>
                  <a:pt x="300485" y="37588"/>
                </a:lnTo>
                <a:close/>
              </a:path>
              <a:path w="338455" h="368300">
                <a:moveTo>
                  <a:pt x="299942" y="36763"/>
                </a:moveTo>
                <a:lnTo>
                  <a:pt x="300220" y="37766"/>
                </a:lnTo>
                <a:lnTo>
                  <a:pt x="300605" y="37840"/>
                </a:lnTo>
                <a:lnTo>
                  <a:pt x="300426" y="37560"/>
                </a:lnTo>
                <a:lnTo>
                  <a:pt x="300227" y="37464"/>
                </a:lnTo>
                <a:lnTo>
                  <a:pt x="300380" y="37464"/>
                </a:lnTo>
                <a:lnTo>
                  <a:pt x="299982" y="36801"/>
                </a:lnTo>
                <a:close/>
              </a:path>
              <a:path w="338455" h="368300">
                <a:moveTo>
                  <a:pt x="299974" y="37718"/>
                </a:moveTo>
                <a:lnTo>
                  <a:pt x="300148" y="37771"/>
                </a:lnTo>
                <a:lnTo>
                  <a:pt x="299974" y="37718"/>
                </a:lnTo>
                <a:close/>
              </a:path>
              <a:path w="338455" h="368300">
                <a:moveTo>
                  <a:pt x="300211" y="37019"/>
                </a:moveTo>
                <a:lnTo>
                  <a:pt x="300425" y="37464"/>
                </a:lnTo>
                <a:lnTo>
                  <a:pt x="300995" y="37766"/>
                </a:lnTo>
                <a:lnTo>
                  <a:pt x="300211" y="37019"/>
                </a:lnTo>
                <a:close/>
              </a:path>
              <a:path w="338455" h="368300">
                <a:moveTo>
                  <a:pt x="299740" y="36571"/>
                </a:moveTo>
                <a:lnTo>
                  <a:pt x="300076" y="37568"/>
                </a:lnTo>
                <a:lnTo>
                  <a:pt x="300201" y="37762"/>
                </a:lnTo>
                <a:lnTo>
                  <a:pt x="300008" y="37016"/>
                </a:lnTo>
                <a:lnTo>
                  <a:pt x="299890" y="36714"/>
                </a:lnTo>
                <a:lnTo>
                  <a:pt x="299740" y="36571"/>
                </a:lnTo>
                <a:close/>
              </a:path>
              <a:path w="338455" h="368300">
                <a:moveTo>
                  <a:pt x="300129" y="37718"/>
                </a:moveTo>
                <a:lnTo>
                  <a:pt x="299974" y="37718"/>
                </a:lnTo>
                <a:lnTo>
                  <a:pt x="300141" y="37751"/>
                </a:lnTo>
                <a:close/>
              </a:path>
              <a:path w="338455" h="368300">
                <a:moveTo>
                  <a:pt x="300227" y="37464"/>
                </a:moveTo>
                <a:lnTo>
                  <a:pt x="300442" y="37568"/>
                </a:lnTo>
                <a:lnTo>
                  <a:pt x="300227" y="37464"/>
                </a:lnTo>
                <a:close/>
              </a:path>
              <a:path w="338455" h="368300">
                <a:moveTo>
                  <a:pt x="299982" y="36801"/>
                </a:moveTo>
                <a:lnTo>
                  <a:pt x="300380" y="37464"/>
                </a:lnTo>
                <a:lnTo>
                  <a:pt x="300208" y="37016"/>
                </a:lnTo>
                <a:lnTo>
                  <a:pt x="299982" y="36801"/>
                </a:lnTo>
                <a:close/>
              </a:path>
              <a:path w="338455" h="368300">
                <a:moveTo>
                  <a:pt x="300380" y="37464"/>
                </a:moveTo>
                <a:lnTo>
                  <a:pt x="300227" y="37464"/>
                </a:lnTo>
                <a:lnTo>
                  <a:pt x="300427" y="37543"/>
                </a:lnTo>
                <a:close/>
              </a:path>
              <a:path w="338455" h="368300">
                <a:moveTo>
                  <a:pt x="299881" y="36526"/>
                </a:moveTo>
                <a:lnTo>
                  <a:pt x="299982" y="36801"/>
                </a:lnTo>
                <a:lnTo>
                  <a:pt x="300211" y="37019"/>
                </a:lnTo>
                <a:lnTo>
                  <a:pt x="300019" y="36621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29" y="35943"/>
                </a:moveTo>
                <a:lnTo>
                  <a:pt x="299973" y="36526"/>
                </a:lnTo>
                <a:lnTo>
                  <a:pt x="300085" y="36666"/>
                </a:lnTo>
                <a:lnTo>
                  <a:pt x="300595" y="37016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9713" y="36412"/>
                </a:moveTo>
                <a:lnTo>
                  <a:pt x="299840" y="36666"/>
                </a:lnTo>
                <a:lnTo>
                  <a:pt x="299817" y="36526"/>
                </a:lnTo>
                <a:close/>
              </a:path>
              <a:path w="338455" h="368300">
                <a:moveTo>
                  <a:pt x="299773" y="36452"/>
                </a:moveTo>
                <a:lnTo>
                  <a:pt x="299929" y="36714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73" y="36110"/>
                </a:moveTo>
                <a:lnTo>
                  <a:pt x="299908" y="36545"/>
                </a:lnTo>
                <a:lnTo>
                  <a:pt x="299773" y="36110"/>
                </a:lnTo>
                <a:close/>
              </a:path>
              <a:path w="338455" h="368300">
                <a:moveTo>
                  <a:pt x="299212" y="36067"/>
                </a:moveTo>
                <a:lnTo>
                  <a:pt x="299713" y="36545"/>
                </a:lnTo>
                <a:lnTo>
                  <a:pt x="299596" y="36331"/>
                </a:lnTo>
                <a:lnTo>
                  <a:pt x="299212" y="36067"/>
                </a:lnTo>
                <a:close/>
              </a:path>
              <a:path w="338455" h="368300">
                <a:moveTo>
                  <a:pt x="299611" y="35795"/>
                </a:moveTo>
                <a:lnTo>
                  <a:pt x="299656" y="36067"/>
                </a:lnTo>
                <a:lnTo>
                  <a:pt x="299773" y="36452"/>
                </a:lnTo>
                <a:lnTo>
                  <a:pt x="299756" y="36074"/>
                </a:lnTo>
                <a:lnTo>
                  <a:pt x="299611" y="35795"/>
                </a:lnTo>
                <a:close/>
              </a:path>
              <a:path w="338455" h="368300">
                <a:moveTo>
                  <a:pt x="299546" y="36074"/>
                </a:moveTo>
                <a:lnTo>
                  <a:pt x="299637" y="36331"/>
                </a:lnTo>
                <a:lnTo>
                  <a:pt x="299546" y="36074"/>
                </a:lnTo>
                <a:close/>
              </a:path>
              <a:path w="338455" h="368300">
                <a:moveTo>
                  <a:pt x="299542" y="36067"/>
                </a:moveTo>
                <a:lnTo>
                  <a:pt x="299212" y="36067"/>
                </a:lnTo>
                <a:lnTo>
                  <a:pt x="299650" y="36368"/>
                </a:lnTo>
                <a:lnTo>
                  <a:pt x="299542" y="36067"/>
                </a:lnTo>
                <a:close/>
              </a:path>
              <a:path w="338455" h="368300">
                <a:moveTo>
                  <a:pt x="299318" y="35432"/>
                </a:moveTo>
                <a:lnTo>
                  <a:pt x="299567" y="36110"/>
                </a:lnTo>
                <a:lnTo>
                  <a:pt x="299700" y="36331"/>
                </a:lnTo>
                <a:lnTo>
                  <a:pt x="299583" y="35761"/>
                </a:lnTo>
                <a:lnTo>
                  <a:pt x="299318" y="35432"/>
                </a:lnTo>
                <a:close/>
              </a:path>
              <a:path w="338455" h="368300">
                <a:moveTo>
                  <a:pt x="299637" y="35828"/>
                </a:moveTo>
                <a:lnTo>
                  <a:pt x="299773" y="36110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8703" y="34670"/>
                </a:moveTo>
                <a:lnTo>
                  <a:pt x="299546" y="36074"/>
                </a:lnTo>
                <a:lnTo>
                  <a:pt x="299318" y="35432"/>
                </a:lnTo>
                <a:lnTo>
                  <a:pt x="298703" y="34670"/>
                </a:lnTo>
                <a:close/>
              </a:path>
              <a:path w="338455" h="368300">
                <a:moveTo>
                  <a:pt x="299465" y="34925"/>
                </a:moveTo>
                <a:lnTo>
                  <a:pt x="299605" y="35761"/>
                </a:lnTo>
                <a:lnTo>
                  <a:pt x="299729" y="35943"/>
                </a:lnTo>
                <a:lnTo>
                  <a:pt x="299465" y="34925"/>
                </a:lnTo>
                <a:close/>
              </a:path>
              <a:path w="338455" h="368300">
                <a:moveTo>
                  <a:pt x="298957" y="34416"/>
                </a:moveTo>
                <a:lnTo>
                  <a:pt x="299318" y="35432"/>
                </a:lnTo>
                <a:lnTo>
                  <a:pt x="299611" y="35795"/>
                </a:lnTo>
                <a:lnTo>
                  <a:pt x="298957" y="34416"/>
                </a:lnTo>
                <a:close/>
              </a:path>
              <a:path w="338455" h="368300">
                <a:moveTo>
                  <a:pt x="337903" y="34416"/>
                </a:moveTo>
                <a:lnTo>
                  <a:pt x="298957" y="34416"/>
                </a:lnTo>
                <a:lnTo>
                  <a:pt x="299605" y="35761"/>
                </a:lnTo>
                <a:lnTo>
                  <a:pt x="299465" y="34925"/>
                </a:lnTo>
                <a:lnTo>
                  <a:pt x="337936" y="34925"/>
                </a:lnTo>
                <a:lnTo>
                  <a:pt x="337903" y="34416"/>
                </a:lnTo>
                <a:close/>
              </a:path>
              <a:path w="338455" h="368300">
                <a:moveTo>
                  <a:pt x="299048" y="34670"/>
                </a:moveTo>
                <a:lnTo>
                  <a:pt x="298703" y="34670"/>
                </a:lnTo>
                <a:lnTo>
                  <a:pt x="299318" y="35432"/>
                </a:lnTo>
                <a:lnTo>
                  <a:pt x="299048" y="34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17294" y="32240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052565" y="3663696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457200" y="0"/>
                </a:moveTo>
                <a:lnTo>
                  <a:pt x="457200" y="114299"/>
                </a:lnTo>
                <a:lnTo>
                  <a:pt x="533400" y="76199"/>
                </a:lnTo>
                <a:lnTo>
                  <a:pt x="476250" y="76199"/>
                </a:lnTo>
                <a:lnTo>
                  <a:pt x="476250" y="38099"/>
                </a:lnTo>
                <a:lnTo>
                  <a:pt x="533400" y="38099"/>
                </a:lnTo>
                <a:lnTo>
                  <a:pt x="457200" y="0"/>
                </a:lnTo>
                <a:close/>
              </a:path>
              <a:path w="571500" h="114300">
                <a:moveTo>
                  <a:pt x="4572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57200" y="76199"/>
                </a:lnTo>
                <a:lnTo>
                  <a:pt x="457200" y="38099"/>
                </a:lnTo>
                <a:close/>
              </a:path>
              <a:path w="571500" h="114300">
                <a:moveTo>
                  <a:pt x="533400" y="38099"/>
                </a:moveTo>
                <a:lnTo>
                  <a:pt x="476250" y="38099"/>
                </a:lnTo>
                <a:lnTo>
                  <a:pt x="476250" y="76199"/>
                </a:lnTo>
                <a:lnTo>
                  <a:pt x="533400" y="76199"/>
                </a:lnTo>
                <a:lnTo>
                  <a:pt x="571500" y="57149"/>
                </a:lnTo>
                <a:lnTo>
                  <a:pt x="5334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052565" y="3994403"/>
            <a:ext cx="622300" cy="114300"/>
          </a:xfrm>
          <a:custGeom>
            <a:avLst/>
            <a:gdLst/>
            <a:ahLst/>
            <a:cxnLst/>
            <a:rect l="l" t="t" r="r" b="b"/>
            <a:pathLst>
              <a:path w="622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223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22300" h="114300">
                <a:moveTo>
                  <a:pt x="62179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21791" y="76200"/>
                </a:lnTo>
                <a:lnTo>
                  <a:pt x="6217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76921" y="2198370"/>
            <a:ext cx="0" cy="963294"/>
          </a:xfrm>
          <a:custGeom>
            <a:avLst/>
            <a:gdLst/>
            <a:ahLst/>
            <a:cxnLst/>
            <a:rect l="l" t="t" r="r" b="b"/>
            <a:pathLst>
              <a:path w="0" h="963294">
                <a:moveTo>
                  <a:pt x="0" y="0"/>
                </a:moveTo>
                <a:lnTo>
                  <a:pt x="0" y="96316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052565" y="3104388"/>
            <a:ext cx="1324610" cy="114300"/>
          </a:xfrm>
          <a:custGeom>
            <a:avLst/>
            <a:gdLst/>
            <a:ahLst/>
            <a:cxnLst/>
            <a:rect l="l" t="t" r="r" b="b"/>
            <a:pathLst>
              <a:path w="13246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3246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324609" h="114300">
                <a:moveTo>
                  <a:pt x="132435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324356" y="76200"/>
                </a:lnTo>
                <a:lnTo>
                  <a:pt x="13243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48066" y="3623309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 h="0">
                <a:moveTo>
                  <a:pt x="0" y="0"/>
                </a:moveTo>
                <a:lnTo>
                  <a:pt x="67665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824721" y="963930"/>
            <a:ext cx="0" cy="2659380"/>
          </a:xfrm>
          <a:custGeom>
            <a:avLst/>
            <a:gdLst/>
            <a:ahLst/>
            <a:cxnLst/>
            <a:rect l="l" t="t" r="r" b="b"/>
            <a:pathLst>
              <a:path w="0" h="2659379">
                <a:moveTo>
                  <a:pt x="0" y="265938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85966" y="906780"/>
            <a:ext cx="2239010" cy="114300"/>
          </a:xfrm>
          <a:custGeom>
            <a:avLst/>
            <a:gdLst/>
            <a:ahLst/>
            <a:cxnLst/>
            <a:rect l="l" t="t" r="r" b="b"/>
            <a:pathLst>
              <a:path w="22390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2390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239009" h="114300">
                <a:moveTo>
                  <a:pt x="223875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238755" y="76200"/>
                </a:lnTo>
                <a:lnTo>
                  <a:pt x="223875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1053" y="1142238"/>
            <a:ext cx="4973320" cy="0"/>
          </a:xfrm>
          <a:custGeom>
            <a:avLst/>
            <a:gdLst/>
            <a:ahLst/>
            <a:cxnLst/>
            <a:rect l="l" t="t" r="r" b="b"/>
            <a:pathLst>
              <a:path w="4973320" h="0">
                <a:moveTo>
                  <a:pt x="49728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053" y="1142238"/>
            <a:ext cx="0" cy="3700779"/>
          </a:xfrm>
          <a:custGeom>
            <a:avLst/>
            <a:gdLst/>
            <a:ahLst/>
            <a:cxnLst/>
            <a:rect l="l" t="t" r="r" b="b"/>
            <a:pathLst>
              <a:path w="0" h="3700779">
                <a:moveTo>
                  <a:pt x="0" y="0"/>
                </a:moveTo>
                <a:lnTo>
                  <a:pt x="1" y="37002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053" y="4785359"/>
            <a:ext cx="254635" cy="114300"/>
          </a:xfrm>
          <a:custGeom>
            <a:avLst/>
            <a:gdLst/>
            <a:ahLst/>
            <a:cxnLst/>
            <a:rect l="l" t="t" r="r" b="b"/>
            <a:pathLst>
              <a:path w="254635" h="114300">
                <a:moveTo>
                  <a:pt x="140208" y="0"/>
                </a:moveTo>
                <a:lnTo>
                  <a:pt x="140208" y="114300"/>
                </a:lnTo>
                <a:lnTo>
                  <a:pt x="216408" y="76200"/>
                </a:lnTo>
                <a:lnTo>
                  <a:pt x="159258" y="76200"/>
                </a:lnTo>
                <a:lnTo>
                  <a:pt x="159258" y="38100"/>
                </a:lnTo>
                <a:lnTo>
                  <a:pt x="216408" y="38100"/>
                </a:lnTo>
                <a:lnTo>
                  <a:pt x="140208" y="0"/>
                </a:lnTo>
                <a:close/>
              </a:path>
              <a:path w="254635" h="114300">
                <a:moveTo>
                  <a:pt x="1402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0208" y="76200"/>
                </a:lnTo>
                <a:lnTo>
                  <a:pt x="140208" y="38100"/>
                </a:lnTo>
                <a:close/>
              </a:path>
              <a:path w="254635" h="114300">
                <a:moveTo>
                  <a:pt x="216408" y="38100"/>
                </a:moveTo>
                <a:lnTo>
                  <a:pt x="159258" y="38100"/>
                </a:lnTo>
                <a:lnTo>
                  <a:pt x="159258" y="76200"/>
                </a:lnTo>
                <a:lnTo>
                  <a:pt x="216408" y="76200"/>
                </a:lnTo>
                <a:lnTo>
                  <a:pt x="254508" y="57150"/>
                </a:lnTo>
                <a:lnTo>
                  <a:pt x="2164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759578" y="734314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969258" y="5625846"/>
            <a:ext cx="711835" cy="0"/>
          </a:xfrm>
          <a:custGeom>
            <a:avLst/>
            <a:gdLst/>
            <a:ahLst/>
            <a:cxnLst/>
            <a:rect l="l" t="t" r="r" b="b"/>
            <a:pathLst>
              <a:path w="711835" h="0">
                <a:moveTo>
                  <a:pt x="0" y="0"/>
                </a:moveTo>
                <a:lnTo>
                  <a:pt x="711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623815" y="4842509"/>
            <a:ext cx="114300" cy="783590"/>
          </a:xfrm>
          <a:custGeom>
            <a:avLst/>
            <a:gdLst/>
            <a:ahLst/>
            <a:cxnLst/>
            <a:rect l="l" t="t" r="r" b="b"/>
            <a:pathLst>
              <a:path w="114300" h="783589">
                <a:moveTo>
                  <a:pt x="76200" y="95250"/>
                </a:moveTo>
                <a:lnTo>
                  <a:pt x="38100" y="95250"/>
                </a:lnTo>
                <a:lnTo>
                  <a:pt x="38100" y="783335"/>
                </a:lnTo>
                <a:lnTo>
                  <a:pt x="76200" y="783335"/>
                </a:lnTo>
                <a:lnTo>
                  <a:pt x="76200" y="95250"/>
                </a:lnTo>
                <a:close/>
              </a:path>
              <a:path w="114300" h="78358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8358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969258" y="6011417"/>
            <a:ext cx="5049520" cy="0"/>
          </a:xfrm>
          <a:custGeom>
            <a:avLst/>
            <a:gdLst/>
            <a:ahLst/>
            <a:cxnLst/>
            <a:rect l="l" t="t" r="r" b="b"/>
            <a:pathLst>
              <a:path w="5049520" h="0">
                <a:moveTo>
                  <a:pt x="0" y="0"/>
                </a:moveTo>
                <a:lnTo>
                  <a:pt x="50490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018269" y="749045"/>
            <a:ext cx="0" cy="5262880"/>
          </a:xfrm>
          <a:custGeom>
            <a:avLst/>
            <a:gdLst/>
            <a:ahLst/>
            <a:cxnLst/>
            <a:rect l="l" t="t" r="r" b="b"/>
            <a:pathLst>
              <a:path w="0" h="5262880">
                <a:moveTo>
                  <a:pt x="0" y="526237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624066" y="667258"/>
            <a:ext cx="2394585" cy="114300"/>
          </a:xfrm>
          <a:custGeom>
            <a:avLst/>
            <a:gdLst/>
            <a:ahLst/>
            <a:cxnLst/>
            <a:rect l="l" t="t" r="r" b="b"/>
            <a:pathLst>
              <a:path w="2394584" h="114300">
                <a:moveTo>
                  <a:pt x="114934" y="0"/>
                </a:moveTo>
                <a:lnTo>
                  <a:pt x="0" y="55879"/>
                </a:lnTo>
                <a:lnTo>
                  <a:pt x="113664" y="114300"/>
                </a:lnTo>
                <a:lnTo>
                  <a:pt x="114088" y="76152"/>
                </a:lnTo>
                <a:lnTo>
                  <a:pt x="94995" y="75945"/>
                </a:lnTo>
                <a:lnTo>
                  <a:pt x="95503" y="37845"/>
                </a:lnTo>
                <a:lnTo>
                  <a:pt x="114514" y="37845"/>
                </a:lnTo>
                <a:lnTo>
                  <a:pt x="114934" y="0"/>
                </a:lnTo>
                <a:close/>
              </a:path>
              <a:path w="2394584" h="114300">
                <a:moveTo>
                  <a:pt x="114512" y="38051"/>
                </a:moveTo>
                <a:lnTo>
                  <a:pt x="114088" y="76152"/>
                </a:lnTo>
                <a:lnTo>
                  <a:pt x="2393950" y="100837"/>
                </a:lnTo>
                <a:lnTo>
                  <a:pt x="2394457" y="62737"/>
                </a:lnTo>
                <a:lnTo>
                  <a:pt x="114512" y="38051"/>
                </a:lnTo>
                <a:close/>
              </a:path>
              <a:path w="2394584" h="114300">
                <a:moveTo>
                  <a:pt x="95503" y="37845"/>
                </a:moveTo>
                <a:lnTo>
                  <a:pt x="94995" y="75945"/>
                </a:lnTo>
                <a:lnTo>
                  <a:pt x="114088" y="76152"/>
                </a:lnTo>
                <a:lnTo>
                  <a:pt x="114512" y="38051"/>
                </a:lnTo>
                <a:lnTo>
                  <a:pt x="95503" y="37845"/>
                </a:lnTo>
                <a:close/>
              </a:path>
              <a:path w="2394584" h="114300">
                <a:moveTo>
                  <a:pt x="114514" y="37845"/>
                </a:moveTo>
                <a:lnTo>
                  <a:pt x="95503" y="37845"/>
                </a:lnTo>
                <a:lnTo>
                  <a:pt x="114512" y="38051"/>
                </a:lnTo>
                <a:lnTo>
                  <a:pt x="114514" y="3784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4099052" y="566054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832610" y="3927347"/>
            <a:ext cx="917575" cy="114300"/>
          </a:xfrm>
          <a:custGeom>
            <a:avLst/>
            <a:gdLst/>
            <a:ahLst/>
            <a:cxnLst/>
            <a:rect l="l" t="t" r="r" b="b"/>
            <a:pathLst>
              <a:path w="917575" h="114300">
                <a:moveTo>
                  <a:pt x="803147" y="0"/>
                </a:moveTo>
                <a:lnTo>
                  <a:pt x="803147" y="114300"/>
                </a:lnTo>
                <a:lnTo>
                  <a:pt x="879347" y="76200"/>
                </a:lnTo>
                <a:lnTo>
                  <a:pt x="822197" y="76200"/>
                </a:lnTo>
                <a:lnTo>
                  <a:pt x="822197" y="38100"/>
                </a:lnTo>
                <a:lnTo>
                  <a:pt x="879347" y="38100"/>
                </a:lnTo>
                <a:lnTo>
                  <a:pt x="803147" y="0"/>
                </a:lnTo>
                <a:close/>
              </a:path>
              <a:path w="917575" h="114300">
                <a:moveTo>
                  <a:pt x="8031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3147" y="76200"/>
                </a:lnTo>
                <a:lnTo>
                  <a:pt x="803147" y="38100"/>
                </a:lnTo>
                <a:close/>
              </a:path>
              <a:path w="917575" h="114300">
                <a:moveTo>
                  <a:pt x="879347" y="38100"/>
                </a:moveTo>
                <a:lnTo>
                  <a:pt x="822197" y="38100"/>
                </a:lnTo>
                <a:lnTo>
                  <a:pt x="822197" y="76200"/>
                </a:lnTo>
                <a:lnTo>
                  <a:pt x="879347" y="76200"/>
                </a:lnTo>
                <a:lnTo>
                  <a:pt x="917447" y="57150"/>
                </a:lnTo>
                <a:lnTo>
                  <a:pt x="8793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187320" y="3881373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880865" y="3837432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4099052" y="3533647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832610" y="4579620"/>
            <a:ext cx="2658110" cy="114300"/>
          </a:xfrm>
          <a:custGeom>
            <a:avLst/>
            <a:gdLst/>
            <a:ahLst/>
            <a:cxnLst/>
            <a:rect l="l" t="t" r="r" b="b"/>
            <a:pathLst>
              <a:path w="265811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265811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2658110" h="114300">
                <a:moveTo>
                  <a:pt x="2657855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2657855" y="76199"/>
                </a:lnTo>
                <a:lnTo>
                  <a:pt x="2657855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127375" y="4240148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905761" y="2804922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91611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410961" y="2448305"/>
            <a:ext cx="0" cy="356870"/>
          </a:xfrm>
          <a:custGeom>
            <a:avLst/>
            <a:gdLst/>
            <a:ahLst/>
            <a:cxnLst/>
            <a:rect l="l" t="t" r="r" b="b"/>
            <a:pathLst>
              <a:path w="0" h="356869">
                <a:moveTo>
                  <a:pt x="0" y="0"/>
                </a:moveTo>
                <a:lnTo>
                  <a:pt x="0" y="3566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556253" y="2804922"/>
            <a:ext cx="1854835" cy="0"/>
          </a:xfrm>
          <a:custGeom>
            <a:avLst/>
            <a:gdLst/>
            <a:ahLst/>
            <a:cxnLst/>
            <a:rect l="l" t="t" r="r" b="b"/>
            <a:pathLst>
              <a:path w="1854835" h="0">
                <a:moveTo>
                  <a:pt x="185470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99103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2917698" y="2988945"/>
            <a:ext cx="789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150" algn="l"/>
              </a:tabLst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	</a:t>
            </a:r>
            <a:r>
              <a:rPr dirty="0" baseline="1157" sz="36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baseline="1157" sz="36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150876" y="0"/>
                </a:moveTo>
                <a:lnTo>
                  <a:pt x="84530" y="24561"/>
                </a:lnTo>
                <a:lnTo>
                  <a:pt x="56516" y="53084"/>
                </a:lnTo>
                <a:lnTo>
                  <a:pt x="33150" y="90498"/>
                </a:lnTo>
                <a:lnTo>
                  <a:pt x="15337" y="135349"/>
                </a:lnTo>
                <a:lnTo>
                  <a:pt x="3985" y="186185"/>
                </a:lnTo>
                <a:lnTo>
                  <a:pt x="0" y="241554"/>
                </a:lnTo>
                <a:lnTo>
                  <a:pt x="3985" y="296922"/>
                </a:lnTo>
                <a:lnTo>
                  <a:pt x="15337" y="347758"/>
                </a:lnTo>
                <a:lnTo>
                  <a:pt x="33150" y="392609"/>
                </a:lnTo>
                <a:lnTo>
                  <a:pt x="56516" y="430023"/>
                </a:lnTo>
                <a:lnTo>
                  <a:pt x="84530" y="458546"/>
                </a:lnTo>
                <a:lnTo>
                  <a:pt x="150876" y="483108"/>
                </a:lnTo>
                <a:lnTo>
                  <a:pt x="185465" y="476725"/>
                </a:lnTo>
                <a:lnTo>
                  <a:pt x="245235" y="430023"/>
                </a:lnTo>
                <a:lnTo>
                  <a:pt x="268601" y="392609"/>
                </a:lnTo>
                <a:lnTo>
                  <a:pt x="286414" y="347758"/>
                </a:lnTo>
                <a:lnTo>
                  <a:pt x="297766" y="296922"/>
                </a:lnTo>
                <a:lnTo>
                  <a:pt x="301752" y="241554"/>
                </a:lnTo>
                <a:lnTo>
                  <a:pt x="297766" y="186185"/>
                </a:lnTo>
                <a:lnTo>
                  <a:pt x="286414" y="135349"/>
                </a:lnTo>
                <a:lnTo>
                  <a:pt x="268601" y="90498"/>
                </a:lnTo>
                <a:lnTo>
                  <a:pt x="245235" y="53084"/>
                </a:lnTo>
                <a:lnTo>
                  <a:pt x="217221" y="24561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0" y="241554"/>
                </a:moveTo>
                <a:lnTo>
                  <a:pt x="3985" y="186185"/>
                </a:lnTo>
                <a:lnTo>
                  <a:pt x="15337" y="135349"/>
                </a:lnTo>
                <a:lnTo>
                  <a:pt x="33150" y="90498"/>
                </a:lnTo>
                <a:lnTo>
                  <a:pt x="56516" y="53084"/>
                </a:lnTo>
                <a:lnTo>
                  <a:pt x="84530" y="24561"/>
                </a:lnTo>
                <a:lnTo>
                  <a:pt x="150876" y="0"/>
                </a:lnTo>
                <a:lnTo>
                  <a:pt x="185465" y="6382"/>
                </a:lnTo>
                <a:lnTo>
                  <a:pt x="245235" y="53084"/>
                </a:lnTo>
                <a:lnTo>
                  <a:pt x="268601" y="90498"/>
                </a:lnTo>
                <a:lnTo>
                  <a:pt x="286414" y="135349"/>
                </a:lnTo>
                <a:lnTo>
                  <a:pt x="297766" y="186185"/>
                </a:lnTo>
                <a:lnTo>
                  <a:pt x="301752" y="241554"/>
                </a:lnTo>
                <a:lnTo>
                  <a:pt x="297766" y="296922"/>
                </a:lnTo>
                <a:lnTo>
                  <a:pt x="286414" y="347758"/>
                </a:lnTo>
                <a:lnTo>
                  <a:pt x="268601" y="392609"/>
                </a:lnTo>
                <a:lnTo>
                  <a:pt x="245235" y="430023"/>
                </a:lnTo>
                <a:lnTo>
                  <a:pt x="217221" y="458546"/>
                </a:lnTo>
                <a:lnTo>
                  <a:pt x="150876" y="483108"/>
                </a:lnTo>
                <a:lnTo>
                  <a:pt x="116286" y="476725"/>
                </a:lnTo>
                <a:lnTo>
                  <a:pt x="56516" y="430023"/>
                </a:lnTo>
                <a:lnTo>
                  <a:pt x="33150" y="392609"/>
                </a:lnTo>
                <a:lnTo>
                  <a:pt x="15337" y="347758"/>
                </a:lnTo>
                <a:lnTo>
                  <a:pt x="3985" y="296922"/>
                </a:lnTo>
                <a:lnTo>
                  <a:pt x="0" y="2415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1993773" y="1054049"/>
            <a:ext cx="397510" cy="12007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1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150875" y="0"/>
                </a:moveTo>
                <a:lnTo>
                  <a:pt x="110772" y="7944"/>
                </a:lnTo>
                <a:lnTo>
                  <a:pt x="74732" y="30367"/>
                </a:lnTo>
                <a:lnTo>
                  <a:pt x="44195" y="65150"/>
                </a:lnTo>
                <a:lnTo>
                  <a:pt x="20602" y="110179"/>
                </a:lnTo>
                <a:lnTo>
                  <a:pt x="5390" y="163336"/>
                </a:lnTo>
                <a:lnTo>
                  <a:pt x="0" y="222503"/>
                </a:lnTo>
                <a:lnTo>
                  <a:pt x="5390" y="281671"/>
                </a:lnTo>
                <a:lnTo>
                  <a:pt x="20602" y="334828"/>
                </a:lnTo>
                <a:lnTo>
                  <a:pt x="44196" y="379857"/>
                </a:lnTo>
                <a:lnTo>
                  <a:pt x="74732" y="414640"/>
                </a:lnTo>
                <a:lnTo>
                  <a:pt x="110772" y="437063"/>
                </a:lnTo>
                <a:lnTo>
                  <a:pt x="150875" y="445008"/>
                </a:lnTo>
                <a:lnTo>
                  <a:pt x="190979" y="437063"/>
                </a:lnTo>
                <a:lnTo>
                  <a:pt x="227019" y="414640"/>
                </a:lnTo>
                <a:lnTo>
                  <a:pt x="257555" y="379857"/>
                </a:lnTo>
                <a:lnTo>
                  <a:pt x="281149" y="334828"/>
                </a:lnTo>
                <a:lnTo>
                  <a:pt x="296361" y="281671"/>
                </a:lnTo>
                <a:lnTo>
                  <a:pt x="301751" y="222503"/>
                </a:lnTo>
                <a:lnTo>
                  <a:pt x="296361" y="163336"/>
                </a:lnTo>
                <a:lnTo>
                  <a:pt x="281149" y="110179"/>
                </a:lnTo>
                <a:lnTo>
                  <a:pt x="257555" y="65150"/>
                </a:lnTo>
                <a:lnTo>
                  <a:pt x="227019" y="30367"/>
                </a:lnTo>
                <a:lnTo>
                  <a:pt x="190979" y="7944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0" y="222503"/>
                </a:moveTo>
                <a:lnTo>
                  <a:pt x="5390" y="163336"/>
                </a:lnTo>
                <a:lnTo>
                  <a:pt x="20602" y="110179"/>
                </a:lnTo>
                <a:lnTo>
                  <a:pt x="44195" y="65150"/>
                </a:lnTo>
                <a:lnTo>
                  <a:pt x="74732" y="30367"/>
                </a:lnTo>
                <a:lnTo>
                  <a:pt x="110772" y="7944"/>
                </a:lnTo>
                <a:lnTo>
                  <a:pt x="150875" y="0"/>
                </a:lnTo>
                <a:lnTo>
                  <a:pt x="190979" y="7944"/>
                </a:lnTo>
                <a:lnTo>
                  <a:pt x="227019" y="30367"/>
                </a:lnTo>
                <a:lnTo>
                  <a:pt x="257555" y="65150"/>
                </a:lnTo>
                <a:lnTo>
                  <a:pt x="281149" y="110179"/>
                </a:lnTo>
                <a:lnTo>
                  <a:pt x="296361" y="163336"/>
                </a:lnTo>
                <a:lnTo>
                  <a:pt x="301751" y="222503"/>
                </a:lnTo>
                <a:lnTo>
                  <a:pt x="296361" y="281671"/>
                </a:lnTo>
                <a:lnTo>
                  <a:pt x="281149" y="334828"/>
                </a:lnTo>
                <a:lnTo>
                  <a:pt x="257556" y="379856"/>
                </a:lnTo>
                <a:lnTo>
                  <a:pt x="227019" y="414640"/>
                </a:lnTo>
                <a:lnTo>
                  <a:pt x="190979" y="437063"/>
                </a:lnTo>
                <a:lnTo>
                  <a:pt x="150875" y="445008"/>
                </a:lnTo>
                <a:lnTo>
                  <a:pt x="110772" y="437063"/>
                </a:lnTo>
                <a:lnTo>
                  <a:pt x="74732" y="414640"/>
                </a:lnTo>
                <a:lnTo>
                  <a:pt x="44196" y="379857"/>
                </a:lnTo>
                <a:lnTo>
                  <a:pt x="20602" y="334828"/>
                </a:lnTo>
                <a:lnTo>
                  <a:pt x="5390" y="281671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4234053" y="1692401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150876" y="0"/>
                </a:moveTo>
                <a:lnTo>
                  <a:pt x="84525" y="23322"/>
                </a:lnTo>
                <a:lnTo>
                  <a:pt x="56511" y="50405"/>
                </a:lnTo>
                <a:lnTo>
                  <a:pt x="33146" y="85930"/>
                </a:lnTo>
                <a:lnTo>
                  <a:pt x="15335" y="128518"/>
                </a:lnTo>
                <a:lnTo>
                  <a:pt x="3984" y="176788"/>
                </a:lnTo>
                <a:lnTo>
                  <a:pt x="0" y="229362"/>
                </a:lnTo>
                <a:lnTo>
                  <a:pt x="3984" y="281935"/>
                </a:lnTo>
                <a:lnTo>
                  <a:pt x="15335" y="330205"/>
                </a:lnTo>
                <a:lnTo>
                  <a:pt x="33146" y="372793"/>
                </a:lnTo>
                <a:lnTo>
                  <a:pt x="56511" y="408318"/>
                </a:lnTo>
                <a:lnTo>
                  <a:pt x="84525" y="435401"/>
                </a:lnTo>
                <a:lnTo>
                  <a:pt x="150876" y="458724"/>
                </a:lnTo>
                <a:lnTo>
                  <a:pt x="185469" y="452663"/>
                </a:lnTo>
                <a:lnTo>
                  <a:pt x="245240" y="408318"/>
                </a:lnTo>
                <a:lnTo>
                  <a:pt x="268605" y="372793"/>
                </a:lnTo>
                <a:lnTo>
                  <a:pt x="286416" y="330205"/>
                </a:lnTo>
                <a:lnTo>
                  <a:pt x="297767" y="281935"/>
                </a:lnTo>
                <a:lnTo>
                  <a:pt x="301752" y="229362"/>
                </a:lnTo>
                <a:lnTo>
                  <a:pt x="297767" y="176788"/>
                </a:lnTo>
                <a:lnTo>
                  <a:pt x="286416" y="128518"/>
                </a:lnTo>
                <a:lnTo>
                  <a:pt x="268605" y="85930"/>
                </a:lnTo>
                <a:lnTo>
                  <a:pt x="245240" y="50405"/>
                </a:lnTo>
                <a:lnTo>
                  <a:pt x="217226" y="23322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0" y="229362"/>
                </a:moveTo>
                <a:lnTo>
                  <a:pt x="3984" y="176788"/>
                </a:lnTo>
                <a:lnTo>
                  <a:pt x="15335" y="128518"/>
                </a:lnTo>
                <a:lnTo>
                  <a:pt x="33146" y="85930"/>
                </a:lnTo>
                <a:lnTo>
                  <a:pt x="56511" y="50405"/>
                </a:lnTo>
                <a:lnTo>
                  <a:pt x="84525" y="23322"/>
                </a:lnTo>
                <a:lnTo>
                  <a:pt x="150876" y="0"/>
                </a:lnTo>
                <a:lnTo>
                  <a:pt x="185469" y="6060"/>
                </a:lnTo>
                <a:lnTo>
                  <a:pt x="245240" y="50405"/>
                </a:lnTo>
                <a:lnTo>
                  <a:pt x="268605" y="85930"/>
                </a:lnTo>
                <a:lnTo>
                  <a:pt x="286416" y="128518"/>
                </a:lnTo>
                <a:lnTo>
                  <a:pt x="297767" y="176788"/>
                </a:lnTo>
                <a:lnTo>
                  <a:pt x="301752" y="229362"/>
                </a:lnTo>
                <a:lnTo>
                  <a:pt x="297767" y="281935"/>
                </a:lnTo>
                <a:lnTo>
                  <a:pt x="286416" y="330205"/>
                </a:lnTo>
                <a:lnTo>
                  <a:pt x="268605" y="372793"/>
                </a:lnTo>
                <a:lnTo>
                  <a:pt x="245240" y="408318"/>
                </a:lnTo>
                <a:lnTo>
                  <a:pt x="217226" y="435401"/>
                </a:lnTo>
                <a:lnTo>
                  <a:pt x="150876" y="458724"/>
                </a:lnTo>
                <a:lnTo>
                  <a:pt x="116282" y="452663"/>
                </a:lnTo>
                <a:lnTo>
                  <a:pt x="56511" y="408318"/>
                </a:lnTo>
                <a:lnTo>
                  <a:pt x="33146" y="372793"/>
                </a:lnTo>
                <a:lnTo>
                  <a:pt x="15335" y="330205"/>
                </a:lnTo>
                <a:lnTo>
                  <a:pt x="3984" y="281935"/>
                </a:lnTo>
                <a:lnTo>
                  <a:pt x="0" y="22936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53695" y="318371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150875" y="0"/>
                </a:moveTo>
                <a:lnTo>
                  <a:pt x="110772" y="7893"/>
                </a:lnTo>
                <a:lnTo>
                  <a:pt x="74732" y="30169"/>
                </a:lnTo>
                <a:lnTo>
                  <a:pt x="44196" y="64722"/>
                </a:lnTo>
                <a:lnTo>
                  <a:pt x="20602" y="109445"/>
                </a:lnTo>
                <a:lnTo>
                  <a:pt x="5390" y="162233"/>
                </a:lnTo>
                <a:lnTo>
                  <a:pt x="0" y="220980"/>
                </a:lnTo>
                <a:lnTo>
                  <a:pt x="5390" y="279726"/>
                </a:lnTo>
                <a:lnTo>
                  <a:pt x="20602" y="332514"/>
                </a:lnTo>
                <a:lnTo>
                  <a:pt x="44196" y="377237"/>
                </a:lnTo>
                <a:lnTo>
                  <a:pt x="74732" y="411790"/>
                </a:lnTo>
                <a:lnTo>
                  <a:pt x="110772" y="434066"/>
                </a:lnTo>
                <a:lnTo>
                  <a:pt x="150875" y="441960"/>
                </a:lnTo>
                <a:lnTo>
                  <a:pt x="190979" y="434066"/>
                </a:lnTo>
                <a:lnTo>
                  <a:pt x="227019" y="411790"/>
                </a:lnTo>
                <a:lnTo>
                  <a:pt x="257555" y="377237"/>
                </a:lnTo>
                <a:lnTo>
                  <a:pt x="281149" y="332514"/>
                </a:lnTo>
                <a:lnTo>
                  <a:pt x="296361" y="279726"/>
                </a:lnTo>
                <a:lnTo>
                  <a:pt x="301752" y="220980"/>
                </a:lnTo>
                <a:lnTo>
                  <a:pt x="296361" y="162233"/>
                </a:lnTo>
                <a:lnTo>
                  <a:pt x="281149" y="109445"/>
                </a:lnTo>
                <a:lnTo>
                  <a:pt x="257555" y="64722"/>
                </a:lnTo>
                <a:lnTo>
                  <a:pt x="227019" y="30169"/>
                </a:lnTo>
                <a:lnTo>
                  <a:pt x="190979" y="789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0" y="220980"/>
                </a:moveTo>
                <a:lnTo>
                  <a:pt x="5390" y="162233"/>
                </a:lnTo>
                <a:lnTo>
                  <a:pt x="20602" y="109445"/>
                </a:lnTo>
                <a:lnTo>
                  <a:pt x="44196" y="64722"/>
                </a:lnTo>
                <a:lnTo>
                  <a:pt x="74732" y="30169"/>
                </a:lnTo>
                <a:lnTo>
                  <a:pt x="110772" y="7893"/>
                </a:lnTo>
                <a:lnTo>
                  <a:pt x="150875" y="0"/>
                </a:lnTo>
                <a:lnTo>
                  <a:pt x="190979" y="7893"/>
                </a:lnTo>
                <a:lnTo>
                  <a:pt x="227019" y="30169"/>
                </a:lnTo>
                <a:lnTo>
                  <a:pt x="257555" y="64722"/>
                </a:lnTo>
                <a:lnTo>
                  <a:pt x="281149" y="109445"/>
                </a:lnTo>
                <a:lnTo>
                  <a:pt x="296361" y="162233"/>
                </a:lnTo>
                <a:lnTo>
                  <a:pt x="301752" y="220980"/>
                </a:lnTo>
                <a:lnTo>
                  <a:pt x="296361" y="279726"/>
                </a:lnTo>
                <a:lnTo>
                  <a:pt x="281149" y="332514"/>
                </a:lnTo>
                <a:lnTo>
                  <a:pt x="257556" y="377237"/>
                </a:lnTo>
                <a:lnTo>
                  <a:pt x="227019" y="411790"/>
                </a:lnTo>
                <a:lnTo>
                  <a:pt x="190979" y="434066"/>
                </a:lnTo>
                <a:lnTo>
                  <a:pt x="150875" y="441960"/>
                </a:lnTo>
                <a:lnTo>
                  <a:pt x="110772" y="434066"/>
                </a:lnTo>
                <a:lnTo>
                  <a:pt x="74732" y="411790"/>
                </a:lnTo>
                <a:lnTo>
                  <a:pt x="44196" y="377237"/>
                </a:lnTo>
                <a:lnTo>
                  <a:pt x="20602" y="332514"/>
                </a:lnTo>
                <a:lnTo>
                  <a:pt x="5390" y="279726"/>
                </a:lnTo>
                <a:lnTo>
                  <a:pt x="0" y="2209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2443098" y="342150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159503" y="2185416"/>
            <a:ext cx="788670" cy="842010"/>
          </a:xfrm>
          <a:custGeom>
            <a:avLst/>
            <a:gdLst/>
            <a:ahLst/>
            <a:cxnLst/>
            <a:rect l="l" t="t" r="r" b="b"/>
            <a:pathLst>
              <a:path w="788670" h="842010">
                <a:moveTo>
                  <a:pt x="696206" y="771487"/>
                </a:moveTo>
                <a:lnTo>
                  <a:pt x="668401" y="797433"/>
                </a:lnTo>
                <a:lnTo>
                  <a:pt x="788162" y="842010"/>
                </a:lnTo>
                <a:lnTo>
                  <a:pt x="771433" y="785368"/>
                </a:lnTo>
                <a:lnTo>
                  <a:pt x="709168" y="785368"/>
                </a:lnTo>
                <a:lnTo>
                  <a:pt x="696206" y="771487"/>
                </a:lnTo>
                <a:close/>
              </a:path>
              <a:path w="788670" h="842010">
                <a:moveTo>
                  <a:pt x="724126" y="745433"/>
                </a:moveTo>
                <a:lnTo>
                  <a:pt x="696206" y="771487"/>
                </a:lnTo>
                <a:lnTo>
                  <a:pt x="709168" y="785368"/>
                </a:lnTo>
                <a:lnTo>
                  <a:pt x="737108" y="759333"/>
                </a:lnTo>
                <a:lnTo>
                  <a:pt x="724126" y="745433"/>
                </a:lnTo>
                <a:close/>
              </a:path>
              <a:path w="788670" h="842010">
                <a:moveTo>
                  <a:pt x="751967" y="719455"/>
                </a:moveTo>
                <a:lnTo>
                  <a:pt x="724126" y="745433"/>
                </a:lnTo>
                <a:lnTo>
                  <a:pt x="737108" y="759333"/>
                </a:lnTo>
                <a:lnTo>
                  <a:pt x="709168" y="785368"/>
                </a:lnTo>
                <a:lnTo>
                  <a:pt x="771433" y="785368"/>
                </a:lnTo>
                <a:lnTo>
                  <a:pt x="751967" y="719455"/>
                </a:lnTo>
                <a:close/>
              </a:path>
              <a:path w="788670" h="842010">
                <a:moveTo>
                  <a:pt x="27940" y="0"/>
                </a:moveTo>
                <a:lnTo>
                  <a:pt x="0" y="25908"/>
                </a:lnTo>
                <a:lnTo>
                  <a:pt x="696206" y="771487"/>
                </a:lnTo>
                <a:lnTo>
                  <a:pt x="724126" y="745433"/>
                </a:lnTo>
                <a:lnTo>
                  <a:pt x="279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521200" y="2274570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5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6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5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4221607" y="2817698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150113" y="0"/>
                </a:moveTo>
                <a:lnTo>
                  <a:pt x="110198" y="7923"/>
                </a:lnTo>
                <a:lnTo>
                  <a:pt x="74337" y="30282"/>
                </a:lnTo>
                <a:lnTo>
                  <a:pt x="43957" y="64960"/>
                </a:lnTo>
                <a:lnTo>
                  <a:pt x="20489" y="109840"/>
                </a:lnTo>
                <a:lnTo>
                  <a:pt x="5360" y="162806"/>
                </a:lnTo>
                <a:lnTo>
                  <a:pt x="0" y="221741"/>
                </a:lnTo>
                <a:lnTo>
                  <a:pt x="5360" y="280677"/>
                </a:lnTo>
                <a:lnTo>
                  <a:pt x="20489" y="333643"/>
                </a:lnTo>
                <a:lnTo>
                  <a:pt x="43957" y="378523"/>
                </a:lnTo>
                <a:lnTo>
                  <a:pt x="74337" y="413201"/>
                </a:lnTo>
                <a:lnTo>
                  <a:pt x="110198" y="435560"/>
                </a:lnTo>
                <a:lnTo>
                  <a:pt x="150113" y="443484"/>
                </a:lnTo>
                <a:lnTo>
                  <a:pt x="190029" y="435560"/>
                </a:lnTo>
                <a:lnTo>
                  <a:pt x="225890" y="413201"/>
                </a:lnTo>
                <a:lnTo>
                  <a:pt x="256270" y="378523"/>
                </a:lnTo>
                <a:lnTo>
                  <a:pt x="279738" y="333643"/>
                </a:lnTo>
                <a:lnTo>
                  <a:pt x="294867" y="280677"/>
                </a:lnTo>
                <a:lnTo>
                  <a:pt x="300227" y="221741"/>
                </a:lnTo>
                <a:lnTo>
                  <a:pt x="294867" y="162806"/>
                </a:lnTo>
                <a:lnTo>
                  <a:pt x="279738" y="109840"/>
                </a:lnTo>
                <a:lnTo>
                  <a:pt x="256270" y="64960"/>
                </a:lnTo>
                <a:lnTo>
                  <a:pt x="225890" y="30282"/>
                </a:lnTo>
                <a:lnTo>
                  <a:pt x="190029" y="7923"/>
                </a:lnTo>
                <a:lnTo>
                  <a:pt x="150113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0" y="221741"/>
                </a:moveTo>
                <a:lnTo>
                  <a:pt x="5360" y="162806"/>
                </a:lnTo>
                <a:lnTo>
                  <a:pt x="20489" y="109840"/>
                </a:lnTo>
                <a:lnTo>
                  <a:pt x="43957" y="64960"/>
                </a:lnTo>
                <a:lnTo>
                  <a:pt x="74337" y="30282"/>
                </a:lnTo>
                <a:lnTo>
                  <a:pt x="110198" y="7923"/>
                </a:lnTo>
                <a:lnTo>
                  <a:pt x="150113" y="0"/>
                </a:lnTo>
                <a:lnTo>
                  <a:pt x="190029" y="7923"/>
                </a:lnTo>
                <a:lnTo>
                  <a:pt x="225890" y="30282"/>
                </a:lnTo>
                <a:lnTo>
                  <a:pt x="256270" y="64960"/>
                </a:lnTo>
                <a:lnTo>
                  <a:pt x="279738" y="109840"/>
                </a:lnTo>
                <a:lnTo>
                  <a:pt x="294867" y="162806"/>
                </a:lnTo>
                <a:lnTo>
                  <a:pt x="300227" y="221741"/>
                </a:lnTo>
                <a:lnTo>
                  <a:pt x="294867" y="280677"/>
                </a:lnTo>
                <a:lnTo>
                  <a:pt x="279738" y="333643"/>
                </a:lnTo>
                <a:lnTo>
                  <a:pt x="256270" y="378523"/>
                </a:lnTo>
                <a:lnTo>
                  <a:pt x="225890" y="413201"/>
                </a:lnTo>
                <a:lnTo>
                  <a:pt x="190029" y="435560"/>
                </a:lnTo>
                <a:lnTo>
                  <a:pt x="150113" y="443484"/>
                </a:lnTo>
                <a:lnTo>
                  <a:pt x="110198" y="435560"/>
                </a:lnTo>
                <a:lnTo>
                  <a:pt x="74337" y="413201"/>
                </a:lnTo>
                <a:lnTo>
                  <a:pt x="43957" y="378523"/>
                </a:lnTo>
                <a:lnTo>
                  <a:pt x="20489" y="333643"/>
                </a:lnTo>
                <a:lnTo>
                  <a:pt x="536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648957" y="21322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5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5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5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5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8184642" y="21703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3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3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3084702" y="4993081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150114" y="0"/>
                </a:moveTo>
                <a:lnTo>
                  <a:pt x="110198" y="7944"/>
                </a:lnTo>
                <a:lnTo>
                  <a:pt x="74337" y="30367"/>
                </a:lnTo>
                <a:lnTo>
                  <a:pt x="43957" y="65151"/>
                </a:lnTo>
                <a:lnTo>
                  <a:pt x="20489" y="110179"/>
                </a:lnTo>
                <a:lnTo>
                  <a:pt x="5360" y="163336"/>
                </a:lnTo>
                <a:lnTo>
                  <a:pt x="0" y="222504"/>
                </a:lnTo>
                <a:lnTo>
                  <a:pt x="5360" y="281671"/>
                </a:lnTo>
                <a:lnTo>
                  <a:pt x="20489" y="334828"/>
                </a:lnTo>
                <a:lnTo>
                  <a:pt x="43957" y="379857"/>
                </a:lnTo>
                <a:lnTo>
                  <a:pt x="74337" y="414640"/>
                </a:lnTo>
                <a:lnTo>
                  <a:pt x="110198" y="437063"/>
                </a:lnTo>
                <a:lnTo>
                  <a:pt x="150114" y="445008"/>
                </a:lnTo>
                <a:lnTo>
                  <a:pt x="190029" y="437063"/>
                </a:lnTo>
                <a:lnTo>
                  <a:pt x="225890" y="414640"/>
                </a:lnTo>
                <a:lnTo>
                  <a:pt x="256270" y="379857"/>
                </a:lnTo>
                <a:lnTo>
                  <a:pt x="279738" y="334828"/>
                </a:lnTo>
                <a:lnTo>
                  <a:pt x="294867" y="281671"/>
                </a:lnTo>
                <a:lnTo>
                  <a:pt x="300227" y="222504"/>
                </a:lnTo>
                <a:lnTo>
                  <a:pt x="294867" y="163336"/>
                </a:lnTo>
                <a:lnTo>
                  <a:pt x="279738" y="110179"/>
                </a:lnTo>
                <a:lnTo>
                  <a:pt x="256270" y="65151"/>
                </a:lnTo>
                <a:lnTo>
                  <a:pt x="225890" y="30367"/>
                </a:lnTo>
                <a:lnTo>
                  <a:pt x="190029" y="7944"/>
                </a:lnTo>
                <a:lnTo>
                  <a:pt x="150114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0" y="222504"/>
                </a:moveTo>
                <a:lnTo>
                  <a:pt x="5360" y="163336"/>
                </a:lnTo>
                <a:lnTo>
                  <a:pt x="20489" y="110179"/>
                </a:lnTo>
                <a:lnTo>
                  <a:pt x="43957" y="65151"/>
                </a:lnTo>
                <a:lnTo>
                  <a:pt x="74337" y="30367"/>
                </a:lnTo>
                <a:lnTo>
                  <a:pt x="110198" y="7944"/>
                </a:lnTo>
                <a:lnTo>
                  <a:pt x="150114" y="0"/>
                </a:lnTo>
                <a:lnTo>
                  <a:pt x="190029" y="7944"/>
                </a:lnTo>
                <a:lnTo>
                  <a:pt x="225890" y="30367"/>
                </a:lnTo>
                <a:lnTo>
                  <a:pt x="256270" y="65150"/>
                </a:lnTo>
                <a:lnTo>
                  <a:pt x="279738" y="110179"/>
                </a:lnTo>
                <a:lnTo>
                  <a:pt x="294867" y="163336"/>
                </a:lnTo>
                <a:lnTo>
                  <a:pt x="300227" y="222504"/>
                </a:lnTo>
                <a:lnTo>
                  <a:pt x="294867" y="281671"/>
                </a:lnTo>
                <a:lnTo>
                  <a:pt x="279738" y="334828"/>
                </a:lnTo>
                <a:lnTo>
                  <a:pt x="256270" y="379857"/>
                </a:lnTo>
                <a:lnTo>
                  <a:pt x="225890" y="414640"/>
                </a:lnTo>
                <a:lnTo>
                  <a:pt x="190029" y="437063"/>
                </a:lnTo>
                <a:lnTo>
                  <a:pt x="150114" y="445008"/>
                </a:lnTo>
                <a:lnTo>
                  <a:pt x="110198" y="437063"/>
                </a:lnTo>
                <a:lnTo>
                  <a:pt x="74337" y="414640"/>
                </a:lnTo>
                <a:lnTo>
                  <a:pt x="43957" y="379857"/>
                </a:lnTo>
                <a:lnTo>
                  <a:pt x="20489" y="334828"/>
                </a:lnTo>
                <a:lnTo>
                  <a:pt x="5360" y="281671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7676515" y="283083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150875" y="0"/>
                </a:moveTo>
                <a:lnTo>
                  <a:pt x="110772" y="7948"/>
                </a:lnTo>
                <a:lnTo>
                  <a:pt x="74732" y="30378"/>
                </a:lnTo>
                <a:lnTo>
                  <a:pt x="44196" y="65170"/>
                </a:lnTo>
                <a:lnTo>
                  <a:pt x="20602" y="110202"/>
                </a:lnTo>
                <a:lnTo>
                  <a:pt x="5390" y="163353"/>
                </a:lnTo>
                <a:lnTo>
                  <a:pt x="0" y="222504"/>
                </a:lnTo>
                <a:lnTo>
                  <a:pt x="5390" y="281654"/>
                </a:lnTo>
                <a:lnTo>
                  <a:pt x="20602" y="334805"/>
                </a:lnTo>
                <a:lnTo>
                  <a:pt x="44196" y="379837"/>
                </a:lnTo>
                <a:lnTo>
                  <a:pt x="74732" y="414629"/>
                </a:lnTo>
                <a:lnTo>
                  <a:pt x="110772" y="437059"/>
                </a:lnTo>
                <a:lnTo>
                  <a:pt x="150875" y="445008"/>
                </a:lnTo>
                <a:lnTo>
                  <a:pt x="190979" y="437059"/>
                </a:lnTo>
                <a:lnTo>
                  <a:pt x="227019" y="414629"/>
                </a:lnTo>
                <a:lnTo>
                  <a:pt x="257555" y="379837"/>
                </a:lnTo>
                <a:lnTo>
                  <a:pt x="281149" y="334805"/>
                </a:lnTo>
                <a:lnTo>
                  <a:pt x="296361" y="281654"/>
                </a:lnTo>
                <a:lnTo>
                  <a:pt x="301752" y="222504"/>
                </a:lnTo>
                <a:lnTo>
                  <a:pt x="296361" y="163353"/>
                </a:lnTo>
                <a:lnTo>
                  <a:pt x="281149" y="110202"/>
                </a:lnTo>
                <a:lnTo>
                  <a:pt x="257555" y="65170"/>
                </a:lnTo>
                <a:lnTo>
                  <a:pt x="227019" y="30378"/>
                </a:lnTo>
                <a:lnTo>
                  <a:pt x="190979" y="7948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0" y="222504"/>
                </a:moveTo>
                <a:lnTo>
                  <a:pt x="5390" y="163353"/>
                </a:lnTo>
                <a:lnTo>
                  <a:pt x="20602" y="110202"/>
                </a:lnTo>
                <a:lnTo>
                  <a:pt x="44196" y="65170"/>
                </a:lnTo>
                <a:lnTo>
                  <a:pt x="74732" y="30378"/>
                </a:lnTo>
                <a:lnTo>
                  <a:pt x="110772" y="7948"/>
                </a:lnTo>
                <a:lnTo>
                  <a:pt x="150875" y="0"/>
                </a:lnTo>
                <a:lnTo>
                  <a:pt x="190979" y="7948"/>
                </a:lnTo>
                <a:lnTo>
                  <a:pt x="227019" y="30378"/>
                </a:lnTo>
                <a:lnTo>
                  <a:pt x="257555" y="65170"/>
                </a:lnTo>
                <a:lnTo>
                  <a:pt x="281149" y="110202"/>
                </a:lnTo>
                <a:lnTo>
                  <a:pt x="296361" y="163353"/>
                </a:lnTo>
                <a:lnTo>
                  <a:pt x="301752" y="222504"/>
                </a:lnTo>
                <a:lnTo>
                  <a:pt x="296361" y="281654"/>
                </a:lnTo>
                <a:lnTo>
                  <a:pt x="281149" y="334805"/>
                </a:lnTo>
                <a:lnTo>
                  <a:pt x="257555" y="379837"/>
                </a:lnTo>
                <a:lnTo>
                  <a:pt x="227019" y="414629"/>
                </a:lnTo>
                <a:lnTo>
                  <a:pt x="190979" y="437059"/>
                </a:lnTo>
                <a:lnTo>
                  <a:pt x="150875" y="445008"/>
                </a:lnTo>
                <a:lnTo>
                  <a:pt x="110772" y="437059"/>
                </a:lnTo>
                <a:lnTo>
                  <a:pt x="74732" y="414629"/>
                </a:lnTo>
                <a:lnTo>
                  <a:pt x="44196" y="379837"/>
                </a:lnTo>
                <a:lnTo>
                  <a:pt x="20602" y="334805"/>
                </a:lnTo>
                <a:lnTo>
                  <a:pt x="5390" y="281654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1652397" y="630184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5498" y="814273"/>
            <a:ext cx="39014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G(E)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20620" y="26923"/>
            <a:ext cx="16300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02585" y="2117598"/>
            <a:ext cx="2174748" cy="376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53606" y="2117598"/>
            <a:ext cx="1088136" cy="3764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2585" y="2873501"/>
            <a:ext cx="2174748" cy="3779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82524" y="1391411"/>
          <a:ext cx="8462010" cy="453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700"/>
                <a:gridCol w="1089660"/>
                <a:gridCol w="1088389"/>
                <a:gridCol w="1087120"/>
                <a:gridCol w="1090295"/>
                <a:gridCol w="1087120"/>
                <a:gridCol w="1090929"/>
                <a:gridCol w="962659"/>
              </a:tblGrid>
              <a:tr h="353567">
                <a:tc rowSpan="2"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356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615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3384">
                        <a:lnSpc>
                          <a:spcPts val="261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6880">
                        <a:lnSpc>
                          <a:spcPts val="261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0640">
                        <a:lnSpc>
                          <a:spcPts val="261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ts val="261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261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spcBef>
                          <a:spcPts val="145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</a:tr>
              <a:tr h="376427">
                <a:tc>
                  <a:txBody>
                    <a:bodyPr/>
                    <a:lstStyle/>
                    <a:p>
                      <a:pPr marL="370840">
                        <a:lnSpc>
                          <a:spcPts val="270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6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7355">
                        <a:lnSpc>
                          <a:spcPts val="24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3492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9475">
                <a:tc>
                  <a:txBody>
                    <a:bodyPr/>
                    <a:lstStyle/>
                    <a:p>
                      <a:pPr marL="37084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6084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9245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7951">
                <a:tc>
                  <a:txBody>
                    <a:bodyPr/>
                    <a:lstStyle/>
                    <a:p>
                      <a:pPr marL="37084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735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7951">
                <a:tc>
                  <a:txBody>
                    <a:bodyPr/>
                    <a:lstStyle/>
                    <a:p>
                      <a:pPr marL="37084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7195">
                        <a:lnSpc>
                          <a:spcPts val="242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7830">
                        <a:lnSpc>
                          <a:spcPts val="260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8714">
                <a:tc>
                  <a:txBody>
                    <a:bodyPr/>
                    <a:lstStyle/>
                    <a:p>
                      <a:pPr marL="37084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7355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  <a:spcBef>
                          <a:spcPts val="409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52069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8713">
                <a:tc>
                  <a:txBody>
                    <a:bodyPr/>
                    <a:lstStyle/>
                    <a:p>
                      <a:pPr marL="370840">
                        <a:lnSpc>
                          <a:spcPts val="28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7355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  <a:spcBef>
                          <a:spcPts val="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37084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672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7951">
                <a:tc>
                  <a:txBody>
                    <a:bodyPr/>
                    <a:lstStyle/>
                    <a:p>
                      <a:pPr marL="37084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4610">
                        <a:lnSpc>
                          <a:spcPts val="2095"/>
                        </a:lnSpc>
                      </a:pPr>
                      <a:r>
                        <a:rPr dirty="0" sz="2800" b="1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26720">
                        <a:lnSpc>
                          <a:spcPts val="236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2095"/>
                        </a:lnSpc>
                      </a:pPr>
                      <a:r>
                        <a:rPr dirty="0" sz="2800" b="1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75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79475">
                <a:tc>
                  <a:txBody>
                    <a:bodyPr/>
                    <a:lstStyle/>
                    <a:p>
                      <a:pPr marL="37084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285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ts val="2520"/>
                        </a:lnSpc>
                      </a:pPr>
                      <a:r>
                        <a:rPr dirty="0" sz="2800" b="1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7195">
                        <a:lnSpc>
                          <a:spcPts val="2580"/>
                        </a:lnSpc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ts val="2605"/>
                        </a:lnSpc>
                      </a:pPr>
                      <a:r>
                        <a:rPr dirty="0" sz="2800" b="1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1021" sz="2775" b="1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1021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7084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7195">
                        <a:lnSpc>
                          <a:spcPts val="242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7830">
                        <a:lnSpc>
                          <a:spcPts val="242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6753606" y="2873501"/>
            <a:ext cx="1083563" cy="3779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02585" y="3629405"/>
            <a:ext cx="2174748" cy="7574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56654" y="3629405"/>
            <a:ext cx="1088136" cy="7574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1" y="472440"/>
            <a:ext cx="4724400" cy="441959"/>
          </a:xfrm>
          <a:custGeom>
            <a:avLst/>
            <a:gdLst/>
            <a:ahLst/>
            <a:cxnLst/>
            <a:rect l="l" t="t" r="r" b="b"/>
            <a:pathLst>
              <a:path w="4724400" h="441959">
                <a:moveTo>
                  <a:pt x="0" y="441960"/>
                </a:moveTo>
                <a:lnTo>
                  <a:pt x="4724400" y="441960"/>
                </a:lnTo>
                <a:lnTo>
                  <a:pt x="4724400" y="0"/>
                </a:lnTo>
                <a:lnTo>
                  <a:pt x="0" y="0"/>
                </a:lnTo>
                <a:lnTo>
                  <a:pt x="0" y="441960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067" y="449021"/>
            <a:ext cx="30981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000000"/>
                </a:solidFill>
              </a:rPr>
              <a:t>关于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000000"/>
                </a:solidFill>
              </a:rPr>
              <a:t>的</a:t>
            </a:r>
            <a:r>
              <a:rPr dirty="0" sz="3200" spc="-80">
                <a:solidFill>
                  <a:srgbClr val="000000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561" y="1232153"/>
            <a:ext cx="1612900" cy="1815464"/>
          </a:xfrm>
          <a:prstGeom prst="rect">
            <a:avLst/>
          </a:prstGeom>
          <a:solidFill>
            <a:srgbClr val="800080"/>
          </a:solidFill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87655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1373" y="1232153"/>
            <a:ext cx="1562100" cy="112014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0465" y="3027426"/>
            <a:ext cx="1562100" cy="1815464"/>
          </a:xfrm>
          <a:prstGeom prst="rect">
            <a:avLst/>
          </a:prstGeom>
          <a:solidFill>
            <a:srgbClr val="800080"/>
          </a:solidFill>
          <a:ln w="38100">
            <a:solidFill>
              <a:srgbClr val="FF99F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0805" marR="236854">
              <a:lnSpc>
                <a:spcPct val="95000"/>
              </a:lnSpc>
              <a:spcBef>
                <a:spcPts val="15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3865" y="634745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60"/>
                </a:moveTo>
                <a:lnTo>
                  <a:pt x="1562099" y="1813560"/>
                </a:lnTo>
                <a:lnTo>
                  <a:pt x="1562099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23865" y="634745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60"/>
                </a:moveTo>
                <a:lnTo>
                  <a:pt x="1562099" y="1813560"/>
                </a:lnTo>
                <a:lnTo>
                  <a:pt x="1562099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102478" y="621538"/>
            <a:ext cx="1251585" cy="17818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74357" y="3355085"/>
            <a:ext cx="1473835" cy="10642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algn="just" marL="91440" marR="147955">
              <a:lnSpc>
                <a:spcPct val="87500"/>
              </a:lnSpc>
              <a:spcBef>
                <a:spcPts val="36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5754" y="1078230"/>
            <a:ext cx="1473835" cy="112014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algn="just" marL="92075" marR="14732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50057" y="3623309"/>
            <a:ext cx="1130935" cy="42418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5561" y="3720846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59"/>
                </a:moveTo>
                <a:lnTo>
                  <a:pt x="1562100" y="1813559"/>
                </a:lnTo>
                <a:lnTo>
                  <a:pt x="1562100" y="0"/>
                </a:lnTo>
                <a:lnTo>
                  <a:pt x="0" y="0"/>
                </a:lnTo>
                <a:lnTo>
                  <a:pt x="0" y="1813559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5561" y="3720846"/>
            <a:ext cx="1562100" cy="18135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07157" y="5534405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40">
                <a:moveTo>
                  <a:pt x="0" y="1120140"/>
                </a:moveTo>
                <a:lnTo>
                  <a:pt x="1562099" y="1120140"/>
                </a:lnTo>
                <a:lnTo>
                  <a:pt x="1562099" y="0"/>
                </a:lnTo>
                <a:lnTo>
                  <a:pt x="0" y="0"/>
                </a:lnTo>
                <a:lnTo>
                  <a:pt x="0" y="112014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85770" y="5522772"/>
            <a:ext cx="1251585" cy="10871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5561" y="6011417"/>
            <a:ext cx="1371600" cy="424180"/>
          </a:xfrm>
          <a:custGeom>
            <a:avLst/>
            <a:gdLst/>
            <a:ahLst/>
            <a:cxnLst/>
            <a:rect l="l" t="t" r="r" b="b"/>
            <a:pathLst>
              <a:path w="1371600" h="424179">
                <a:moveTo>
                  <a:pt x="0" y="423671"/>
                </a:moveTo>
                <a:lnTo>
                  <a:pt x="1371600" y="423671"/>
                </a:lnTo>
                <a:lnTo>
                  <a:pt x="1371600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3540" y="5999479"/>
            <a:ext cx="1077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7954" y="1493519"/>
            <a:ext cx="693420" cy="114300"/>
          </a:xfrm>
          <a:custGeom>
            <a:avLst/>
            <a:gdLst/>
            <a:ahLst/>
            <a:cxnLst/>
            <a:rect l="l" t="t" r="r" b="b"/>
            <a:pathLst>
              <a:path w="693419" h="114300">
                <a:moveTo>
                  <a:pt x="579119" y="0"/>
                </a:moveTo>
                <a:lnTo>
                  <a:pt x="579119" y="114300"/>
                </a:lnTo>
                <a:lnTo>
                  <a:pt x="655319" y="76200"/>
                </a:lnTo>
                <a:lnTo>
                  <a:pt x="598169" y="76200"/>
                </a:lnTo>
                <a:lnTo>
                  <a:pt x="598169" y="38100"/>
                </a:lnTo>
                <a:lnTo>
                  <a:pt x="655319" y="38100"/>
                </a:lnTo>
                <a:lnTo>
                  <a:pt x="579119" y="0"/>
                </a:lnTo>
                <a:close/>
              </a:path>
              <a:path w="693419" h="114300">
                <a:moveTo>
                  <a:pt x="5791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9119" y="76200"/>
                </a:lnTo>
                <a:lnTo>
                  <a:pt x="579119" y="38100"/>
                </a:lnTo>
                <a:close/>
              </a:path>
              <a:path w="693419" h="114300">
                <a:moveTo>
                  <a:pt x="655319" y="38100"/>
                </a:moveTo>
                <a:lnTo>
                  <a:pt x="598169" y="38100"/>
                </a:lnTo>
                <a:lnTo>
                  <a:pt x="598169" y="76200"/>
                </a:lnTo>
                <a:lnTo>
                  <a:pt x="655319" y="76200"/>
                </a:lnTo>
                <a:lnTo>
                  <a:pt x="693419" y="57150"/>
                </a:lnTo>
                <a:lnTo>
                  <a:pt x="65531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0119" y="3047238"/>
            <a:ext cx="114300" cy="672465"/>
          </a:xfrm>
          <a:custGeom>
            <a:avLst/>
            <a:gdLst/>
            <a:ahLst/>
            <a:cxnLst/>
            <a:rect l="l" t="t" r="r" b="b"/>
            <a:pathLst>
              <a:path w="114300" h="672464">
                <a:moveTo>
                  <a:pt x="38100" y="557784"/>
                </a:moveTo>
                <a:lnTo>
                  <a:pt x="0" y="557784"/>
                </a:lnTo>
                <a:lnTo>
                  <a:pt x="57150" y="672084"/>
                </a:lnTo>
                <a:lnTo>
                  <a:pt x="104775" y="576834"/>
                </a:lnTo>
                <a:lnTo>
                  <a:pt x="38100" y="576834"/>
                </a:lnTo>
                <a:lnTo>
                  <a:pt x="38100" y="557784"/>
                </a:lnTo>
                <a:close/>
              </a:path>
              <a:path w="114300" h="672464">
                <a:moveTo>
                  <a:pt x="76200" y="0"/>
                </a:moveTo>
                <a:lnTo>
                  <a:pt x="38100" y="0"/>
                </a:lnTo>
                <a:lnTo>
                  <a:pt x="38100" y="576834"/>
                </a:lnTo>
                <a:lnTo>
                  <a:pt x="76200" y="576834"/>
                </a:lnTo>
                <a:lnTo>
                  <a:pt x="76200" y="0"/>
                </a:lnTo>
                <a:close/>
              </a:path>
              <a:path w="114300" h="672464">
                <a:moveTo>
                  <a:pt x="114300" y="557784"/>
                </a:moveTo>
                <a:lnTo>
                  <a:pt x="76200" y="557784"/>
                </a:lnTo>
                <a:lnTo>
                  <a:pt x="76200" y="576834"/>
                </a:lnTo>
                <a:lnTo>
                  <a:pt x="104775" y="576834"/>
                </a:lnTo>
                <a:lnTo>
                  <a:pt x="114300" y="55778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94943" y="30716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73473" y="1534667"/>
            <a:ext cx="850900" cy="114300"/>
          </a:xfrm>
          <a:custGeom>
            <a:avLst/>
            <a:gdLst/>
            <a:ahLst/>
            <a:cxnLst/>
            <a:rect l="l" t="t" r="r" b="b"/>
            <a:pathLst>
              <a:path w="850900" h="114300">
                <a:moveTo>
                  <a:pt x="736091" y="0"/>
                </a:moveTo>
                <a:lnTo>
                  <a:pt x="736091" y="114300"/>
                </a:lnTo>
                <a:lnTo>
                  <a:pt x="812291" y="76200"/>
                </a:lnTo>
                <a:lnTo>
                  <a:pt x="755141" y="76200"/>
                </a:lnTo>
                <a:lnTo>
                  <a:pt x="755141" y="38100"/>
                </a:lnTo>
                <a:lnTo>
                  <a:pt x="812291" y="38100"/>
                </a:lnTo>
                <a:lnTo>
                  <a:pt x="736091" y="0"/>
                </a:lnTo>
                <a:close/>
              </a:path>
              <a:path w="850900" h="114300">
                <a:moveTo>
                  <a:pt x="7360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6091" y="76200"/>
                </a:lnTo>
                <a:lnTo>
                  <a:pt x="736091" y="38100"/>
                </a:lnTo>
                <a:close/>
              </a:path>
              <a:path w="850900" h="114300">
                <a:moveTo>
                  <a:pt x="812291" y="38100"/>
                </a:moveTo>
                <a:lnTo>
                  <a:pt x="755141" y="38100"/>
                </a:lnTo>
                <a:lnTo>
                  <a:pt x="755141" y="76200"/>
                </a:lnTo>
                <a:lnTo>
                  <a:pt x="812291" y="76200"/>
                </a:lnTo>
                <a:lnTo>
                  <a:pt x="850391" y="57150"/>
                </a:lnTo>
                <a:lnTo>
                  <a:pt x="8122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149597" y="5296306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65650" y="116682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98157" y="1478280"/>
            <a:ext cx="577850" cy="114300"/>
          </a:xfrm>
          <a:custGeom>
            <a:avLst/>
            <a:gdLst/>
            <a:ahLst/>
            <a:cxnLst/>
            <a:rect l="l" t="t" r="r" b="b"/>
            <a:pathLst>
              <a:path w="577850" h="114300">
                <a:moveTo>
                  <a:pt x="463296" y="0"/>
                </a:moveTo>
                <a:lnTo>
                  <a:pt x="463296" y="114300"/>
                </a:lnTo>
                <a:lnTo>
                  <a:pt x="539496" y="76200"/>
                </a:lnTo>
                <a:lnTo>
                  <a:pt x="482346" y="76200"/>
                </a:lnTo>
                <a:lnTo>
                  <a:pt x="482346" y="38100"/>
                </a:lnTo>
                <a:lnTo>
                  <a:pt x="539496" y="38100"/>
                </a:lnTo>
                <a:lnTo>
                  <a:pt x="463296" y="0"/>
                </a:lnTo>
                <a:close/>
              </a:path>
              <a:path w="577850" h="114300">
                <a:moveTo>
                  <a:pt x="4632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3296" y="76200"/>
                </a:lnTo>
                <a:lnTo>
                  <a:pt x="463296" y="38100"/>
                </a:lnTo>
                <a:close/>
              </a:path>
              <a:path w="577850" h="114300">
                <a:moveTo>
                  <a:pt x="539496" y="38100"/>
                </a:moveTo>
                <a:lnTo>
                  <a:pt x="482346" y="38100"/>
                </a:lnTo>
                <a:lnTo>
                  <a:pt x="482346" y="76200"/>
                </a:lnTo>
                <a:lnTo>
                  <a:pt x="539496" y="76200"/>
                </a:lnTo>
                <a:lnTo>
                  <a:pt x="577596" y="57150"/>
                </a:lnTo>
                <a:lnTo>
                  <a:pt x="5394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753606" y="117424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98157" y="1822704"/>
            <a:ext cx="565785" cy="114300"/>
          </a:xfrm>
          <a:custGeom>
            <a:avLst/>
            <a:gdLst/>
            <a:ahLst/>
            <a:cxnLst/>
            <a:rect l="l" t="t" r="r" b="b"/>
            <a:pathLst>
              <a:path w="56578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6578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65784" h="114300">
                <a:moveTo>
                  <a:pt x="56540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65403" y="76200"/>
                </a:lnTo>
                <a:lnTo>
                  <a:pt x="5654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702932" y="1740535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75628" y="3151632"/>
            <a:ext cx="313690" cy="118491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68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52031" y="279514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宋体"/>
                <a:cs typeface="宋体"/>
              </a:rPr>
              <a:t>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77161" y="6164579"/>
            <a:ext cx="730250" cy="114300"/>
          </a:xfrm>
          <a:custGeom>
            <a:avLst/>
            <a:gdLst/>
            <a:ahLst/>
            <a:cxnLst/>
            <a:rect l="l" t="t" r="r" b="b"/>
            <a:pathLst>
              <a:path w="73025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3025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30250" h="114300">
                <a:moveTo>
                  <a:pt x="72999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29995" y="76200"/>
                </a:lnTo>
                <a:lnTo>
                  <a:pt x="7299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910842" y="5737047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32610" y="5270753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 h="0">
                <a:moveTo>
                  <a:pt x="0" y="0"/>
                </a:moveTo>
                <a:lnTo>
                  <a:pt x="80314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78607" y="5270753"/>
            <a:ext cx="114300" cy="264160"/>
          </a:xfrm>
          <a:custGeom>
            <a:avLst/>
            <a:gdLst/>
            <a:ahLst/>
            <a:cxnLst/>
            <a:rect l="l" t="t" r="r" b="b"/>
            <a:pathLst>
              <a:path w="114300" h="264160">
                <a:moveTo>
                  <a:pt x="38100" y="149352"/>
                </a:moveTo>
                <a:lnTo>
                  <a:pt x="0" y="149352"/>
                </a:lnTo>
                <a:lnTo>
                  <a:pt x="57150" y="263652"/>
                </a:lnTo>
                <a:lnTo>
                  <a:pt x="104775" y="168402"/>
                </a:lnTo>
                <a:lnTo>
                  <a:pt x="38100" y="168402"/>
                </a:lnTo>
                <a:lnTo>
                  <a:pt x="38100" y="149352"/>
                </a:lnTo>
                <a:close/>
              </a:path>
              <a:path w="114300" h="264160">
                <a:moveTo>
                  <a:pt x="76200" y="0"/>
                </a:moveTo>
                <a:lnTo>
                  <a:pt x="38100" y="0"/>
                </a:lnTo>
                <a:lnTo>
                  <a:pt x="38100" y="168402"/>
                </a:lnTo>
                <a:lnTo>
                  <a:pt x="76200" y="168402"/>
                </a:lnTo>
                <a:lnTo>
                  <a:pt x="76200" y="0"/>
                </a:lnTo>
                <a:close/>
              </a:path>
              <a:path w="114300" h="264160">
                <a:moveTo>
                  <a:pt x="114300" y="149352"/>
                </a:moveTo>
                <a:lnTo>
                  <a:pt x="76200" y="149352"/>
                </a:lnTo>
                <a:lnTo>
                  <a:pt x="76200" y="168402"/>
                </a:lnTo>
                <a:lnTo>
                  <a:pt x="104775" y="168402"/>
                </a:lnTo>
                <a:lnTo>
                  <a:pt x="114300" y="1493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123694" y="491045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65311" y="323011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92148" y="3519170"/>
            <a:ext cx="338455" cy="368300"/>
          </a:xfrm>
          <a:custGeom>
            <a:avLst/>
            <a:gdLst/>
            <a:ahLst/>
            <a:cxnLst/>
            <a:rect l="l" t="t" r="r" b="b"/>
            <a:pathLst>
              <a:path w="338455" h="368300">
                <a:moveTo>
                  <a:pt x="168909" y="240156"/>
                </a:moveTo>
                <a:lnTo>
                  <a:pt x="162940" y="367791"/>
                </a:lnTo>
                <a:lnTo>
                  <a:pt x="268604" y="296036"/>
                </a:lnTo>
                <a:lnTo>
                  <a:pt x="264753" y="293877"/>
                </a:lnTo>
                <a:lnTo>
                  <a:pt x="226187" y="293877"/>
                </a:lnTo>
                <a:lnTo>
                  <a:pt x="192785" y="275462"/>
                </a:lnTo>
                <a:lnTo>
                  <a:pt x="202062" y="258739"/>
                </a:lnTo>
                <a:lnTo>
                  <a:pt x="168909" y="240156"/>
                </a:lnTo>
                <a:close/>
              </a:path>
              <a:path w="338455" h="368300">
                <a:moveTo>
                  <a:pt x="202062" y="258739"/>
                </a:moveTo>
                <a:lnTo>
                  <a:pt x="192785" y="275462"/>
                </a:lnTo>
                <a:lnTo>
                  <a:pt x="226187" y="293877"/>
                </a:lnTo>
                <a:lnTo>
                  <a:pt x="235328" y="277385"/>
                </a:lnTo>
                <a:lnTo>
                  <a:pt x="202062" y="258739"/>
                </a:lnTo>
                <a:close/>
              </a:path>
              <a:path w="338455" h="368300">
                <a:moveTo>
                  <a:pt x="235328" y="277385"/>
                </a:moveTo>
                <a:lnTo>
                  <a:pt x="226187" y="293877"/>
                </a:lnTo>
                <a:lnTo>
                  <a:pt x="264753" y="293877"/>
                </a:lnTo>
                <a:lnTo>
                  <a:pt x="235328" y="277385"/>
                </a:lnTo>
                <a:close/>
              </a:path>
              <a:path w="338455" h="368300">
                <a:moveTo>
                  <a:pt x="300235" y="38018"/>
                </a:moveTo>
                <a:lnTo>
                  <a:pt x="299983" y="38028"/>
                </a:lnTo>
                <a:lnTo>
                  <a:pt x="300035" y="38341"/>
                </a:lnTo>
                <a:lnTo>
                  <a:pt x="300156" y="42799"/>
                </a:lnTo>
                <a:lnTo>
                  <a:pt x="290575" y="80137"/>
                </a:lnTo>
                <a:lnTo>
                  <a:pt x="274700" y="118363"/>
                </a:lnTo>
                <a:lnTo>
                  <a:pt x="252602" y="164083"/>
                </a:lnTo>
                <a:lnTo>
                  <a:pt x="225678" y="215645"/>
                </a:lnTo>
                <a:lnTo>
                  <a:pt x="202062" y="258739"/>
                </a:lnTo>
                <a:lnTo>
                  <a:pt x="235328" y="277385"/>
                </a:lnTo>
                <a:lnTo>
                  <a:pt x="259333" y="233552"/>
                </a:lnTo>
                <a:lnTo>
                  <a:pt x="286638" y="181101"/>
                </a:lnTo>
                <a:lnTo>
                  <a:pt x="309625" y="133476"/>
                </a:lnTo>
                <a:lnTo>
                  <a:pt x="326770" y="91820"/>
                </a:lnTo>
                <a:lnTo>
                  <a:pt x="337819" y="49021"/>
                </a:lnTo>
                <a:lnTo>
                  <a:pt x="338211" y="39115"/>
                </a:lnTo>
                <a:lnTo>
                  <a:pt x="303656" y="39115"/>
                </a:lnTo>
                <a:lnTo>
                  <a:pt x="302601" y="38607"/>
                </a:lnTo>
                <a:lnTo>
                  <a:pt x="301867" y="38596"/>
                </a:lnTo>
                <a:lnTo>
                  <a:pt x="301612" y="38353"/>
                </a:lnTo>
                <a:lnTo>
                  <a:pt x="300354" y="38353"/>
                </a:lnTo>
                <a:lnTo>
                  <a:pt x="300235" y="38018"/>
                </a:lnTo>
                <a:close/>
              </a:path>
              <a:path w="338455" h="368300">
                <a:moveTo>
                  <a:pt x="299212" y="0"/>
                </a:moveTo>
                <a:lnTo>
                  <a:pt x="253237" y="12445"/>
                </a:lnTo>
                <a:lnTo>
                  <a:pt x="216281" y="30987"/>
                </a:lnTo>
                <a:lnTo>
                  <a:pt x="174116" y="55879"/>
                </a:lnTo>
                <a:lnTo>
                  <a:pt x="127507" y="85978"/>
                </a:lnTo>
                <a:lnTo>
                  <a:pt x="51943" y="137667"/>
                </a:lnTo>
                <a:lnTo>
                  <a:pt x="0" y="174243"/>
                </a:lnTo>
                <a:lnTo>
                  <a:pt x="21843" y="205485"/>
                </a:lnTo>
                <a:lnTo>
                  <a:pt x="99440" y="151129"/>
                </a:lnTo>
                <a:lnTo>
                  <a:pt x="124459" y="133984"/>
                </a:lnTo>
                <a:lnTo>
                  <a:pt x="172084" y="102234"/>
                </a:lnTo>
                <a:lnTo>
                  <a:pt x="215519" y="75183"/>
                </a:lnTo>
                <a:lnTo>
                  <a:pt x="253237" y="54482"/>
                </a:lnTo>
                <a:lnTo>
                  <a:pt x="288670" y="40004"/>
                </a:lnTo>
                <a:lnTo>
                  <a:pt x="299983" y="38028"/>
                </a:lnTo>
                <a:lnTo>
                  <a:pt x="299764" y="36714"/>
                </a:lnTo>
                <a:lnTo>
                  <a:pt x="299693" y="36526"/>
                </a:lnTo>
                <a:lnTo>
                  <a:pt x="299212" y="36067"/>
                </a:lnTo>
                <a:lnTo>
                  <a:pt x="299542" y="36067"/>
                </a:lnTo>
                <a:lnTo>
                  <a:pt x="298703" y="34670"/>
                </a:lnTo>
                <a:lnTo>
                  <a:pt x="299048" y="34670"/>
                </a:lnTo>
                <a:lnTo>
                  <a:pt x="298957" y="34416"/>
                </a:lnTo>
                <a:lnTo>
                  <a:pt x="337903" y="34416"/>
                </a:lnTo>
                <a:lnTo>
                  <a:pt x="337819" y="33146"/>
                </a:lnTo>
                <a:lnTo>
                  <a:pt x="337057" y="28575"/>
                </a:lnTo>
                <a:lnTo>
                  <a:pt x="336931" y="27431"/>
                </a:lnTo>
                <a:lnTo>
                  <a:pt x="331088" y="14604"/>
                </a:lnTo>
                <a:lnTo>
                  <a:pt x="330200" y="13080"/>
                </a:lnTo>
                <a:lnTo>
                  <a:pt x="329056" y="11810"/>
                </a:lnTo>
                <a:lnTo>
                  <a:pt x="327787" y="10667"/>
                </a:lnTo>
                <a:lnTo>
                  <a:pt x="325119" y="8127"/>
                </a:lnTo>
                <a:lnTo>
                  <a:pt x="323850" y="6984"/>
                </a:lnTo>
                <a:lnTo>
                  <a:pt x="322325" y="5841"/>
                </a:lnTo>
                <a:lnTo>
                  <a:pt x="320675" y="5079"/>
                </a:lnTo>
                <a:lnTo>
                  <a:pt x="317245" y="3428"/>
                </a:lnTo>
                <a:lnTo>
                  <a:pt x="316102" y="2793"/>
                </a:lnTo>
                <a:lnTo>
                  <a:pt x="314959" y="2285"/>
                </a:lnTo>
                <a:lnTo>
                  <a:pt x="313689" y="2031"/>
                </a:lnTo>
                <a:lnTo>
                  <a:pt x="309752" y="1015"/>
                </a:lnTo>
                <a:lnTo>
                  <a:pt x="308737" y="634"/>
                </a:lnTo>
                <a:lnTo>
                  <a:pt x="306450" y="380"/>
                </a:lnTo>
                <a:lnTo>
                  <a:pt x="299212" y="0"/>
                </a:lnTo>
                <a:close/>
              </a:path>
              <a:path w="338455" h="368300">
                <a:moveTo>
                  <a:pt x="302047" y="38341"/>
                </a:moveTo>
                <a:lnTo>
                  <a:pt x="303656" y="39115"/>
                </a:lnTo>
                <a:lnTo>
                  <a:pt x="302899" y="38596"/>
                </a:lnTo>
                <a:lnTo>
                  <a:pt x="302047" y="38341"/>
                </a:lnTo>
                <a:close/>
              </a:path>
              <a:path w="338455" h="368300">
                <a:moveTo>
                  <a:pt x="302899" y="38596"/>
                </a:moveTo>
                <a:lnTo>
                  <a:pt x="303656" y="39115"/>
                </a:lnTo>
                <a:lnTo>
                  <a:pt x="338211" y="39115"/>
                </a:lnTo>
                <a:lnTo>
                  <a:pt x="338194" y="38862"/>
                </a:lnTo>
                <a:lnTo>
                  <a:pt x="303783" y="38862"/>
                </a:lnTo>
                <a:lnTo>
                  <a:pt x="302899" y="38596"/>
                </a:lnTo>
                <a:close/>
              </a:path>
              <a:path w="338455" h="368300">
                <a:moveTo>
                  <a:pt x="302619" y="38404"/>
                </a:moveTo>
                <a:lnTo>
                  <a:pt x="302937" y="38607"/>
                </a:lnTo>
                <a:lnTo>
                  <a:pt x="303783" y="38862"/>
                </a:lnTo>
                <a:lnTo>
                  <a:pt x="302619" y="38404"/>
                </a:lnTo>
                <a:close/>
              </a:path>
              <a:path w="338455" h="368300">
                <a:moveTo>
                  <a:pt x="302261" y="38158"/>
                </a:moveTo>
                <a:lnTo>
                  <a:pt x="302619" y="38404"/>
                </a:lnTo>
                <a:lnTo>
                  <a:pt x="303783" y="38862"/>
                </a:lnTo>
                <a:lnTo>
                  <a:pt x="338194" y="38862"/>
                </a:lnTo>
                <a:lnTo>
                  <a:pt x="338161" y="38353"/>
                </a:lnTo>
                <a:lnTo>
                  <a:pt x="303275" y="38353"/>
                </a:lnTo>
                <a:lnTo>
                  <a:pt x="302261" y="38158"/>
                </a:lnTo>
                <a:close/>
              </a:path>
              <a:path w="338455" h="368300">
                <a:moveTo>
                  <a:pt x="301392" y="38144"/>
                </a:moveTo>
                <a:lnTo>
                  <a:pt x="301878" y="38607"/>
                </a:lnTo>
                <a:lnTo>
                  <a:pt x="301541" y="38189"/>
                </a:lnTo>
                <a:lnTo>
                  <a:pt x="301392" y="38144"/>
                </a:lnTo>
                <a:close/>
              </a:path>
              <a:path w="338455" h="368300">
                <a:moveTo>
                  <a:pt x="301541" y="38189"/>
                </a:moveTo>
                <a:lnTo>
                  <a:pt x="301878" y="38607"/>
                </a:lnTo>
                <a:lnTo>
                  <a:pt x="302601" y="38607"/>
                </a:lnTo>
                <a:lnTo>
                  <a:pt x="302047" y="38341"/>
                </a:lnTo>
                <a:lnTo>
                  <a:pt x="301541" y="38189"/>
                </a:lnTo>
                <a:close/>
              </a:path>
              <a:path w="338455" h="368300">
                <a:moveTo>
                  <a:pt x="301380" y="37989"/>
                </a:moveTo>
                <a:lnTo>
                  <a:pt x="302090" y="38353"/>
                </a:lnTo>
                <a:lnTo>
                  <a:pt x="302899" y="38596"/>
                </a:lnTo>
                <a:lnTo>
                  <a:pt x="302619" y="38404"/>
                </a:lnTo>
                <a:lnTo>
                  <a:pt x="301738" y="38058"/>
                </a:lnTo>
                <a:lnTo>
                  <a:pt x="301380" y="37989"/>
                </a:lnTo>
                <a:close/>
              </a:path>
              <a:path w="338455" h="368300">
                <a:moveTo>
                  <a:pt x="301738" y="38058"/>
                </a:moveTo>
                <a:lnTo>
                  <a:pt x="302619" y="38404"/>
                </a:lnTo>
                <a:lnTo>
                  <a:pt x="302305" y="38189"/>
                </a:lnTo>
                <a:lnTo>
                  <a:pt x="301738" y="38058"/>
                </a:lnTo>
                <a:close/>
              </a:path>
              <a:path w="338455" h="368300">
                <a:moveTo>
                  <a:pt x="300885" y="37992"/>
                </a:moveTo>
                <a:lnTo>
                  <a:pt x="300267" y="38017"/>
                </a:lnTo>
                <a:lnTo>
                  <a:pt x="300354" y="38353"/>
                </a:lnTo>
                <a:lnTo>
                  <a:pt x="301612" y="38353"/>
                </a:lnTo>
                <a:lnTo>
                  <a:pt x="301392" y="38144"/>
                </a:lnTo>
                <a:lnTo>
                  <a:pt x="300885" y="37992"/>
                </a:lnTo>
                <a:close/>
              </a:path>
              <a:path w="338455" h="368300">
                <a:moveTo>
                  <a:pt x="337936" y="34925"/>
                </a:moveTo>
                <a:lnTo>
                  <a:pt x="299465" y="34925"/>
                </a:lnTo>
                <a:lnTo>
                  <a:pt x="299729" y="35943"/>
                </a:lnTo>
                <a:lnTo>
                  <a:pt x="300599" y="37019"/>
                </a:lnTo>
                <a:lnTo>
                  <a:pt x="302175" y="38100"/>
                </a:lnTo>
                <a:lnTo>
                  <a:pt x="303275" y="38353"/>
                </a:lnTo>
                <a:lnTo>
                  <a:pt x="338161" y="38353"/>
                </a:lnTo>
                <a:lnTo>
                  <a:pt x="337936" y="34925"/>
                </a:lnTo>
                <a:close/>
              </a:path>
              <a:path w="338455" h="368300">
                <a:moveTo>
                  <a:pt x="301420" y="38038"/>
                </a:moveTo>
                <a:lnTo>
                  <a:pt x="301541" y="38189"/>
                </a:lnTo>
                <a:lnTo>
                  <a:pt x="302047" y="38341"/>
                </a:lnTo>
                <a:lnTo>
                  <a:pt x="301420" y="38038"/>
                </a:lnTo>
                <a:close/>
              </a:path>
              <a:path w="338455" h="368300">
                <a:moveTo>
                  <a:pt x="301289" y="37976"/>
                </a:moveTo>
                <a:lnTo>
                  <a:pt x="301440" y="38158"/>
                </a:lnTo>
                <a:lnTo>
                  <a:pt x="301289" y="37976"/>
                </a:lnTo>
                <a:close/>
              </a:path>
              <a:path w="338455" h="368300">
                <a:moveTo>
                  <a:pt x="300595" y="37016"/>
                </a:moveTo>
                <a:lnTo>
                  <a:pt x="301218" y="37789"/>
                </a:lnTo>
                <a:lnTo>
                  <a:pt x="301676" y="38034"/>
                </a:lnTo>
                <a:lnTo>
                  <a:pt x="302245" y="38147"/>
                </a:lnTo>
                <a:lnTo>
                  <a:pt x="300595" y="37016"/>
                </a:lnTo>
                <a:close/>
              </a:path>
              <a:path w="338455" h="368300">
                <a:moveTo>
                  <a:pt x="301218" y="37979"/>
                </a:moveTo>
                <a:lnTo>
                  <a:pt x="300960" y="37989"/>
                </a:lnTo>
                <a:lnTo>
                  <a:pt x="301392" y="38144"/>
                </a:lnTo>
                <a:lnTo>
                  <a:pt x="301218" y="37979"/>
                </a:lnTo>
                <a:close/>
              </a:path>
              <a:path w="338455" h="368300">
                <a:moveTo>
                  <a:pt x="301307" y="37975"/>
                </a:moveTo>
                <a:close/>
              </a:path>
              <a:path w="338455" h="368300">
                <a:moveTo>
                  <a:pt x="301521" y="37972"/>
                </a:moveTo>
                <a:lnTo>
                  <a:pt x="301370" y="37972"/>
                </a:lnTo>
                <a:lnTo>
                  <a:pt x="301676" y="38034"/>
                </a:lnTo>
                <a:lnTo>
                  <a:pt x="301521" y="37972"/>
                </a:lnTo>
                <a:close/>
              </a:path>
              <a:path w="338455" h="368300">
                <a:moveTo>
                  <a:pt x="299756" y="36666"/>
                </a:moveTo>
                <a:lnTo>
                  <a:pt x="299983" y="38028"/>
                </a:lnTo>
                <a:lnTo>
                  <a:pt x="300235" y="38018"/>
                </a:lnTo>
                <a:lnTo>
                  <a:pt x="300119" y="37762"/>
                </a:lnTo>
                <a:lnTo>
                  <a:pt x="299974" y="37718"/>
                </a:lnTo>
                <a:lnTo>
                  <a:pt x="300129" y="37718"/>
                </a:lnTo>
                <a:lnTo>
                  <a:pt x="299756" y="36666"/>
                </a:lnTo>
                <a:close/>
              </a:path>
              <a:path w="338455" h="368300">
                <a:moveTo>
                  <a:pt x="300208" y="37789"/>
                </a:moveTo>
                <a:lnTo>
                  <a:pt x="300267" y="38017"/>
                </a:lnTo>
                <a:lnTo>
                  <a:pt x="300885" y="37992"/>
                </a:lnTo>
                <a:lnTo>
                  <a:pt x="300208" y="37789"/>
                </a:lnTo>
                <a:close/>
              </a:path>
              <a:path w="338455" h="368300">
                <a:moveTo>
                  <a:pt x="300201" y="37762"/>
                </a:moveTo>
                <a:lnTo>
                  <a:pt x="300885" y="37992"/>
                </a:lnTo>
                <a:lnTo>
                  <a:pt x="301218" y="37979"/>
                </a:lnTo>
                <a:lnTo>
                  <a:pt x="300201" y="37762"/>
                </a:lnTo>
                <a:close/>
              </a:path>
              <a:path w="338455" h="368300">
                <a:moveTo>
                  <a:pt x="300995" y="37766"/>
                </a:moveTo>
                <a:lnTo>
                  <a:pt x="301307" y="37975"/>
                </a:lnTo>
                <a:lnTo>
                  <a:pt x="301183" y="37840"/>
                </a:lnTo>
                <a:lnTo>
                  <a:pt x="300995" y="37766"/>
                </a:lnTo>
                <a:close/>
              </a:path>
              <a:path w="338455" h="368300">
                <a:moveTo>
                  <a:pt x="301295" y="37884"/>
                </a:moveTo>
                <a:lnTo>
                  <a:pt x="301521" y="37972"/>
                </a:lnTo>
                <a:lnTo>
                  <a:pt x="301295" y="37884"/>
                </a:lnTo>
                <a:close/>
              </a:path>
              <a:path w="338455" h="368300">
                <a:moveTo>
                  <a:pt x="301139" y="37904"/>
                </a:moveTo>
                <a:lnTo>
                  <a:pt x="301275" y="37969"/>
                </a:lnTo>
                <a:lnTo>
                  <a:pt x="301139" y="37904"/>
                </a:lnTo>
                <a:close/>
              </a:path>
              <a:path w="338455" h="368300">
                <a:moveTo>
                  <a:pt x="300485" y="37588"/>
                </a:moveTo>
                <a:lnTo>
                  <a:pt x="300634" y="37845"/>
                </a:lnTo>
                <a:lnTo>
                  <a:pt x="301191" y="37953"/>
                </a:lnTo>
                <a:lnTo>
                  <a:pt x="300485" y="37588"/>
                </a:lnTo>
                <a:close/>
              </a:path>
              <a:path w="338455" h="368300">
                <a:moveTo>
                  <a:pt x="300471" y="37560"/>
                </a:moveTo>
                <a:lnTo>
                  <a:pt x="301139" y="37904"/>
                </a:lnTo>
                <a:lnTo>
                  <a:pt x="300956" y="37751"/>
                </a:lnTo>
                <a:lnTo>
                  <a:pt x="300471" y="37560"/>
                </a:lnTo>
                <a:close/>
              </a:path>
              <a:path w="338455" h="368300">
                <a:moveTo>
                  <a:pt x="300019" y="36621"/>
                </a:moveTo>
                <a:lnTo>
                  <a:pt x="300211" y="37019"/>
                </a:lnTo>
                <a:lnTo>
                  <a:pt x="300945" y="37718"/>
                </a:lnTo>
                <a:lnTo>
                  <a:pt x="301295" y="37884"/>
                </a:lnTo>
                <a:lnTo>
                  <a:pt x="300595" y="37016"/>
                </a:lnTo>
                <a:lnTo>
                  <a:pt x="300019" y="36621"/>
                </a:lnTo>
                <a:close/>
              </a:path>
              <a:path w="338455" h="368300">
                <a:moveTo>
                  <a:pt x="300606" y="37840"/>
                </a:moveTo>
                <a:close/>
              </a:path>
              <a:path w="338455" h="368300">
                <a:moveTo>
                  <a:pt x="300442" y="37568"/>
                </a:moveTo>
                <a:lnTo>
                  <a:pt x="300606" y="37840"/>
                </a:lnTo>
                <a:lnTo>
                  <a:pt x="300485" y="37588"/>
                </a:lnTo>
                <a:close/>
              </a:path>
              <a:path w="338455" h="368300">
                <a:moveTo>
                  <a:pt x="299942" y="36763"/>
                </a:moveTo>
                <a:lnTo>
                  <a:pt x="300220" y="37766"/>
                </a:lnTo>
                <a:lnTo>
                  <a:pt x="300605" y="37840"/>
                </a:lnTo>
                <a:lnTo>
                  <a:pt x="300426" y="37560"/>
                </a:lnTo>
                <a:lnTo>
                  <a:pt x="300227" y="37464"/>
                </a:lnTo>
                <a:lnTo>
                  <a:pt x="300380" y="37464"/>
                </a:lnTo>
                <a:lnTo>
                  <a:pt x="299982" y="36801"/>
                </a:lnTo>
                <a:close/>
              </a:path>
              <a:path w="338455" h="368300">
                <a:moveTo>
                  <a:pt x="299974" y="37718"/>
                </a:moveTo>
                <a:lnTo>
                  <a:pt x="300148" y="37771"/>
                </a:lnTo>
                <a:lnTo>
                  <a:pt x="299974" y="37718"/>
                </a:lnTo>
                <a:close/>
              </a:path>
              <a:path w="338455" h="368300">
                <a:moveTo>
                  <a:pt x="300211" y="37019"/>
                </a:moveTo>
                <a:lnTo>
                  <a:pt x="300425" y="37464"/>
                </a:lnTo>
                <a:lnTo>
                  <a:pt x="300995" y="37766"/>
                </a:lnTo>
                <a:lnTo>
                  <a:pt x="300211" y="37019"/>
                </a:lnTo>
                <a:close/>
              </a:path>
              <a:path w="338455" h="368300">
                <a:moveTo>
                  <a:pt x="299740" y="36571"/>
                </a:moveTo>
                <a:lnTo>
                  <a:pt x="300076" y="37568"/>
                </a:lnTo>
                <a:lnTo>
                  <a:pt x="300201" y="37762"/>
                </a:lnTo>
                <a:lnTo>
                  <a:pt x="300008" y="37016"/>
                </a:lnTo>
                <a:lnTo>
                  <a:pt x="299890" y="36714"/>
                </a:lnTo>
                <a:lnTo>
                  <a:pt x="299740" y="36571"/>
                </a:lnTo>
                <a:close/>
              </a:path>
              <a:path w="338455" h="368300">
                <a:moveTo>
                  <a:pt x="300129" y="37718"/>
                </a:moveTo>
                <a:lnTo>
                  <a:pt x="299974" y="37718"/>
                </a:lnTo>
                <a:lnTo>
                  <a:pt x="300141" y="37751"/>
                </a:lnTo>
                <a:close/>
              </a:path>
              <a:path w="338455" h="368300">
                <a:moveTo>
                  <a:pt x="300227" y="37464"/>
                </a:moveTo>
                <a:lnTo>
                  <a:pt x="300442" y="37568"/>
                </a:lnTo>
                <a:lnTo>
                  <a:pt x="300227" y="37464"/>
                </a:lnTo>
                <a:close/>
              </a:path>
              <a:path w="338455" h="368300">
                <a:moveTo>
                  <a:pt x="299982" y="36801"/>
                </a:moveTo>
                <a:lnTo>
                  <a:pt x="300380" y="37464"/>
                </a:lnTo>
                <a:lnTo>
                  <a:pt x="300208" y="37016"/>
                </a:lnTo>
                <a:lnTo>
                  <a:pt x="299982" y="36801"/>
                </a:lnTo>
                <a:close/>
              </a:path>
              <a:path w="338455" h="368300">
                <a:moveTo>
                  <a:pt x="300380" y="37464"/>
                </a:moveTo>
                <a:lnTo>
                  <a:pt x="300227" y="37464"/>
                </a:lnTo>
                <a:lnTo>
                  <a:pt x="300427" y="37543"/>
                </a:lnTo>
                <a:close/>
              </a:path>
              <a:path w="338455" h="368300">
                <a:moveTo>
                  <a:pt x="299881" y="36526"/>
                </a:moveTo>
                <a:lnTo>
                  <a:pt x="299982" y="36801"/>
                </a:lnTo>
                <a:lnTo>
                  <a:pt x="300211" y="37019"/>
                </a:lnTo>
                <a:lnTo>
                  <a:pt x="300019" y="36621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29" y="35943"/>
                </a:moveTo>
                <a:lnTo>
                  <a:pt x="299973" y="36526"/>
                </a:lnTo>
                <a:lnTo>
                  <a:pt x="300085" y="36666"/>
                </a:lnTo>
                <a:lnTo>
                  <a:pt x="300595" y="37016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9713" y="36412"/>
                </a:moveTo>
                <a:lnTo>
                  <a:pt x="299840" y="36666"/>
                </a:lnTo>
                <a:lnTo>
                  <a:pt x="299817" y="36526"/>
                </a:lnTo>
                <a:close/>
              </a:path>
              <a:path w="338455" h="368300">
                <a:moveTo>
                  <a:pt x="299773" y="36452"/>
                </a:moveTo>
                <a:lnTo>
                  <a:pt x="299929" y="36714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73" y="36110"/>
                </a:moveTo>
                <a:lnTo>
                  <a:pt x="299908" y="36545"/>
                </a:lnTo>
                <a:lnTo>
                  <a:pt x="299773" y="36110"/>
                </a:lnTo>
                <a:close/>
              </a:path>
              <a:path w="338455" h="368300">
                <a:moveTo>
                  <a:pt x="299212" y="36067"/>
                </a:moveTo>
                <a:lnTo>
                  <a:pt x="299713" y="36545"/>
                </a:lnTo>
                <a:lnTo>
                  <a:pt x="299596" y="36331"/>
                </a:lnTo>
                <a:lnTo>
                  <a:pt x="299212" y="36067"/>
                </a:lnTo>
                <a:close/>
              </a:path>
              <a:path w="338455" h="368300">
                <a:moveTo>
                  <a:pt x="299611" y="35795"/>
                </a:moveTo>
                <a:lnTo>
                  <a:pt x="299656" y="36067"/>
                </a:lnTo>
                <a:lnTo>
                  <a:pt x="299773" y="36452"/>
                </a:lnTo>
                <a:lnTo>
                  <a:pt x="299756" y="36074"/>
                </a:lnTo>
                <a:lnTo>
                  <a:pt x="299611" y="35795"/>
                </a:lnTo>
                <a:close/>
              </a:path>
              <a:path w="338455" h="368300">
                <a:moveTo>
                  <a:pt x="299546" y="36074"/>
                </a:moveTo>
                <a:lnTo>
                  <a:pt x="299637" y="36331"/>
                </a:lnTo>
                <a:lnTo>
                  <a:pt x="299546" y="36074"/>
                </a:lnTo>
                <a:close/>
              </a:path>
              <a:path w="338455" h="368300">
                <a:moveTo>
                  <a:pt x="299542" y="36067"/>
                </a:moveTo>
                <a:lnTo>
                  <a:pt x="299212" y="36067"/>
                </a:lnTo>
                <a:lnTo>
                  <a:pt x="299650" y="36368"/>
                </a:lnTo>
                <a:lnTo>
                  <a:pt x="299542" y="36067"/>
                </a:lnTo>
                <a:close/>
              </a:path>
              <a:path w="338455" h="368300">
                <a:moveTo>
                  <a:pt x="299318" y="35432"/>
                </a:moveTo>
                <a:lnTo>
                  <a:pt x="299567" y="36110"/>
                </a:lnTo>
                <a:lnTo>
                  <a:pt x="299700" y="36331"/>
                </a:lnTo>
                <a:lnTo>
                  <a:pt x="299583" y="35761"/>
                </a:lnTo>
                <a:lnTo>
                  <a:pt x="299318" y="35432"/>
                </a:lnTo>
                <a:close/>
              </a:path>
              <a:path w="338455" h="368300">
                <a:moveTo>
                  <a:pt x="299637" y="35828"/>
                </a:moveTo>
                <a:lnTo>
                  <a:pt x="299773" y="36110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8703" y="34670"/>
                </a:moveTo>
                <a:lnTo>
                  <a:pt x="299546" y="36074"/>
                </a:lnTo>
                <a:lnTo>
                  <a:pt x="299318" y="35432"/>
                </a:lnTo>
                <a:lnTo>
                  <a:pt x="298703" y="34670"/>
                </a:lnTo>
                <a:close/>
              </a:path>
              <a:path w="338455" h="368300">
                <a:moveTo>
                  <a:pt x="299465" y="34925"/>
                </a:moveTo>
                <a:lnTo>
                  <a:pt x="299605" y="35761"/>
                </a:lnTo>
                <a:lnTo>
                  <a:pt x="299729" y="35943"/>
                </a:lnTo>
                <a:lnTo>
                  <a:pt x="299465" y="34925"/>
                </a:lnTo>
                <a:close/>
              </a:path>
              <a:path w="338455" h="368300">
                <a:moveTo>
                  <a:pt x="298957" y="34416"/>
                </a:moveTo>
                <a:lnTo>
                  <a:pt x="299318" y="35432"/>
                </a:lnTo>
                <a:lnTo>
                  <a:pt x="299611" y="35795"/>
                </a:lnTo>
                <a:lnTo>
                  <a:pt x="298957" y="34416"/>
                </a:lnTo>
                <a:close/>
              </a:path>
              <a:path w="338455" h="368300">
                <a:moveTo>
                  <a:pt x="337903" y="34416"/>
                </a:moveTo>
                <a:lnTo>
                  <a:pt x="298957" y="34416"/>
                </a:lnTo>
                <a:lnTo>
                  <a:pt x="299605" y="35761"/>
                </a:lnTo>
                <a:lnTo>
                  <a:pt x="299465" y="34925"/>
                </a:lnTo>
                <a:lnTo>
                  <a:pt x="337936" y="34925"/>
                </a:lnTo>
                <a:lnTo>
                  <a:pt x="337903" y="34416"/>
                </a:lnTo>
                <a:close/>
              </a:path>
              <a:path w="338455" h="368300">
                <a:moveTo>
                  <a:pt x="299048" y="34670"/>
                </a:moveTo>
                <a:lnTo>
                  <a:pt x="298703" y="34670"/>
                </a:lnTo>
                <a:lnTo>
                  <a:pt x="299318" y="35432"/>
                </a:lnTo>
                <a:lnTo>
                  <a:pt x="299048" y="34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717294" y="32240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52565" y="3663696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457200" y="0"/>
                </a:moveTo>
                <a:lnTo>
                  <a:pt x="457200" y="114299"/>
                </a:lnTo>
                <a:lnTo>
                  <a:pt x="533400" y="76199"/>
                </a:lnTo>
                <a:lnTo>
                  <a:pt x="476250" y="76199"/>
                </a:lnTo>
                <a:lnTo>
                  <a:pt x="476250" y="38099"/>
                </a:lnTo>
                <a:lnTo>
                  <a:pt x="533400" y="38099"/>
                </a:lnTo>
                <a:lnTo>
                  <a:pt x="457200" y="0"/>
                </a:lnTo>
                <a:close/>
              </a:path>
              <a:path w="571500" h="114300">
                <a:moveTo>
                  <a:pt x="4572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57200" y="76199"/>
                </a:lnTo>
                <a:lnTo>
                  <a:pt x="457200" y="38099"/>
                </a:lnTo>
                <a:close/>
              </a:path>
              <a:path w="571500" h="114300">
                <a:moveTo>
                  <a:pt x="533400" y="38099"/>
                </a:moveTo>
                <a:lnTo>
                  <a:pt x="476250" y="38099"/>
                </a:lnTo>
                <a:lnTo>
                  <a:pt x="476250" y="76199"/>
                </a:lnTo>
                <a:lnTo>
                  <a:pt x="533400" y="76199"/>
                </a:lnTo>
                <a:lnTo>
                  <a:pt x="571500" y="57149"/>
                </a:lnTo>
                <a:lnTo>
                  <a:pt x="5334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52565" y="3994403"/>
            <a:ext cx="622300" cy="114300"/>
          </a:xfrm>
          <a:custGeom>
            <a:avLst/>
            <a:gdLst/>
            <a:ahLst/>
            <a:cxnLst/>
            <a:rect l="l" t="t" r="r" b="b"/>
            <a:pathLst>
              <a:path w="622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223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22300" h="114300">
                <a:moveTo>
                  <a:pt x="62179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21791" y="76200"/>
                </a:lnTo>
                <a:lnTo>
                  <a:pt x="6217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76921" y="2198370"/>
            <a:ext cx="0" cy="963294"/>
          </a:xfrm>
          <a:custGeom>
            <a:avLst/>
            <a:gdLst/>
            <a:ahLst/>
            <a:cxnLst/>
            <a:rect l="l" t="t" r="r" b="b"/>
            <a:pathLst>
              <a:path w="0" h="963294">
                <a:moveTo>
                  <a:pt x="0" y="0"/>
                </a:moveTo>
                <a:lnTo>
                  <a:pt x="0" y="96316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052565" y="3104388"/>
            <a:ext cx="1324610" cy="114300"/>
          </a:xfrm>
          <a:custGeom>
            <a:avLst/>
            <a:gdLst/>
            <a:ahLst/>
            <a:cxnLst/>
            <a:rect l="l" t="t" r="r" b="b"/>
            <a:pathLst>
              <a:path w="13246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3246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324609" h="114300">
                <a:moveTo>
                  <a:pt x="132435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324356" y="76200"/>
                </a:lnTo>
                <a:lnTo>
                  <a:pt x="13243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48066" y="3623309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 h="0">
                <a:moveTo>
                  <a:pt x="0" y="0"/>
                </a:moveTo>
                <a:lnTo>
                  <a:pt x="67665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824721" y="963930"/>
            <a:ext cx="0" cy="2659380"/>
          </a:xfrm>
          <a:custGeom>
            <a:avLst/>
            <a:gdLst/>
            <a:ahLst/>
            <a:cxnLst/>
            <a:rect l="l" t="t" r="r" b="b"/>
            <a:pathLst>
              <a:path w="0" h="2659379">
                <a:moveTo>
                  <a:pt x="0" y="265938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85966" y="906780"/>
            <a:ext cx="2239010" cy="114300"/>
          </a:xfrm>
          <a:custGeom>
            <a:avLst/>
            <a:gdLst/>
            <a:ahLst/>
            <a:cxnLst/>
            <a:rect l="l" t="t" r="r" b="b"/>
            <a:pathLst>
              <a:path w="22390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2390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239009" h="114300">
                <a:moveTo>
                  <a:pt x="223875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238755" y="76200"/>
                </a:lnTo>
                <a:lnTo>
                  <a:pt x="223875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053" y="1142238"/>
            <a:ext cx="4973320" cy="0"/>
          </a:xfrm>
          <a:custGeom>
            <a:avLst/>
            <a:gdLst/>
            <a:ahLst/>
            <a:cxnLst/>
            <a:rect l="l" t="t" r="r" b="b"/>
            <a:pathLst>
              <a:path w="4973320" h="0">
                <a:moveTo>
                  <a:pt x="49728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053" y="1142238"/>
            <a:ext cx="0" cy="3700779"/>
          </a:xfrm>
          <a:custGeom>
            <a:avLst/>
            <a:gdLst/>
            <a:ahLst/>
            <a:cxnLst/>
            <a:rect l="l" t="t" r="r" b="b"/>
            <a:pathLst>
              <a:path w="0" h="3700779">
                <a:moveTo>
                  <a:pt x="0" y="0"/>
                </a:moveTo>
                <a:lnTo>
                  <a:pt x="1" y="37002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1053" y="4785359"/>
            <a:ext cx="254635" cy="114300"/>
          </a:xfrm>
          <a:custGeom>
            <a:avLst/>
            <a:gdLst/>
            <a:ahLst/>
            <a:cxnLst/>
            <a:rect l="l" t="t" r="r" b="b"/>
            <a:pathLst>
              <a:path w="254635" h="114300">
                <a:moveTo>
                  <a:pt x="140208" y="0"/>
                </a:moveTo>
                <a:lnTo>
                  <a:pt x="140208" y="114300"/>
                </a:lnTo>
                <a:lnTo>
                  <a:pt x="216408" y="76200"/>
                </a:lnTo>
                <a:lnTo>
                  <a:pt x="159258" y="76200"/>
                </a:lnTo>
                <a:lnTo>
                  <a:pt x="159258" y="38100"/>
                </a:lnTo>
                <a:lnTo>
                  <a:pt x="216408" y="38100"/>
                </a:lnTo>
                <a:lnTo>
                  <a:pt x="140208" y="0"/>
                </a:lnTo>
                <a:close/>
              </a:path>
              <a:path w="254635" h="114300">
                <a:moveTo>
                  <a:pt x="1402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0208" y="76200"/>
                </a:lnTo>
                <a:lnTo>
                  <a:pt x="140208" y="38100"/>
                </a:lnTo>
                <a:close/>
              </a:path>
              <a:path w="254635" h="114300">
                <a:moveTo>
                  <a:pt x="216408" y="38100"/>
                </a:moveTo>
                <a:lnTo>
                  <a:pt x="159258" y="38100"/>
                </a:lnTo>
                <a:lnTo>
                  <a:pt x="159258" y="76200"/>
                </a:lnTo>
                <a:lnTo>
                  <a:pt x="216408" y="76200"/>
                </a:lnTo>
                <a:lnTo>
                  <a:pt x="254508" y="57150"/>
                </a:lnTo>
                <a:lnTo>
                  <a:pt x="2164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759578" y="734314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969258" y="5625846"/>
            <a:ext cx="711835" cy="0"/>
          </a:xfrm>
          <a:custGeom>
            <a:avLst/>
            <a:gdLst/>
            <a:ahLst/>
            <a:cxnLst/>
            <a:rect l="l" t="t" r="r" b="b"/>
            <a:pathLst>
              <a:path w="711835" h="0">
                <a:moveTo>
                  <a:pt x="0" y="0"/>
                </a:moveTo>
                <a:lnTo>
                  <a:pt x="711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623815" y="4842509"/>
            <a:ext cx="114300" cy="783590"/>
          </a:xfrm>
          <a:custGeom>
            <a:avLst/>
            <a:gdLst/>
            <a:ahLst/>
            <a:cxnLst/>
            <a:rect l="l" t="t" r="r" b="b"/>
            <a:pathLst>
              <a:path w="114300" h="783589">
                <a:moveTo>
                  <a:pt x="76200" y="95250"/>
                </a:moveTo>
                <a:lnTo>
                  <a:pt x="38100" y="95250"/>
                </a:lnTo>
                <a:lnTo>
                  <a:pt x="38100" y="783335"/>
                </a:lnTo>
                <a:lnTo>
                  <a:pt x="76200" y="783335"/>
                </a:lnTo>
                <a:lnTo>
                  <a:pt x="76200" y="95250"/>
                </a:lnTo>
                <a:close/>
              </a:path>
              <a:path w="114300" h="78358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8358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969258" y="6011417"/>
            <a:ext cx="5049520" cy="0"/>
          </a:xfrm>
          <a:custGeom>
            <a:avLst/>
            <a:gdLst/>
            <a:ahLst/>
            <a:cxnLst/>
            <a:rect l="l" t="t" r="r" b="b"/>
            <a:pathLst>
              <a:path w="5049520" h="0">
                <a:moveTo>
                  <a:pt x="0" y="0"/>
                </a:moveTo>
                <a:lnTo>
                  <a:pt x="50490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018269" y="749045"/>
            <a:ext cx="0" cy="5262880"/>
          </a:xfrm>
          <a:custGeom>
            <a:avLst/>
            <a:gdLst/>
            <a:ahLst/>
            <a:cxnLst/>
            <a:rect l="l" t="t" r="r" b="b"/>
            <a:pathLst>
              <a:path w="0" h="5262880">
                <a:moveTo>
                  <a:pt x="0" y="526237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624066" y="667258"/>
            <a:ext cx="2394585" cy="114300"/>
          </a:xfrm>
          <a:custGeom>
            <a:avLst/>
            <a:gdLst/>
            <a:ahLst/>
            <a:cxnLst/>
            <a:rect l="l" t="t" r="r" b="b"/>
            <a:pathLst>
              <a:path w="2394584" h="114300">
                <a:moveTo>
                  <a:pt x="114934" y="0"/>
                </a:moveTo>
                <a:lnTo>
                  <a:pt x="0" y="55879"/>
                </a:lnTo>
                <a:lnTo>
                  <a:pt x="113664" y="114300"/>
                </a:lnTo>
                <a:lnTo>
                  <a:pt x="114088" y="76152"/>
                </a:lnTo>
                <a:lnTo>
                  <a:pt x="94995" y="75945"/>
                </a:lnTo>
                <a:lnTo>
                  <a:pt x="95503" y="37845"/>
                </a:lnTo>
                <a:lnTo>
                  <a:pt x="114514" y="37845"/>
                </a:lnTo>
                <a:lnTo>
                  <a:pt x="114934" y="0"/>
                </a:lnTo>
                <a:close/>
              </a:path>
              <a:path w="2394584" h="114300">
                <a:moveTo>
                  <a:pt x="114512" y="38051"/>
                </a:moveTo>
                <a:lnTo>
                  <a:pt x="114088" y="76152"/>
                </a:lnTo>
                <a:lnTo>
                  <a:pt x="2393950" y="100837"/>
                </a:lnTo>
                <a:lnTo>
                  <a:pt x="2394457" y="62737"/>
                </a:lnTo>
                <a:lnTo>
                  <a:pt x="114512" y="38051"/>
                </a:lnTo>
                <a:close/>
              </a:path>
              <a:path w="2394584" h="114300">
                <a:moveTo>
                  <a:pt x="95503" y="37845"/>
                </a:moveTo>
                <a:lnTo>
                  <a:pt x="94995" y="75945"/>
                </a:lnTo>
                <a:lnTo>
                  <a:pt x="114088" y="76152"/>
                </a:lnTo>
                <a:lnTo>
                  <a:pt x="114512" y="38051"/>
                </a:lnTo>
                <a:lnTo>
                  <a:pt x="95503" y="37845"/>
                </a:lnTo>
                <a:close/>
              </a:path>
              <a:path w="2394584" h="114300">
                <a:moveTo>
                  <a:pt x="114514" y="37845"/>
                </a:moveTo>
                <a:lnTo>
                  <a:pt x="95503" y="37845"/>
                </a:lnTo>
                <a:lnTo>
                  <a:pt x="114512" y="38051"/>
                </a:lnTo>
                <a:lnTo>
                  <a:pt x="114514" y="3784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099052" y="566054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832610" y="3927347"/>
            <a:ext cx="917575" cy="114300"/>
          </a:xfrm>
          <a:custGeom>
            <a:avLst/>
            <a:gdLst/>
            <a:ahLst/>
            <a:cxnLst/>
            <a:rect l="l" t="t" r="r" b="b"/>
            <a:pathLst>
              <a:path w="917575" h="114300">
                <a:moveTo>
                  <a:pt x="803147" y="0"/>
                </a:moveTo>
                <a:lnTo>
                  <a:pt x="803147" y="114300"/>
                </a:lnTo>
                <a:lnTo>
                  <a:pt x="879347" y="76200"/>
                </a:lnTo>
                <a:lnTo>
                  <a:pt x="822197" y="76200"/>
                </a:lnTo>
                <a:lnTo>
                  <a:pt x="822197" y="38100"/>
                </a:lnTo>
                <a:lnTo>
                  <a:pt x="879347" y="38100"/>
                </a:lnTo>
                <a:lnTo>
                  <a:pt x="803147" y="0"/>
                </a:lnTo>
                <a:close/>
              </a:path>
              <a:path w="917575" h="114300">
                <a:moveTo>
                  <a:pt x="8031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3147" y="76200"/>
                </a:lnTo>
                <a:lnTo>
                  <a:pt x="803147" y="38100"/>
                </a:lnTo>
                <a:close/>
              </a:path>
              <a:path w="917575" h="114300">
                <a:moveTo>
                  <a:pt x="879347" y="38100"/>
                </a:moveTo>
                <a:lnTo>
                  <a:pt x="822197" y="38100"/>
                </a:lnTo>
                <a:lnTo>
                  <a:pt x="822197" y="76200"/>
                </a:lnTo>
                <a:lnTo>
                  <a:pt x="879347" y="76200"/>
                </a:lnTo>
                <a:lnTo>
                  <a:pt x="917447" y="57150"/>
                </a:lnTo>
                <a:lnTo>
                  <a:pt x="8793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187320" y="3881373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80865" y="3837432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832610" y="4579620"/>
            <a:ext cx="2658110" cy="114300"/>
          </a:xfrm>
          <a:custGeom>
            <a:avLst/>
            <a:gdLst/>
            <a:ahLst/>
            <a:cxnLst/>
            <a:rect l="l" t="t" r="r" b="b"/>
            <a:pathLst>
              <a:path w="265811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265811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2658110" h="114300">
                <a:moveTo>
                  <a:pt x="2657855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2657855" y="76199"/>
                </a:lnTo>
                <a:lnTo>
                  <a:pt x="2657855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127375" y="4240148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905761" y="2804922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91611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2917698" y="29889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410961" y="2448305"/>
            <a:ext cx="0" cy="356870"/>
          </a:xfrm>
          <a:custGeom>
            <a:avLst/>
            <a:gdLst/>
            <a:ahLst/>
            <a:cxnLst/>
            <a:rect l="l" t="t" r="r" b="b"/>
            <a:pathLst>
              <a:path w="0" h="356869">
                <a:moveTo>
                  <a:pt x="0" y="0"/>
                </a:moveTo>
                <a:lnTo>
                  <a:pt x="0" y="3566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556253" y="2804922"/>
            <a:ext cx="1854835" cy="0"/>
          </a:xfrm>
          <a:custGeom>
            <a:avLst/>
            <a:gdLst/>
            <a:ahLst/>
            <a:cxnLst/>
            <a:rect l="l" t="t" r="r" b="b"/>
            <a:pathLst>
              <a:path w="1854835" h="0">
                <a:moveTo>
                  <a:pt x="185470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99103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453253" y="23793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150876" y="0"/>
                </a:moveTo>
                <a:lnTo>
                  <a:pt x="84530" y="24561"/>
                </a:lnTo>
                <a:lnTo>
                  <a:pt x="56516" y="53084"/>
                </a:lnTo>
                <a:lnTo>
                  <a:pt x="33150" y="90498"/>
                </a:lnTo>
                <a:lnTo>
                  <a:pt x="15337" y="135349"/>
                </a:lnTo>
                <a:lnTo>
                  <a:pt x="3985" y="186185"/>
                </a:lnTo>
                <a:lnTo>
                  <a:pt x="0" y="241554"/>
                </a:lnTo>
                <a:lnTo>
                  <a:pt x="3985" y="296922"/>
                </a:lnTo>
                <a:lnTo>
                  <a:pt x="15337" y="347758"/>
                </a:lnTo>
                <a:lnTo>
                  <a:pt x="33150" y="392609"/>
                </a:lnTo>
                <a:lnTo>
                  <a:pt x="56516" y="430023"/>
                </a:lnTo>
                <a:lnTo>
                  <a:pt x="84530" y="458546"/>
                </a:lnTo>
                <a:lnTo>
                  <a:pt x="150876" y="483108"/>
                </a:lnTo>
                <a:lnTo>
                  <a:pt x="185465" y="476725"/>
                </a:lnTo>
                <a:lnTo>
                  <a:pt x="245235" y="430023"/>
                </a:lnTo>
                <a:lnTo>
                  <a:pt x="268601" y="392609"/>
                </a:lnTo>
                <a:lnTo>
                  <a:pt x="286414" y="347758"/>
                </a:lnTo>
                <a:lnTo>
                  <a:pt x="297766" y="296922"/>
                </a:lnTo>
                <a:lnTo>
                  <a:pt x="301752" y="241554"/>
                </a:lnTo>
                <a:lnTo>
                  <a:pt x="297766" y="186185"/>
                </a:lnTo>
                <a:lnTo>
                  <a:pt x="286414" y="135349"/>
                </a:lnTo>
                <a:lnTo>
                  <a:pt x="268601" y="90498"/>
                </a:lnTo>
                <a:lnTo>
                  <a:pt x="245235" y="53084"/>
                </a:lnTo>
                <a:lnTo>
                  <a:pt x="217221" y="24561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0" y="241554"/>
                </a:moveTo>
                <a:lnTo>
                  <a:pt x="3985" y="186185"/>
                </a:lnTo>
                <a:lnTo>
                  <a:pt x="15337" y="135349"/>
                </a:lnTo>
                <a:lnTo>
                  <a:pt x="33150" y="90498"/>
                </a:lnTo>
                <a:lnTo>
                  <a:pt x="56516" y="53084"/>
                </a:lnTo>
                <a:lnTo>
                  <a:pt x="84530" y="24561"/>
                </a:lnTo>
                <a:lnTo>
                  <a:pt x="150876" y="0"/>
                </a:lnTo>
                <a:lnTo>
                  <a:pt x="185465" y="6382"/>
                </a:lnTo>
                <a:lnTo>
                  <a:pt x="245235" y="53084"/>
                </a:lnTo>
                <a:lnTo>
                  <a:pt x="268601" y="90498"/>
                </a:lnTo>
                <a:lnTo>
                  <a:pt x="286414" y="135349"/>
                </a:lnTo>
                <a:lnTo>
                  <a:pt x="297766" y="186185"/>
                </a:lnTo>
                <a:lnTo>
                  <a:pt x="301752" y="241554"/>
                </a:lnTo>
                <a:lnTo>
                  <a:pt x="297766" y="296922"/>
                </a:lnTo>
                <a:lnTo>
                  <a:pt x="286414" y="347758"/>
                </a:lnTo>
                <a:lnTo>
                  <a:pt x="268601" y="392609"/>
                </a:lnTo>
                <a:lnTo>
                  <a:pt x="245235" y="430023"/>
                </a:lnTo>
                <a:lnTo>
                  <a:pt x="217221" y="458546"/>
                </a:lnTo>
                <a:lnTo>
                  <a:pt x="150876" y="483108"/>
                </a:lnTo>
                <a:lnTo>
                  <a:pt x="116286" y="476725"/>
                </a:lnTo>
                <a:lnTo>
                  <a:pt x="56516" y="430023"/>
                </a:lnTo>
                <a:lnTo>
                  <a:pt x="33150" y="392609"/>
                </a:lnTo>
                <a:lnTo>
                  <a:pt x="15337" y="347758"/>
                </a:lnTo>
                <a:lnTo>
                  <a:pt x="3985" y="296922"/>
                </a:lnTo>
                <a:lnTo>
                  <a:pt x="0" y="2415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993773" y="1054049"/>
            <a:ext cx="397510" cy="12007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1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150875" y="0"/>
                </a:moveTo>
                <a:lnTo>
                  <a:pt x="110772" y="7944"/>
                </a:lnTo>
                <a:lnTo>
                  <a:pt x="74732" y="30367"/>
                </a:lnTo>
                <a:lnTo>
                  <a:pt x="44195" y="65150"/>
                </a:lnTo>
                <a:lnTo>
                  <a:pt x="20602" y="110179"/>
                </a:lnTo>
                <a:lnTo>
                  <a:pt x="5390" y="163336"/>
                </a:lnTo>
                <a:lnTo>
                  <a:pt x="0" y="222503"/>
                </a:lnTo>
                <a:lnTo>
                  <a:pt x="5390" y="281671"/>
                </a:lnTo>
                <a:lnTo>
                  <a:pt x="20602" y="334828"/>
                </a:lnTo>
                <a:lnTo>
                  <a:pt x="44196" y="379857"/>
                </a:lnTo>
                <a:lnTo>
                  <a:pt x="74732" y="414640"/>
                </a:lnTo>
                <a:lnTo>
                  <a:pt x="110772" y="437063"/>
                </a:lnTo>
                <a:lnTo>
                  <a:pt x="150875" y="445008"/>
                </a:lnTo>
                <a:lnTo>
                  <a:pt x="190979" y="437063"/>
                </a:lnTo>
                <a:lnTo>
                  <a:pt x="227019" y="414640"/>
                </a:lnTo>
                <a:lnTo>
                  <a:pt x="257555" y="379857"/>
                </a:lnTo>
                <a:lnTo>
                  <a:pt x="281149" y="334828"/>
                </a:lnTo>
                <a:lnTo>
                  <a:pt x="296361" y="281671"/>
                </a:lnTo>
                <a:lnTo>
                  <a:pt x="301751" y="222503"/>
                </a:lnTo>
                <a:lnTo>
                  <a:pt x="296361" y="163336"/>
                </a:lnTo>
                <a:lnTo>
                  <a:pt x="281149" y="110179"/>
                </a:lnTo>
                <a:lnTo>
                  <a:pt x="257555" y="65150"/>
                </a:lnTo>
                <a:lnTo>
                  <a:pt x="227019" y="30367"/>
                </a:lnTo>
                <a:lnTo>
                  <a:pt x="190979" y="7944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0" y="222503"/>
                </a:moveTo>
                <a:lnTo>
                  <a:pt x="5390" y="163336"/>
                </a:lnTo>
                <a:lnTo>
                  <a:pt x="20602" y="110179"/>
                </a:lnTo>
                <a:lnTo>
                  <a:pt x="44195" y="65150"/>
                </a:lnTo>
                <a:lnTo>
                  <a:pt x="74732" y="30367"/>
                </a:lnTo>
                <a:lnTo>
                  <a:pt x="110772" y="7944"/>
                </a:lnTo>
                <a:lnTo>
                  <a:pt x="150875" y="0"/>
                </a:lnTo>
                <a:lnTo>
                  <a:pt x="190979" y="7944"/>
                </a:lnTo>
                <a:lnTo>
                  <a:pt x="227019" y="30367"/>
                </a:lnTo>
                <a:lnTo>
                  <a:pt x="257555" y="65150"/>
                </a:lnTo>
                <a:lnTo>
                  <a:pt x="281149" y="110179"/>
                </a:lnTo>
                <a:lnTo>
                  <a:pt x="296361" y="163336"/>
                </a:lnTo>
                <a:lnTo>
                  <a:pt x="301751" y="222503"/>
                </a:lnTo>
                <a:lnTo>
                  <a:pt x="296361" y="281671"/>
                </a:lnTo>
                <a:lnTo>
                  <a:pt x="281149" y="334828"/>
                </a:lnTo>
                <a:lnTo>
                  <a:pt x="257556" y="379856"/>
                </a:lnTo>
                <a:lnTo>
                  <a:pt x="227019" y="414640"/>
                </a:lnTo>
                <a:lnTo>
                  <a:pt x="190979" y="437063"/>
                </a:lnTo>
                <a:lnTo>
                  <a:pt x="150875" y="445008"/>
                </a:lnTo>
                <a:lnTo>
                  <a:pt x="110772" y="437063"/>
                </a:lnTo>
                <a:lnTo>
                  <a:pt x="74732" y="414640"/>
                </a:lnTo>
                <a:lnTo>
                  <a:pt x="44196" y="379857"/>
                </a:lnTo>
                <a:lnTo>
                  <a:pt x="20602" y="334828"/>
                </a:lnTo>
                <a:lnTo>
                  <a:pt x="5390" y="281671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150876" y="0"/>
                </a:moveTo>
                <a:lnTo>
                  <a:pt x="84525" y="23322"/>
                </a:lnTo>
                <a:lnTo>
                  <a:pt x="56511" y="50405"/>
                </a:lnTo>
                <a:lnTo>
                  <a:pt x="33146" y="85930"/>
                </a:lnTo>
                <a:lnTo>
                  <a:pt x="15335" y="128518"/>
                </a:lnTo>
                <a:lnTo>
                  <a:pt x="3984" y="176788"/>
                </a:lnTo>
                <a:lnTo>
                  <a:pt x="0" y="229362"/>
                </a:lnTo>
                <a:lnTo>
                  <a:pt x="3984" y="281935"/>
                </a:lnTo>
                <a:lnTo>
                  <a:pt x="15335" y="330205"/>
                </a:lnTo>
                <a:lnTo>
                  <a:pt x="33146" y="372793"/>
                </a:lnTo>
                <a:lnTo>
                  <a:pt x="56511" y="408318"/>
                </a:lnTo>
                <a:lnTo>
                  <a:pt x="84525" y="435401"/>
                </a:lnTo>
                <a:lnTo>
                  <a:pt x="150876" y="458724"/>
                </a:lnTo>
                <a:lnTo>
                  <a:pt x="185469" y="452663"/>
                </a:lnTo>
                <a:lnTo>
                  <a:pt x="245240" y="408318"/>
                </a:lnTo>
                <a:lnTo>
                  <a:pt x="268605" y="372793"/>
                </a:lnTo>
                <a:lnTo>
                  <a:pt x="286416" y="330205"/>
                </a:lnTo>
                <a:lnTo>
                  <a:pt x="297767" y="281935"/>
                </a:lnTo>
                <a:lnTo>
                  <a:pt x="301752" y="229362"/>
                </a:lnTo>
                <a:lnTo>
                  <a:pt x="297767" y="176788"/>
                </a:lnTo>
                <a:lnTo>
                  <a:pt x="286416" y="128518"/>
                </a:lnTo>
                <a:lnTo>
                  <a:pt x="268605" y="85930"/>
                </a:lnTo>
                <a:lnTo>
                  <a:pt x="245240" y="50405"/>
                </a:lnTo>
                <a:lnTo>
                  <a:pt x="217226" y="23322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0" y="229362"/>
                </a:moveTo>
                <a:lnTo>
                  <a:pt x="3984" y="176788"/>
                </a:lnTo>
                <a:lnTo>
                  <a:pt x="15335" y="128518"/>
                </a:lnTo>
                <a:lnTo>
                  <a:pt x="33146" y="85930"/>
                </a:lnTo>
                <a:lnTo>
                  <a:pt x="56511" y="50405"/>
                </a:lnTo>
                <a:lnTo>
                  <a:pt x="84525" y="23322"/>
                </a:lnTo>
                <a:lnTo>
                  <a:pt x="150876" y="0"/>
                </a:lnTo>
                <a:lnTo>
                  <a:pt x="185469" y="6060"/>
                </a:lnTo>
                <a:lnTo>
                  <a:pt x="245240" y="50405"/>
                </a:lnTo>
                <a:lnTo>
                  <a:pt x="268605" y="85930"/>
                </a:lnTo>
                <a:lnTo>
                  <a:pt x="286416" y="128518"/>
                </a:lnTo>
                <a:lnTo>
                  <a:pt x="297767" y="176788"/>
                </a:lnTo>
                <a:lnTo>
                  <a:pt x="301752" y="229362"/>
                </a:lnTo>
                <a:lnTo>
                  <a:pt x="297767" y="281935"/>
                </a:lnTo>
                <a:lnTo>
                  <a:pt x="286416" y="330205"/>
                </a:lnTo>
                <a:lnTo>
                  <a:pt x="268605" y="372793"/>
                </a:lnTo>
                <a:lnTo>
                  <a:pt x="245240" y="408318"/>
                </a:lnTo>
                <a:lnTo>
                  <a:pt x="217226" y="435401"/>
                </a:lnTo>
                <a:lnTo>
                  <a:pt x="150876" y="458724"/>
                </a:lnTo>
                <a:lnTo>
                  <a:pt x="116282" y="452663"/>
                </a:lnTo>
                <a:lnTo>
                  <a:pt x="56511" y="408318"/>
                </a:lnTo>
                <a:lnTo>
                  <a:pt x="33146" y="372793"/>
                </a:lnTo>
                <a:lnTo>
                  <a:pt x="15335" y="330205"/>
                </a:lnTo>
                <a:lnTo>
                  <a:pt x="3984" y="281935"/>
                </a:lnTo>
                <a:lnTo>
                  <a:pt x="0" y="22936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53695" y="318371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150875" y="0"/>
                </a:moveTo>
                <a:lnTo>
                  <a:pt x="110772" y="7893"/>
                </a:lnTo>
                <a:lnTo>
                  <a:pt x="74732" y="30169"/>
                </a:lnTo>
                <a:lnTo>
                  <a:pt x="44196" y="64722"/>
                </a:lnTo>
                <a:lnTo>
                  <a:pt x="20602" y="109445"/>
                </a:lnTo>
                <a:lnTo>
                  <a:pt x="5390" y="162233"/>
                </a:lnTo>
                <a:lnTo>
                  <a:pt x="0" y="220980"/>
                </a:lnTo>
                <a:lnTo>
                  <a:pt x="5390" y="279726"/>
                </a:lnTo>
                <a:lnTo>
                  <a:pt x="20602" y="332514"/>
                </a:lnTo>
                <a:lnTo>
                  <a:pt x="44196" y="377237"/>
                </a:lnTo>
                <a:lnTo>
                  <a:pt x="74732" y="411790"/>
                </a:lnTo>
                <a:lnTo>
                  <a:pt x="110772" y="434066"/>
                </a:lnTo>
                <a:lnTo>
                  <a:pt x="150875" y="441960"/>
                </a:lnTo>
                <a:lnTo>
                  <a:pt x="190979" y="434066"/>
                </a:lnTo>
                <a:lnTo>
                  <a:pt x="227019" y="411790"/>
                </a:lnTo>
                <a:lnTo>
                  <a:pt x="257555" y="377237"/>
                </a:lnTo>
                <a:lnTo>
                  <a:pt x="281149" y="332514"/>
                </a:lnTo>
                <a:lnTo>
                  <a:pt x="296361" y="279726"/>
                </a:lnTo>
                <a:lnTo>
                  <a:pt x="301752" y="220980"/>
                </a:lnTo>
                <a:lnTo>
                  <a:pt x="296361" y="162233"/>
                </a:lnTo>
                <a:lnTo>
                  <a:pt x="281149" y="109445"/>
                </a:lnTo>
                <a:lnTo>
                  <a:pt x="257555" y="64722"/>
                </a:lnTo>
                <a:lnTo>
                  <a:pt x="227019" y="30169"/>
                </a:lnTo>
                <a:lnTo>
                  <a:pt x="190979" y="789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0" y="220980"/>
                </a:moveTo>
                <a:lnTo>
                  <a:pt x="5390" y="162233"/>
                </a:lnTo>
                <a:lnTo>
                  <a:pt x="20602" y="109445"/>
                </a:lnTo>
                <a:lnTo>
                  <a:pt x="44196" y="64722"/>
                </a:lnTo>
                <a:lnTo>
                  <a:pt x="74732" y="30169"/>
                </a:lnTo>
                <a:lnTo>
                  <a:pt x="110772" y="7893"/>
                </a:lnTo>
                <a:lnTo>
                  <a:pt x="150875" y="0"/>
                </a:lnTo>
                <a:lnTo>
                  <a:pt x="190979" y="7893"/>
                </a:lnTo>
                <a:lnTo>
                  <a:pt x="227019" y="30169"/>
                </a:lnTo>
                <a:lnTo>
                  <a:pt x="257555" y="64722"/>
                </a:lnTo>
                <a:lnTo>
                  <a:pt x="281149" y="109445"/>
                </a:lnTo>
                <a:lnTo>
                  <a:pt x="296361" y="162233"/>
                </a:lnTo>
                <a:lnTo>
                  <a:pt x="301752" y="220980"/>
                </a:lnTo>
                <a:lnTo>
                  <a:pt x="296361" y="279726"/>
                </a:lnTo>
                <a:lnTo>
                  <a:pt x="281149" y="332514"/>
                </a:lnTo>
                <a:lnTo>
                  <a:pt x="257556" y="377237"/>
                </a:lnTo>
                <a:lnTo>
                  <a:pt x="227019" y="411790"/>
                </a:lnTo>
                <a:lnTo>
                  <a:pt x="190979" y="434066"/>
                </a:lnTo>
                <a:lnTo>
                  <a:pt x="150875" y="441960"/>
                </a:lnTo>
                <a:lnTo>
                  <a:pt x="110772" y="434066"/>
                </a:lnTo>
                <a:lnTo>
                  <a:pt x="74732" y="411790"/>
                </a:lnTo>
                <a:lnTo>
                  <a:pt x="44196" y="377237"/>
                </a:lnTo>
                <a:lnTo>
                  <a:pt x="20602" y="332514"/>
                </a:lnTo>
                <a:lnTo>
                  <a:pt x="5390" y="279726"/>
                </a:lnTo>
                <a:lnTo>
                  <a:pt x="0" y="2209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2443098" y="342150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159503" y="2185416"/>
            <a:ext cx="788670" cy="842010"/>
          </a:xfrm>
          <a:custGeom>
            <a:avLst/>
            <a:gdLst/>
            <a:ahLst/>
            <a:cxnLst/>
            <a:rect l="l" t="t" r="r" b="b"/>
            <a:pathLst>
              <a:path w="788670" h="842010">
                <a:moveTo>
                  <a:pt x="696206" y="771487"/>
                </a:moveTo>
                <a:lnTo>
                  <a:pt x="668401" y="797433"/>
                </a:lnTo>
                <a:lnTo>
                  <a:pt x="788162" y="842010"/>
                </a:lnTo>
                <a:lnTo>
                  <a:pt x="771433" y="785368"/>
                </a:lnTo>
                <a:lnTo>
                  <a:pt x="709168" y="785368"/>
                </a:lnTo>
                <a:lnTo>
                  <a:pt x="696206" y="771487"/>
                </a:lnTo>
                <a:close/>
              </a:path>
              <a:path w="788670" h="842010">
                <a:moveTo>
                  <a:pt x="724126" y="745433"/>
                </a:moveTo>
                <a:lnTo>
                  <a:pt x="696206" y="771487"/>
                </a:lnTo>
                <a:lnTo>
                  <a:pt x="709168" y="785368"/>
                </a:lnTo>
                <a:lnTo>
                  <a:pt x="737108" y="759333"/>
                </a:lnTo>
                <a:lnTo>
                  <a:pt x="724126" y="745433"/>
                </a:lnTo>
                <a:close/>
              </a:path>
              <a:path w="788670" h="842010">
                <a:moveTo>
                  <a:pt x="751967" y="719455"/>
                </a:moveTo>
                <a:lnTo>
                  <a:pt x="724126" y="745433"/>
                </a:lnTo>
                <a:lnTo>
                  <a:pt x="737108" y="759333"/>
                </a:lnTo>
                <a:lnTo>
                  <a:pt x="709168" y="785368"/>
                </a:lnTo>
                <a:lnTo>
                  <a:pt x="771433" y="785368"/>
                </a:lnTo>
                <a:lnTo>
                  <a:pt x="751967" y="719455"/>
                </a:lnTo>
                <a:close/>
              </a:path>
              <a:path w="788670" h="842010">
                <a:moveTo>
                  <a:pt x="27940" y="0"/>
                </a:moveTo>
                <a:lnTo>
                  <a:pt x="0" y="25908"/>
                </a:lnTo>
                <a:lnTo>
                  <a:pt x="696206" y="771487"/>
                </a:lnTo>
                <a:lnTo>
                  <a:pt x="724126" y="745433"/>
                </a:lnTo>
                <a:lnTo>
                  <a:pt x="279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234053" y="1692401"/>
            <a:ext cx="372110" cy="897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14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5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6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5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4156075" y="2817698"/>
            <a:ext cx="294640" cy="1122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150113" y="0"/>
                </a:moveTo>
                <a:lnTo>
                  <a:pt x="110198" y="7923"/>
                </a:lnTo>
                <a:lnTo>
                  <a:pt x="74337" y="30282"/>
                </a:lnTo>
                <a:lnTo>
                  <a:pt x="43957" y="64960"/>
                </a:lnTo>
                <a:lnTo>
                  <a:pt x="20489" y="109840"/>
                </a:lnTo>
                <a:lnTo>
                  <a:pt x="5360" y="162806"/>
                </a:lnTo>
                <a:lnTo>
                  <a:pt x="0" y="221741"/>
                </a:lnTo>
                <a:lnTo>
                  <a:pt x="5360" y="280677"/>
                </a:lnTo>
                <a:lnTo>
                  <a:pt x="20489" y="333643"/>
                </a:lnTo>
                <a:lnTo>
                  <a:pt x="43957" y="378523"/>
                </a:lnTo>
                <a:lnTo>
                  <a:pt x="74337" y="413201"/>
                </a:lnTo>
                <a:lnTo>
                  <a:pt x="110198" y="435560"/>
                </a:lnTo>
                <a:lnTo>
                  <a:pt x="150113" y="443484"/>
                </a:lnTo>
                <a:lnTo>
                  <a:pt x="190029" y="435560"/>
                </a:lnTo>
                <a:lnTo>
                  <a:pt x="225890" y="413201"/>
                </a:lnTo>
                <a:lnTo>
                  <a:pt x="256270" y="378523"/>
                </a:lnTo>
                <a:lnTo>
                  <a:pt x="279738" y="333643"/>
                </a:lnTo>
                <a:lnTo>
                  <a:pt x="294867" y="280677"/>
                </a:lnTo>
                <a:lnTo>
                  <a:pt x="300227" y="221741"/>
                </a:lnTo>
                <a:lnTo>
                  <a:pt x="294867" y="162806"/>
                </a:lnTo>
                <a:lnTo>
                  <a:pt x="279738" y="109840"/>
                </a:lnTo>
                <a:lnTo>
                  <a:pt x="256270" y="64960"/>
                </a:lnTo>
                <a:lnTo>
                  <a:pt x="225890" y="30282"/>
                </a:lnTo>
                <a:lnTo>
                  <a:pt x="190029" y="7923"/>
                </a:lnTo>
                <a:lnTo>
                  <a:pt x="150113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0" y="221741"/>
                </a:moveTo>
                <a:lnTo>
                  <a:pt x="5360" y="162806"/>
                </a:lnTo>
                <a:lnTo>
                  <a:pt x="20489" y="109840"/>
                </a:lnTo>
                <a:lnTo>
                  <a:pt x="43957" y="64960"/>
                </a:lnTo>
                <a:lnTo>
                  <a:pt x="74337" y="30282"/>
                </a:lnTo>
                <a:lnTo>
                  <a:pt x="110198" y="7923"/>
                </a:lnTo>
                <a:lnTo>
                  <a:pt x="150113" y="0"/>
                </a:lnTo>
                <a:lnTo>
                  <a:pt x="190029" y="7923"/>
                </a:lnTo>
                <a:lnTo>
                  <a:pt x="225890" y="30282"/>
                </a:lnTo>
                <a:lnTo>
                  <a:pt x="256270" y="64960"/>
                </a:lnTo>
                <a:lnTo>
                  <a:pt x="279738" y="109840"/>
                </a:lnTo>
                <a:lnTo>
                  <a:pt x="294867" y="162806"/>
                </a:lnTo>
                <a:lnTo>
                  <a:pt x="300227" y="221741"/>
                </a:lnTo>
                <a:lnTo>
                  <a:pt x="294867" y="280677"/>
                </a:lnTo>
                <a:lnTo>
                  <a:pt x="279738" y="333643"/>
                </a:lnTo>
                <a:lnTo>
                  <a:pt x="256270" y="378523"/>
                </a:lnTo>
                <a:lnTo>
                  <a:pt x="225890" y="413201"/>
                </a:lnTo>
                <a:lnTo>
                  <a:pt x="190029" y="435560"/>
                </a:lnTo>
                <a:lnTo>
                  <a:pt x="150113" y="443484"/>
                </a:lnTo>
                <a:lnTo>
                  <a:pt x="110198" y="435560"/>
                </a:lnTo>
                <a:lnTo>
                  <a:pt x="74337" y="413201"/>
                </a:lnTo>
                <a:lnTo>
                  <a:pt x="43957" y="378523"/>
                </a:lnTo>
                <a:lnTo>
                  <a:pt x="20489" y="333643"/>
                </a:lnTo>
                <a:lnTo>
                  <a:pt x="536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648957" y="21322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5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5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5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5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8184642" y="21703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3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3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3084702" y="4993081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150114" y="0"/>
                </a:moveTo>
                <a:lnTo>
                  <a:pt x="110198" y="7944"/>
                </a:lnTo>
                <a:lnTo>
                  <a:pt x="74337" y="30367"/>
                </a:lnTo>
                <a:lnTo>
                  <a:pt x="43957" y="65151"/>
                </a:lnTo>
                <a:lnTo>
                  <a:pt x="20489" y="110179"/>
                </a:lnTo>
                <a:lnTo>
                  <a:pt x="5360" y="163336"/>
                </a:lnTo>
                <a:lnTo>
                  <a:pt x="0" y="222504"/>
                </a:lnTo>
                <a:lnTo>
                  <a:pt x="5360" y="281671"/>
                </a:lnTo>
                <a:lnTo>
                  <a:pt x="20489" y="334828"/>
                </a:lnTo>
                <a:lnTo>
                  <a:pt x="43957" y="379857"/>
                </a:lnTo>
                <a:lnTo>
                  <a:pt x="74337" y="414640"/>
                </a:lnTo>
                <a:lnTo>
                  <a:pt x="110198" y="437063"/>
                </a:lnTo>
                <a:lnTo>
                  <a:pt x="150114" y="445008"/>
                </a:lnTo>
                <a:lnTo>
                  <a:pt x="190029" y="437063"/>
                </a:lnTo>
                <a:lnTo>
                  <a:pt x="225890" y="414640"/>
                </a:lnTo>
                <a:lnTo>
                  <a:pt x="256270" y="379857"/>
                </a:lnTo>
                <a:lnTo>
                  <a:pt x="279738" y="334828"/>
                </a:lnTo>
                <a:lnTo>
                  <a:pt x="294867" y="281671"/>
                </a:lnTo>
                <a:lnTo>
                  <a:pt x="300227" y="222504"/>
                </a:lnTo>
                <a:lnTo>
                  <a:pt x="294867" y="163336"/>
                </a:lnTo>
                <a:lnTo>
                  <a:pt x="279738" y="110179"/>
                </a:lnTo>
                <a:lnTo>
                  <a:pt x="256270" y="65151"/>
                </a:lnTo>
                <a:lnTo>
                  <a:pt x="225890" y="30367"/>
                </a:lnTo>
                <a:lnTo>
                  <a:pt x="190029" y="7944"/>
                </a:lnTo>
                <a:lnTo>
                  <a:pt x="150114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0" y="222504"/>
                </a:moveTo>
                <a:lnTo>
                  <a:pt x="5360" y="163336"/>
                </a:lnTo>
                <a:lnTo>
                  <a:pt x="20489" y="110179"/>
                </a:lnTo>
                <a:lnTo>
                  <a:pt x="43957" y="65151"/>
                </a:lnTo>
                <a:lnTo>
                  <a:pt x="74337" y="30367"/>
                </a:lnTo>
                <a:lnTo>
                  <a:pt x="110198" y="7944"/>
                </a:lnTo>
                <a:lnTo>
                  <a:pt x="150114" y="0"/>
                </a:lnTo>
                <a:lnTo>
                  <a:pt x="190029" y="7944"/>
                </a:lnTo>
                <a:lnTo>
                  <a:pt x="225890" y="30367"/>
                </a:lnTo>
                <a:lnTo>
                  <a:pt x="256270" y="65150"/>
                </a:lnTo>
                <a:lnTo>
                  <a:pt x="279738" y="110179"/>
                </a:lnTo>
                <a:lnTo>
                  <a:pt x="294867" y="163336"/>
                </a:lnTo>
                <a:lnTo>
                  <a:pt x="300227" y="222504"/>
                </a:lnTo>
                <a:lnTo>
                  <a:pt x="294867" y="281671"/>
                </a:lnTo>
                <a:lnTo>
                  <a:pt x="279738" y="334828"/>
                </a:lnTo>
                <a:lnTo>
                  <a:pt x="256270" y="379857"/>
                </a:lnTo>
                <a:lnTo>
                  <a:pt x="225890" y="414640"/>
                </a:lnTo>
                <a:lnTo>
                  <a:pt x="190029" y="437063"/>
                </a:lnTo>
                <a:lnTo>
                  <a:pt x="150114" y="445008"/>
                </a:lnTo>
                <a:lnTo>
                  <a:pt x="110198" y="437063"/>
                </a:lnTo>
                <a:lnTo>
                  <a:pt x="74337" y="414640"/>
                </a:lnTo>
                <a:lnTo>
                  <a:pt x="43957" y="379857"/>
                </a:lnTo>
                <a:lnTo>
                  <a:pt x="20489" y="334828"/>
                </a:lnTo>
                <a:lnTo>
                  <a:pt x="5360" y="281671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7676515" y="283083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150875" y="0"/>
                </a:moveTo>
                <a:lnTo>
                  <a:pt x="110772" y="7948"/>
                </a:lnTo>
                <a:lnTo>
                  <a:pt x="74732" y="30378"/>
                </a:lnTo>
                <a:lnTo>
                  <a:pt x="44196" y="65170"/>
                </a:lnTo>
                <a:lnTo>
                  <a:pt x="20602" y="110202"/>
                </a:lnTo>
                <a:lnTo>
                  <a:pt x="5390" y="163353"/>
                </a:lnTo>
                <a:lnTo>
                  <a:pt x="0" y="222504"/>
                </a:lnTo>
                <a:lnTo>
                  <a:pt x="5390" y="281654"/>
                </a:lnTo>
                <a:lnTo>
                  <a:pt x="20602" y="334805"/>
                </a:lnTo>
                <a:lnTo>
                  <a:pt x="44196" y="379837"/>
                </a:lnTo>
                <a:lnTo>
                  <a:pt x="74732" y="414629"/>
                </a:lnTo>
                <a:lnTo>
                  <a:pt x="110772" y="437059"/>
                </a:lnTo>
                <a:lnTo>
                  <a:pt x="150875" y="445008"/>
                </a:lnTo>
                <a:lnTo>
                  <a:pt x="190979" y="437059"/>
                </a:lnTo>
                <a:lnTo>
                  <a:pt x="227019" y="414629"/>
                </a:lnTo>
                <a:lnTo>
                  <a:pt x="257555" y="379837"/>
                </a:lnTo>
                <a:lnTo>
                  <a:pt x="281149" y="334805"/>
                </a:lnTo>
                <a:lnTo>
                  <a:pt x="296361" y="281654"/>
                </a:lnTo>
                <a:lnTo>
                  <a:pt x="301752" y="222504"/>
                </a:lnTo>
                <a:lnTo>
                  <a:pt x="296361" y="163353"/>
                </a:lnTo>
                <a:lnTo>
                  <a:pt x="281149" y="110202"/>
                </a:lnTo>
                <a:lnTo>
                  <a:pt x="257555" y="65170"/>
                </a:lnTo>
                <a:lnTo>
                  <a:pt x="227019" y="30378"/>
                </a:lnTo>
                <a:lnTo>
                  <a:pt x="190979" y="7948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0" y="222504"/>
                </a:moveTo>
                <a:lnTo>
                  <a:pt x="5390" y="163353"/>
                </a:lnTo>
                <a:lnTo>
                  <a:pt x="20602" y="110202"/>
                </a:lnTo>
                <a:lnTo>
                  <a:pt x="44196" y="65170"/>
                </a:lnTo>
                <a:lnTo>
                  <a:pt x="74732" y="30378"/>
                </a:lnTo>
                <a:lnTo>
                  <a:pt x="110772" y="7948"/>
                </a:lnTo>
                <a:lnTo>
                  <a:pt x="150875" y="0"/>
                </a:lnTo>
                <a:lnTo>
                  <a:pt x="190979" y="7948"/>
                </a:lnTo>
                <a:lnTo>
                  <a:pt x="227019" y="30378"/>
                </a:lnTo>
                <a:lnTo>
                  <a:pt x="257555" y="65170"/>
                </a:lnTo>
                <a:lnTo>
                  <a:pt x="281149" y="110202"/>
                </a:lnTo>
                <a:lnTo>
                  <a:pt x="296361" y="163353"/>
                </a:lnTo>
                <a:lnTo>
                  <a:pt x="301752" y="222504"/>
                </a:lnTo>
                <a:lnTo>
                  <a:pt x="296361" y="281654"/>
                </a:lnTo>
                <a:lnTo>
                  <a:pt x="281149" y="334805"/>
                </a:lnTo>
                <a:lnTo>
                  <a:pt x="257555" y="379837"/>
                </a:lnTo>
                <a:lnTo>
                  <a:pt x="227019" y="414629"/>
                </a:lnTo>
                <a:lnTo>
                  <a:pt x="190979" y="437059"/>
                </a:lnTo>
                <a:lnTo>
                  <a:pt x="150875" y="445008"/>
                </a:lnTo>
                <a:lnTo>
                  <a:pt x="110772" y="437059"/>
                </a:lnTo>
                <a:lnTo>
                  <a:pt x="74732" y="414629"/>
                </a:lnTo>
                <a:lnTo>
                  <a:pt x="44196" y="379837"/>
                </a:lnTo>
                <a:lnTo>
                  <a:pt x="20602" y="334805"/>
                </a:lnTo>
                <a:lnTo>
                  <a:pt x="5390" y="281654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1652397" y="630184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60601" y="26923"/>
            <a:ext cx="5814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9942" y="858469"/>
            <a:ext cx="675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>
                <a:solidFill>
                  <a:srgbClr val="FFFF00"/>
                </a:solidFill>
                <a:latin typeface="Times New Roman"/>
                <a:cs typeface="Times New Roman"/>
              </a:rPr>
              <a:t>e1: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942" y="1477270"/>
            <a:ext cx="7578725" cy="4464050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处于状态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时，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求输入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符号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2470785" algn="l"/>
                <a:tab pos="427101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为运算对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99FFCC"/>
                </a:solidFill>
                <a:latin typeface="Times New Roman"/>
                <a:cs typeface="Times New Roman"/>
              </a:rPr>
              <a:t>i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200" b="1">
                <a:solidFill>
                  <a:srgbClr val="99FFCC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99FFCC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99FFCC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此时若遇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endParaRPr sz="3200">
              <a:latin typeface="宋体"/>
              <a:cs typeface="宋体"/>
            </a:endParaRPr>
          </a:p>
          <a:p>
            <a:pPr marL="12700" marR="4926965">
              <a:lnSpc>
                <a:spcPct val="130000"/>
              </a:lnSpc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，则调用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e1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  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e1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功能：</a:t>
            </a:r>
            <a:endParaRPr sz="3200">
              <a:latin typeface="宋体"/>
              <a:cs typeface="宋体"/>
            </a:endParaRPr>
          </a:p>
          <a:p>
            <a:pPr marL="12700" marR="1514475" indent="101600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将假设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8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99FFCC"/>
                </a:solidFill>
                <a:latin typeface="Times New Roman"/>
                <a:cs typeface="Times New Roman"/>
              </a:rPr>
              <a:t>i</a:t>
            </a:r>
            <a:r>
              <a:rPr dirty="0" sz="3200" spc="-20" b="1" i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和状态</a:t>
            </a:r>
            <a:r>
              <a:rPr dirty="0" sz="3200" spc="5" b="1">
                <a:solidFill>
                  <a:srgbClr val="99FFCC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3200" spc="77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(</a:t>
            </a:r>
            <a:r>
              <a:rPr dirty="0" sz="3200" spc="-2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shift</a:t>
            </a:r>
            <a:r>
              <a:rPr dirty="0" sz="3200" spc="-30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)  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e1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出错信息：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缺少运算对象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5498" y="719455"/>
            <a:ext cx="39014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G(E)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20620" y="26923"/>
            <a:ext cx="55581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语法分</a:t>
            </a:r>
            <a:r>
              <a:rPr dirty="0" sz="2000" spc="-5">
                <a:solidFill>
                  <a:srgbClr val="A15100"/>
                </a:solidFill>
              </a:rPr>
              <a:t>析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分析对二义文法的应用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66994" y="2117598"/>
            <a:ext cx="1086611" cy="1117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66994" y="3629405"/>
            <a:ext cx="1086611" cy="7574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82524" y="1391411"/>
          <a:ext cx="8462010" cy="453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225"/>
                <a:gridCol w="86994"/>
                <a:gridCol w="1002665"/>
                <a:gridCol w="85089"/>
                <a:gridCol w="1002664"/>
                <a:gridCol w="85089"/>
                <a:gridCol w="1000760"/>
                <a:gridCol w="85089"/>
                <a:gridCol w="1003935"/>
                <a:gridCol w="85089"/>
                <a:gridCol w="1000760"/>
                <a:gridCol w="86360"/>
                <a:gridCol w="1003300"/>
                <a:gridCol w="85725"/>
                <a:gridCol w="875665"/>
              </a:tblGrid>
              <a:tr h="353567">
                <a:tc rowSpan="2"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356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gridSpan="12">
                  <a:txBody>
                    <a:bodyPr/>
                    <a:lstStyle/>
                    <a:p>
                      <a:pPr marL="503555">
                        <a:lnSpc>
                          <a:spcPts val="2640"/>
                        </a:lnSpc>
                        <a:tabLst>
                          <a:tab pos="1502410" algn="l"/>
                          <a:tab pos="2667000" algn="l"/>
                          <a:tab pos="3733165" algn="l"/>
                          <a:tab pos="4824730" algn="l"/>
                          <a:tab pos="584009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	+	*	(	)	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6427">
                <a:tc>
                  <a:txBody>
                    <a:bodyPr/>
                    <a:lstStyle/>
                    <a:p>
                      <a:pPr marL="381000">
                        <a:lnSpc>
                          <a:spcPts val="282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6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0355">
                        <a:lnSpc>
                          <a:spcPts val="278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3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2900">
                        <a:lnSpc>
                          <a:spcPts val="278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59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3492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80035">
                        <a:lnSpc>
                          <a:spcPts val="2580"/>
                        </a:lnSpc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1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19405">
                        <a:lnSpc>
                          <a:spcPts val="281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4970">
                        <a:lnSpc>
                          <a:spcPts val="265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61950">
                        <a:lnSpc>
                          <a:spcPts val="2810"/>
                        </a:lnSpc>
                      </a:pPr>
                      <a:r>
                        <a:rPr dirty="0" sz="2800" spc="-10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2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60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285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70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5080">
                        <a:lnSpc>
                          <a:spcPts val="285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75"/>
                        </a:lnSpc>
                        <a:spcBef>
                          <a:spcPts val="409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52069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2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272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57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5080">
                        <a:lnSpc>
                          <a:spcPts val="272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  <a:spcBef>
                          <a:spcPts val="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571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1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6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75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4903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5572">
                <a:tc>
                  <a:txBody>
                    <a:bodyPr/>
                    <a:lstStyle/>
                    <a:p>
                      <a:pPr marL="381000">
                        <a:lnSpc>
                          <a:spcPts val="286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ts val="223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857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6990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1" y="472440"/>
            <a:ext cx="4724400" cy="441959"/>
          </a:xfrm>
          <a:custGeom>
            <a:avLst/>
            <a:gdLst/>
            <a:ahLst/>
            <a:cxnLst/>
            <a:rect l="l" t="t" r="r" b="b"/>
            <a:pathLst>
              <a:path w="4724400" h="441959">
                <a:moveTo>
                  <a:pt x="0" y="441960"/>
                </a:moveTo>
                <a:lnTo>
                  <a:pt x="4724400" y="441960"/>
                </a:lnTo>
                <a:lnTo>
                  <a:pt x="4724400" y="0"/>
                </a:lnTo>
                <a:lnTo>
                  <a:pt x="0" y="0"/>
                </a:lnTo>
                <a:lnTo>
                  <a:pt x="0" y="441960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067" y="449021"/>
            <a:ext cx="30981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000000"/>
                </a:solidFill>
              </a:rPr>
              <a:t>关于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000000"/>
                </a:solidFill>
              </a:rPr>
              <a:t>的</a:t>
            </a:r>
            <a:r>
              <a:rPr dirty="0" sz="3200" spc="-80">
                <a:solidFill>
                  <a:srgbClr val="000000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561" y="1232153"/>
            <a:ext cx="1612900" cy="1815464"/>
          </a:xfrm>
          <a:prstGeom prst="rect">
            <a:avLst/>
          </a:prstGeom>
          <a:solidFill>
            <a:srgbClr val="800080"/>
          </a:solidFill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87655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1373" y="1232153"/>
            <a:ext cx="1562100" cy="1120140"/>
          </a:xfrm>
          <a:prstGeom prst="rect">
            <a:avLst/>
          </a:prstGeom>
          <a:solidFill>
            <a:srgbClr val="800080"/>
          </a:solidFill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0465" y="3027426"/>
            <a:ext cx="1562100" cy="1815464"/>
          </a:xfrm>
          <a:prstGeom prst="rect">
            <a:avLst/>
          </a:prstGeom>
          <a:solidFill>
            <a:srgbClr val="800080"/>
          </a:solidFill>
          <a:ln w="38100">
            <a:solidFill>
              <a:srgbClr val="FF99F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0805" marR="236854">
              <a:lnSpc>
                <a:spcPct val="95000"/>
              </a:lnSpc>
              <a:spcBef>
                <a:spcPts val="15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3865" y="634745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60"/>
                </a:moveTo>
                <a:lnTo>
                  <a:pt x="1562099" y="1813560"/>
                </a:lnTo>
                <a:lnTo>
                  <a:pt x="1562099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23865" y="634745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60"/>
                </a:moveTo>
                <a:lnTo>
                  <a:pt x="1562099" y="1813560"/>
                </a:lnTo>
                <a:lnTo>
                  <a:pt x="1562099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102478" y="621538"/>
            <a:ext cx="1251585" cy="17818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74357" y="3355085"/>
            <a:ext cx="1473835" cy="10642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algn="just" marL="91440" marR="147955">
              <a:lnSpc>
                <a:spcPct val="87500"/>
              </a:lnSpc>
              <a:spcBef>
                <a:spcPts val="36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5754" y="1078230"/>
            <a:ext cx="1473835" cy="112014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algn="just" marL="92075" marR="14732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50057" y="3623309"/>
            <a:ext cx="1130935" cy="42418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5561" y="3720846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59"/>
                </a:moveTo>
                <a:lnTo>
                  <a:pt x="1562100" y="1813559"/>
                </a:lnTo>
                <a:lnTo>
                  <a:pt x="1562100" y="0"/>
                </a:lnTo>
                <a:lnTo>
                  <a:pt x="0" y="0"/>
                </a:lnTo>
                <a:lnTo>
                  <a:pt x="0" y="1813559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5561" y="3720846"/>
            <a:ext cx="1562100" cy="18135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07157" y="5534405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40">
                <a:moveTo>
                  <a:pt x="0" y="1120140"/>
                </a:moveTo>
                <a:lnTo>
                  <a:pt x="1562099" y="1120140"/>
                </a:lnTo>
                <a:lnTo>
                  <a:pt x="1562099" y="0"/>
                </a:lnTo>
                <a:lnTo>
                  <a:pt x="0" y="0"/>
                </a:lnTo>
                <a:lnTo>
                  <a:pt x="0" y="112014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85770" y="5522772"/>
            <a:ext cx="1251585" cy="10871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5561" y="6011417"/>
            <a:ext cx="1371600" cy="424180"/>
          </a:xfrm>
          <a:custGeom>
            <a:avLst/>
            <a:gdLst/>
            <a:ahLst/>
            <a:cxnLst/>
            <a:rect l="l" t="t" r="r" b="b"/>
            <a:pathLst>
              <a:path w="1371600" h="424179">
                <a:moveTo>
                  <a:pt x="0" y="423671"/>
                </a:moveTo>
                <a:lnTo>
                  <a:pt x="1371600" y="423671"/>
                </a:lnTo>
                <a:lnTo>
                  <a:pt x="1371600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3540" y="5999479"/>
            <a:ext cx="1077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7954" y="1493519"/>
            <a:ext cx="693420" cy="114300"/>
          </a:xfrm>
          <a:custGeom>
            <a:avLst/>
            <a:gdLst/>
            <a:ahLst/>
            <a:cxnLst/>
            <a:rect l="l" t="t" r="r" b="b"/>
            <a:pathLst>
              <a:path w="693419" h="114300">
                <a:moveTo>
                  <a:pt x="579119" y="0"/>
                </a:moveTo>
                <a:lnTo>
                  <a:pt x="579119" y="114300"/>
                </a:lnTo>
                <a:lnTo>
                  <a:pt x="655319" y="76200"/>
                </a:lnTo>
                <a:lnTo>
                  <a:pt x="598169" y="76200"/>
                </a:lnTo>
                <a:lnTo>
                  <a:pt x="598169" y="38100"/>
                </a:lnTo>
                <a:lnTo>
                  <a:pt x="655319" y="38100"/>
                </a:lnTo>
                <a:lnTo>
                  <a:pt x="579119" y="0"/>
                </a:lnTo>
                <a:close/>
              </a:path>
              <a:path w="693419" h="114300">
                <a:moveTo>
                  <a:pt x="5791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9119" y="76200"/>
                </a:lnTo>
                <a:lnTo>
                  <a:pt x="579119" y="38100"/>
                </a:lnTo>
                <a:close/>
              </a:path>
              <a:path w="693419" h="114300">
                <a:moveTo>
                  <a:pt x="655319" y="38100"/>
                </a:moveTo>
                <a:lnTo>
                  <a:pt x="598169" y="38100"/>
                </a:lnTo>
                <a:lnTo>
                  <a:pt x="598169" y="76200"/>
                </a:lnTo>
                <a:lnTo>
                  <a:pt x="655319" y="76200"/>
                </a:lnTo>
                <a:lnTo>
                  <a:pt x="693419" y="57150"/>
                </a:lnTo>
                <a:lnTo>
                  <a:pt x="65531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0119" y="3047238"/>
            <a:ext cx="114300" cy="672465"/>
          </a:xfrm>
          <a:custGeom>
            <a:avLst/>
            <a:gdLst/>
            <a:ahLst/>
            <a:cxnLst/>
            <a:rect l="l" t="t" r="r" b="b"/>
            <a:pathLst>
              <a:path w="114300" h="672464">
                <a:moveTo>
                  <a:pt x="38100" y="557784"/>
                </a:moveTo>
                <a:lnTo>
                  <a:pt x="0" y="557784"/>
                </a:lnTo>
                <a:lnTo>
                  <a:pt x="57150" y="672084"/>
                </a:lnTo>
                <a:lnTo>
                  <a:pt x="104775" y="576834"/>
                </a:lnTo>
                <a:lnTo>
                  <a:pt x="38100" y="576834"/>
                </a:lnTo>
                <a:lnTo>
                  <a:pt x="38100" y="557784"/>
                </a:lnTo>
                <a:close/>
              </a:path>
              <a:path w="114300" h="672464">
                <a:moveTo>
                  <a:pt x="76200" y="0"/>
                </a:moveTo>
                <a:lnTo>
                  <a:pt x="38100" y="0"/>
                </a:lnTo>
                <a:lnTo>
                  <a:pt x="38100" y="576834"/>
                </a:lnTo>
                <a:lnTo>
                  <a:pt x="76200" y="576834"/>
                </a:lnTo>
                <a:lnTo>
                  <a:pt x="76200" y="0"/>
                </a:lnTo>
                <a:close/>
              </a:path>
              <a:path w="114300" h="672464">
                <a:moveTo>
                  <a:pt x="114300" y="557784"/>
                </a:moveTo>
                <a:lnTo>
                  <a:pt x="76200" y="557784"/>
                </a:lnTo>
                <a:lnTo>
                  <a:pt x="76200" y="576834"/>
                </a:lnTo>
                <a:lnTo>
                  <a:pt x="104775" y="576834"/>
                </a:lnTo>
                <a:lnTo>
                  <a:pt x="114300" y="55778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94943" y="30716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73473" y="1534667"/>
            <a:ext cx="850900" cy="114300"/>
          </a:xfrm>
          <a:custGeom>
            <a:avLst/>
            <a:gdLst/>
            <a:ahLst/>
            <a:cxnLst/>
            <a:rect l="l" t="t" r="r" b="b"/>
            <a:pathLst>
              <a:path w="850900" h="114300">
                <a:moveTo>
                  <a:pt x="736091" y="0"/>
                </a:moveTo>
                <a:lnTo>
                  <a:pt x="736091" y="114300"/>
                </a:lnTo>
                <a:lnTo>
                  <a:pt x="812291" y="76200"/>
                </a:lnTo>
                <a:lnTo>
                  <a:pt x="755141" y="76200"/>
                </a:lnTo>
                <a:lnTo>
                  <a:pt x="755141" y="38100"/>
                </a:lnTo>
                <a:lnTo>
                  <a:pt x="812291" y="38100"/>
                </a:lnTo>
                <a:lnTo>
                  <a:pt x="736091" y="0"/>
                </a:lnTo>
                <a:close/>
              </a:path>
              <a:path w="850900" h="114300">
                <a:moveTo>
                  <a:pt x="7360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6091" y="76200"/>
                </a:lnTo>
                <a:lnTo>
                  <a:pt x="736091" y="38100"/>
                </a:lnTo>
                <a:close/>
              </a:path>
              <a:path w="850900" h="114300">
                <a:moveTo>
                  <a:pt x="812291" y="38100"/>
                </a:moveTo>
                <a:lnTo>
                  <a:pt x="755141" y="38100"/>
                </a:lnTo>
                <a:lnTo>
                  <a:pt x="755141" y="76200"/>
                </a:lnTo>
                <a:lnTo>
                  <a:pt x="812291" y="76200"/>
                </a:lnTo>
                <a:lnTo>
                  <a:pt x="850391" y="57150"/>
                </a:lnTo>
                <a:lnTo>
                  <a:pt x="8122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149597" y="5296306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65650" y="116682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98157" y="1478280"/>
            <a:ext cx="577850" cy="114300"/>
          </a:xfrm>
          <a:custGeom>
            <a:avLst/>
            <a:gdLst/>
            <a:ahLst/>
            <a:cxnLst/>
            <a:rect l="l" t="t" r="r" b="b"/>
            <a:pathLst>
              <a:path w="577850" h="114300">
                <a:moveTo>
                  <a:pt x="463296" y="0"/>
                </a:moveTo>
                <a:lnTo>
                  <a:pt x="463296" y="114300"/>
                </a:lnTo>
                <a:lnTo>
                  <a:pt x="539496" y="76200"/>
                </a:lnTo>
                <a:lnTo>
                  <a:pt x="482346" y="76200"/>
                </a:lnTo>
                <a:lnTo>
                  <a:pt x="482346" y="38100"/>
                </a:lnTo>
                <a:lnTo>
                  <a:pt x="539496" y="38100"/>
                </a:lnTo>
                <a:lnTo>
                  <a:pt x="463296" y="0"/>
                </a:lnTo>
                <a:close/>
              </a:path>
              <a:path w="577850" h="114300">
                <a:moveTo>
                  <a:pt x="4632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3296" y="76200"/>
                </a:lnTo>
                <a:lnTo>
                  <a:pt x="463296" y="38100"/>
                </a:lnTo>
                <a:close/>
              </a:path>
              <a:path w="577850" h="114300">
                <a:moveTo>
                  <a:pt x="539496" y="38100"/>
                </a:moveTo>
                <a:lnTo>
                  <a:pt x="482346" y="38100"/>
                </a:lnTo>
                <a:lnTo>
                  <a:pt x="482346" y="76200"/>
                </a:lnTo>
                <a:lnTo>
                  <a:pt x="539496" y="76200"/>
                </a:lnTo>
                <a:lnTo>
                  <a:pt x="577596" y="57150"/>
                </a:lnTo>
                <a:lnTo>
                  <a:pt x="5394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753606" y="117424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98157" y="1822704"/>
            <a:ext cx="565785" cy="114300"/>
          </a:xfrm>
          <a:custGeom>
            <a:avLst/>
            <a:gdLst/>
            <a:ahLst/>
            <a:cxnLst/>
            <a:rect l="l" t="t" r="r" b="b"/>
            <a:pathLst>
              <a:path w="56578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6578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65784" h="114300">
                <a:moveTo>
                  <a:pt x="56540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65403" y="76200"/>
                </a:lnTo>
                <a:lnTo>
                  <a:pt x="5654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702932" y="1740535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75628" y="3151632"/>
            <a:ext cx="313690" cy="118491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68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52031" y="279514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宋体"/>
                <a:cs typeface="宋体"/>
              </a:rPr>
              <a:t>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77161" y="6164579"/>
            <a:ext cx="730250" cy="114300"/>
          </a:xfrm>
          <a:custGeom>
            <a:avLst/>
            <a:gdLst/>
            <a:ahLst/>
            <a:cxnLst/>
            <a:rect l="l" t="t" r="r" b="b"/>
            <a:pathLst>
              <a:path w="73025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3025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30250" h="114300">
                <a:moveTo>
                  <a:pt x="72999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29995" y="76200"/>
                </a:lnTo>
                <a:lnTo>
                  <a:pt x="7299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910842" y="5737047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32610" y="5270753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 h="0">
                <a:moveTo>
                  <a:pt x="0" y="0"/>
                </a:moveTo>
                <a:lnTo>
                  <a:pt x="80314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78607" y="5270753"/>
            <a:ext cx="114300" cy="264160"/>
          </a:xfrm>
          <a:custGeom>
            <a:avLst/>
            <a:gdLst/>
            <a:ahLst/>
            <a:cxnLst/>
            <a:rect l="l" t="t" r="r" b="b"/>
            <a:pathLst>
              <a:path w="114300" h="264160">
                <a:moveTo>
                  <a:pt x="38100" y="149352"/>
                </a:moveTo>
                <a:lnTo>
                  <a:pt x="0" y="149352"/>
                </a:lnTo>
                <a:lnTo>
                  <a:pt x="57150" y="263652"/>
                </a:lnTo>
                <a:lnTo>
                  <a:pt x="104775" y="168402"/>
                </a:lnTo>
                <a:lnTo>
                  <a:pt x="38100" y="168402"/>
                </a:lnTo>
                <a:lnTo>
                  <a:pt x="38100" y="149352"/>
                </a:lnTo>
                <a:close/>
              </a:path>
              <a:path w="114300" h="264160">
                <a:moveTo>
                  <a:pt x="76200" y="0"/>
                </a:moveTo>
                <a:lnTo>
                  <a:pt x="38100" y="0"/>
                </a:lnTo>
                <a:lnTo>
                  <a:pt x="38100" y="168402"/>
                </a:lnTo>
                <a:lnTo>
                  <a:pt x="76200" y="168402"/>
                </a:lnTo>
                <a:lnTo>
                  <a:pt x="76200" y="0"/>
                </a:lnTo>
                <a:close/>
              </a:path>
              <a:path w="114300" h="264160">
                <a:moveTo>
                  <a:pt x="114300" y="149352"/>
                </a:moveTo>
                <a:lnTo>
                  <a:pt x="76200" y="149352"/>
                </a:lnTo>
                <a:lnTo>
                  <a:pt x="76200" y="168402"/>
                </a:lnTo>
                <a:lnTo>
                  <a:pt x="104775" y="168402"/>
                </a:lnTo>
                <a:lnTo>
                  <a:pt x="114300" y="1493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123694" y="491045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65311" y="323011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92148" y="3519170"/>
            <a:ext cx="338455" cy="368300"/>
          </a:xfrm>
          <a:custGeom>
            <a:avLst/>
            <a:gdLst/>
            <a:ahLst/>
            <a:cxnLst/>
            <a:rect l="l" t="t" r="r" b="b"/>
            <a:pathLst>
              <a:path w="338455" h="368300">
                <a:moveTo>
                  <a:pt x="168909" y="240156"/>
                </a:moveTo>
                <a:lnTo>
                  <a:pt x="162940" y="367791"/>
                </a:lnTo>
                <a:lnTo>
                  <a:pt x="268604" y="296036"/>
                </a:lnTo>
                <a:lnTo>
                  <a:pt x="264753" y="293877"/>
                </a:lnTo>
                <a:lnTo>
                  <a:pt x="226187" y="293877"/>
                </a:lnTo>
                <a:lnTo>
                  <a:pt x="192785" y="275462"/>
                </a:lnTo>
                <a:lnTo>
                  <a:pt x="202062" y="258739"/>
                </a:lnTo>
                <a:lnTo>
                  <a:pt x="168909" y="240156"/>
                </a:lnTo>
                <a:close/>
              </a:path>
              <a:path w="338455" h="368300">
                <a:moveTo>
                  <a:pt x="202062" y="258739"/>
                </a:moveTo>
                <a:lnTo>
                  <a:pt x="192785" y="275462"/>
                </a:lnTo>
                <a:lnTo>
                  <a:pt x="226187" y="293877"/>
                </a:lnTo>
                <a:lnTo>
                  <a:pt x="235328" y="277385"/>
                </a:lnTo>
                <a:lnTo>
                  <a:pt x="202062" y="258739"/>
                </a:lnTo>
                <a:close/>
              </a:path>
              <a:path w="338455" h="368300">
                <a:moveTo>
                  <a:pt x="235328" y="277385"/>
                </a:moveTo>
                <a:lnTo>
                  <a:pt x="226187" y="293877"/>
                </a:lnTo>
                <a:lnTo>
                  <a:pt x="264753" y="293877"/>
                </a:lnTo>
                <a:lnTo>
                  <a:pt x="235328" y="277385"/>
                </a:lnTo>
                <a:close/>
              </a:path>
              <a:path w="338455" h="368300">
                <a:moveTo>
                  <a:pt x="300235" y="38018"/>
                </a:moveTo>
                <a:lnTo>
                  <a:pt x="299983" y="38028"/>
                </a:lnTo>
                <a:lnTo>
                  <a:pt x="300035" y="38341"/>
                </a:lnTo>
                <a:lnTo>
                  <a:pt x="300156" y="42799"/>
                </a:lnTo>
                <a:lnTo>
                  <a:pt x="290575" y="80137"/>
                </a:lnTo>
                <a:lnTo>
                  <a:pt x="274700" y="118363"/>
                </a:lnTo>
                <a:lnTo>
                  <a:pt x="252602" y="164083"/>
                </a:lnTo>
                <a:lnTo>
                  <a:pt x="225678" y="215645"/>
                </a:lnTo>
                <a:lnTo>
                  <a:pt x="202062" y="258739"/>
                </a:lnTo>
                <a:lnTo>
                  <a:pt x="235328" y="277385"/>
                </a:lnTo>
                <a:lnTo>
                  <a:pt x="259333" y="233552"/>
                </a:lnTo>
                <a:lnTo>
                  <a:pt x="286638" y="181101"/>
                </a:lnTo>
                <a:lnTo>
                  <a:pt x="309625" y="133476"/>
                </a:lnTo>
                <a:lnTo>
                  <a:pt x="326770" y="91820"/>
                </a:lnTo>
                <a:lnTo>
                  <a:pt x="337819" y="49021"/>
                </a:lnTo>
                <a:lnTo>
                  <a:pt x="338211" y="39115"/>
                </a:lnTo>
                <a:lnTo>
                  <a:pt x="303656" y="39115"/>
                </a:lnTo>
                <a:lnTo>
                  <a:pt x="302601" y="38607"/>
                </a:lnTo>
                <a:lnTo>
                  <a:pt x="301867" y="38596"/>
                </a:lnTo>
                <a:lnTo>
                  <a:pt x="301612" y="38353"/>
                </a:lnTo>
                <a:lnTo>
                  <a:pt x="300354" y="38353"/>
                </a:lnTo>
                <a:lnTo>
                  <a:pt x="300235" y="38018"/>
                </a:lnTo>
                <a:close/>
              </a:path>
              <a:path w="338455" h="368300">
                <a:moveTo>
                  <a:pt x="299212" y="0"/>
                </a:moveTo>
                <a:lnTo>
                  <a:pt x="253237" y="12445"/>
                </a:lnTo>
                <a:lnTo>
                  <a:pt x="216281" y="30987"/>
                </a:lnTo>
                <a:lnTo>
                  <a:pt x="174116" y="55879"/>
                </a:lnTo>
                <a:lnTo>
                  <a:pt x="127507" y="85978"/>
                </a:lnTo>
                <a:lnTo>
                  <a:pt x="51943" y="137667"/>
                </a:lnTo>
                <a:lnTo>
                  <a:pt x="0" y="174243"/>
                </a:lnTo>
                <a:lnTo>
                  <a:pt x="21843" y="205485"/>
                </a:lnTo>
                <a:lnTo>
                  <a:pt x="99440" y="151129"/>
                </a:lnTo>
                <a:lnTo>
                  <a:pt x="124459" y="133984"/>
                </a:lnTo>
                <a:lnTo>
                  <a:pt x="172084" y="102234"/>
                </a:lnTo>
                <a:lnTo>
                  <a:pt x="215519" y="75183"/>
                </a:lnTo>
                <a:lnTo>
                  <a:pt x="253237" y="54482"/>
                </a:lnTo>
                <a:lnTo>
                  <a:pt x="288670" y="40004"/>
                </a:lnTo>
                <a:lnTo>
                  <a:pt x="299983" y="38028"/>
                </a:lnTo>
                <a:lnTo>
                  <a:pt x="299764" y="36714"/>
                </a:lnTo>
                <a:lnTo>
                  <a:pt x="299693" y="36526"/>
                </a:lnTo>
                <a:lnTo>
                  <a:pt x="299212" y="36067"/>
                </a:lnTo>
                <a:lnTo>
                  <a:pt x="299542" y="36067"/>
                </a:lnTo>
                <a:lnTo>
                  <a:pt x="298703" y="34670"/>
                </a:lnTo>
                <a:lnTo>
                  <a:pt x="299048" y="34670"/>
                </a:lnTo>
                <a:lnTo>
                  <a:pt x="298957" y="34416"/>
                </a:lnTo>
                <a:lnTo>
                  <a:pt x="337903" y="34416"/>
                </a:lnTo>
                <a:lnTo>
                  <a:pt x="337819" y="33146"/>
                </a:lnTo>
                <a:lnTo>
                  <a:pt x="337057" y="28575"/>
                </a:lnTo>
                <a:lnTo>
                  <a:pt x="336931" y="27431"/>
                </a:lnTo>
                <a:lnTo>
                  <a:pt x="331088" y="14604"/>
                </a:lnTo>
                <a:lnTo>
                  <a:pt x="330200" y="13080"/>
                </a:lnTo>
                <a:lnTo>
                  <a:pt x="329056" y="11810"/>
                </a:lnTo>
                <a:lnTo>
                  <a:pt x="327787" y="10667"/>
                </a:lnTo>
                <a:lnTo>
                  <a:pt x="325119" y="8127"/>
                </a:lnTo>
                <a:lnTo>
                  <a:pt x="323850" y="6984"/>
                </a:lnTo>
                <a:lnTo>
                  <a:pt x="322325" y="5841"/>
                </a:lnTo>
                <a:lnTo>
                  <a:pt x="320675" y="5079"/>
                </a:lnTo>
                <a:lnTo>
                  <a:pt x="317245" y="3428"/>
                </a:lnTo>
                <a:lnTo>
                  <a:pt x="316102" y="2793"/>
                </a:lnTo>
                <a:lnTo>
                  <a:pt x="314959" y="2285"/>
                </a:lnTo>
                <a:lnTo>
                  <a:pt x="313689" y="2031"/>
                </a:lnTo>
                <a:lnTo>
                  <a:pt x="309752" y="1015"/>
                </a:lnTo>
                <a:lnTo>
                  <a:pt x="308737" y="634"/>
                </a:lnTo>
                <a:lnTo>
                  <a:pt x="306450" y="380"/>
                </a:lnTo>
                <a:lnTo>
                  <a:pt x="299212" y="0"/>
                </a:lnTo>
                <a:close/>
              </a:path>
              <a:path w="338455" h="368300">
                <a:moveTo>
                  <a:pt x="302047" y="38341"/>
                </a:moveTo>
                <a:lnTo>
                  <a:pt x="303656" y="39115"/>
                </a:lnTo>
                <a:lnTo>
                  <a:pt x="302899" y="38596"/>
                </a:lnTo>
                <a:lnTo>
                  <a:pt x="302047" y="38341"/>
                </a:lnTo>
                <a:close/>
              </a:path>
              <a:path w="338455" h="368300">
                <a:moveTo>
                  <a:pt x="302899" y="38596"/>
                </a:moveTo>
                <a:lnTo>
                  <a:pt x="303656" y="39115"/>
                </a:lnTo>
                <a:lnTo>
                  <a:pt x="338211" y="39115"/>
                </a:lnTo>
                <a:lnTo>
                  <a:pt x="338194" y="38862"/>
                </a:lnTo>
                <a:lnTo>
                  <a:pt x="303783" y="38862"/>
                </a:lnTo>
                <a:lnTo>
                  <a:pt x="302899" y="38596"/>
                </a:lnTo>
                <a:close/>
              </a:path>
              <a:path w="338455" h="368300">
                <a:moveTo>
                  <a:pt x="302619" y="38404"/>
                </a:moveTo>
                <a:lnTo>
                  <a:pt x="302937" y="38607"/>
                </a:lnTo>
                <a:lnTo>
                  <a:pt x="303783" y="38862"/>
                </a:lnTo>
                <a:lnTo>
                  <a:pt x="302619" y="38404"/>
                </a:lnTo>
                <a:close/>
              </a:path>
              <a:path w="338455" h="368300">
                <a:moveTo>
                  <a:pt x="302261" y="38158"/>
                </a:moveTo>
                <a:lnTo>
                  <a:pt x="302619" y="38404"/>
                </a:lnTo>
                <a:lnTo>
                  <a:pt x="303783" y="38862"/>
                </a:lnTo>
                <a:lnTo>
                  <a:pt x="338194" y="38862"/>
                </a:lnTo>
                <a:lnTo>
                  <a:pt x="338161" y="38353"/>
                </a:lnTo>
                <a:lnTo>
                  <a:pt x="303275" y="38353"/>
                </a:lnTo>
                <a:lnTo>
                  <a:pt x="302261" y="38158"/>
                </a:lnTo>
                <a:close/>
              </a:path>
              <a:path w="338455" h="368300">
                <a:moveTo>
                  <a:pt x="301392" y="38144"/>
                </a:moveTo>
                <a:lnTo>
                  <a:pt x="301878" y="38607"/>
                </a:lnTo>
                <a:lnTo>
                  <a:pt x="301541" y="38189"/>
                </a:lnTo>
                <a:lnTo>
                  <a:pt x="301392" y="38144"/>
                </a:lnTo>
                <a:close/>
              </a:path>
              <a:path w="338455" h="368300">
                <a:moveTo>
                  <a:pt x="301541" y="38189"/>
                </a:moveTo>
                <a:lnTo>
                  <a:pt x="301878" y="38607"/>
                </a:lnTo>
                <a:lnTo>
                  <a:pt x="302601" y="38607"/>
                </a:lnTo>
                <a:lnTo>
                  <a:pt x="302047" y="38341"/>
                </a:lnTo>
                <a:lnTo>
                  <a:pt x="301541" y="38189"/>
                </a:lnTo>
                <a:close/>
              </a:path>
              <a:path w="338455" h="368300">
                <a:moveTo>
                  <a:pt x="301380" y="37989"/>
                </a:moveTo>
                <a:lnTo>
                  <a:pt x="302090" y="38353"/>
                </a:lnTo>
                <a:lnTo>
                  <a:pt x="302899" y="38596"/>
                </a:lnTo>
                <a:lnTo>
                  <a:pt x="302619" y="38404"/>
                </a:lnTo>
                <a:lnTo>
                  <a:pt x="301738" y="38058"/>
                </a:lnTo>
                <a:lnTo>
                  <a:pt x="301380" y="37989"/>
                </a:lnTo>
                <a:close/>
              </a:path>
              <a:path w="338455" h="368300">
                <a:moveTo>
                  <a:pt x="301738" y="38058"/>
                </a:moveTo>
                <a:lnTo>
                  <a:pt x="302619" y="38404"/>
                </a:lnTo>
                <a:lnTo>
                  <a:pt x="302305" y="38189"/>
                </a:lnTo>
                <a:lnTo>
                  <a:pt x="301738" y="38058"/>
                </a:lnTo>
                <a:close/>
              </a:path>
              <a:path w="338455" h="368300">
                <a:moveTo>
                  <a:pt x="300885" y="37992"/>
                </a:moveTo>
                <a:lnTo>
                  <a:pt x="300267" y="38017"/>
                </a:lnTo>
                <a:lnTo>
                  <a:pt x="300354" y="38353"/>
                </a:lnTo>
                <a:lnTo>
                  <a:pt x="301612" y="38353"/>
                </a:lnTo>
                <a:lnTo>
                  <a:pt x="301392" y="38144"/>
                </a:lnTo>
                <a:lnTo>
                  <a:pt x="300885" y="37992"/>
                </a:lnTo>
                <a:close/>
              </a:path>
              <a:path w="338455" h="368300">
                <a:moveTo>
                  <a:pt x="337936" y="34925"/>
                </a:moveTo>
                <a:lnTo>
                  <a:pt x="299465" y="34925"/>
                </a:lnTo>
                <a:lnTo>
                  <a:pt x="299729" y="35943"/>
                </a:lnTo>
                <a:lnTo>
                  <a:pt x="300599" y="37019"/>
                </a:lnTo>
                <a:lnTo>
                  <a:pt x="302175" y="38100"/>
                </a:lnTo>
                <a:lnTo>
                  <a:pt x="303275" y="38353"/>
                </a:lnTo>
                <a:lnTo>
                  <a:pt x="338161" y="38353"/>
                </a:lnTo>
                <a:lnTo>
                  <a:pt x="337936" y="34925"/>
                </a:lnTo>
                <a:close/>
              </a:path>
              <a:path w="338455" h="368300">
                <a:moveTo>
                  <a:pt x="301420" y="38038"/>
                </a:moveTo>
                <a:lnTo>
                  <a:pt x="301541" y="38189"/>
                </a:lnTo>
                <a:lnTo>
                  <a:pt x="302047" y="38341"/>
                </a:lnTo>
                <a:lnTo>
                  <a:pt x="301420" y="38038"/>
                </a:lnTo>
                <a:close/>
              </a:path>
              <a:path w="338455" h="368300">
                <a:moveTo>
                  <a:pt x="301289" y="37976"/>
                </a:moveTo>
                <a:lnTo>
                  <a:pt x="301440" y="38158"/>
                </a:lnTo>
                <a:lnTo>
                  <a:pt x="301289" y="37976"/>
                </a:lnTo>
                <a:close/>
              </a:path>
              <a:path w="338455" h="368300">
                <a:moveTo>
                  <a:pt x="300595" y="37016"/>
                </a:moveTo>
                <a:lnTo>
                  <a:pt x="301218" y="37789"/>
                </a:lnTo>
                <a:lnTo>
                  <a:pt x="301676" y="38034"/>
                </a:lnTo>
                <a:lnTo>
                  <a:pt x="302245" y="38147"/>
                </a:lnTo>
                <a:lnTo>
                  <a:pt x="300595" y="37016"/>
                </a:lnTo>
                <a:close/>
              </a:path>
              <a:path w="338455" h="368300">
                <a:moveTo>
                  <a:pt x="301218" y="37979"/>
                </a:moveTo>
                <a:lnTo>
                  <a:pt x="300960" y="37989"/>
                </a:lnTo>
                <a:lnTo>
                  <a:pt x="301392" y="38144"/>
                </a:lnTo>
                <a:lnTo>
                  <a:pt x="301218" y="37979"/>
                </a:lnTo>
                <a:close/>
              </a:path>
              <a:path w="338455" h="368300">
                <a:moveTo>
                  <a:pt x="301307" y="37975"/>
                </a:moveTo>
                <a:close/>
              </a:path>
              <a:path w="338455" h="368300">
                <a:moveTo>
                  <a:pt x="301521" y="37972"/>
                </a:moveTo>
                <a:lnTo>
                  <a:pt x="301370" y="37972"/>
                </a:lnTo>
                <a:lnTo>
                  <a:pt x="301676" y="38034"/>
                </a:lnTo>
                <a:lnTo>
                  <a:pt x="301521" y="37972"/>
                </a:lnTo>
                <a:close/>
              </a:path>
              <a:path w="338455" h="368300">
                <a:moveTo>
                  <a:pt x="299756" y="36666"/>
                </a:moveTo>
                <a:lnTo>
                  <a:pt x="299983" y="38028"/>
                </a:lnTo>
                <a:lnTo>
                  <a:pt x="300235" y="38018"/>
                </a:lnTo>
                <a:lnTo>
                  <a:pt x="300119" y="37762"/>
                </a:lnTo>
                <a:lnTo>
                  <a:pt x="299974" y="37718"/>
                </a:lnTo>
                <a:lnTo>
                  <a:pt x="300129" y="37718"/>
                </a:lnTo>
                <a:lnTo>
                  <a:pt x="299756" y="36666"/>
                </a:lnTo>
                <a:close/>
              </a:path>
              <a:path w="338455" h="368300">
                <a:moveTo>
                  <a:pt x="300208" y="37789"/>
                </a:moveTo>
                <a:lnTo>
                  <a:pt x="300267" y="38017"/>
                </a:lnTo>
                <a:lnTo>
                  <a:pt x="300885" y="37992"/>
                </a:lnTo>
                <a:lnTo>
                  <a:pt x="300208" y="37789"/>
                </a:lnTo>
                <a:close/>
              </a:path>
              <a:path w="338455" h="368300">
                <a:moveTo>
                  <a:pt x="300201" y="37762"/>
                </a:moveTo>
                <a:lnTo>
                  <a:pt x="300885" y="37992"/>
                </a:lnTo>
                <a:lnTo>
                  <a:pt x="301218" y="37979"/>
                </a:lnTo>
                <a:lnTo>
                  <a:pt x="300201" y="37762"/>
                </a:lnTo>
                <a:close/>
              </a:path>
              <a:path w="338455" h="368300">
                <a:moveTo>
                  <a:pt x="300995" y="37766"/>
                </a:moveTo>
                <a:lnTo>
                  <a:pt x="301307" y="37975"/>
                </a:lnTo>
                <a:lnTo>
                  <a:pt x="301183" y="37840"/>
                </a:lnTo>
                <a:lnTo>
                  <a:pt x="300995" y="37766"/>
                </a:lnTo>
                <a:close/>
              </a:path>
              <a:path w="338455" h="368300">
                <a:moveTo>
                  <a:pt x="301295" y="37884"/>
                </a:moveTo>
                <a:lnTo>
                  <a:pt x="301521" y="37972"/>
                </a:lnTo>
                <a:lnTo>
                  <a:pt x="301295" y="37884"/>
                </a:lnTo>
                <a:close/>
              </a:path>
              <a:path w="338455" h="368300">
                <a:moveTo>
                  <a:pt x="301139" y="37904"/>
                </a:moveTo>
                <a:lnTo>
                  <a:pt x="301275" y="37969"/>
                </a:lnTo>
                <a:lnTo>
                  <a:pt x="301139" y="37904"/>
                </a:lnTo>
                <a:close/>
              </a:path>
              <a:path w="338455" h="368300">
                <a:moveTo>
                  <a:pt x="300485" y="37588"/>
                </a:moveTo>
                <a:lnTo>
                  <a:pt x="300634" y="37845"/>
                </a:lnTo>
                <a:lnTo>
                  <a:pt x="301191" y="37953"/>
                </a:lnTo>
                <a:lnTo>
                  <a:pt x="300485" y="37588"/>
                </a:lnTo>
                <a:close/>
              </a:path>
              <a:path w="338455" h="368300">
                <a:moveTo>
                  <a:pt x="300471" y="37560"/>
                </a:moveTo>
                <a:lnTo>
                  <a:pt x="301139" y="37904"/>
                </a:lnTo>
                <a:lnTo>
                  <a:pt x="300956" y="37751"/>
                </a:lnTo>
                <a:lnTo>
                  <a:pt x="300471" y="37560"/>
                </a:lnTo>
                <a:close/>
              </a:path>
              <a:path w="338455" h="368300">
                <a:moveTo>
                  <a:pt x="300019" y="36621"/>
                </a:moveTo>
                <a:lnTo>
                  <a:pt x="300211" y="37019"/>
                </a:lnTo>
                <a:lnTo>
                  <a:pt x="300945" y="37718"/>
                </a:lnTo>
                <a:lnTo>
                  <a:pt x="301295" y="37884"/>
                </a:lnTo>
                <a:lnTo>
                  <a:pt x="300595" y="37016"/>
                </a:lnTo>
                <a:lnTo>
                  <a:pt x="300019" y="36621"/>
                </a:lnTo>
                <a:close/>
              </a:path>
              <a:path w="338455" h="368300">
                <a:moveTo>
                  <a:pt x="300606" y="37840"/>
                </a:moveTo>
                <a:close/>
              </a:path>
              <a:path w="338455" h="368300">
                <a:moveTo>
                  <a:pt x="300442" y="37568"/>
                </a:moveTo>
                <a:lnTo>
                  <a:pt x="300606" y="37840"/>
                </a:lnTo>
                <a:lnTo>
                  <a:pt x="300485" y="37588"/>
                </a:lnTo>
                <a:close/>
              </a:path>
              <a:path w="338455" h="368300">
                <a:moveTo>
                  <a:pt x="299942" y="36763"/>
                </a:moveTo>
                <a:lnTo>
                  <a:pt x="300220" y="37766"/>
                </a:lnTo>
                <a:lnTo>
                  <a:pt x="300605" y="37840"/>
                </a:lnTo>
                <a:lnTo>
                  <a:pt x="300426" y="37560"/>
                </a:lnTo>
                <a:lnTo>
                  <a:pt x="300227" y="37464"/>
                </a:lnTo>
                <a:lnTo>
                  <a:pt x="300380" y="37464"/>
                </a:lnTo>
                <a:lnTo>
                  <a:pt x="299982" y="36801"/>
                </a:lnTo>
                <a:close/>
              </a:path>
              <a:path w="338455" h="368300">
                <a:moveTo>
                  <a:pt x="299974" y="37718"/>
                </a:moveTo>
                <a:lnTo>
                  <a:pt x="300148" y="37771"/>
                </a:lnTo>
                <a:lnTo>
                  <a:pt x="299974" y="37718"/>
                </a:lnTo>
                <a:close/>
              </a:path>
              <a:path w="338455" h="368300">
                <a:moveTo>
                  <a:pt x="300211" y="37019"/>
                </a:moveTo>
                <a:lnTo>
                  <a:pt x="300425" y="37464"/>
                </a:lnTo>
                <a:lnTo>
                  <a:pt x="300995" y="37766"/>
                </a:lnTo>
                <a:lnTo>
                  <a:pt x="300211" y="37019"/>
                </a:lnTo>
                <a:close/>
              </a:path>
              <a:path w="338455" h="368300">
                <a:moveTo>
                  <a:pt x="299740" y="36571"/>
                </a:moveTo>
                <a:lnTo>
                  <a:pt x="300076" y="37568"/>
                </a:lnTo>
                <a:lnTo>
                  <a:pt x="300201" y="37762"/>
                </a:lnTo>
                <a:lnTo>
                  <a:pt x="300008" y="37016"/>
                </a:lnTo>
                <a:lnTo>
                  <a:pt x="299890" y="36714"/>
                </a:lnTo>
                <a:lnTo>
                  <a:pt x="299740" y="36571"/>
                </a:lnTo>
                <a:close/>
              </a:path>
              <a:path w="338455" h="368300">
                <a:moveTo>
                  <a:pt x="300129" y="37718"/>
                </a:moveTo>
                <a:lnTo>
                  <a:pt x="299974" y="37718"/>
                </a:lnTo>
                <a:lnTo>
                  <a:pt x="300141" y="37751"/>
                </a:lnTo>
                <a:close/>
              </a:path>
              <a:path w="338455" h="368300">
                <a:moveTo>
                  <a:pt x="300227" y="37464"/>
                </a:moveTo>
                <a:lnTo>
                  <a:pt x="300442" y="37568"/>
                </a:lnTo>
                <a:lnTo>
                  <a:pt x="300227" y="37464"/>
                </a:lnTo>
                <a:close/>
              </a:path>
              <a:path w="338455" h="368300">
                <a:moveTo>
                  <a:pt x="299982" y="36801"/>
                </a:moveTo>
                <a:lnTo>
                  <a:pt x="300380" y="37464"/>
                </a:lnTo>
                <a:lnTo>
                  <a:pt x="300208" y="37016"/>
                </a:lnTo>
                <a:lnTo>
                  <a:pt x="299982" y="36801"/>
                </a:lnTo>
                <a:close/>
              </a:path>
              <a:path w="338455" h="368300">
                <a:moveTo>
                  <a:pt x="300380" y="37464"/>
                </a:moveTo>
                <a:lnTo>
                  <a:pt x="300227" y="37464"/>
                </a:lnTo>
                <a:lnTo>
                  <a:pt x="300427" y="37543"/>
                </a:lnTo>
                <a:close/>
              </a:path>
              <a:path w="338455" h="368300">
                <a:moveTo>
                  <a:pt x="299881" y="36526"/>
                </a:moveTo>
                <a:lnTo>
                  <a:pt x="299982" y="36801"/>
                </a:lnTo>
                <a:lnTo>
                  <a:pt x="300211" y="37019"/>
                </a:lnTo>
                <a:lnTo>
                  <a:pt x="300019" y="36621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29" y="35943"/>
                </a:moveTo>
                <a:lnTo>
                  <a:pt x="299973" y="36526"/>
                </a:lnTo>
                <a:lnTo>
                  <a:pt x="300085" y="36666"/>
                </a:lnTo>
                <a:lnTo>
                  <a:pt x="300595" y="37016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9713" y="36412"/>
                </a:moveTo>
                <a:lnTo>
                  <a:pt x="299840" y="36666"/>
                </a:lnTo>
                <a:lnTo>
                  <a:pt x="299817" y="36526"/>
                </a:lnTo>
                <a:close/>
              </a:path>
              <a:path w="338455" h="368300">
                <a:moveTo>
                  <a:pt x="299773" y="36452"/>
                </a:moveTo>
                <a:lnTo>
                  <a:pt x="299929" y="36714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73" y="36110"/>
                </a:moveTo>
                <a:lnTo>
                  <a:pt x="299908" y="36545"/>
                </a:lnTo>
                <a:lnTo>
                  <a:pt x="299773" y="36110"/>
                </a:lnTo>
                <a:close/>
              </a:path>
              <a:path w="338455" h="368300">
                <a:moveTo>
                  <a:pt x="299212" y="36067"/>
                </a:moveTo>
                <a:lnTo>
                  <a:pt x="299713" y="36545"/>
                </a:lnTo>
                <a:lnTo>
                  <a:pt x="299596" y="36331"/>
                </a:lnTo>
                <a:lnTo>
                  <a:pt x="299212" y="36067"/>
                </a:lnTo>
                <a:close/>
              </a:path>
              <a:path w="338455" h="368300">
                <a:moveTo>
                  <a:pt x="299611" y="35795"/>
                </a:moveTo>
                <a:lnTo>
                  <a:pt x="299656" y="36067"/>
                </a:lnTo>
                <a:lnTo>
                  <a:pt x="299773" y="36452"/>
                </a:lnTo>
                <a:lnTo>
                  <a:pt x="299756" y="36074"/>
                </a:lnTo>
                <a:lnTo>
                  <a:pt x="299611" y="35795"/>
                </a:lnTo>
                <a:close/>
              </a:path>
              <a:path w="338455" h="368300">
                <a:moveTo>
                  <a:pt x="299546" y="36074"/>
                </a:moveTo>
                <a:lnTo>
                  <a:pt x="299637" y="36331"/>
                </a:lnTo>
                <a:lnTo>
                  <a:pt x="299546" y="36074"/>
                </a:lnTo>
                <a:close/>
              </a:path>
              <a:path w="338455" h="368300">
                <a:moveTo>
                  <a:pt x="299542" y="36067"/>
                </a:moveTo>
                <a:lnTo>
                  <a:pt x="299212" y="36067"/>
                </a:lnTo>
                <a:lnTo>
                  <a:pt x="299650" y="36368"/>
                </a:lnTo>
                <a:lnTo>
                  <a:pt x="299542" y="36067"/>
                </a:lnTo>
                <a:close/>
              </a:path>
              <a:path w="338455" h="368300">
                <a:moveTo>
                  <a:pt x="299318" y="35432"/>
                </a:moveTo>
                <a:lnTo>
                  <a:pt x="299567" y="36110"/>
                </a:lnTo>
                <a:lnTo>
                  <a:pt x="299700" y="36331"/>
                </a:lnTo>
                <a:lnTo>
                  <a:pt x="299583" y="35761"/>
                </a:lnTo>
                <a:lnTo>
                  <a:pt x="299318" y="35432"/>
                </a:lnTo>
                <a:close/>
              </a:path>
              <a:path w="338455" h="368300">
                <a:moveTo>
                  <a:pt x="299637" y="35828"/>
                </a:moveTo>
                <a:lnTo>
                  <a:pt x="299773" y="36110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8703" y="34670"/>
                </a:moveTo>
                <a:lnTo>
                  <a:pt x="299546" y="36074"/>
                </a:lnTo>
                <a:lnTo>
                  <a:pt x="299318" y="35432"/>
                </a:lnTo>
                <a:lnTo>
                  <a:pt x="298703" y="34670"/>
                </a:lnTo>
                <a:close/>
              </a:path>
              <a:path w="338455" h="368300">
                <a:moveTo>
                  <a:pt x="299465" y="34925"/>
                </a:moveTo>
                <a:lnTo>
                  <a:pt x="299605" y="35761"/>
                </a:lnTo>
                <a:lnTo>
                  <a:pt x="299729" y="35943"/>
                </a:lnTo>
                <a:lnTo>
                  <a:pt x="299465" y="34925"/>
                </a:lnTo>
                <a:close/>
              </a:path>
              <a:path w="338455" h="368300">
                <a:moveTo>
                  <a:pt x="298957" y="34416"/>
                </a:moveTo>
                <a:lnTo>
                  <a:pt x="299318" y="35432"/>
                </a:lnTo>
                <a:lnTo>
                  <a:pt x="299611" y="35795"/>
                </a:lnTo>
                <a:lnTo>
                  <a:pt x="298957" y="34416"/>
                </a:lnTo>
                <a:close/>
              </a:path>
              <a:path w="338455" h="368300">
                <a:moveTo>
                  <a:pt x="337903" y="34416"/>
                </a:moveTo>
                <a:lnTo>
                  <a:pt x="298957" y="34416"/>
                </a:lnTo>
                <a:lnTo>
                  <a:pt x="299605" y="35761"/>
                </a:lnTo>
                <a:lnTo>
                  <a:pt x="299465" y="34925"/>
                </a:lnTo>
                <a:lnTo>
                  <a:pt x="337936" y="34925"/>
                </a:lnTo>
                <a:lnTo>
                  <a:pt x="337903" y="34416"/>
                </a:lnTo>
                <a:close/>
              </a:path>
              <a:path w="338455" h="368300">
                <a:moveTo>
                  <a:pt x="299048" y="34670"/>
                </a:moveTo>
                <a:lnTo>
                  <a:pt x="298703" y="34670"/>
                </a:lnTo>
                <a:lnTo>
                  <a:pt x="299318" y="35432"/>
                </a:lnTo>
                <a:lnTo>
                  <a:pt x="299048" y="34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717294" y="32240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52565" y="3663696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457200" y="0"/>
                </a:moveTo>
                <a:lnTo>
                  <a:pt x="457200" y="114299"/>
                </a:lnTo>
                <a:lnTo>
                  <a:pt x="533400" y="76199"/>
                </a:lnTo>
                <a:lnTo>
                  <a:pt x="476250" y="76199"/>
                </a:lnTo>
                <a:lnTo>
                  <a:pt x="476250" y="38099"/>
                </a:lnTo>
                <a:lnTo>
                  <a:pt x="533400" y="38099"/>
                </a:lnTo>
                <a:lnTo>
                  <a:pt x="457200" y="0"/>
                </a:lnTo>
                <a:close/>
              </a:path>
              <a:path w="571500" h="114300">
                <a:moveTo>
                  <a:pt x="4572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57200" y="76199"/>
                </a:lnTo>
                <a:lnTo>
                  <a:pt x="457200" y="38099"/>
                </a:lnTo>
                <a:close/>
              </a:path>
              <a:path w="571500" h="114300">
                <a:moveTo>
                  <a:pt x="533400" y="38099"/>
                </a:moveTo>
                <a:lnTo>
                  <a:pt x="476250" y="38099"/>
                </a:lnTo>
                <a:lnTo>
                  <a:pt x="476250" y="76199"/>
                </a:lnTo>
                <a:lnTo>
                  <a:pt x="533400" y="76199"/>
                </a:lnTo>
                <a:lnTo>
                  <a:pt x="571500" y="57149"/>
                </a:lnTo>
                <a:lnTo>
                  <a:pt x="5334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52565" y="3994403"/>
            <a:ext cx="622300" cy="114300"/>
          </a:xfrm>
          <a:custGeom>
            <a:avLst/>
            <a:gdLst/>
            <a:ahLst/>
            <a:cxnLst/>
            <a:rect l="l" t="t" r="r" b="b"/>
            <a:pathLst>
              <a:path w="622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223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22300" h="114300">
                <a:moveTo>
                  <a:pt x="62179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21791" y="76200"/>
                </a:lnTo>
                <a:lnTo>
                  <a:pt x="6217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76921" y="2198370"/>
            <a:ext cx="0" cy="963294"/>
          </a:xfrm>
          <a:custGeom>
            <a:avLst/>
            <a:gdLst/>
            <a:ahLst/>
            <a:cxnLst/>
            <a:rect l="l" t="t" r="r" b="b"/>
            <a:pathLst>
              <a:path w="0" h="963294">
                <a:moveTo>
                  <a:pt x="0" y="0"/>
                </a:moveTo>
                <a:lnTo>
                  <a:pt x="0" y="96316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052565" y="3104388"/>
            <a:ext cx="1324610" cy="114300"/>
          </a:xfrm>
          <a:custGeom>
            <a:avLst/>
            <a:gdLst/>
            <a:ahLst/>
            <a:cxnLst/>
            <a:rect l="l" t="t" r="r" b="b"/>
            <a:pathLst>
              <a:path w="13246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3246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324609" h="114300">
                <a:moveTo>
                  <a:pt x="132435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324356" y="76200"/>
                </a:lnTo>
                <a:lnTo>
                  <a:pt x="13243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48066" y="3623309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 h="0">
                <a:moveTo>
                  <a:pt x="0" y="0"/>
                </a:moveTo>
                <a:lnTo>
                  <a:pt x="67665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824721" y="963930"/>
            <a:ext cx="0" cy="2659380"/>
          </a:xfrm>
          <a:custGeom>
            <a:avLst/>
            <a:gdLst/>
            <a:ahLst/>
            <a:cxnLst/>
            <a:rect l="l" t="t" r="r" b="b"/>
            <a:pathLst>
              <a:path w="0" h="2659379">
                <a:moveTo>
                  <a:pt x="0" y="265938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85966" y="906780"/>
            <a:ext cx="2239010" cy="114300"/>
          </a:xfrm>
          <a:custGeom>
            <a:avLst/>
            <a:gdLst/>
            <a:ahLst/>
            <a:cxnLst/>
            <a:rect l="l" t="t" r="r" b="b"/>
            <a:pathLst>
              <a:path w="22390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2390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239009" h="114300">
                <a:moveTo>
                  <a:pt x="223875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238755" y="76200"/>
                </a:lnTo>
                <a:lnTo>
                  <a:pt x="223875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053" y="1142238"/>
            <a:ext cx="4973320" cy="0"/>
          </a:xfrm>
          <a:custGeom>
            <a:avLst/>
            <a:gdLst/>
            <a:ahLst/>
            <a:cxnLst/>
            <a:rect l="l" t="t" r="r" b="b"/>
            <a:pathLst>
              <a:path w="4973320" h="0">
                <a:moveTo>
                  <a:pt x="49728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053" y="1142238"/>
            <a:ext cx="0" cy="3700779"/>
          </a:xfrm>
          <a:custGeom>
            <a:avLst/>
            <a:gdLst/>
            <a:ahLst/>
            <a:cxnLst/>
            <a:rect l="l" t="t" r="r" b="b"/>
            <a:pathLst>
              <a:path w="0" h="3700779">
                <a:moveTo>
                  <a:pt x="0" y="0"/>
                </a:moveTo>
                <a:lnTo>
                  <a:pt x="1" y="37002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1053" y="4785359"/>
            <a:ext cx="254635" cy="114300"/>
          </a:xfrm>
          <a:custGeom>
            <a:avLst/>
            <a:gdLst/>
            <a:ahLst/>
            <a:cxnLst/>
            <a:rect l="l" t="t" r="r" b="b"/>
            <a:pathLst>
              <a:path w="254635" h="114300">
                <a:moveTo>
                  <a:pt x="140208" y="0"/>
                </a:moveTo>
                <a:lnTo>
                  <a:pt x="140208" y="114300"/>
                </a:lnTo>
                <a:lnTo>
                  <a:pt x="216408" y="76200"/>
                </a:lnTo>
                <a:lnTo>
                  <a:pt x="159258" y="76200"/>
                </a:lnTo>
                <a:lnTo>
                  <a:pt x="159258" y="38100"/>
                </a:lnTo>
                <a:lnTo>
                  <a:pt x="216408" y="38100"/>
                </a:lnTo>
                <a:lnTo>
                  <a:pt x="140208" y="0"/>
                </a:lnTo>
                <a:close/>
              </a:path>
              <a:path w="254635" h="114300">
                <a:moveTo>
                  <a:pt x="1402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0208" y="76200"/>
                </a:lnTo>
                <a:lnTo>
                  <a:pt x="140208" y="38100"/>
                </a:lnTo>
                <a:close/>
              </a:path>
              <a:path w="254635" h="114300">
                <a:moveTo>
                  <a:pt x="216408" y="38100"/>
                </a:moveTo>
                <a:lnTo>
                  <a:pt x="159258" y="38100"/>
                </a:lnTo>
                <a:lnTo>
                  <a:pt x="159258" y="76200"/>
                </a:lnTo>
                <a:lnTo>
                  <a:pt x="216408" y="76200"/>
                </a:lnTo>
                <a:lnTo>
                  <a:pt x="254508" y="57150"/>
                </a:lnTo>
                <a:lnTo>
                  <a:pt x="2164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759578" y="734314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969258" y="5625846"/>
            <a:ext cx="711835" cy="0"/>
          </a:xfrm>
          <a:custGeom>
            <a:avLst/>
            <a:gdLst/>
            <a:ahLst/>
            <a:cxnLst/>
            <a:rect l="l" t="t" r="r" b="b"/>
            <a:pathLst>
              <a:path w="711835" h="0">
                <a:moveTo>
                  <a:pt x="0" y="0"/>
                </a:moveTo>
                <a:lnTo>
                  <a:pt x="711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623815" y="4842509"/>
            <a:ext cx="114300" cy="783590"/>
          </a:xfrm>
          <a:custGeom>
            <a:avLst/>
            <a:gdLst/>
            <a:ahLst/>
            <a:cxnLst/>
            <a:rect l="l" t="t" r="r" b="b"/>
            <a:pathLst>
              <a:path w="114300" h="783589">
                <a:moveTo>
                  <a:pt x="76200" y="95250"/>
                </a:moveTo>
                <a:lnTo>
                  <a:pt x="38100" y="95250"/>
                </a:lnTo>
                <a:lnTo>
                  <a:pt x="38100" y="783335"/>
                </a:lnTo>
                <a:lnTo>
                  <a:pt x="76200" y="783335"/>
                </a:lnTo>
                <a:lnTo>
                  <a:pt x="76200" y="95250"/>
                </a:lnTo>
                <a:close/>
              </a:path>
              <a:path w="114300" h="78358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8358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969258" y="6011417"/>
            <a:ext cx="5049520" cy="0"/>
          </a:xfrm>
          <a:custGeom>
            <a:avLst/>
            <a:gdLst/>
            <a:ahLst/>
            <a:cxnLst/>
            <a:rect l="l" t="t" r="r" b="b"/>
            <a:pathLst>
              <a:path w="5049520" h="0">
                <a:moveTo>
                  <a:pt x="0" y="0"/>
                </a:moveTo>
                <a:lnTo>
                  <a:pt x="50490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018269" y="749045"/>
            <a:ext cx="0" cy="5262880"/>
          </a:xfrm>
          <a:custGeom>
            <a:avLst/>
            <a:gdLst/>
            <a:ahLst/>
            <a:cxnLst/>
            <a:rect l="l" t="t" r="r" b="b"/>
            <a:pathLst>
              <a:path w="0" h="5262880">
                <a:moveTo>
                  <a:pt x="0" y="526237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624066" y="667258"/>
            <a:ext cx="2394585" cy="114300"/>
          </a:xfrm>
          <a:custGeom>
            <a:avLst/>
            <a:gdLst/>
            <a:ahLst/>
            <a:cxnLst/>
            <a:rect l="l" t="t" r="r" b="b"/>
            <a:pathLst>
              <a:path w="2394584" h="114300">
                <a:moveTo>
                  <a:pt x="114934" y="0"/>
                </a:moveTo>
                <a:lnTo>
                  <a:pt x="0" y="55879"/>
                </a:lnTo>
                <a:lnTo>
                  <a:pt x="113664" y="114300"/>
                </a:lnTo>
                <a:lnTo>
                  <a:pt x="114088" y="76152"/>
                </a:lnTo>
                <a:lnTo>
                  <a:pt x="94995" y="75945"/>
                </a:lnTo>
                <a:lnTo>
                  <a:pt x="95503" y="37845"/>
                </a:lnTo>
                <a:lnTo>
                  <a:pt x="114514" y="37845"/>
                </a:lnTo>
                <a:lnTo>
                  <a:pt x="114934" y="0"/>
                </a:lnTo>
                <a:close/>
              </a:path>
              <a:path w="2394584" h="114300">
                <a:moveTo>
                  <a:pt x="114512" y="38051"/>
                </a:moveTo>
                <a:lnTo>
                  <a:pt x="114088" y="76152"/>
                </a:lnTo>
                <a:lnTo>
                  <a:pt x="2393950" y="100837"/>
                </a:lnTo>
                <a:lnTo>
                  <a:pt x="2394457" y="62737"/>
                </a:lnTo>
                <a:lnTo>
                  <a:pt x="114512" y="38051"/>
                </a:lnTo>
                <a:close/>
              </a:path>
              <a:path w="2394584" h="114300">
                <a:moveTo>
                  <a:pt x="95503" y="37845"/>
                </a:moveTo>
                <a:lnTo>
                  <a:pt x="94995" y="75945"/>
                </a:lnTo>
                <a:lnTo>
                  <a:pt x="114088" y="76152"/>
                </a:lnTo>
                <a:lnTo>
                  <a:pt x="114512" y="38051"/>
                </a:lnTo>
                <a:lnTo>
                  <a:pt x="95503" y="37845"/>
                </a:lnTo>
                <a:close/>
              </a:path>
              <a:path w="2394584" h="114300">
                <a:moveTo>
                  <a:pt x="114514" y="37845"/>
                </a:moveTo>
                <a:lnTo>
                  <a:pt x="95503" y="37845"/>
                </a:lnTo>
                <a:lnTo>
                  <a:pt x="114512" y="38051"/>
                </a:lnTo>
                <a:lnTo>
                  <a:pt x="114514" y="3784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099052" y="566054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832610" y="3927347"/>
            <a:ext cx="917575" cy="114300"/>
          </a:xfrm>
          <a:custGeom>
            <a:avLst/>
            <a:gdLst/>
            <a:ahLst/>
            <a:cxnLst/>
            <a:rect l="l" t="t" r="r" b="b"/>
            <a:pathLst>
              <a:path w="917575" h="114300">
                <a:moveTo>
                  <a:pt x="803147" y="0"/>
                </a:moveTo>
                <a:lnTo>
                  <a:pt x="803147" y="114300"/>
                </a:lnTo>
                <a:lnTo>
                  <a:pt x="879347" y="76200"/>
                </a:lnTo>
                <a:lnTo>
                  <a:pt x="822197" y="76200"/>
                </a:lnTo>
                <a:lnTo>
                  <a:pt x="822197" y="38100"/>
                </a:lnTo>
                <a:lnTo>
                  <a:pt x="879347" y="38100"/>
                </a:lnTo>
                <a:lnTo>
                  <a:pt x="803147" y="0"/>
                </a:lnTo>
                <a:close/>
              </a:path>
              <a:path w="917575" h="114300">
                <a:moveTo>
                  <a:pt x="8031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3147" y="76200"/>
                </a:lnTo>
                <a:lnTo>
                  <a:pt x="803147" y="38100"/>
                </a:lnTo>
                <a:close/>
              </a:path>
              <a:path w="917575" h="114300">
                <a:moveTo>
                  <a:pt x="879347" y="38100"/>
                </a:moveTo>
                <a:lnTo>
                  <a:pt x="822197" y="38100"/>
                </a:lnTo>
                <a:lnTo>
                  <a:pt x="822197" y="76200"/>
                </a:lnTo>
                <a:lnTo>
                  <a:pt x="879347" y="76200"/>
                </a:lnTo>
                <a:lnTo>
                  <a:pt x="917447" y="57150"/>
                </a:lnTo>
                <a:lnTo>
                  <a:pt x="8793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187320" y="3881373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80865" y="3837432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832610" y="4579620"/>
            <a:ext cx="2658110" cy="114300"/>
          </a:xfrm>
          <a:custGeom>
            <a:avLst/>
            <a:gdLst/>
            <a:ahLst/>
            <a:cxnLst/>
            <a:rect l="l" t="t" r="r" b="b"/>
            <a:pathLst>
              <a:path w="265811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265811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2658110" h="114300">
                <a:moveTo>
                  <a:pt x="2657855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2657855" y="76199"/>
                </a:lnTo>
                <a:lnTo>
                  <a:pt x="2657855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127375" y="4240148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905761" y="2804922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91611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2917698" y="29889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410961" y="2448305"/>
            <a:ext cx="0" cy="356870"/>
          </a:xfrm>
          <a:custGeom>
            <a:avLst/>
            <a:gdLst/>
            <a:ahLst/>
            <a:cxnLst/>
            <a:rect l="l" t="t" r="r" b="b"/>
            <a:pathLst>
              <a:path w="0" h="356869">
                <a:moveTo>
                  <a:pt x="0" y="0"/>
                </a:moveTo>
                <a:lnTo>
                  <a:pt x="0" y="3566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556253" y="2804922"/>
            <a:ext cx="1854835" cy="0"/>
          </a:xfrm>
          <a:custGeom>
            <a:avLst/>
            <a:gdLst/>
            <a:ahLst/>
            <a:cxnLst/>
            <a:rect l="l" t="t" r="r" b="b"/>
            <a:pathLst>
              <a:path w="1854835" h="0">
                <a:moveTo>
                  <a:pt x="185470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99103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453253" y="23793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150876" y="0"/>
                </a:moveTo>
                <a:lnTo>
                  <a:pt x="84530" y="24561"/>
                </a:lnTo>
                <a:lnTo>
                  <a:pt x="56516" y="53084"/>
                </a:lnTo>
                <a:lnTo>
                  <a:pt x="33150" y="90498"/>
                </a:lnTo>
                <a:lnTo>
                  <a:pt x="15337" y="135349"/>
                </a:lnTo>
                <a:lnTo>
                  <a:pt x="3985" y="186185"/>
                </a:lnTo>
                <a:lnTo>
                  <a:pt x="0" y="241554"/>
                </a:lnTo>
                <a:lnTo>
                  <a:pt x="3985" y="296922"/>
                </a:lnTo>
                <a:lnTo>
                  <a:pt x="15337" y="347758"/>
                </a:lnTo>
                <a:lnTo>
                  <a:pt x="33150" y="392609"/>
                </a:lnTo>
                <a:lnTo>
                  <a:pt x="56516" y="430023"/>
                </a:lnTo>
                <a:lnTo>
                  <a:pt x="84530" y="458546"/>
                </a:lnTo>
                <a:lnTo>
                  <a:pt x="150876" y="483108"/>
                </a:lnTo>
                <a:lnTo>
                  <a:pt x="185465" y="476725"/>
                </a:lnTo>
                <a:lnTo>
                  <a:pt x="245235" y="430023"/>
                </a:lnTo>
                <a:lnTo>
                  <a:pt x="268601" y="392609"/>
                </a:lnTo>
                <a:lnTo>
                  <a:pt x="286414" y="347758"/>
                </a:lnTo>
                <a:lnTo>
                  <a:pt x="297766" y="296922"/>
                </a:lnTo>
                <a:lnTo>
                  <a:pt x="301752" y="241554"/>
                </a:lnTo>
                <a:lnTo>
                  <a:pt x="297766" y="186185"/>
                </a:lnTo>
                <a:lnTo>
                  <a:pt x="286414" y="135349"/>
                </a:lnTo>
                <a:lnTo>
                  <a:pt x="268601" y="90498"/>
                </a:lnTo>
                <a:lnTo>
                  <a:pt x="245235" y="53084"/>
                </a:lnTo>
                <a:lnTo>
                  <a:pt x="217221" y="24561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0" y="241554"/>
                </a:moveTo>
                <a:lnTo>
                  <a:pt x="3985" y="186185"/>
                </a:lnTo>
                <a:lnTo>
                  <a:pt x="15337" y="135349"/>
                </a:lnTo>
                <a:lnTo>
                  <a:pt x="33150" y="90498"/>
                </a:lnTo>
                <a:lnTo>
                  <a:pt x="56516" y="53084"/>
                </a:lnTo>
                <a:lnTo>
                  <a:pt x="84530" y="24561"/>
                </a:lnTo>
                <a:lnTo>
                  <a:pt x="150876" y="0"/>
                </a:lnTo>
                <a:lnTo>
                  <a:pt x="185465" y="6382"/>
                </a:lnTo>
                <a:lnTo>
                  <a:pt x="245235" y="53084"/>
                </a:lnTo>
                <a:lnTo>
                  <a:pt x="268601" y="90498"/>
                </a:lnTo>
                <a:lnTo>
                  <a:pt x="286414" y="135349"/>
                </a:lnTo>
                <a:lnTo>
                  <a:pt x="297766" y="186185"/>
                </a:lnTo>
                <a:lnTo>
                  <a:pt x="301752" y="241554"/>
                </a:lnTo>
                <a:lnTo>
                  <a:pt x="297766" y="296922"/>
                </a:lnTo>
                <a:lnTo>
                  <a:pt x="286414" y="347758"/>
                </a:lnTo>
                <a:lnTo>
                  <a:pt x="268601" y="392609"/>
                </a:lnTo>
                <a:lnTo>
                  <a:pt x="245235" y="430023"/>
                </a:lnTo>
                <a:lnTo>
                  <a:pt x="217221" y="458546"/>
                </a:lnTo>
                <a:lnTo>
                  <a:pt x="150876" y="483108"/>
                </a:lnTo>
                <a:lnTo>
                  <a:pt x="116286" y="476725"/>
                </a:lnTo>
                <a:lnTo>
                  <a:pt x="56516" y="430023"/>
                </a:lnTo>
                <a:lnTo>
                  <a:pt x="33150" y="392609"/>
                </a:lnTo>
                <a:lnTo>
                  <a:pt x="15337" y="347758"/>
                </a:lnTo>
                <a:lnTo>
                  <a:pt x="3985" y="296922"/>
                </a:lnTo>
                <a:lnTo>
                  <a:pt x="0" y="2415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993773" y="1054049"/>
            <a:ext cx="397510" cy="12007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1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150875" y="0"/>
                </a:moveTo>
                <a:lnTo>
                  <a:pt x="110772" y="7944"/>
                </a:lnTo>
                <a:lnTo>
                  <a:pt x="74732" y="30367"/>
                </a:lnTo>
                <a:lnTo>
                  <a:pt x="44195" y="65150"/>
                </a:lnTo>
                <a:lnTo>
                  <a:pt x="20602" y="110179"/>
                </a:lnTo>
                <a:lnTo>
                  <a:pt x="5390" y="163336"/>
                </a:lnTo>
                <a:lnTo>
                  <a:pt x="0" y="222503"/>
                </a:lnTo>
                <a:lnTo>
                  <a:pt x="5390" y="281671"/>
                </a:lnTo>
                <a:lnTo>
                  <a:pt x="20602" y="334828"/>
                </a:lnTo>
                <a:lnTo>
                  <a:pt x="44196" y="379857"/>
                </a:lnTo>
                <a:lnTo>
                  <a:pt x="74732" y="414640"/>
                </a:lnTo>
                <a:lnTo>
                  <a:pt x="110772" y="437063"/>
                </a:lnTo>
                <a:lnTo>
                  <a:pt x="150875" y="445008"/>
                </a:lnTo>
                <a:lnTo>
                  <a:pt x="190979" y="437063"/>
                </a:lnTo>
                <a:lnTo>
                  <a:pt x="227019" y="414640"/>
                </a:lnTo>
                <a:lnTo>
                  <a:pt x="257555" y="379857"/>
                </a:lnTo>
                <a:lnTo>
                  <a:pt x="281149" y="334828"/>
                </a:lnTo>
                <a:lnTo>
                  <a:pt x="296361" y="281671"/>
                </a:lnTo>
                <a:lnTo>
                  <a:pt x="301751" y="222503"/>
                </a:lnTo>
                <a:lnTo>
                  <a:pt x="296361" y="163336"/>
                </a:lnTo>
                <a:lnTo>
                  <a:pt x="281149" y="110179"/>
                </a:lnTo>
                <a:lnTo>
                  <a:pt x="257555" y="65150"/>
                </a:lnTo>
                <a:lnTo>
                  <a:pt x="227019" y="30367"/>
                </a:lnTo>
                <a:lnTo>
                  <a:pt x="190979" y="7944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0" y="222503"/>
                </a:moveTo>
                <a:lnTo>
                  <a:pt x="5390" y="163336"/>
                </a:lnTo>
                <a:lnTo>
                  <a:pt x="20602" y="110179"/>
                </a:lnTo>
                <a:lnTo>
                  <a:pt x="44195" y="65150"/>
                </a:lnTo>
                <a:lnTo>
                  <a:pt x="74732" y="30367"/>
                </a:lnTo>
                <a:lnTo>
                  <a:pt x="110772" y="7944"/>
                </a:lnTo>
                <a:lnTo>
                  <a:pt x="150875" y="0"/>
                </a:lnTo>
                <a:lnTo>
                  <a:pt x="190979" y="7944"/>
                </a:lnTo>
                <a:lnTo>
                  <a:pt x="227019" y="30367"/>
                </a:lnTo>
                <a:lnTo>
                  <a:pt x="257555" y="65150"/>
                </a:lnTo>
                <a:lnTo>
                  <a:pt x="281149" y="110179"/>
                </a:lnTo>
                <a:lnTo>
                  <a:pt x="296361" y="163336"/>
                </a:lnTo>
                <a:lnTo>
                  <a:pt x="301751" y="222503"/>
                </a:lnTo>
                <a:lnTo>
                  <a:pt x="296361" y="281671"/>
                </a:lnTo>
                <a:lnTo>
                  <a:pt x="281149" y="334828"/>
                </a:lnTo>
                <a:lnTo>
                  <a:pt x="257556" y="379856"/>
                </a:lnTo>
                <a:lnTo>
                  <a:pt x="227019" y="414640"/>
                </a:lnTo>
                <a:lnTo>
                  <a:pt x="190979" y="437063"/>
                </a:lnTo>
                <a:lnTo>
                  <a:pt x="150875" y="445008"/>
                </a:lnTo>
                <a:lnTo>
                  <a:pt x="110772" y="437063"/>
                </a:lnTo>
                <a:lnTo>
                  <a:pt x="74732" y="414640"/>
                </a:lnTo>
                <a:lnTo>
                  <a:pt x="44196" y="379857"/>
                </a:lnTo>
                <a:lnTo>
                  <a:pt x="20602" y="334828"/>
                </a:lnTo>
                <a:lnTo>
                  <a:pt x="5390" y="281671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150876" y="0"/>
                </a:moveTo>
                <a:lnTo>
                  <a:pt x="84525" y="23322"/>
                </a:lnTo>
                <a:lnTo>
                  <a:pt x="56511" y="50405"/>
                </a:lnTo>
                <a:lnTo>
                  <a:pt x="33146" y="85930"/>
                </a:lnTo>
                <a:lnTo>
                  <a:pt x="15335" y="128518"/>
                </a:lnTo>
                <a:lnTo>
                  <a:pt x="3984" y="176788"/>
                </a:lnTo>
                <a:lnTo>
                  <a:pt x="0" y="229362"/>
                </a:lnTo>
                <a:lnTo>
                  <a:pt x="3984" y="281935"/>
                </a:lnTo>
                <a:lnTo>
                  <a:pt x="15335" y="330205"/>
                </a:lnTo>
                <a:lnTo>
                  <a:pt x="33146" y="372793"/>
                </a:lnTo>
                <a:lnTo>
                  <a:pt x="56511" y="408318"/>
                </a:lnTo>
                <a:lnTo>
                  <a:pt x="84525" y="435401"/>
                </a:lnTo>
                <a:lnTo>
                  <a:pt x="150876" y="458724"/>
                </a:lnTo>
                <a:lnTo>
                  <a:pt x="185469" y="452663"/>
                </a:lnTo>
                <a:lnTo>
                  <a:pt x="245240" y="408318"/>
                </a:lnTo>
                <a:lnTo>
                  <a:pt x="268605" y="372793"/>
                </a:lnTo>
                <a:lnTo>
                  <a:pt x="286416" y="330205"/>
                </a:lnTo>
                <a:lnTo>
                  <a:pt x="297767" y="281935"/>
                </a:lnTo>
                <a:lnTo>
                  <a:pt x="301752" y="229362"/>
                </a:lnTo>
                <a:lnTo>
                  <a:pt x="297767" y="176788"/>
                </a:lnTo>
                <a:lnTo>
                  <a:pt x="286416" y="128518"/>
                </a:lnTo>
                <a:lnTo>
                  <a:pt x="268605" y="85930"/>
                </a:lnTo>
                <a:lnTo>
                  <a:pt x="245240" y="50405"/>
                </a:lnTo>
                <a:lnTo>
                  <a:pt x="217226" y="23322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0" y="229362"/>
                </a:moveTo>
                <a:lnTo>
                  <a:pt x="3984" y="176788"/>
                </a:lnTo>
                <a:lnTo>
                  <a:pt x="15335" y="128518"/>
                </a:lnTo>
                <a:lnTo>
                  <a:pt x="33146" y="85930"/>
                </a:lnTo>
                <a:lnTo>
                  <a:pt x="56511" y="50405"/>
                </a:lnTo>
                <a:lnTo>
                  <a:pt x="84525" y="23322"/>
                </a:lnTo>
                <a:lnTo>
                  <a:pt x="150876" y="0"/>
                </a:lnTo>
                <a:lnTo>
                  <a:pt x="185469" y="6060"/>
                </a:lnTo>
                <a:lnTo>
                  <a:pt x="245240" y="50405"/>
                </a:lnTo>
                <a:lnTo>
                  <a:pt x="268605" y="85930"/>
                </a:lnTo>
                <a:lnTo>
                  <a:pt x="286416" y="128518"/>
                </a:lnTo>
                <a:lnTo>
                  <a:pt x="297767" y="176788"/>
                </a:lnTo>
                <a:lnTo>
                  <a:pt x="301752" y="229362"/>
                </a:lnTo>
                <a:lnTo>
                  <a:pt x="297767" y="281935"/>
                </a:lnTo>
                <a:lnTo>
                  <a:pt x="286416" y="330205"/>
                </a:lnTo>
                <a:lnTo>
                  <a:pt x="268605" y="372793"/>
                </a:lnTo>
                <a:lnTo>
                  <a:pt x="245240" y="408318"/>
                </a:lnTo>
                <a:lnTo>
                  <a:pt x="217226" y="435401"/>
                </a:lnTo>
                <a:lnTo>
                  <a:pt x="150876" y="458724"/>
                </a:lnTo>
                <a:lnTo>
                  <a:pt x="116282" y="452663"/>
                </a:lnTo>
                <a:lnTo>
                  <a:pt x="56511" y="408318"/>
                </a:lnTo>
                <a:lnTo>
                  <a:pt x="33146" y="372793"/>
                </a:lnTo>
                <a:lnTo>
                  <a:pt x="15335" y="330205"/>
                </a:lnTo>
                <a:lnTo>
                  <a:pt x="3984" y="281935"/>
                </a:lnTo>
                <a:lnTo>
                  <a:pt x="0" y="22936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53695" y="318371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150875" y="0"/>
                </a:moveTo>
                <a:lnTo>
                  <a:pt x="110772" y="7893"/>
                </a:lnTo>
                <a:lnTo>
                  <a:pt x="74732" y="30169"/>
                </a:lnTo>
                <a:lnTo>
                  <a:pt x="44196" y="64722"/>
                </a:lnTo>
                <a:lnTo>
                  <a:pt x="20602" y="109445"/>
                </a:lnTo>
                <a:lnTo>
                  <a:pt x="5390" y="162233"/>
                </a:lnTo>
                <a:lnTo>
                  <a:pt x="0" y="220980"/>
                </a:lnTo>
                <a:lnTo>
                  <a:pt x="5390" y="279726"/>
                </a:lnTo>
                <a:lnTo>
                  <a:pt x="20602" y="332514"/>
                </a:lnTo>
                <a:lnTo>
                  <a:pt x="44196" y="377237"/>
                </a:lnTo>
                <a:lnTo>
                  <a:pt x="74732" y="411790"/>
                </a:lnTo>
                <a:lnTo>
                  <a:pt x="110772" y="434066"/>
                </a:lnTo>
                <a:lnTo>
                  <a:pt x="150875" y="441960"/>
                </a:lnTo>
                <a:lnTo>
                  <a:pt x="190979" y="434066"/>
                </a:lnTo>
                <a:lnTo>
                  <a:pt x="227019" y="411790"/>
                </a:lnTo>
                <a:lnTo>
                  <a:pt x="257555" y="377237"/>
                </a:lnTo>
                <a:lnTo>
                  <a:pt x="281149" y="332514"/>
                </a:lnTo>
                <a:lnTo>
                  <a:pt x="296361" y="279726"/>
                </a:lnTo>
                <a:lnTo>
                  <a:pt x="301752" y="220980"/>
                </a:lnTo>
                <a:lnTo>
                  <a:pt x="296361" y="162233"/>
                </a:lnTo>
                <a:lnTo>
                  <a:pt x="281149" y="109445"/>
                </a:lnTo>
                <a:lnTo>
                  <a:pt x="257555" y="64722"/>
                </a:lnTo>
                <a:lnTo>
                  <a:pt x="227019" y="30169"/>
                </a:lnTo>
                <a:lnTo>
                  <a:pt x="190979" y="789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0" y="220980"/>
                </a:moveTo>
                <a:lnTo>
                  <a:pt x="5390" y="162233"/>
                </a:lnTo>
                <a:lnTo>
                  <a:pt x="20602" y="109445"/>
                </a:lnTo>
                <a:lnTo>
                  <a:pt x="44196" y="64722"/>
                </a:lnTo>
                <a:lnTo>
                  <a:pt x="74732" y="30169"/>
                </a:lnTo>
                <a:lnTo>
                  <a:pt x="110772" y="7893"/>
                </a:lnTo>
                <a:lnTo>
                  <a:pt x="150875" y="0"/>
                </a:lnTo>
                <a:lnTo>
                  <a:pt x="190979" y="7893"/>
                </a:lnTo>
                <a:lnTo>
                  <a:pt x="227019" y="30169"/>
                </a:lnTo>
                <a:lnTo>
                  <a:pt x="257555" y="64722"/>
                </a:lnTo>
                <a:lnTo>
                  <a:pt x="281149" y="109445"/>
                </a:lnTo>
                <a:lnTo>
                  <a:pt x="296361" y="162233"/>
                </a:lnTo>
                <a:lnTo>
                  <a:pt x="301752" y="220980"/>
                </a:lnTo>
                <a:lnTo>
                  <a:pt x="296361" y="279726"/>
                </a:lnTo>
                <a:lnTo>
                  <a:pt x="281149" y="332514"/>
                </a:lnTo>
                <a:lnTo>
                  <a:pt x="257556" y="377237"/>
                </a:lnTo>
                <a:lnTo>
                  <a:pt x="227019" y="411790"/>
                </a:lnTo>
                <a:lnTo>
                  <a:pt x="190979" y="434066"/>
                </a:lnTo>
                <a:lnTo>
                  <a:pt x="150875" y="441960"/>
                </a:lnTo>
                <a:lnTo>
                  <a:pt x="110772" y="434066"/>
                </a:lnTo>
                <a:lnTo>
                  <a:pt x="74732" y="411790"/>
                </a:lnTo>
                <a:lnTo>
                  <a:pt x="44196" y="377237"/>
                </a:lnTo>
                <a:lnTo>
                  <a:pt x="20602" y="332514"/>
                </a:lnTo>
                <a:lnTo>
                  <a:pt x="5390" y="279726"/>
                </a:lnTo>
                <a:lnTo>
                  <a:pt x="0" y="2209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2443098" y="342150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159503" y="2185416"/>
            <a:ext cx="788670" cy="842010"/>
          </a:xfrm>
          <a:custGeom>
            <a:avLst/>
            <a:gdLst/>
            <a:ahLst/>
            <a:cxnLst/>
            <a:rect l="l" t="t" r="r" b="b"/>
            <a:pathLst>
              <a:path w="788670" h="842010">
                <a:moveTo>
                  <a:pt x="696206" y="771487"/>
                </a:moveTo>
                <a:lnTo>
                  <a:pt x="668401" y="797433"/>
                </a:lnTo>
                <a:lnTo>
                  <a:pt x="788162" y="842010"/>
                </a:lnTo>
                <a:lnTo>
                  <a:pt x="771433" y="785368"/>
                </a:lnTo>
                <a:lnTo>
                  <a:pt x="709168" y="785368"/>
                </a:lnTo>
                <a:lnTo>
                  <a:pt x="696206" y="771487"/>
                </a:lnTo>
                <a:close/>
              </a:path>
              <a:path w="788670" h="842010">
                <a:moveTo>
                  <a:pt x="724126" y="745433"/>
                </a:moveTo>
                <a:lnTo>
                  <a:pt x="696206" y="771487"/>
                </a:lnTo>
                <a:lnTo>
                  <a:pt x="709168" y="785368"/>
                </a:lnTo>
                <a:lnTo>
                  <a:pt x="737108" y="759333"/>
                </a:lnTo>
                <a:lnTo>
                  <a:pt x="724126" y="745433"/>
                </a:lnTo>
                <a:close/>
              </a:path>
              <a:path w="788670" h="842010">
                <a:moveTo>
                  <a:pt x="751967" y="719455"/>
                </a:moveTo>
                <a:lnTo>
                  <a:pt x="724126" y="745433"/>
                </a:lnTo>
                <a:lnTo>
                  <a:pt x="737108" y="759333"/>
                </a:lnTo>
                <a:lnTo>
                  <a:pt x="709168" y="785368"/>
                </a:lnTo>
                <a:lnTo>
                  <a:pt x="771433" y="785368"/>
                </a:lnTo>
                <a:lnTo>
                  <a:pt x="751967" y="719455"/>
                </a:lnTo>
                <a:close/>
              </a:path>
              <a:path w="788670" h="842010">
                <a:moveTo>
                  <a:pt x="27940" y="0"/>
                </a:moveTo>
                <a:lnTo>
                  <a:pt x="0" y="25908"/>
                </a:lnTo>
                <a:lnTo>
                  <a:pt x="696206" y="771487"/>
                </a:lnTo>
                <a:lnTo>
                  <a:pt x="724126" y="745433"/>
                </a:lnTo>
                <a:lnTo>
                  <a:pt x="279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234053" y="1692401"/>
            <a:ext cx="372110" cy="897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14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5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6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5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4156075" y="2817698"/>
            <a:ext cx="294640" cy="1122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150113" y="0"/>
                </a:moveTo>
                <a:lnTo>
                  <a:pt x="110198" y="7923"/>
                </a:lnTo>
                <a:lnTo>
                  <a:pt x="74337" y="30282"/>
                </a:lnTo>
                <a:lnTo>
                  <a:pt x="43957" y="64960"/>
                </a:lnTo>
                <a:lnTo>
                  <a:pt x="20489" y="109840"/>
                </a:lnTo>
                <a:lnTo>
                  <a:pt x="5360" y="162806"/>
                </a:lnTo>
                <a:lnTo>
                  <a:pt x="0" y="221741"/>
                </a:lnTo>
                <a:lnTo>
                  <a:pt x="5360" y="280677"/>
                </a:lnTo>
                <a:lnTo>
                  <a:pt x="20489" y="333643"/>
                </a:lnTo>
                <a:lnTo>
                  <a:pt x="43957" y="378523"/>
                </a:lnTo>
                <a:lnTo>
                  <a:pt x="74337" y="413201"/>
                </a:lnTo>
                <a:lnTo>
                  <a:pt x="110198" y="435560"/>
                </a:lnTo>
                <a:lnTo>
                  <a:pt x="150113" y="443484"/>
                </a:lnTo>
                <a:lnTo>
                  <a:pt x="190029" y="435560"/>
                </a:lnTo>
                <a:lnTo>
                  <a:pt x="225890" y="413201"/>
                </a:lnTo>
                <a:lnTo>
                  <a:pt x="256270" y="378523"/>
                </a:lnTo>
                <a:lnTo>
                  <a:pt x="279738" y="333643"/>
                </a:lnTo>
                <a:lnTo>
                  <a:pt x="294867" y="280677"/>
                </a:lnTo>
                <a:lnTo>
                  <a:pt x="300227" y="221741"/>
                </a:lnTo>
                <a:lnTo>
                  <a:pt x="294867" y="162806"/>
                </a:lnTo>
                <a:lnTo>
                  <a:pt x="279738" y="109840"/>
                </a:lnTo>
                <a:lnTo>
                  <a:pt x="256270" y="64960"/>
                </a:lnTo>
                <a:lnTo>
                  <a:pt x="225890" y="30282"/>
                </a:lnTo>
                <a:lnTo>
                  <a:pt x="190029" y="7923"/>
                </a:lnTo>
                <a:lnTo>
                  <a:pt x="150113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0" y="221741"/>
                </a:moveTo>
                <a:lnTo>
                  <a:pt x="5360" y="162806"/>
                </a:lnTo>
                <a:lnTo>
                  <a:pt x="20489" y="109840"/>
                </a:lnTo>
                <a:lnTo>
                  <a:pt x="43957" y="64960"/>
                </a:lnTo>
                <a:lnTo>
                  <a:pt x="74337" y="30282"/>
                </a:lnTo>
                <a:lnTo>
                  <a:pt x="110198" y="7923"/>
                </a:lnTo>
                <a:lnTo>
                  <a:pt x="150113" y="0"/>
                </a:lnTo>
                <a:lnTo>
                  <a:pt x="190029" y="7923"/>
                </a:lnTo>
                <a:lnTo>
                  <a:pt x="225890" y="30282"/>
                </a:lnTo>
                <a:lnTo>
                  <a:pt x="256270" y="64960"/>
                </a:lnTo>
                <a:lnTo>
                  <a:pt x="279738" y="109840"/>
                </a:lnTo>
                <a:lnTo>
                  <a:pt x="294867" y="162806"/>
                </a:lnTo>
                <a:lnTo>
                  <a:pt x="300227" y="221741"/>
                </a:lnTo>
                <a:lnTo>
                  <a:pt x="294867" y="280677"/>
                </a:lnTo>
                <a:lnTo>
                  <a:pt x="279738" y="333643"/>
                </a:lnTo>
                <a:lnTo>
                  <a:pt x="256270" y="378523"/>
                </a:lnTo>
                <a:lnTo>
                  <a:pt x="225890" y="413201"/>
                </a:lnTo>
                <a:lnTo>
                  <a:pt x="190029" y="435560"/>
                </a:lnTo>
                <a:lnTo>
                  <a:pt x="150113" y="443484"/>
                </a:lnTo>
                <a:lnTo>
                  <a:pt x="110198" y="435560"/>
                </a:lnTo>
                <a:lnTo>
                  <a:pt x="74337" y="413201"/>
                </a:lnTo>
                <a:lnTo>
                  <a:pt x="43957" y="378523"/>
                </a:lnTo>
                <a:lnTo>
                  <a:pt x="20489" y="333643"/>
                </a:lnTo>
                <a:lnTo>
                  <a:pt x="536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648957" y="21322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5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5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5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5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8184642" y="21703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3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3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3084702" y="4993081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150114" y="0"/>
                </a:moveTo>
                <a:lnTo>
                  <a:pt x="110198" y="7944"/>
                </a:lnTo>
                <a:lnTo>
                  <a:pt x="74337" y="30367"/>
                </a:lnTo>
                <a:lnTo>
                  <a:pt x="43957" y="65151"/>
                </a:lnTo>
                <a:lnTo>
                  <a:pt x="20489" y="110179"/>
                </a:lnTo>
                <a:lnTo>
                  <a:pt x="5360" y="163336"/>
                </a:lnTo>
                <a:lnTo>
                  <a:pt x="0" y="222504"/>
                </a:lnTo>
                <a:lnTo>
                  <a:pt x="5360" y="281671"/>
                </a:lnTo>
                <a:lnTo>
                  <a:pt x="20489" y="334828"/>
                </a:lnTo>
                <a:lnTo>
                  <a:pt x="43957" y="379857"/>
                </a:lnTo>
                <a:lnTo>
                  <a:pt x="74337" y="414640"/>
                </a:lnTo>
                <a:lnTo>
                  <a:pt x="110198" y="437063"/>
                </a:lnTo>
                <a:lnTo>
                  <a:pt x="150114" y="445008"/>
                </a:lnTo>
                <a:lnTo>
                  <a:pt x="190029" y="437063"/>
                </a:lnTo>
                <a:lnTo>
                  <a:pt x="225890" y="414640"/>
                </a:lnTo>
                <a:lnTo>
                  <a:pt x="256270" y="379857"/>
                </a:lnTo>
                <a:lnTo>
                  <a:pt x="279738" y="334828"/>
                </a:lnTo>
                <a:lnTo>
                  <a:pt x="294867" y="281671"/>
                </a:lnTo>
                <a:lnTo>
                  <a:pt x="300227" y="222504"/>
                </a:lnTo>
                <a:lnTo>
                  <a:pt x="294867" y="163336"/>
                </a:lnTo>
                <a:lnTo>
                  <a:pt x="279738" y="110179"/>
                </a:lnTo>
                <a:lnTo>
                  <a:pt x="256270" y="65151"/>
                </a:lnTo>
                <a:lnTo>
                  <a:pt x="225890" y="30367"/>
                </a:lnTo>
                <a:lnTo>
                  <a:pt x="190029" y="7944"/>
                </a:lnTo>
                <a:lnTo>
                  <a:pt x="150114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0" y="222504"/>
                </a:moveTo>
                <a:lnTo>
                  <a:pt x="5360" y="163336"/>
                </a:lnTo>
                <a:lnTo>
                  <a:pt x="20489" y="110179"/>
                </a:lnTo>
                <a:lnTo>
                  <a:pt x="43957" y="65151"/>
                </a:lnTo>
                <a:lnTo>
                  <a:pt x="74337" y="30367"/>
                </a:lnTo>
                <a:lnTo>
                  <a:pt x="110198" y="7944"/>
                </a:lnTo>
                <a:lnTo>
                  <a:pt x="150114" y="0"/>
                </a:lnTo>
                <a:lnTo>
                  <a:pt x="190029" y="7944"/>
                </a:lnTo>
                <a:lnTo>
                  <a:pt x="225890" y="30367"/>
                </a:lnTo>
                <a:lnTo>
                  <a:pt x="256270" y="65150"/>
                </a:lnTo>
                <a:lnTo>
                  <a:pt x="279738" y="110179"/>
                </a:lnTo>
                <a:lnTo>
                  <a:pt x="294867" y="163336"/>
                </a:lnTo>
                <a:lnTo>
                  <a:pt x="300227" y="222504"/>
                </a:lnTo>
                <a:lnTo>
                  <a:pt x="294867" y="281671"/>
                </a:lnTo>
                <a:lnTo>
                  <a:pt x="279738" y="334828"/>
                </a:lnTo>
                <a:lnTo>
                  <a:pt x="256270" y="379857"/>
                </a:lnTo>
                <a:lnTo>
                  <a:pt x="225890" y="414640"/>
                </a:lnTo>
                <a:lnTo>
                  <a:pt x="190029" y="437063"/>
                </a:lnTo>
                <a:lnTo>
                  <a:pt x="150114" y="445008"/>
                </a:lnTo>
                <a:lnTo>
                  <a:pt x="110198" y="437063"/>
                </a:lnTo>
                <a:lnTo>
                  <a:pt x="74337" y="414640"/>
                </a:lnTo>
                <a:lnTo>
                  <a:pt x="43957" y="379857"/>
                </a:lnTo>
                <a:lnTo>
                  <a:pt x="20489" y="334828"/>
                </a:lnTo>
                <a:lnTo>
                  <a:pt x="5360" y="281671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7676515" y="283083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150875" y="0"/>
                </a:moveTo>
                <a:lnTo>
                  <a:pt x="110772" y="7948"/>
                </a:lnTo>
                <a:lnTo>
                  <a:pt x="74732" y="30378"/>
                </a:lnTo>
                <a:lnTo>
                  <a:pt x="44196" y="65170"/>
                </a:lnTo>
                <a:lnTo>
                  <a:pt x="20602" y="110202"/>
                </a:lnTo>
                <a:lnTo>
                  <a:pt x="5390" y="163353"/>
                </a:lnTo>
                <a:lnTo>
                  <a:pt x="0" y="222504"/>
                </a:lnTo>
                <a:lnTo>
                  <a:pt x="5390" y="281654"/>
                </a:lnTo>
                <a:lnTo>
                  <a:pt x="20602" y="334805"/>
                </a:lnTo>
                <a:lnTo>
                  <a:pt x="44196" y="379837"/>
                </a:lnTo>
                <a:lnTo>
                  <a:pt x="74732" y="414629"/>
                </a:lnTo>
                <a:lnTo>
                  <a:pt x="110772" y="437059"/>
                </a:lnTo>
                <a:lnTo>
                  <a:pt x="150875" y="445008"/>
                </a:lnTo>
                <a:lnTo>
                  <a:pt x="190979" y="437059"/>
                </a:lnTo>
                <a:lnTo>
                  <a:pt x="227019" y="414629"/>
                </a:lnTo>
                <a:lnTo>
                  <a:pt x="257555" y="379837"/>
                </a:lnTo>
                <a:lnTo>
                  <a:pt x="281149" y="334805"/>
                </a:lnTo>
                <a:lnTo>
                  <a:pt x="296361" y="281654"/>
                </a:lnTo>
                <a:lnTo>
                  <a:pt x="301752" y="222504"/>
                </a:lnTo>
                <a:lnTo>
                  <a:pt x="296361" y="163353"/>
                </a:lnTo>
                <a:lnTo>
                  <a:pt x="281149" y="110202"/>
                </a:lnTo>
                <a:lnTo>
                  <a:pt x="257555" y="65170"/>
                </a:lnTo>
                <a:lnTo>
                  <a:pt x="227019" y="30378"/>
                </a:lnTo>
                <a:lnTo>
                  <a:pt x="190979" y="7948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0" y="222504"/>
                </a:moveTo>
                <a:lnTo>
                  <a:pt x="5390" y="163353"/>
                </a:lnTo>
                <a:lnTo>
                  <a:pt x="20602" y="110202"/>
                </a:lnTo>
                <a:lnTo>
                  <a:pt x="44196" y="65170"/>
                </a:lnTo>
                <a:lnTo>
                  <a:pt x="74732" y="30378"/>
                </a:lnTo>
                <a:lnTo>
                  <a:pt x="110772" y="7948"/>
                </a:lnTo>
                <a:lnTo>
                  <a:pt x="150875" y="0"/>
                </a:lnTo>
                <a:lnTo>
                  <a:pt x="190979" y="7948"/>
                </a:lnTo>
                <a:lnTo>
                  <a:pt x="227019" y="30378"/>
                </a:lnTo>
                <a:lnTo>
                  <a:pt x="257555" y="65170"/>
                </a:lnTo>
                <a:lnTo>
                  <a:pt x="281149" y="110202"/>
                </a:lnTo>
                <a:lnTo>
                  <a:pt x="296361" y="163353"/>
                </a:lnTo>
                <a:lnTo>
                  <a:pt x="301752" y="222504"/>
                </a:lnTo>
                <a:lnTo>
                  <a:pt x="296361" y="281654"/>
                </a:lnTo>
                <a:lnTo>
                  <a:pt x="281149" y="334805"/>
                </a:lnTo>
                <a:lnTo>
                  <a:pt x="257555" y="379837"/>
                </a:lnTo>
                <a:lnTo>
                  <a:pt x="227019" y="414629"/>
                </a:lnTo>
                <a:lnTo>
                  <a:pt x="190979" y="437059"/>
                </a:lnTo>
                <a:lnTo>
                  <a:pt x="150875" y="445008"/>
                </a:lnTo>
                <a:lnTo>
                  <a:pt x="110772" y="437059"/>
                </a:lnTo>
                <a:lnTo>
                  <a:pt x="74732" y="414629"/>
                </a:lnTo>
                <a:lnTo>
                  <a:pt x="44196" y="379837"/>
                </a:lnTo>
                <a:lnTo>
                  <a:pt x="20602" y="334805"/>
                </a:lnTo>
                <a:lnTo>
                  <a:pt x="5390" y="281654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1652397" y="630184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60601" y="26923"/>
            <a:ext cx="5814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9539" y="834085"/>
            <a:ext cx="60960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FF00"/>
                </a:solidFill>
                <a:latin typeface="Times New Roman"/>
                <a:cs typeface="Times New Roman"/>
              </a:rPr>
              <a:t>e2</a:t>
            </a:r>
            <a:r>
              <a:rPr dirty="0" sz="3600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239" y="1535683"/>
            <a:ext cx="8364855" cy="407479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 marR="5080" indent="101600">
              <a:lnSpc>
                <a:spcPts val="3070"/>
              </a:lnSpc>
              <a:spcBef>
                <a:spcPts val="844"/>
              </a:spcBef>
            </a:pPr>
            <a:r>
              <a:rPr dirty="0" sz="3200" spc="105" b="1">
                <a:solidFill>
                  <a:srgbClr val="FFFFFF"/>
                </a:solidFill>
                <a:latin typeface="宋体"/>
                <a:cs typeface="宋体"/>
              </a:rPr>
              <a:t>处</a:t>
            </a:r>
            <a:r>
              <a:rPr dirty="0" sz="3200" spc="95" b="1">
                <a:solidFill>
                  <a:srgbClr val="FFFFFF"/>
                </a:solidFill>
                <a:latin typeface="宋体"/>
                <a:cs typeface="宋体"/>
              </a:rPr>
              <a:t>于状</a:t>
            </a:r>
            <a:r>
              <a:rPr dirty="0" sz="3200" spc="114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1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11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1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11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1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11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10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spc="11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1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3200" spc="110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3200" spc="9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110" b="1">
                <a:solidFill>
                  <a:srgbClr val="FFFFFF"/>
                </a:solidFill>
                <a:latin typeface="宋体"/>
                <a:cs typeface="宋体"/>
              </a:rPr>
              <a:t>若遇</a:t>
            </a:r>
            <a:r>
              <a:rPr dirty="0" sz="3200" spc="9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3200" spc="110" b="1">
                <a:solidFill>
                  <a:srgbClr val="FFFFFF"/>
                </a:solidFill>
                <a:latin typeface="宋体"/>
                <a:cs typeface="宋体"/>
              </a:rPr>
              <a:t>“）</a:t>
            </a:r>
            <a:r>
              <a:rPr dirty="0" sz="3200" spc="100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e2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u="heavy" sz="3200" spc="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e2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功能：</a:t>
            </a:r>
            <a:endParaRPr sz="3200">
              <a:latin typeface="宋体"/>
              <a:cs typeface="宋体"/>
            </a:endParaRPr>
          </a:p>
          <a:p>
            <a:pPr marL="12700" marR="3384550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删除输入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的“）”</a:t>
            </a:r>
            <a:r>
              <a:rPr dirty="0" sz="3200" spc="-8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-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99FFCC"/>
                </a:solidFill>
                <a:latin typeface="Times New Roman"/>
                <a:cs typeface="Times New Roman"/>
              </a:rPr>
              <a:t>(F++)  </a:t>
            </a:r>
            <a:r>
              <a:rPr dirty="0" u="heavy" sz="3200" spc="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e2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出错信息：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spc="-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”不配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5498" y="719455"/>
            <a:ext cx="39014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G(E)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82524" y="1391411"/>
          <a:ext cx="8462010" cy="453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225"/>
                <a:gridCol w="86994"/>
                <a:gridCol w="1002665"/>
                <a:gridCol w="85089"/>
                <a:gridCol w="1002664"/>
                <a:gridCol w="85089"/>
                <a:gridCol w="1000760"/>
                <a:gridCol w="85089"/>
                <a:gridCol w="1003935"/>
                <a:gridCol w="85089"/>
                <a:gridCol w="1000760"/>
                <a:gridCol w="86360"/>
                <a:gridCol w="1003300"/>
                <a:gridCol w="85725"/>
                <a:gridCol w="875665"/>
              </a:tblGrid>
              <a:tr h="353567">
                <a:tc rowSpan="2"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356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gridSpan="12">
                  <a:txBody>
                    <a:bodyPr/>
                    <a:lstStyle/>
                    <a:p>
                      <a:pPr marL="503555">
                        <a:lnSpc>
                          <a:spcPts val="2640"/>
                        </a:lnSpc>
                        <a:tabLst>
                          <a:tab pos="1502410" algn="l"/>
                          <a:tab pos="2667000" algn="l"/>
                          <a:tab pos="3733165" algn="l"/>
                          <a:tab pos="4824730" algn="l"/>
                          <a:tab pos="591629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	+	*	(	)	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6427">
                <a:tc>
                  <a:txBody>
                    <a:bodyPr/>
                    <a:lstStyle/>
                    <a:p>
                      <a:pPr marL="381000">
                        <a:lnSpc>
                          <a:spcPts val="282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6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0355">
                        <a:lnSpc>
                          <a:spcPts val="278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30"/>
                        </a:lnSpc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7505">
                        <a:lnSpc>
                          <a:spcPts val="263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6350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2900">
                        <a:lnSpc>
                          <a:spcPts val="278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spcBef>
                          <a:spcPts val="2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7505">
                        <a:lnSpc>
                          <a:spcPts val="264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80035">
                        <a:lnSpc>
                          <a:spcPts val="2580"/>
                        </a:lnSpc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1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19405">
                        <a:lnSpc>
                          <a:spcPts val="281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4970">
                        <a:lnSpc>
                          <a:spcPts val="26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ts val="265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61950">
                        <a:lnSpc>
                          <a:spcPts val="2810"/>
                        </a:lnSpc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spcBef>
                          <a:spcPts val="2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2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60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28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70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5605">
                        <a:lnSpc>
                          <a:spcPts val="2705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5080">
                        <a:lnSpc>
                          <a:spcPts val="28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30"/>
                        </a:lnSpc>
                        <a:spcBef>
                          <a:spcPts val="254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2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272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57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5605">
                        <a:lnSpc>
                          <a:spcPts val="257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5080">
                        <a:lnSpc>
                          <a:spcPts val="272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865"/>
                        </a:lnSpc>
                        <a:spcBef>
                          <a:spcPts val="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3379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6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75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6">
                <a:tc>
                  <a:txBody>
                    <a:bodyPr/>
                    <a:lstStyle/>
                    <a:p>
                      <a:pPr marL="381000">
                        <a:lnSpc>
                          <a:spcPts val="28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54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54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54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39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209">
                        <a:lnSpc>
                          <a:spcPts val="254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5572">
                <a:tc>
                  <a:txBody>
                    <a:bodyPr/>
                    <a:lstStyle/>
                    <a:p>
                      <a:pPr marL="381000">
                        <a:lnSpc>
                          <a:spcPts val="286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ts val="223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857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6990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20620" y="26923"/>
            <a:ext cx="55581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语法分</a:t>
            </a:r>
            <a:r>
              <a:rPr dirty="0" sz="2000" spc="-5">
                <a:solidFill>
                  <a:srgbClr val="A15100"/>
                </a:solidFill>
              </a:rPr>
              <a:t>析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分析对二义文法的应用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1" y="472440"/>
            <a:ext cx="4724400" cy="441959"/>
          </a:xfrm>
          <a:custGeom>
            <a:avLst/>
            <a:gdLst/>
            <a:ahLst/>
            <a:cxnLst/>
            <a:rect l="l" t="t" r="r" b="b"/>
            <a:pathLst>
              <a:path w="4724400" h="441959">
                <a:moveTo>
                  <a:pt x="0" y="441960"/>
                </a:moveTo>
                <a:lnTo>
                  <a:pt x="4724400" y="441960"/>
                </a:lnTo>
                <a:lnTo>
                  <a:pt x="4724400" y="0"/>
                </a:lnTo>
                <a:lnTo>
                  <a:pt x="0" y="0"/>
                </a:lnTo>
                <a:lnTo>
                  <a:pt x="0" y="441960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067" y="449021"/>
            <a:ext cx="30981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000000"/>
                </a:solidFill>
              </a:rPr>
              <a:t>关于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000000"/>
                </a:solidFill>
              </a:rPr>
              <a:t>的</a:t>
            </a:r>
            <a:r>
              <a:rPr dirty="0" sz="3200" spc="-80">
                <a:solidFill>
                  <a:srgbClr val="000000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561" y="1232153"/>
            <a:ext cx="1612900" cy="1815464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87655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1373" y="1232153"/>
            <a:ext cx="1562100" cy="1120140"/>
          </a:xfrm>
          <a:prstGeom prst="rect">
            <a:avLst/>
          </a:prstGeom>
          <a:solidFill>
            <a:srgbClr val="800080"/>
          </a:solidFill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0465" y="3027426"/>
            <a:ext cx="1562100" cy="1815464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0805" marR="236854">
              <a:lnSpc>
                <a:spcPct val="95000"/>
              </a:lnSpc>
              <a:spcBef>
                <a:spcPts val="15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3865" y="634745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60"/>
                </a:moveTo>
                <a:lnTo>
                  <a:pt x="1562099" y="1813560"/>
                </a:lnTo>
                <a:lnTo>
                  <a:pt x="1562099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02478" y="621538"/>
            <a:ext cx="1251585" cy="17818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4357" y="3355085"/>
            <a:ext cx="1473835" cy="10642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algn="just" marL="91440" marR="147955">
              <a:lnSpc>
                <a:spcPct val="87500"/>
              </a:lnSpc>
              <a:spcBef>
                <a:spcPts val="36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5754" y="1078230"/>
            <a:ext cx="1473835" cy="112014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algn="just" marL="92075" marR="14732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50057" y="3623309"/>
            <a:ext cx="1130935" cy="42418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5561" y="3720846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59"/>
                </a:moveTo>
                <a:lnTo>
                  <a:pt x="1562100" y="1813559"/>
                </a:lnTo>
                <a:lnTo>
                  <a:pt x="1562100" y="0"/>
                </a:lnTo>
                <a:lnTo>
                  <a:pt x="0" y="0"/>
                </a:lnTo>
                <a:lnTo>
                  <a:pt x="0" y="181355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05561" y="3720846"/>
            <a:ext cx="1562100" cy="18135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07157" y="5534405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40">
                <a:moveTo>
                  <a:pt x="0" y="1120140"/>
                </a:moveTo>
                <a:lnTo>
                  <a:pt x="1562099" y="1120140"/>
                </a:lnTo>
                <a:lnTo>
                  <a:pt x="1562099" y="0"/>
                </a:lnTo>
                <a:lnTo>
                  <a:pt x="0" y="0"/>
                </a:lnTo>
                <a:lnTo>
                  <a:pt x="0" y="112014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07157" y="5534405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40">
                <a:moveTo>
                  <a:pt x="0" y="1120140"/>
                </a:moveTo>
                <a:lnTo>
                  <a:pt x="1562099" y="1120140"/>
                </a:lnTo>
                <a:lnTo>
                  <a:pt x="1562099" y="0"/>
                </a:lnTo>
                <a:lnTo>
                  <a:pt x="0" y="0"/>
                </a:lnTo>
                <a:lnTo>
                  <a:pt x="0" y="112014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85770" y="5522772"/>
            <a:ext cx="1251585" cy="10871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5561" y="6011417"/>
            <a:ext cx="1371600" cy="424180"/>
          </a:xfrm>
          <a:custGeom>
            <a:avLst/>
            <a:gdLst/>
            <a:ahLst/>
            <a:cxnLst/>
            <a:rect l="l" t="t" r="r" b="b"/>
            <a:pathLst>
              <a:path w="1371600" h="424179">
                <a:moveTo>
                  <a:pt x="0" y="423671"/>
                </a:moveTo>
                <a:lnTo>
                  <a:pt x="1371600" y="423671"/>
                </a:lnTo>
                <a:lnTo>
                  <a:pt x="1371600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3540" y="5999479"/>
            <a:ext cx="1077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7954" y="1493519"/>
            <a:ext cx="693420" cy="114300"/>
          </a:xfrm>
          <a:custGeom>
            <a:avLst/>
            <a:gdLst/>
            <a:ahLst/>
            <a:cxnLst/>
            <a:rect l="l" t="t" r="r" b="b"/>
            <a:pathLst>
              <a:path w="693419" h="114300">
                <a:moveTo>
                  <a:pt x="579119" y="0"/>
                </a:moveTo>
                <a:lnTo>
                  <a:pt x="579119" y="114300"/>
                </a:lnTo>
                <a:lnTo>
                  <a:pt x="655319" y="76200"/>
                </a:lnTo>
                <a:lnTo>
                  <a:pt x="598169" y="76200"/>
                </a:lnTo>
                <a:lnTo>
                  <a:pt x="598169" y="38100"/>
                </a:lnTo>
                <a:lnTo>
                  <a:pt x="655319" y="38100"/>
                </a:lnTo>
                <a:lnTo>
                  <a:pt x="579119" y="0"/>
                </a:lnTo>
                <a:close/>
              </a:path>
              <a:path w="693419" h="114300">
                <a:moveTo>
                  <a:pt x="5791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9119" y="76200"/>
                </a:lnTo>
                <a:lnTo>
                  <a:pt x="579119" y="38100"/>
                </a:lnTo>
                <a:close/>
              </a:path>
              <a:path w="693419" h="114300">
                <a:moveTo>
                  <a:pt x="655319" y="38100"/>
                </a:moveTo>
                <a:lnTo>
                  <a:pt x="598169" y="38100"/>
                </a:lnTo>
                <a:lnTo>
                  <a:pt x="598169" y="76200"/>
                </a:lnTo>
                <a:lnTo>
                  <a:pt x="655319" y="76200"/>
                </a:lnTo>
                <a:lnTo>
                  <a:pt x="693419" y="57150"/>
                </a:lnTo>
                <a:lnTo>
                  <a:pt x="65531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0119" y="3047238"/>
            <a:ext cx="114300" cy="672465"/>
          </a:xfrm>
          <a:custGeom>
            <a:avLst/>
            <a:gdLst/>
            <a:ahLst/>
            <a:cxnLst/>
            <a:rect l="l" t="t" r="r" b="b"/>
            <a:pathLst>
              <a:path w="114300" h="672464">
                <a:moveTo>
                  <a:pt x="38100" y="557784"/>
                </a:moveTo>
                <a:lnTo>
                  <a:pt x="0" y="557784"/>
                </a:lnTo>
                <a:lnTo>
                  <a:pt x="57150" y="672084"/>
                </a:lnTo>
                <a:lnTo>
                  <a:pt x="104775" y="576834"/>
                </a:lnTo>
                <a:lnTo>
                  <a:pt x="38100" y="576834"/>
                </a:lnTo>
                <a:lnTo>
                  <a:pt x="38100" y="557784"/>
                </a:lnTo>
                <a:close/>
              </a:path>
              <a:path w="114300" h="672464">
                <a:moveTo>
                  <a:pt x="76200" y="0"/>
                </a:moveTo>
                <a:lnTo>
                  <a:pt x="38100" y="0"/>
                </a:lnTo>
                <a:lnTo>
                  <a:pt x="38100" y="576834"/>
                </a:lnTo>
                <a:lnTo>
                  <a:pt x="76200" y="576834"/>
                </a:lnTo>
                <a:lnTo>
                  <a:pt x="76200" y="0"/>
                </a:lnTo>
                <a:close/>
              </a:path>
              <a:path w="114300" h="672464">
                <a:moveTo>
                  <a:pt x="114300" y="557784"/>
                </a:moveTo>
                <a:lnTo>
                  <a:pt x="76200" y="557784"/>
                </a:lnTo>
                <a:lnTo>
                  <a:pt x="76200" y="576834"/>
                </a:lnTo>
                <a:lnTo>
                  <a:pt x="104775" y="576834"/>
                </a:lnTo>
                <a:lnTo>
                  <a:pt x="114300" y="55778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94943" y="30716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73473" y="1534667"/>
            <a:ext cx="850900" cy="114300"/>
          </a:xfrm>
          <a:custGeom>
            <a:avLst/>
            <a:gdLst/>
            <a:ahLst/>
            <a:cxnLst/>
            <a:rect l="l" t="t" r="r" b="b"/>
            <a:pathLst>
              <a:path w="850900" h="114300">
                <a:moveTo>
                  <a:pt x="736091" y="0"/>
                </a:moveTo>
                <a:lnTo>
                  <a:pt x="736091" y="114300"/>
                </a:lnTo>
                <a:lnTo>
                  <a:pt x="812291" y="76200"/>
                </a:lnTo>
                <a:lnTo>
                  <a:pt x="755141" y="76200"/>
                </a:lnTo>
                <a:lnTo>
                  <a:pt x="755141" y="38100"/>
                </a:lnTo>
                <a:lnTo>
                  <a:pt x="812291" y="38100"/>
                </a:lnTo>
                <a:lnTo>
                  <a:pt x="736091" y="0"/>
                </a:lnTo>
                <a:close/>
              </a:path>
              <a:path w="850900" h="114300">
                <a:moveTo>
                  <a:pt x="7360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6091" y="76200"/>
                </a:lnTo>
                <a:lnTo>
                  <a:pt x="736091" y="38100"/>
                </a:lnTo>
                <a:close/>
              </a:path>
              <a:path w="850900" h="114300">
                <a:moveTo>
                  <a:pt x="812291" y="38100"/>
                </a:moveTo>
                <a:lnTo>
                  <a:pt x="755141" y="38100"/>
                </a:lnTo>
                <a:lnTo>
                  <a:pt x="755141" y="76200"/>
                </a:lnTo>
                <a:lnTo>
                  <a:pt x="812291" y="76200"/>
                </a:lnTo>
                <a:lnTo>
                  <a:pt x="850391" y="57150"/>
                </a:lnTo>
                <a:lnTo>
                  <a:pt x="8122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149597" y="5296306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65650" y="116682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98157" y="1478280"/>
            <a:ext cx="577850" cy="114300"/>
          </a:xfrm>
          <a:custGeom>
            <a:avLst/>
            <a:gdLst/>
            <a:ahLst/>
            <a:cxnLst/>
            <a:rect l="l" t="t" r="r" b="b"/>
            <a:pathLst>
              <a:path w="577850" h="114300">
                <a:moveTo>
                  <a:pt x="463296" y="0"/>
                </a:moveTo>
                <a:lnTo>
                  <a:pt x="463296" y="114300"/>
                </a:lnTo>
                <a:lnTo>
                  <a:pt x="539496" y="76200"/>
                </a:lnTo>
                <a:lnTo>
                  <a:pt x="482346" y="76200"/>
                </a:lnTo>
                <a:lnTo>
                  <a:pt x="482346" y="38100"/>
                </a:lnTo>
                <a:lnTo>
                  <a:pt x="539496" y="38100"/>
                </a:lnTo>
                <a:lnTo>
                  <a:pt x="463296" y="0"/>
                </a:lnTo>
                <a:close/>
              </a:path>
              <a:path w="577850" h="114300">
                <a:moveTo>
                  <a:pt x="4632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3296" y="76200"/>
                </a:lnTo>
                <a:lnTo>
                  <a:pt x="463296" y="38100"/>
                </a:lnTo>
                <a:close/>
              </a:path>
              <a:path w="577850" h="114300">
                <a:moveTo>
                  <a:pt x="539496" y="38100"/>
                </a:moveTo>
                <a:lnTo>
                  <a:pt x="482346" y="38100"/>
                </a:lnTo>
                <a:lnTo>
                  <a:pt x="482346" y="76200"/>
                </a:lnTo>
                <a:lnTo>
                  <a:pt x="539496" y="76200"/>
                </a:lnTo>
                <a:lnTo>
                  <a:pt x="577596" y="57150"/>
                </a:lnTo>
                <a:lnTo>
                  <a:pt x="5394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753606" y="117424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98157" y="1822704"/>
            <a:ext cx="565785" cy="114300"/>
          </a:xfrm>
          <a:custGeom>
            <a:avLst/>
            <a:gdLst/>
            <a:ahLst/>
            <a:cxnLst/>
            <a:rect l="l" t="t" r="r" b="b"/>
            <a:pathLst>
              <a:path w="56578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6578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65784" h="114300">
                <a:moveTo>
                  <a:pt x="56540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65403" y="76200"/>
                </a:lnTo>
                <a:lnTo>
                  <a:pt x="5654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702932" y="1740535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75628" y="3151632"/>
            <a:ext cx="313690" cy="118491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68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52031" y="279514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宋体"/>
                <a:cs typeface="宋体"/>
              </a:rPr>
              <a:t>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77161" y="6164579"/>
            <a:ext cx="730250" cy="114300"/>
          </a:xfrm>
          <a:custGeom>
            <a:avLst/>
            <a:gdLst/>
            <a:ahLst/>
            <a:cxnLst/>
            <a:rect l="l" t="t" r="r" b="b"/>
            <a:pathLst>
              <a:path w="73025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3025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30250" h="114300">
                <a:moveTo>
                  <a:pt x="72999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29995" y="76200"/>
                </a:lnTo>
                <a:lnTo>
                  <a:pt x="7299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910842" y="5737047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32610" y="5270753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 h="0">
                <a:moveTo>
                  <a:pt x="0" y="0"/>
                </a:moveTo>
                <a:lnTo>
                  <a:pt x="80314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78607" y="5270753"/>
            <a:ext cx="114300" cy="264160"/>
          </a:xfrm>
          <a:custGeom>
            <a:avLst/>
            <a:gdLst/>
            <a:ahLst/>
            <a:cxnLst/>
            <a:rect l="l" t="t" r="r" b="b"/>
            <a:pathLst>
              <a:path w="114300" h="264160">
                <a:moveTo>
                  <a:pt x="38100" y="149352"/>
                </a:moveTo>
                <a:lnTo>
                  <a:pt x="0" y="149352"/>
                </a:lnTo>
                <a:lnTo>
                  <a:pt x="57150" y="263652"/>
                </a:lnTo>
                <a:lnTo>
                  <a:pt x="104775" y="168402"/>
                </a:lnTo>
                <a:lnTo>
                  <a:pt x="38100" y="168402"/>
                </a:lnTo>
                <a:lnTo>
                  <a:pt x="38100" y="149352"/>
                </a:lnTo>
                <a:close/>
              </a:path>
              <a:path w="114300" h="264160">
                <a:moveTo>
                  <a:pt x="76200" y="0"/>
                </a:moveTo>
                <a:lnTo>
                  <a:pt x="38100" y="0"/>
                </a:lnTo>
                <a:lnTo>
                  <a:pt x="38100" y="168402"/>
                </a:lnTo>
                <a:lnTo>
                  <a:pt x="76200" y="168402"/>
                </a:lnTo>
                <a:lnTo>
                  <a:pt x="76200" y="0"/>
                </a:lnTo>
                <a:close/>
              </a:path>
              <a:path w="114300" h="264160">
                <a:moveTo>
                  <a:pt x="114300" y="149352"/>
                </a:moveTo>
                <a:lnTo>
                  <a:pt x="76200" y="149352"/>
                </a:lnTo>
                <a:lnTo>
                  <a:pt x="76200" y="168402"/>
                </a:lnTo>
                <a:lnTo>
                  <a:pt x="104775" y="168402"/>
                </a:lnTo>
                <a:lnTo>
                  <a:pt x="114300" y="1493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123694" y="491045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65311" y="323011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92148" y="3519170"/>
            <a:ext cx="338455" cy="368300"/>
          </a:xfrm>
          <a:custGeom>
            <a:avLst/>
            <a:gdLst/>
            <a:ahLst/>
            <a:cxnLst/>
            <a:rect l="l" t="t" r="r" b="b"/>
            <a:pathLst>
              <a:path w="338455" h="368300">
                <a:moveTo>
                  <a:pt x="168909" y="240156"/>
                </a:moveTo>
                <a:lnTo>
                  <a:pt x="162940" y="367791"/>
                </a:lnTo>
                <a:lnTo>
                  <a:pt x="268604" y="296036"/>
                </a:lnTo>
                <a:lnTo>
                  <a:pt x="264753" y="293877"/>
                </a:lnTo>
                <a:lnTo>
                  <a:pt x="226187" y="293877"/>
                </a:lnTo>
                <a:lnTo>
                  <a:pt x="192785" y="275462"/>
                </a:lnTo>
                <a:lnTo>
                  <a:pt x="202062" y="258739"/>
                </a:lnTo>
                <a:lnTo>
                  <a:pt x="168909" y="240156"/>
                </a:lnTo>
                <a:close/>
              </a:path>
              <a:path w="338455" h="368300">
                <a:moveTo>
                  <a:pt x="202062" y="258739"/>
                </a:moveTo>
                <a:lnTo>
                  <a:pt x="192785" y="275462"/>
                </a:lnTo>
                <a:lnTo>
                  <a:pt x="226187" y="293877"/>
                </a:lnTo>
                <a:lnTo>
                  <a:pt x="235328" y="277385"/>
                </a:lnTo>
                <a:lnTo>
                  <a:pt x="202062" y="258739"/>
                </a:lnTo>
                <a:close/>
              </a:path>
              <a:path w="338455" h="368300">
                <a:moveTo>
                  <a:pt x="235328" y="277385"/>
                </a:moveTo>
                <a:lnTo>
                  <a:pt x="226187" y="293877"/>
                </a:lnTo>
                <a:lnTo>
                  <a:pt x="264753" y="293877"/>
                </a:lnTo>
                <a:lnTo>
                  <a:pt x="235328" y="277385"/>
                </a:lnTo>
                <a:close/>
              </a:path>
              <a:path w="338455" h="368300">
                <a:moveTo>
                  <a:pt x="300235" y="38018"/>
                </a:moveTo>
                <a:lnTo>
                  <a:pt x="299983" y="38028"/>
                </a:lnTo>
                <a:lnTo>
                  <a:pt x="300035" y="38341"/>
                </a:lnTo>
                <a:lnTo>
                  <a:pt x="300156" y="42799"/>
                </a:lnTo>
                <a:lnTo>
                  <a:pt x="290575" y="80137"/>
                </a:lnTo>
                <a:lnTo>
                  <a:pt x="274700" y="118363"/>
                </a:lnTo>
                <a:lnTo>
                  <a:pt x="252602" y="164083"/>
                </a:lnTo>
                <a:lnTo>
                  <a:pt x="225678" y="215645"/>
                </a:lnTo>
                <a:lnTo>
                  <a:pt x="202062" y="258739"/>
                </a:lnTo>
                <a:lnTo>
                  <a:pt x="235328" y="277385"/>
                </a:lnTo>
                <a:lnTo>
                  <a:pt x="259333" y="233552"/>
                </a:lnTo>
                <a:lnTo>
                  <a:pt x="286638" y="181101"/>
                </a:lnTo>
                <a:lnTo>
                  <a:pt x="309625" y="133476"/>
                </a:lnTo>
                <a:lnTo>
                  <a:pt x="326770" y="91820"/>
                </a:lnTo>
                <a:lnTo>
                  <a:pt x="337819" y="49021"/>
                </a:lnTo>
                <a:lnTo>
                  <a:pt x="338211" y="39115"/>
                </a:lnTo>
                <a:lnTo>
                  <a:pt x="303656" y="39115"/>
                </a:lnTo>
                <a:lnTo>
                  <a:pt x="302601" y="38607"/>
                </a:lnTo>
                <a:lnTo>
                  <a:pt x="301867" y="38596"/>
                </a:lnTo>
                <a:lnTo>
                  <a:pt x="301612" y="38353"/>
                </a:lnTo>
                <a:lnTo>
                  <a:pt x="300354" y="38353"/>
                </a:lnTo>
                <a:lnTo>
                  <a:pt x="300235" y="38018"/>
                </a:lnTo>
                <a:close/>
              </a:path>
              <a:path w="338455" h="368300">
                <a:moveTo>
                  <a:pt x="299212" y="0"/>
                </a:moveTo>
                <a:lnTo>
                  <a:pt x="253237" y="12445"/>
                </a:lnTo>
                <a:lnTo>
                  <a:pt x="216281" y="30987"/>
                </a:lnTo>
                <a:lnTo>
                  <a:pt x="174116" y="55879"/>
                </a:lnTo>
                <a:lnTo>
                  <a:pt x="127507" y="85978"/>
                </a:lnTo>
                <a:lnTo>
                  <a:pt x="51943" y="137667"/>
                </a:lnTo>
                <a:lnTo>
                  <a:pt x="0" y="174243"/>
                </a:lnTo>
                <a:lnTo>
                  <a:pt x="21843" y="205485"/>
                </a:lnTo>
                <a:lnTo>
                  <a:pt x="99440" y="151129"/>
                </a:lnTo>
                <a:lnTo>
                  <a:pt x="124459" y="133984"/>
                </a:lnTo>
                <a:lnTo>
                  <a:pt x="172084" y="102234"/>
                </a:lnTo>
                <a:lnTo>
                  <a:pt x="215519" y="75183"/>
                </a:lnTo>
                <a:lnTo>
                  <a:pt x="253237" y="54482"/>
                </a:lnTo>
                <a:lnTo>
                  <a:pt x="288670" y="40004"/>
                </a:lnTo>
                <a:lnTo>
                  <a:pt x="299983" y="38028"/>
                </a:lnTo>
                <a:lnTo>
                  <a:pt x="299764" y="36714"/>
                </a:lnTo>
                <a:lnTo>
                  <a:pt x="299693" y="36526"/>
                </a:lnTo>
                <a:lnTo>
                  <a:pt x="299212" y="36067"/>
                </a:lnTo>
                <a:lnTo>
                  <a:pt x="299542" y="36067"/>
                </a:lnTo>
                <a:lnTo>
                  <a:pt x="298703" y="34670"/>
                </a:lnTo>
                <a:lnTo>
                  <a:pt x="299048" y="34670"/>
                </a:lnTo>
                <a:lnTo>
                  <a:pt x="298957" y="34416"/>
                </a:lnTo>
                <a:lnTo>
                  <a:pt x="337903" y="34416"/>
                </a:lnTo>
                <a:lnTo>
                  <a:pt x="337819" y="33146"/>
                </a:lnTo>
                <a:lnTo>
                  <a:pt x="337057" y="28575"/>
                </a:lnTo>
                <a:lnTo>
                  <a:pt x="336931" y="27431"/>
                </a:lnTo>
                <a:lnTo>
                  <a:pt x="331088" y="14604"/>
                </a:lnTo>
                <a:lnTo>
                  <a:pt x="330200" y="13080"/>
                </a:lnTo>
                <a:lnTo>
                  <a:pt x="329056" y="11810"/>
                </a:lnTo>
                <a:lnTo>
                  <a:pt x="327787" y="10667"/>
                </a:lnTo>
                <a:lnTo>
                  <a:pt x="325119" y="8127"/>
                </a:lnTo>
                <a:lnTo>
                  <a:pt x="323850" y="6984"/>
                </a:lnTo>
                <a:lnTo>
                  <a:pt x="322325" y="5841"/>
                </a:lnTo>
                <a:lnTo>
                  <a:pt x="320675" y="5079"/>
                </a:lnTo>
                <a:lnTo>
                  <a:pt x="317245" y="3428"/>
                </a:lnTo>
                <a:lnTo>
                  <a:pt x="316102" y="2793"/>
                </a:lnTo>
                <a:lnTo>
                  <a:pt x="314959" y="2285"/>
                </a:lnTo>
                <a:lnTo>
                  <a:pt x="313689" y="2031"/>
                </a:lnTo>
                <a:lnTo>
                  <a:pt x="309752" y="1015"/>
                </a:lnTo>
                <a:lnTo>
                  <a:pt x="308737" y="634"/>
                </a:lnTo>
                <a:lnTo>
                  <a:pt x="306450" y="380"/>
                </a:lnTo>
                <a:lnTo>
                  <a:pt x="299212" y="0"/>
                </a:lnTo>
                <a:close/>
              </a:path>
              <a:path w="338455" h="368300">
                <a:moveTo>
                  <a:pt x="302047" y="38341"/>
                </a:moveTo>
                <a:lnTo>
                  <a:pt x="303656" y="39115"/>
                </a:lnTo>
                <a:lnTo>
                  <a:pt x="302899" y="38596"/>
                </a:lnTo>
                <a:lnTo>
                  <a:pt x="302047" y="38341"/>
                </a:lnTo>
                <a:close/>
              </a:path>
              <a:path w="338455" h="368300">
                <a:moveTo>
                  <a:pt x="302899" y="38596"/>
                </a:moveTo>
                <a:lnTo>
                  <a:pt x="303656" y="39115"/>
                </a:lnTo>
                <a:lnTo>
                  <a:pt x="338211" y="39115"/>
                </a:lnTo>
                <a:lnTo>
                  <a:pt x="338194" y="38862"/>
                </a:lnTo>
                <a:lnTo>
                  <a:pt x="303783" y="38862"/>
                </a:lnTo>
                <a:lnTo>
                  <a:pt x="302899" y="38596"/>
                </a:lnTo>
                <a:close/>
              </a:path>
              <a:path w="338455" h="368300">
                <a:moveTo>
                  <a:pt x="302619" y="38404"/>
                </a:moveTo>
                <a:lnTo>
                  <a:pt x="302937" y="38607"/>
                </a:lnTo>
                <a:lnTo>
                  <a:pt x="303783" y="38862"/>
                </a:lnTo>
                <a:lnTo>
                  <a:pt x="302619" y="38404"/>
                </a:lnTo>
                <a:close/>
              </a:path>
              <a:path w="338455" h="368300">
                <a:moveTo>
                  <a:pt x="302261" y="38158"/>
                </a:moveTo>
                <a:lnTo>
                  <a:pt x="302619" y="38404"/>
                </a:lnTo>
                <a:lnTo>
                  <a:pt x="303783" y="38862"/>
                </a:lnTo>
                <a:lnTo>
                  <a:pt x="338194" y="38862"/>
                </a:lnTo>
                <a:lnTo>
                  <a:pt x="338161" y="38353"/>
                </a:lnTo>
                <a:lnTo>
                  <a:pt x="303275" y="38353"/>
                </a:lnTo>
                <a:lnTo>
                  <a:pt x="302261" y="38158"/>
                </a:lnTo>
                <a:close/>
              </a:path>
              <a:path w="338455" h="368300">
                <a:moveTo>
                  <a:pt x="301392" y="38144"/>
                </a:moveTo>
                <a:lnTo>
                  <a:pt x="301878" y="38607"/>
                </a:lnTo>
                <a:lnTo>
                  <a:pt x="301541" y="38189"/>
                </a:lnTo>
                <a:lnTo>
                  <a:pt x="301392" y="38144"/>
                </a:lnTo>
                <a:close/>
              </a:path>
              <a:path w="338455" h="368300">
                <a:moveTo>
                  <a:pt x="301541" y="38189"/>
                </a:moveTo>
                <a:lnTo>
                  <a:pt x="301878" y="38607"/>
                </a:lnTo>
                <a:lnTo>
                  <a:pt x="302601" y="38607"/>
                </a:lnTo>
                <a:lnTo>
                  <a:pt x="302047" y="38341"/>
                </a:lnTo>
                <a:lnTo>
                  <a:pt x="301541" y="38189"/>
                </a:lnTo>
                <a:close/>
              </a:path>
              <a:path w="338455" h="368300">
                <a:moveTo>
                  <a:pt x="301380" y="37989"/>
                </a:moveTo>
                <a:lnTo>
                  <a:pt x="302090" y="38353"/>
                </a:lnTo>
                <a:lnTo>
                  <a:pt x="302899" y="38596"/>
                </a:lnTo>
                <a:lnTo>
                  <a:pt x="302619" y="38404"/>
                </a:lnTo>
                <a:lnTo>
                  <a:pt x="301738" y="38058"/>
                </a:lnTo>
                <a:lnTo>
                  <a:pt x="301380" y="37989"/>
                </a:lnTo>
                <a:close/>
              </a:path>
              <a:path w="338455" h="368300">
                <a:moveTo>
                  <a:pt x="301738" y="38058"/>
                </a:moveTo>
                <a:lnTo>
                  <a:pt x="302619" y="38404"/>
                </a:lnTo>
                <a:lnTo>
                  <a:pt x="302305" y="38189"/>
                </a:lnTo>
                <a:lnTo>
                  <a:pt x="301738" y="38058"/>
                </a:lnTo>
                <a:close/>
              </a:path>
              <a:path w="338455" h="368300">
                <a:moveTo>
                  <a:pt x="300885" y="37992"/>
                </a:moveTo>
                <a:lnTo>
                  <a:pt x="300267" y="38017"/>
                </a:lnTo>
                <a:lnTo>
                  <a:pt x="300354" y="38353"/>
                </a:lnTo>
                <a:lnTo>
                  <a:pt x="301612" y="38353"/>
                </a:lnTo>
                <a:lnTo>
                  <a:pt x="301392" y="38144"/>
                </a:lnTo>
                <a:lnTo>
                  <a:pt x="300885" y="37992"/>
                </a:lnTo>
                <a:close/>
              </a:path>
              <a:path w="338455" h="368300">
                <a:moveTo>
                  <a:pt x="337936" y="34925"/>
                </a:moveTo>
                <a:lnTo>
                  <a:pt x="299465" y="34925"/>
                </a:lnTo>
                <a:lnTo>
                  <a:pt x="299729" y="35943"/>
                </a:lnTo>
                <a:lnTo>
                  <a:pt x="300599" y="37019"/>
                </a:lnTo>
                <a:lnTo>
                  <a:pt x="302175" y="38100"/>
                </a:lnTo>
                <a:lnTo>
                  <a:pt x="303275" y="38353"/>
                </a:lnTo>
                <a:lnTo>
                  <a:pt x="338161" y="38353"/>
                </a:lnTo>
                <a:lnTo>
                  <a:pt x="337936" y="34925"/>
                </a:lnTo>
                <a:close/>
              </a:path>
              <a:path w="338455" h="368300">
                <a:moveTo>
                  <a:pt x="301420" y="38038"/>
                </a:moveTo>
                <a:lnTo>
                  <a:pt x="301541" y="38189"/>
                </a:lnTo>
                <a:lnTo>
                  <a:pt x="302047" y="38341"/>
                </a:lnTo>
                <a:lnTo>
                  <a:pt x="301420" y="38038"/>
                </a:lnTo>
                <a:close/>
              </a:path>
              <a:path w="338455" h="368300">
                <a:moveTo>
                  <a:pt x="301289" y="37976"/>
                </a:moveTo>
                <a:lnTo>
                  <a:pt x="301440" y="38158"/>
                </a:lnTo>
                <a:lnTo>
                  <a:pt x="301289" y="37976"/>
                </a:lnTo>
                <a:close/>
              </a:path>
              <a:path w="338455" h="368300">
                <a:moveTo>
                  <a:pt x="300595" y="37016"/>
                </a:moveTo>
                <a:lnTo>
                  <a:pt x="301218" y="37789"/>
                </a:lnTo>
                <a:lnTo>
                  <a:pt x="301676" y="38034"/>
                </a:lnTo>
                <a:lnTo>
                  <a:pt x="302245" y="38147"/>
                </a:lnTo>
                <a:lnTo>
                  <a:pt x="300595" y="37016"/>
                </a:lnTo>
                <a:close/>
              </a:path>
              <a:path w="338455" h="368300">
                <a:moveTo>
                  <a:pt x="301218" y="37979"/>
                </a:moveTo>
                <a:lnTo>
                  <a:pt x="300960" y="37989"/>
                </a:lnTo>
                <a:lnTo>
                  <a:pt x="301392" y="38144"/>
                </a:lnTo>
                <a:lnTo>
                  <a:pt x="301218" y="37979"/>
                </a:lnTo>
                <a:close/>
              </a:path>
              <a:path w="338455" h="368300">
                <a:moveTo>
                  <a:pt x="301307" y="37975"/>
                </a:moveTo>
                <a:close/>
              </a:path>
              <a:path w="338455" h="368300">
                <a:moveTo>
                  <a:pt x="301521" y="37972"/>
                </a:moveTo>
                <a:lnTo>
                  <a:pt x="301370" y="37972"/>
                </a:lnTo>
                <a:lnTo>
                  <a:pt x="301676" y="38034"/>
                </a:lnTo>
                <a:lnTo>
                  <a:pt x="301521" y="37972"/>
                </a:lnTo>
                <a:close/>
              </a:path>
              <a:path w="338455" h="368300">
                <a:moveTo>
                  <a:pt x="299756" y="36666"/>
                </a:moveTo>
                <a:lnTo>
                  <a:pt x="299983" y="38028"/>
                </a:lnTo>
                <a:lnTo>
                  <a:pt x="300235" y="38018"/>
                </a:lnTo>
                <a:lnTo>
                  <a:pt x="300119" y="37762"/>
                </a:lnTo>
                <a:lnTo>
                  <a:pt x="299974" y="37718"/>
                </a:lnTo>
                <a:lnTo>
                  <a:pt x="300129" y="37718"/>
                </a:lnTo>
                <a:lnTo>
                  <a:pt x="299756" y="36666"/>
                </a:lnTo>
                <a:close/>
              </a:path>
              <a:path w="338455" h="368300">
                <a:moveTo>
                  <a:pt x="300208" y="37789"/>
                </a:moveTo>
                <a:lnTo>
                  <a:pt x="300267" y="38017"/>
                </a:lnTo>
                <a:lnTo>
                  <a:pt x="300885" y="37992"/>
                </a:lnTo>
                <a:lnTo>
                  <a:pt x="300208" y="37789"/>
                </a:lnTo>
                <a:close/>
              </a:path>
              <a:path w="338455" h="368300">
                <a:moveTo>
                  <a:pt x="300201" y="37762"/>
                </a:moveTo>
                <a:lnTo>
                  <a:pt x="300885" y="37992"/>
                </a:lnTo>
                <a:lnTo>
                  <a:pt x="301218" y="37979"/>
                </a:lnTo>
                <a:lnTo>
                  <a:pt x="300201" y="37762"/>
                </a:lnTo>
                <a:close/>
              </a:path>
              <a:path w="338455" h="368300">
                <a:moveTo>
                  <a:pt x="300995" y="37766"/>
                </a:moveTo>
                <a:lnTo>
                  <a:pt x="301307" y="37975"/>
                </a:lnTo>
                <a:lnTo>
                  <a:pt x="301183" y="37840"/>
                </a:lnTo>
                <a:lnTo>
                  <a:pt x="300995" y="37766"/>
                </a:lnTo>
                <a:close/>
              </a:path>
              <a:path w="338455" h="368300">
                <a:moveTo>
                  <a:pt x="301295" y="37884"/>
                </a:moveTo>
                <a:lnTo>
                  <a:pt x="301521" y="37972"/>
                </a:lnTo>
                <a:lnTo>
                  <a:pt x="301295" y="37884"/>
                </a:lnTo>
                <a:close/>
              </a:path>
              <a:path w="338455" h="368300">
                <a:moveTo>
                  <a:pt x="301139" y="37904"/>
                </a:moveTo>
                <a:lnTo>
                  <a:pt x="301275" y="37969"/>
                </a:lnTo>
                <a:lnTo>
                  <a:pt x="301139" y="37904"/>
                </a:lnTo>
                <a:close/>
              </a:path>
              <a:path w="338455" h="368300">
                <a:moveTo>
                  <a:pt x="300485" y="37588"/>
                </a:moveTo>
                <a:lnTo>
                  <a:pt x="300634" y="37845"/>
                </a:lnTo>
                <a:lnTo>
                  <a:pt x="301191" y="37953"/>
                </a:lnTo>
                <a:lnTo>
                  <a:pt x="300485" y="37588"/>
                </a:lnTo>
                <a:close/>
              </a:path>
              <a:path w="338455" h="368300">
                <a:moveTo>
                  <a:pt x="300471" y="37560"/>
                </a:moveTo>
                <a:lnTo>
                  <a:pt x="301139" y="37904"/>
                </a:lnTo>
                <a:lnTo>
                  <a:pt x="300956" y="37751"/>
                </a:lnTo>
                <a:lnTo>
                  <a:pt x="300471" y="37560"/>
                </a:lnTo>
                <a:close/>
              </a:path>
              <a:path w="338455" h="368300">
                <a:moveTo>
                  <a:pt x="300019" y="36621"/>
                </a:moveTo>
                <a:lnTo>
                  <a:pt x="300211" y="37019"/>
                </a:lnTo>
                <a:lnTo>
                  <a:pt x="300945" y="37718"/>
                </a:lnTo>
                <a:lnTo>
                  <a:pt x="301295" y="37884"/>
                </a:lnTo>
                <a:lnTo>
                  <a:pt x="300595" y="37016"/>
                </a:lnTo>
                <a:lnTo>
                  <a:pt x="300019" y="36621"/>
                </a:lnTo>
                <a:close/>
              </a:path>
              <a:path w="338455" h="368300">
                <a:moveTo>
                  <a:pt x="300606" y="37840"/>
                </a:moveTo>
                <a:close/>
              </a:path>
              <a:path w="338455" h="368300">
                <a:moveTo>
                  <a:pt x="300442" y="37568"/>
                </a:moveTo>
                <a:lnTo>
                  <a:pt x="300606" y="37840"/>
                </a:lnTo>
                <a:lnTo>
                  <a:pt x="300485" y="37588"/>
                </a:lnTo>
                <a:close/>
              </a:path>
              <a:path w="338455" h="368300">
                <a:moveTo>
                  <a:pt x="299942" y="36763"/>
                </a:moveTo>
                <a:lnTo>
                  <a:pt x="300220" y="37766"/>
                </a:lnTo>
                <a:lnTo>
                  <a:pt x="300605" y="37840"/>
                </a:lnTo>
                <a:lnTo>
                  <a:pt x="300426" y="37560"/>
                </a:lnTo>
                <a:lnTo>
                  <a:pt x="300227" y="37464"/>
                </a:lnTo>
                <a:lnTo>
                  <a:pt x="300380" y="37464"/>
                </a:lnTo>
                <a:lnTo>
                  <a:pt x="299982" y="36801"/>
                </a:lnTo>
                <a:close/>
              </a:path>
              <a:path w="338455" h="368300">
                <a:moveTo>
                  <a:pt x="299974" y="37718"/>
                </a:moveTo>
                <a:lnTo>
                  <a:pt x="300148" y="37771"/>
                </a:lnTo>
                <a:lnTo>
                  <a:pt x="299974" y="37718"/>
                </a:lnTo>
                <a:close/>
              </a:path>
              <a:path w="338455" h="368300">
                <a:moveTo>
                  <a:pt x="300211" y="37019"/>
                </a:moveTo>
                <a:lnTo>
                  <a:pt x="300425" y="37464"/>
                </a:lnTo>
                <a:lnTo>
                  <a:pt x="300995" y="37766"/>
                </a:lnTo>
                <a:lnTo>
                  <a:pt x="300211" y="37019"/>
                </a:lnTo>
                <a:close/>
              </a:path>
              <a:path w="338455" h="368300">
                <a:moveTo>
                  <a:pt x="299740" y="36571"/>
                </a:moveTo>
                <a:lnTo>
                  <a:pt x="300076" y="37568"/>
                </a:lnTo>
                <a:lnTo>
                  <a:pt x="300201" y="37762"/>
                </a:lnTo>
                <a:lnTo>
                  <a:pt x="300008" y="37016"/>
                </a:lnTo>
                <a:lnTo>
                  <a:pt x="299890" y="36714"/>
                </a:lnTo>
                <a:lnTo>
                  <a:pt x="299740" y="36571"/>
                </a:lnTo>
                <a:close/>
              </a:path>
              <a:path w="338455" h="368300">
                <a:moveTo>
                  <a:pt x="300129" y="37718"/>
                </a:moveTo>
                <a:lnTo>
                  <a:pt x="299974" y="37718"/>
                </a:lnTo>
                <a:lnTo>
                  <a:pt x="300141" y="37751"/>
                </a:lnTo>
                <a:close/>
              </a:path>
              <a:path w="338455" h="368300">
                <a:moveTo>
                  <a:pt x="300227" y="37464"/>
                </a:moveTo>
                <a:lnTo>
                  <a:pt x="300442" y="37568"/>
                </a:lnTo>
                <a:lnTo>
                  <a:pt x="300227" y="37464"/>
                </a:lnTo>
                <a:close/>
              </a:path>
              <a:path w="338455" h="368300">
                <a:moveTo>
                  <a:pt x="299982" y="36801"/>
                </a:moveTo>
                <a:lnTo>
                  <a:pt x="300380" y="37464"/>
                </a:lnTo>
                <a:lnTo>
                  <a:pt x="300208" y="37016"/>
                </a:lnTo>
                <a:lnTo>
                  <a:pt x="299982" y="36801"/>
                </a:lnTo>
                <a:close/>
              </a:path>
              <a:path w="338455" h="368300">
                <a:moveTo>
                  <a:pt x="300380" y="37464"/>
                </a:moveTo>
                <a:lnTo>
                  <a:pt x="300227" y="37464"/>
                </a:lnTo>
                <a:lnTo>
                  <a:pt x="300427" y="37543"/>
                </a:lnTo>
                <a:close/>
              </a:path>
              <a:path w="338455" h="368300">
                <a:moveTo>
                  <a:pt x="299881" y="36526"/>
                </a:moveTo>
                <a:lnTo>
                  <a:pt x="299982" y="36801"/>
                </a:lnTo>
                <a:lnTo>
                  <a:pt x="300211" y="37019"/>
                </a:lnTo>
                <a:lnTo>
                  <a:pt x="300019" y="36621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29" y="35943"/>
                </a:moveTo>
                <a:lnTo>
                  <a:pt x="299973" y="36526"/>
                </a:lnTo>
                <a:lnTo>
                  <a:pt x="300085" y="36666"/>
                </a:lnTo>
                <a:lnTo>
                  <a:pt x="300595" y="37016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9713" y="36412"/>
                </a:moveTo>
                <a:lnTo>
                  <a:pt x="299840" y="36666"/>
                </a:lnTo>
                <a:lnTo>
                  <a:pt x="299817" y="36526"/>
                </a:lnTo>
                <a:close/>
              </a:path>
              <a:path w="338455" h="368300">
                <a:moveTo>
                  <a:pt x="299773" y="36452"/>
                </a:moveTo>
                <a:lnTo>
                  <a:pt x="299929" y="36714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73" y="36110"/>
                </a:moveTo>
                <a:lnTo>
                  <a:pt x="299908" y="36545"/>
                </a:lnTo>
                <a:lnTo>
                  <a:pt x="299773" y="36110"/>
                </a:lnTo>
                <a:close/>
              </a:path>
              <a:path w="338455" h="368300">
                <a:moveTo>
                  <a:pt x="299212" y="36067"/>
                </a:moveTo>
                <a:lnTo>
                  <a:pt x="299713" y="36545"/>
                </a:lnTo>
                <a:lnTo>
                  <a:pt x="299596" y="36331"/>
                </a:lnTo>
                <a:lnTo>
                  <a:pt x="299212" y="36067"/>
                </a:lnTo>
                <a:close/>
              </a:path>
              <a:path w="338455" h="368300">
                <a:moveTo>
                  <a:pt x="299611" y="35795"/>
                </a:moveTo>
                <a:lnTo>
                  <a:pt x="299656" y="36067"/>
                </a:lnTo>
                <a:lnTo>
                  <a:pt x="299773" y="36452"/>
                </a:lnTo>
                <a:lnTo>
                  <a:pt x="299756" y="36074"/>
                </a:lnTo>
                <a:lnTo>
                  <a:pt x="299611" y="35795"/>
                </a:lnTo>
                <a:close/>
              </a:path>
              <a:path w="338455" h="368300">
                <a:moveTo>
                  <a:pt x="299546" y="36074"/>
                </a:moveTo>
                <a:lnTo>
                  <a:pt x="299637" y="36331"/>
                </a:lnTo>
                <a:lnTo>
                  <a:pt x="299546" y="36074"/>
                </a:lnTo>
                <a:close/>
              </a:path>
              <a:path w="338455" h="368300">
                <a:moveTo>
                  <a:pt x="299542" y="36067"/>
                </a:moveTo>
                <a:lnTo>
                  <a:pt x="299212" y="36067"/>
                </a:lnTo>
                <a:lnTo>
                  <a:pt x="299650" y="36368"/>
                </a:lnTo>
                <a:lnTo>
                  <a:pt x="299542" y="36067"/>
                </a:lnTo>
                <a:close/>
              </a:path>
              <a:path w="338455" h="368300">
                <a:moveTo>
                  <a:pt x="299318" y="35432"/>
                </a:moveTo>
                <a:lnTo>
                  <a:pt x="299567" y="36110"/>
                </a:lnTo>
                <a:lnTo>
                  <a:pt x="299700" y="36331"/>
                </a:lnTo>
                <a:lnTo>
                  <a:pt x="299583" y="35761"/>
                </a:lnTo>
                <a:lnTo>
                  <a:pt x="299318" y="35432"/>
                </a:lnTo>
                <a:close/>
              </a:path>
              <a:path w="338455" h="368300">
                <a:moveTo>
                  <a:pt x="299637" y="35828"/>
                </a:moveTo>
                <a:lnTo>
                  <a:pt x="299773" y="36110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8703" y="34670"/>
                </a:moveTo>
                <a:lnTo>
                  <a:pt x="299546" y="36074"/>
                </a:lnTo>
                <a:lnTo>
                  <a:pt x="299318" y="35432"/>
                </a:lnTo>
                <a:lnTo>
                  <a:pt x="298703" y="34670"/>
                </a:lnTo>
                <a:close/>
              </a:path>
              <a:path w="338455" h="368300">
                <a:moveTo>
                  <a:pt x="299465" y="34925"/>
                </a:moveTo>
                <a:lnTo>
                  <a:pt x="299605" y="35761"/>
                </a:lnTo>
                <a:lnTo>
                  <a:pt x="299729" y="35943"/>
                </a:lnTo>
                <a:lnTo>
                  <a:pt x="299465" y="34925"/>
                </a:lnTo>
                <a:close/>
              </a:path>
              <a:path w="338455" h="368300">
                <a:moveTo>
                  <a:pt x="298957" y="34416"/>
                </a:moveTo>
                <a:lnTo>
                  <a:pt x="299318" y="35432"/>
                </a:lnTo>
                <a:lnTo>
                  <a:pt x="299611" y="35795"/>
                </a:lnTo>
                <a:lnTo>
                  <a:pt x="298957" y="34416"/>
                </a:lnTo>
                <a:close/>
              </a:path>
              <a:path w="338455" h="368300">
                <a:moveTo>
                  <a:pt x="337903" y="34416"/>
                </a:moveTo>
                <a:lnTo>
                  <a:pt x="298957" y="34416"/>
                </a:lnTo>
                <a:lnTo>
                  <a:pt x="299605" y="35761"/>
                </a:lnTo>
                <a:lnTo>
                  <a:pt x="299465" y="34925"/>
                </a:lnTo>
                <a:lnTo>
                  <a:pt x="337936" y="34925"/>
                </a:lnTo>
                <a:lnTo>
                  <a:pt x="337903" y="34416"/>
                </a:lnTo>
                <a:close/>
              </a:path>
              <a:path w="338455" h="368300">
                <a:moveTo>
                  <a:pt x="299048" y="34670"/>
                </a:moveTo>
                <a:lnTo>
                  <a:pt x="298703" y="34670"/>
                </a:lnTo>
                <a:lnTo>
                  <a:pt x="299318" y="35432"/>
                </a:lnTo>
                <a:lnTo>
                  <a:pt x="299048" y="34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717294" y="32240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52565" y="3663696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457200" y="0"/>
                </a:moveTo>
                <a:lnTo>
                  <a:pt x="457200" y="114299"/>
                </a:lnTo>
                <a:lnTo>
                  <a:pt x="533400" y="76199"/>
                </a:lnTo>
                <a:lnTo>
                  <a:pt x="476250" y="76199"/>
                </a:lnTo>
                <a:lnTo>
                  <a:pt x="476250" y="38099"/>
                </a:lnTo>
                <a:lnTo>
                  <a:pt x="533400" y="38099"/>
                </a:lnTo>
                <a:lnTo>
                  <a:pt x="457200" y="0"/>
                </a:lnTo>
                <a:close/>
              </a:path>
              <a:path w="571500" h="114300">
                <a:moveTo>
                  <a:pt x="4572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57200" y="76199"/>
                </a:lnTo>
                <a:lnTo>
                  <a:pt x="457200" y="38099"/>
                </a:lnTo>
                <a:close/>
              </a:path>
              <a:path w="571500" h="114300">
                <a:moveTo>
                  <a:pt x="533400" y="38099"/>
                </a:moveTo>
                <a:lnTo>
                  <a:pt x="476250" y="38099"/>
                </a:lnTo>
                <a:lnTo>
                  <a:pt x="476250" y="76199"/>
                </a:lnTo>
                <a:lnTo>
                  <a:pt x="533400" y="76199"/>
                </a:lnTo>
                <a:lnTo>
                  <a:pt x="571500" y="57149"/>
                </a:lnTo>
                <a:lnTo>
                  <a:pt x="5334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52565" y="3994403"/>
            <a:ext cx="622300" cy="114300"/>
          </a:xfrm>
          <a:custGeom>
            <a:avLst/>
            <a:gdLst/>
            <a:ahLst/>
            <a:cxnLst/>
            <a:rect l="l" t="t" r="r" b="b"/>
            <a:pathLst>
              <a:path w="622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223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22300" h="114300">
                <a:moveTo>
                  <a:pt x="62179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21791" y="76200"/>
                </a:lnTo>
                <a:lnTo>
                  <a:pt x="6217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76921" y="2198370"/>
            <a:ext cx="0" cy="963294"/>
          </a:xfrm>
          <a:custGeom>
            <a:avLst/>
            <a:gdLst/>
            <a:ahLst/>
            <a:cxnLst/>
            <a:rect l="l" t="t" r="r" b="b"/>
            <a:pathLst>
              <a:path w="0" h="963294">
                <a:moveTo>
                  <a:pt x="0" y="0"/>
                </a:moveTo>
                <a:lnTo>
                  <a:pt x="0" y="96316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052565" y="3104388"/>
            <a:ext cx="1324610" cy="114300"/>
          </a:xfrm>
          <a:custGeom>
            <a:avLst/>
            <a:gdLst/>
            <a:ahLst/>
            <a:cxnLst/>
            <a:rect l="l" t="t" r="r" b="b"/>
            <a:pathLst>
              <a:path w="13246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3246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324609" h="114300">
                <a:moveTo>
                  <a:pt x="132435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324356" y="76200"/>
                </a:lnTo>
                <a:lnTo>
                  <a:pt x="13243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48066" y="3623309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 h="0">
                <a:moveTo>
                  <a:pt x="0" y="0"/>
                </a:moveTo>
                <a:lnTo>
                  <a:pt x="67665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824721" y="963930"/>
            <a:ext cx="0" cy="2659380"/>
          </a:xfrm>
          <a:custGeom>
            <a:avLst/>
            <a:gdLst/>
            <a:ahLst/>
            <a:cxnLst/>
            <a:rect l="l" t="t" r="r" b="b"/>
            <a:pathLst>
              <a:path w="0" h="2659379">
                <a:moveTo>
                  <a:pt x="0" y="265938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85966" y="906780"/>
            <a:ext cx="2239010" cy="114300"/>
          </a:xfrm>
          <a:custGeom>
            <a:avLst/>
            <a:gdLst/>
            <a:ahLst/>
            <a:cxnLst/>
            <a:rect l="l" t="t" r="r" b="b"/>
            <a:pathLst>
              <a:path w="22390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2390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239009" h="114300">
                <a:moveTo>
                  <a:pt x="223875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238755" y="76200"/>
                </a:lnTo>
                <a:lnTo>
                  <a:pt x="223875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053" y="1142238"/>
            <a:ext cx="4973320" cy="0"/>
          </a:xfrm>
          <a:custGeom>
            <a:avLst/>
            <a:gdLst/>
            <a:ahLst/>
            <a:cxnLst/>
            <a:rect l="l" t="t" r="r" b="b"/>
            <a:pathLst>
              <a:path w="4973320" h="0">
                <a:moveTo>
                  <a:pt x="49728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053" y="1142238"/>
            <a:ext cx="0" cy="3700779"/>
          </a:xfrm>
          <a:custGeom>
            <a:avLst/>
            <a:gdLst/>
            <a:ahLst/>
            <a:cxnLst/>
            <a:rect l="l" t="t" r="r" b="b"/>
            <a:pathLst>
              <a:path w="0" h="3700779">
                <a:moveTo>
                  <a:pt x="0" y="0"/>
                </a:moveTo>
                <a:lnTo>
                  <a:pt x="1" y="37002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1053" y="4785359"/>
            <a:ext cx="254635" cy="114300"/>
          </a:xfrm>
          <a:custGeom>
            <a:avLst/>
            <a:gdLst/>
            <a:ahLst/>
            <a:cxnLst/>
            <a:rect l="l" t="t" r="r" b="b"/>
            <a:pathLst>
              <a:path w="254635" h="114300">
                <a:moveTo>
                  <a:pt x="140208" y="0"/>
                </a:moveTo>
                <a:lnTo>
                  <a:pt x="140208" y="114300"/>
                </a:lnTo>
                <a:lnTo>
                  <a:pt x="216408" y="76200"/>
                </a:lnTo>
                <a:lnTo>
                  <a:pt x="159258" y="76200"/>
                </a:lnTo>
                <a:lnTo>
                  <a:pt x="159258" y="38100"/>
                </a:lnTo>
                <a:lnTo>
                  <a:pt x="216408" y="38100"/>
                </a:lnTo>
                <a:lnTo>
                  <a:pt x="140208" y="0"/>
                </a:lnTo>
                <a:close/>
              </a:path>
              <a:path w="254635" h="114300">
                <a:moveTo>
                  <a:pt x="1402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0208" y="76200"/>
                </a:lnTo>
                <a:lnTo>
                  <a:pt x="140208" y="38100"/>
                </a:lnTo>
                <a:close/>
              </a:path>
              <a:path w="254635" h="114300">
                <a:moveTo>
                  <a:pt x="216408" y="38100"/>
                </a:moveTo>
                <a:lnTo>
                  <a:pt x="159258" y="38100"/>
                </a:lnTo>
                <a:lnTo>
                  <a:pt x="159258" y="76200"/>
                </a:lnTo>
                <a:lnTo>
                  <a:pt x="216408" y="76200"/>
                </a:lnTo>
                <a:lnTo>
                  <a:pt x="254508" y="57150"/>
                </a:lnTo>
                <a:lnTo>
                  <a:pt x="2164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759578" y="734314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969258" y="5625846"/>
            <a:ext cx="711835" cy="0"/>
          </a:xfrm>
          <a:custGeom>
            <a:avLst/>
            <a:gdLst/>
            <a:ahLst/>
            <a:cxnLst/>
            <a:rect l="l" t="t" r="r" b="b"/>
            <a:pathLst>
              <a:path w="711835" h="0">
                <a:moveTo>
                  <a:pt x="0" y="0"/>
                </a:moveTo>
                <a:lnTo>
                  <a:pt x="711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623815" y="4842509"/>
            <a:ext cx="114300" cy="783590"/>
          </a:xfrm>
          <a:custGeom>
            <a:avLst/>
            <a:gdLst/>
            <a:ahLst/>
            <a:cxnLst/>
            <a:rect l="l" t="t" r="r" b="b"/>
            <a:pathLst>
              <a:path w="114300" h="783589">
                <a:moveTo>
                  <a:pt x="76200" y="95250"/>
                </a:moveTo>
                <a:lnTo>
                  <a:pt x="38100" y="95250"/>
                </a:lnTo>
                <a:lnTo>
                  <a:pt x="38100" y="783335"/>
                </a:lnTo>
                <a:lnTo>
                  <a:pt x="76200" y="783335"/>
                </a:lnTo>
                <a:lnTo>
                  <a:pt x="76200" y="95250"/>
                </a:lnTo>
                <a:close/>
              </a:path>
              <a:path w="114300" h="78358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8358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969258" y="6011417"/>
            <a:ext cx="5049520" cy="0"/>
          </a:xfrm>
          <a:custGeom>
            <a:avLst/>
            <a:gdLst/>
            <a:ahLst/>
            <a:cxnLst/>
            <a:rect l="l" t="t" r="r" b="b"/>
            <a:pathLst>
              <a:path w="5049520" h="0">
                <a:moveTo>
                  <a:pt x="0" y="0"/>
                </a:moveTo>
                <a:lnTo>
                  <a:pt x="50490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018269" y="749045"/>
            <a:ext cx="0" cy="5262880"/>
          </a:xfrm>
          <a:custGeom>
            <a:avLst/>
            <a:gdLst/>
            <a:ahLst/>
            <a:cxnLst/>
            <a:rect l="l" t="t" r="r" b="b"/>
            <a:pathLst>
              <a:path w="0" h="5262880">
                <a:moveTo>
                  <a:pt x="0" y="526237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624066" y="667258"/>
            <a:ext cx="2394585" cy="114300"/>
          </a:xfrm>
          <a:custGeom>
            <a:avLst/>
            <a:gdLst/>
            <a:ahLst/>
            <a:cxnLst/>
            <a:rect l="l" t="t" r="r" b="b"/>
            <a:pathLst>
              <a:path w="2394584" h="114300">
                <a:moveTo>
                  <a:pt x="114934" y="0"/>
                </a:moveTo>
                <a:lnTo>
                  <a:pt x="0" y="55879"/>
                </a:lnTo>
                <a:lnTo>
                  <a:pt x="113664" y="114300"/>
                </a:lnTo>
                <a:lnTo>
                  <a:pt x="114088" y="76152"/>
                </a:lnTo>
                <a:lnTo>
                  <a:pt x="94995" y="75945"/>
                </a:lnTo>
                <a:lnTo>
                  <a:pt x="95503" y="37845"/>
                </a:lnTo>
                <a:lnTo>
                  <a:pt x="114514" y="37845"/>
                </a:lnTo>
                <a:lnTo>
                  <a:pt x="114934" y="0"/>
                </a:lnTo>
                <a:close/>
              </a:path>
              <a:path w="2394584" h="114300">
                <a:moveTo>
                  <a:pt x="114512" y="38051"/>
                </a:moveTo>
                <a:lnTo>
                  <a:pt x="114088" y="76152"/>
                </a:lnTo>
                <a:lnTo>
                  <a:pt x="2393950" y="100837"/>
                </a:lnTo>
                <a:lnTo>
                  <a:pt x="2394457" y="62737"/>
                </a:lnTo>
                <a:lnTo>
                  <a:pt x="114512" y="38051"/>
                </a:lnTo>
                <a:close/>
              </a:path>
              <a:path w="2394584" h="114300">
                <a:moveTo>
                  <a:pt x="95503" y="37845"/>
                </a:moveTo>
                <a:lnTo>
                  <a:pt x="94995" y="75945"/>
                </a:lnTo>
                <a:lnTo>
                  <a:pt x="114088" y="76152"/>
                </a:lnTo>
                <a:lnTo>
                  <a:pt x="114512" y="38051"/>
                </a:lnTo>
                <a:lnTo>
                  <a:pt x="95503" y="37845"/>
                </a:lnTo>
                <a:close/>
              </a:path>
              <a:path w="2394584" h="114300">
                <a:moveTo>
                  <a:pt x="114514" y="37845"/>
                </a:moveTo>
                <a:lnTo>
                  <a:pt x="95503" y="37845"/>
                </a:lnTo>
                <a:lnTo>
                  <a:pt x="114512" y="38051"/>
                </a:lnTo>
                <a:lnTo>
                  <a:pt x="114514" y="3784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099052" y="566054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832610" y="3927347"/>
            <a:ext cx="917575" cy="114300"/>
          </a:xfrm>
          <a:custGeom>
            <a:avLst/>
            <a:gdLst/>
            <a:ahLst/>
            <a:cxnLst/>
            <a:rect l="l" t="t" r="r" b="b"/>
            <a:pathLst>
              <a:path w="917575" h="114300">
                <a:moveTo>
                  <a:pt x="803147" y="0"/>
                </a:moveTo>
                <a:lnTo>
                  <a:pt x="803147" y="114300"/>
                </a:lnTo>
                <a:lnTo>
                  <a:pt x="879347" y="76200"/>
                </a:lnTo>
                <a:lnTo>
                  <a:pt x="822197" y="76200"/>
                </a:lnTo>
                <a:lnTo>
                  <a:pt x="822197" y="38100"/>
                </a:lnTo>
                <a:lnTo>
                  <a:pt x="879347" y="38100"/>
                </a:lnTo>
                <a:lnTo>
                  <a:pt x="803147" y="0"/>
                </a:lnTo>
                <a:close/>
              </a:path>
              <a:path w="917575" h="114300">
                <a:moveTo>
                  <a:pt x="8031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3147" y="76200"/>
                </a:lnTo>
                <a:lnTo>
                  <a:pt x="803147" y="38100"/>
                </a:lnTo>
                <a:close/>
              </a:path>
              <a:path w="917575" h="114300">
                <a:moveTo>
                  <a:pt x="879347" y="38100"/>
                </a:moveTo>
                <a:lnTo>
                  <a:pt x="822197" y="38100"/>
                </a:lnTo>
                <a:lnTo>
                  <a:pt x="822197" y="76200"/>
                </a:lnTo>
                <a:lnTo>
                  <a:pt x="879347" y="76200"/>
                </a:lnTo>
                <a:lnTo>
                  <a:pt x="917447" y="57150"/>
                </a:lnTo>
                <a:lnTo>
                  <a:pt x="8793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187320" y="3881373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80865" y="3837432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832610" y="4579620"/>
            <a:ext cx="2658110" cy="114300"/>
          </a:xfrm>
          <a:custGeom>
            <a:avLst/>
            <a:gdLst/>
            <a:ahLst/>
            <a:cxnLst/>
            <a:rect l="l" t="t" r="r" b="b"/>
            <a:pathLst>
              <a:path w="265811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265811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2658110" h="114300">
                <a:moveTo>
                  <a:pt x="2657855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2657855" y="76199"/>
                </a:lnTo>
                <a:lnTo>
                  <a:pt x="2657855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127375" y="4240148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905761" y="2804922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91611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2917698" y="29889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410961" y="2448305"/>
            <a:ext cx="0" cy="356870"/>
          </a:xfrm>
          <a:custGeom>
            <a:avLst/>
            <a:gdLst/>
            <a:ahLst/>
            <a:cxnLst/>
            <a:rect l="l" t="t" r="r" b="b"/>
            <a:pathLst>
              <a:path w="0" h="356869">
                <a:moveTo>
                  <a:pt x="0" y="0"/>
                </a:moveTo>
                <a:lnTo>
                  <a:pt x="0" y="3566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556253" y="2804922"/>
            <a:ext cx="1854835" cy="0"/>
          </a:xfrm>
          <a:custGeom>
            <a:avLst/>
            <a:gdLst/>
            <a:ahLst/>
            <a:cxnLst/>
            <a:rect l="l" t="t" r="r" b="b"/>
            <a:pathLst>
              <a:path w="1854835" h="0">
                <a:moveTo>
                  <a:pt x="185470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99103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453253" y="23793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150876" y="0"/>
                </a:moveTo>
                <a:lnTo>
                  <a:pt x="84530" y="24561"/>
                </a:lnTo>
                <a:lnTo>
                  <a:pt x="56516" y="53084"/>
                </a:lnTo>
                <a:lnTo>
                  <a:pt x="33150" y="90498"/>
                </a:lnTo>
                <a:lnTo>
                  <a:pt x="15337" y="135349"/>
                </a:lnTo>
                <a:lnTo>
                  <a:pt x="3985" y="186185"/>
                </a:lnTo>
                <a:lnTo>
                  <a:pt x="0" y="241554"/>
                </a:lnTo>
                <a:lnTo>
                  <a:pt x="3985" y="296922"/>
                </a:lnTo>
                <a:lnTo>
                  <a:pt x="15337" y="347758"/>
                </a:lnTo>
                <a:lnTo>
                  <a:pt x="33150" y="392609"/>
                </a:lnTo>
                <a:lnTo>
                  <a:pt x="56516" y="430023"/>
                </a:lnTo>
                <a:lnTo>
                  <a:pt x="84530" y="458546"/>
                </a:lnTo>
                <a:lnTo>
                  <a:pt x="150876" y="483108"/>
                </a:lnTo>
                <a:lnTo>
                  <a:pt x="185465" y="476725"/>
                </a:lnTo>
                <a:lnTo>
                  <a:pt x="245235" y="430023"/>
                </a:lnTo>
                <a:lnTo>
                  <a:pt x="268601" y="392609"/>
                </a:lnTo>
                <a:lnTo>
                  <a:pt x="286414" y="347758"/>
                </a:lnTo>
                <a:lnTo>
                  <a:pt x="297766" y="296922"/>
                </a:lnTo>
                <a:lnTo>
                  <a:pt x="301752" y="241554"/>
                </a:lnTo>
                <a:lnTo>
                  <a:pt x="297766" y="186185"/>
                </a:lnTo>
                <a:lnTo>
                  <a:pt x="286414" y="135349"/>
                </a:lnTo>
                <a:lnTo>
                  <a:pt x="268601" y="90498"/>
                </a:lnTo>
                <a:lnTo>
                  <a:pt x="245235" y="53084"/>
                </a:lnTo>
                <a:lnTo>
                  <a:pt x="217221" y="24561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0" y="241554"/>
                </a:moveTo>
                <a:lnTo>
                  <a:pt x="3985" y="186185"/>
                </a:lnTo>
                <a:lnTo>
                  <a:pt x="15337" y="135349"/>
                </a:lnTo>
                <a:lnTo>
                  <a:pt x="33150" y="90498"/>
                </a:lnTo>
                <a:lnTo>
                  <a:pt x="56516" y="53084"/>
                </a:lnTo>
                <a:lnTo>
                  <a:pt x="84530" y="24561"/>
                </a:lnTo>
                <a:lnTo>
                  <a:pt x="150876" y="0"/>
                </a:lnTo>
                <a:lnTo>
                  <a:pt x="185465" y="6382"/>
                </a:lnTo>
                <a:lnTo>
                  <a:pt x="245235" y="53084"/>
                </a:lnTo>
                <a:lnTo>
                  <a:pt x="268601" y="90498"/>
                </a:lnTo>
                <a:lnTo>
                  <a:pt x="286414" y="135349"/>
                </a:lnTo>
                <a:lnTo>
                  <a:pt x="297766" y="186185"/>
                </a:lnTo>
                <a:lnTo>
                  <a:pt x="301752" y="241554"/>
                </a:lnTo>
                <a:lnTo>
                  <a:pt x="297766" y="296922"/>
                </a:lnTo>
                <a:lnTo>
                  <a:pt x="286414" y="347758"/>
                </a:lnTo>
                <a:lnTo>
                  <a:pt x="268601" y="392609"/>
                </a:lnTo>
                <a:lnTo>
                  <a:pt x="245235" y="430023"/>
                </a:lnTo>
                <a:lnTo>
                  <a:pt x="217221" y="458546"/>
                </a:lnTo>
                <a:lnTo>
                  <a:pt x="150876" y="483108"/>
                </a:lnTo>
                <a:lnTo>
                  <a:pt x="116286" y="476725"/>
                </a:lnTo>
                <a:lnTo>
                  <a:pt x="56516" y="430023"/>
                </a:lnTo>
                <a:lnTo>
                  <a:pt x="33150" y="392609"/>
                </a:lnTo>
                <a:lnTo>
                  <a:pt x="15337" y="347758"/>
                </a:lnTo>
                <a:lnTo>
                  <a:pt x="3985" y="296922"/>
                </a:lnTo>
                <a:lnTo>
                  <a:pt x="0" y="2415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993773" y="1054049"/>
            <a:ext cx="397510" cy="12007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1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150875" y="0"/>
                </a:moveTo>
                <a:lnTo>
                  <a:pt x="110772" y="7944"/>
                </a:lnTo>
                <a:lnTo>
                  <a:pt x="74732" y="30367"/>
                </a:lnTo>
                <a:lnTo>
                  <a:pt x="44195" y="65150"/>
                </a:lnTo>
                <a:lnTo>
                  <a:pt x="20602" y="110179"/>
                </a:lnTo>
                <a:lnTo>
                  <a:pt x="5390" y="163336"/>
                </a:lnTo>
                <a:lnTo>
                  <a:pt x="0" y="222503"/>
                </a:lnTo>
                <a:lnTo>
                  <a:pt x="5390" y="281671"/>
                </a:lnTo>
                <a:lnTo>
                  <a:pt x="20602" y="334828"/>
                </a:lnTo>
                <a:lnTo>
                  <a:pt x="44196" y="379857"/>
                </a:lnTo>
                <a:lnTo>
                  <a:pt x="74732" y="414640"/>
                </a:lnTo>
                <a:lnTo>
                  <a:pt x="110772" y="437063"/>
                </a:lnTo>
                <a:lnTo>
                  <a:pt x="150875" y="445008"/>
                </a:lnTo>
                <a:lnTo>
                  <a:pt x="190979" y="437063"/>
                </a:lnTo>
                <a:lnTo>
                  <a:pt x="227019" y="414640"/>
                </a:lnTo>
                <a:lnTo>
                  <a:pt x="257555" y="379857"/>
                </a:lnTo>
                <a:lnTo>
                  <a:pt x="281149" y="334828"/>
                </a:lnTo>
                <a:lnTo>
                  <a:pt x="296361" y="281671"/>
                </a:lnTo>
                <a:lnTo>
                  <a:pt x="301751" y="222503"/>
                </a:lnTo>
                <a:lnTo>
                  <a:pt x="296361" y="163336"/>
                </a:lnTo>
                <a:lnTo>
                  <a:pt x="281149" y="110179"/>
                </a:lnTo>
                <a:lnTo>
                  <a:pt x="257555" y="65150"/>
                </a:lnTo>
                <a:lnTo>
                  <a:pt x="227019" y="30367"/>
                </a:lnTo>
                <a:lnTo>
                  <a:pt x="190979" y="7944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0" y="222503"/>
                </a:moveTo>
                <a:lnTo>
                  <a:pt x="5390" y="163336"/>
                </a:lnTo>
                <a:lnTo>
                  <a:pt x="20602" y="110179"/>
                </a:lnTo>
                <a:lnTo>
                  <a:pt x="44195" y="65150"/>
                </a:lnTo>
                <a:lnTo>
                  <a:pt x="74732" y="30367"/>
                </a:lnTo>
                <a:lnTo>
                  <a:pt x="110772" y="7944"/>
                </a:lnTo>
                <a:lnTo>
                  <a:pt x="150875" y="0"/>
                </a:lnTo>
                <a:lnTo>
                  <a:pt x="190979" y="7944"/>
                </a:lnTo>
                <a:lnTo>
                  <a:pt x="227019" y="30367"/>
                </a:lnTo>
                <a:lnTo>
                  <a:pt x="257555" y="65150"/>
                </a:lnTo>
                <a:lnTo>
                  <a:pt x="281149" y="110179"/>
                </a:lnTo>
                <a:lnTo>
                  <a:pt x="296361" y="163336"/>
                </a:lnTo>
                <a:lnTo>
                  <a:pt x="301751" y="222503"/>
                </a:lnTo>
                <a:lnTo>
                  <a:pt x="296361" y="281671"/>
                </a:lnTo>
                <a:lnTo>
                  <a:pt x="281149" y="334828"/>
                </a:lnTo>
                <a:lnTo>
                  <a:pt x="257556" y="379856"/>
                </a:lnTo>
                <a:lnTo>
                  <a:pt x="227019" y="414640"/>
                </a:lnTo>
                <a:lnTo>
                  <a:pt x="190979" y="437063"/>
                </a:lnTo>
                <a:lnTo>
                  <a:pt x="150875" y="445008"/>
                </a:lnTo>
                <a:lnTo>
                  <a:pt x="110772" y="437063"/>
                </a:lnTo>
                <a:lnTo>
                  <a:pt x="74732" y="414640"/>
                </a:lnTo>
                <a:lnTo>
                  <a:pt x="44196" y="379857"/>
                </a:lnTo>
                <a:lnTo>
                  <a:pt x="20602" y="334828"/>
                </a:lnTo>
                <a:lnTo>
                  <a:pt x="5390" y="281671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150876" y="0"/>
                </a:moveTo>
                <a:lnTo>
                  <a:pt x="84525" y="23322"/>
                </a:lnTo>
                <a:lnTo>
                  <a:pt x="56511" y="50405"/>
                </a:lnTo>
                <a:lnTo>
                  <a:pt x="33146" y="85930"/>
                </a:lnTo>
                <a:lnTo>
                  <a:pt x="15335" y="128518"/>
                </a:lnTo>
                <a:lnTo>
                  <a:pt x="3984" y="176788"/>
                </a:lnTo>
                <a:lnTo>
                  <a:pt x="0" y="229362"/>
                </a:lnTo>
                <a:lnTo>
                  <a:pt x="3984" y="281935"/>
                </a:lnTo>
                <a:lnTo>
                  <a:pt x="15335" y="330205"/>
                </a:lnTo>
                <a:lnTo>
                  <a:pt x="33146" y="372793"/>
                </a:lnTo>
                <a:lnTo>
                  <a:pt x="56511" y="408318"/>
                </a:lnTo>
                <a:lnTo>
                  <a:pt x="84525" y="435401"/>
                </a:lnTo>
                <a:lnTo>
                  <a:pt x="150876" y="458724"/>
                </a:lnTo>
                <a:lnTo>
                  <a:pt x="185469" y="452663"/>
                </a:lnTo>
                <a:lnTo>
                  <a:pt x="245240" y="408318"/>
                </a:lnTo>
                <a:lnTo>
                  <a:pt x="268605" y="372793"/>
                </a:lnTo>
                <a:lnTo>
                  <a:pt x="286416" y="330205"/>
                </a:lnTo>
                <a:lnTo>
                  <a:pt x="297767" y="281935"/>
                </a:lnTo>
                <a:lnTo>
                  <a:pt x="301752" y="229362"/>
                </a:lnTo>
                <a:lnTo>
                  <a:pt x="297767" y="176788"/>
                </a:lnTo>
                <a:lnTo>
                  <a:pt x="286416" y="128518"/>
                </a:lnTo>
                <a:lnTo>
                  <a:pt x="268605" y="85930"/>
                </a:lnTo>
                <a:lnTo>
                  <a:pt x="245240" y="50405"/>
                </a:lnTo>
                <a:lnTo>
                  <a:pt x="217226" y="23322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0" y="229362"/>
                </a:moveTo>
                <a:lnTo>
                  <a:pt x="3984" y="176788"/>
                </a:lnTo>
                <a:lnTo>
                  <a:pt x="15335" y="128518"/>
                </a:lnTo>
                <a:lnTo>
                  <a:pt x="33146" y="85930"/>
                </a:lnTo>
                <a:lnTo>
                  <a:pt x="56511" y="50405"/>
                </a:lnTo>
                <a:lnTo>
                  <a:pt x="84525" y="23322"/>
                </a:lnTo>
                <a:lnTo>
                  <a:pt x="150876" y="0"/>
                </a:lnTo>
                <a:lnTo>
                  <a:pt x="185469" y="6060"/>
                </a:lnTo>
                <a:lnTo>
                  <a:pt x="245240" y="50405"/>
                </a:lnTo>
                <a:lnTo>
                  <a:pt x="268605" y="85930"/>
                </a:lnTo>
                <a:lnTo>
                  <a:pt x="286416" y="128518"/>
                </a:lnTo>
                <a:lnTo>
                  <a:pt x="297767" y="176788"/>
                </a:lnTo>
                <a:lnTo>
                  <a:pt x="301752" y="229362"/>
                </a:lnTo>
                <a:lnTo>
                  <a:pt x="297767" y="281935"/>
                </a:lnTo>
                <a:lnTo>
                  <a:pt x="286416" y="330205"/>
                </a:lnTo>
                <a:lnTo>
                  <a:pt x="268605" y="372793"/>
                </a:lnTo>
                <a:lnTo>
                  <a:pt x="245240" y="408318"/>
                </a:lnTo>
                <a:lnTo>
                  <a:pt x="217226" y="435401"/>
                </a:lnTo>
                <a:lnTo>
                  <a:pt x="150876" y="458724"/>
                </a:lnTo>
                <a:lnTo>
                  <a:pt x="116282" y="452663"/>
                </a:lnTo>
                <a:lnTo>
                  <a:pt x="56511" y="408318"/>
                </a:lnTo>
                <a:lnTo>
                  <a:pt x="33146" y="372793"/>
                </a:lnTo>
                <a:lnTo>
                  <a:pt x="15335" y="330205"/>
                </a:lnTo>
                <a:lnTo>
                  <a:pt x="3984" y="281935"/>
                </a:lnTo>
                <a:lnTo>
                  <a:pt x="0" y="22936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53695" y="318371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150875" y="0"/>
                </a:moveTo>
                <a:lnTo>
                  <a:pt x="110772" y="7893"/>
                </a:lnTo>
                <a:lnTo>
                  <a:pt x="74732" y="30169"/>
                </a:lnTo>
                <a:lnTo>
                  <a:pt x="44196" y="64722"/>
                </a:lnTo>
                <a:lnTo>
                  <a:pt x="20602" y="109445"/>
                </a:lnTo>
                <a:lnTo>
                  <a:pt x="5390" y="162233"/>
                </a:lnTo>
                <a:lnTo>
                  <a:pt x="0" y="220980"/>
                </a:lnTo>
                <a:lnTo>
                  <a:pt x="5390" y="279726"/>
                </a:lnTo>
                <a:lnTo>
                  <a:pt x="20602" y="332514"/>
                </a:lnTo>
                <a:lnTo>
                  <a:pt x="44196" y="377237"/>
                </a:lnTo>
                <a:lnTo>
                  <a:pt x="74732" y="411790"/>
                </a:lnTo>
                <a:lnTo>
                  <a:pt x="110772" y="434066"/>
                </a:lnTo>
                <a:lnTo>
                  <a:pt x="150875" y="441960"/>
                </a:lnTo>
                <a:lnTo>
                  <a:pt x="190979" y="434066"/>
                </a:lnTo>
                <a:lnTo>
                  <a:pt x="227019" y="411790"/>
                </a:lnTo>
                <a:lnTo>
                  <a:pt x="257555" y="377237"/>
                </a:lnTo>
                <a:lnTo>
                  <a:pt x="281149" y="332514"/>
                </a:lnTo>
                <a:lnTo>
                  <a:pt x="296361" y="279726"/>
                </a:lnTo>
                <a:lnTo>
                  <a:pt x="301752" y="220980"/>
                </a:lnTo>
                <a:lnTo>
                  <a:pt x="296361" y="162233"/>
                </a:lnTo>
                <a:lnTo>
                  <a:pt x="281149" y="109445"/>
                </a:lnTo>
                <a:lnTo>
                  <a:pt x="257555" y="64722"/>
                </a:lnTo>
                <a:lnTo>
                  <a:pt x="227019" y="30169"/>
                </a:lnTo>
                <a:lnTo>
                  <a:pt x="190979" y="789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0" y="220980"/>
                </a:moveTo>
                <a:lnTo>
                  <a:pt x="5390" y="162233"/>
                </a:lnTo>
                <a:lnTo>
                  <a:pt x="20602" y="109445"/>
                </a:lnTo>
                <a:lnTo>
                  <a:pt x="44196" y="64722"/>
                </a:lnTo>
                <a:lnTo>
                  <a:pt x="74732" y="30169"/>
                </a:lnTo>
                <a:lnTo>
                  <a:pt x="110772" y="7893"/>
                </a:lnTo>
                <a:lnTo>
                  <a:pt x="150875" y="0"/>
                </a:lnTo>
                <a:lnTo>
                  <a:pt x="190979" y="7893"/>
                </a:lnTo>
                <a:lnTo>
                  <a:pt x="227019" y="30169"/>
                </a:lnTo>
                <a:lnTo>
                  <a:pt x="257555" y="64722"/>
                </a:lnTo>
                <a:lnTo>
                  <a:pt x="281149" y="109445"/>
                </a:lnTo>
                <a:lnTo>
                  <a:pt x="296361" y="162233"/>
                </a:lnTo>
                <a:lnTo>
                  <a:pt x="301752" y="220980"/>
                </a:lnTo>
                <a:lnTo>
                  <a:pt x="296361" y="279726"/>
                </a:lnTo>
                <a:lnTo>
                  <a:pt x="281149" y="332514"/>
                </a:lnTo>
                <a:lnTo>
                  <a:pt x="257556" y="377237"/>
                </a:lnTo>
                <a:lnTo>
                  <a:pt x="227019" y="411790"/>
                </a:lnTo>
                <a:lnTo>
                  <a:pt x="190979" y="434066"/>
                </a:lnTo>
                <a:lnTo>
                  <a:pt x="150875" y="441960"/>
                </a:lnTo>
                <a:lnTo>
                  <a:pt x="110772" y="434066"/>
                </a:lnTo>
                <a:lnTo>
                  <a:pt x="74732" y="411790"/>
                </a:lnTo>
                <a:lnTo>
                  <a:pt x="44196" y="377237"/>
                </a:lnTo>
                <a:lnTo>
                  <a:pt x="20602" y="332514"/>
                </a:lnTo>
                <a:lnTo>
                  <a:pt x="5390" y="279726"/>
                </a:lnTo>
                <a:lnTo>
                  <a:pt x="0" y="2209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2443098" y="342150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159503" y="2185416"/>
            <a:ext cx="788670" cy="842010"/>
          </a:xfrm>
          <a:custGeom>
            <a:avLst/>
            <a:gdLst/>
            <a:ahLst/>
            <a:cxnLst/>
            <a:rect l="l" t="t" r="r" b="b"/>
            <a:pathLst>
              <a:path w="788670" h="842010">
                <a:moveTo>
                  <a:pt x="696206" y="771487"/>
                </a:moveTo>
                <a:lnTo>
                  <a:pt x="668401" y="797433"/>
                </a:lnTo>
                <a:lnTo>
                  <a:pt x="788162" y="842010"/>
                </a:lnTo>
                <a:lnTo>
                  <a:pt x="771433" y="785368"/>
                </a:lnTo>
                <a:lnTo>
                  <a:pt x="709168" y="785368"/>
                </a:lnTo>
                <a:lnTo>
                  <a:pt x="696206" y="771487"/>
                </a:lnTo>
                <a:close/>
              </a:path>
              <a:path w="788670" h="842010">
                <a:moveTo>
                  <a:pt x="724126" y="745433"/>
                </a:moveTo>
                <a:lnTo>
                  <a:pt x="696206" y="771487"/>
                </a:lnTo>
                <a:lnTo>
                  <a:pt x="709168" y="785368"/>
                </a:lnTo>
                <a:lnTo>
                  <a:pt x="737108" y="759333"/>
                </a:lnTo>
                <a:lnTo>
                  <a:pt x="724126" y="745433"/>
                </a:lnTo>
                <a:close/>
              </a:path>
              <a:path w="788670" h="842010">
                <a:moveTo>
                  <a:pt x="751967" y="719455"/>
                </a:moveTo>
                <a:lnTo>
                  <a:pt x="724126" y="745433"/>
                </a:lnTo>
                <a:lnTo>
                  <a:pt x="737108" y="759333"/>
                </a:lnTo>
                <a:lnTo>
                  <a:pt x="709168" y="785368"/>
                </a:lnTo>
                <a:lnTo>
                  <a:pt x="771433" y="785368"/>
                </a:lnTo>
                <a:lnTo>
                  <a:pt x="751967" y="719455"/>
                </a:lnTo>
                <a:close/>
              </a:path>
              <a:path w="788670" h="842010">
                <a:moveTo>
                  <a:pt x="27940" y="0"/>
                </a:moveTo>
                <a:lnTo>
                  <a:pt x="0" y="25908"/>
                </a:lnTo>
                <a:lnTo>
                  <a:pt x="696206" y="771487"/>
                </a:lnTo>
                <a:lnTo>
                  <a:pt x="724126" y="745433"/>
                </a:lnTo>
                <a:lnTo>
                  <a:pt x="279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234053" y="1692401"/>
            <a:ext cx="372110" cy="897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14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5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6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5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4156075" y="2817698"/>
            <a:ext cx="294640" cy="1122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150113" y="0"/>
                </a:moveTo>
                <a:lnTo>
                  <a:pt x="110198" y="7923"/>
                </a:lnTo>
                <a:lnTo>
                  <a:pt x="74337" y="30282"/>
                </a:lnTo>
                <a:lnTo>
                  <a:pt x="43957" y="64960"/>
                </a:lnTo>
                <a:lnTo>
                  <a:pt x="20489" y="109840"/>
                </a:lnTo>
                <a:lnTo>
                  <a:pt x="5360" y="162806"/>
                </a:lnTo>
                <a:lnTo>
                  <a:pt x="0" y="221741"/>
                </a:lnTo>
                <a:lnTo>
                  <a:pt x="5360" y="280677"/>
                </a:lnTo>
                <a:lnTo>
                  <a:pt x="20489" y="333643"/>
                </a:lnTo>
                <a:lnTo>
                  <a:pt x="43957" y="378523"/>
                </a:lnTo>
                <a:lnTo>
                  <a:pt x="74337" y="413201"/>
                </a:lnTo>
                <a:lnTo>
                  <a:pt x="110198" y="435560"/>
                </a:lnTo>
                <a:lnTo>
                  <a:pt x="150113" y="443484"/>
                </a:lnTo>
                <a:lnTo>
                  <a:pt x="190029" y="435560"/>
                </a:lnTo>
                <a:lnTo>
                  <a:pt x="225890" y="413201"/>
                </a:lnTo>
                <a:lnTo>
                  <a:pt x="256270" y="378523"/>
                </a:lnTo>
                <a:lnTo>
                  <a:pt x="279738" y="333643"/>
                </a:lnTo>
                <a:lnTo>
                  <a:pt x="294867" y="280677"/>
                </a:lnTo>
                <a:lnTo>
                  <a:pt x="300227" y="221741"/>
                </a:lnTo>
                <a:lnTo>
                  <a:pt x="294867" y="162806"/>
                </a:lnTo>
                <a:lnTo>
                  <a:pt x="279738" y="109840"/>
                </a:lnTo>
                <a:lnTo>
                  <a:pt x="256270" y="64960"/>
                </a:lnTo>
                <a:lnTo>
                  <a:pt x="225890" y="30282"/>
                </a:lnTo>
                <a:lnTo>
                  <a:pt x="190029" y="7923"/>
                </a:lnTo>
                <a:lnTo>
                  <a:pt x="150113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0" y="221741"/>
                </a:moveTo>
                <a:lnTo>
                  <a:pt x="5360" y="162806"/>
                </a:lnTo>
                <a:lnTo>
                  <a:pt x="20489" y="109840"/>
                </a:lnTo>
                <a:lnTo>
                  <a:pt x="43957" y="64960"/>
                </a:lnTo>
                <a:lnTo>
                  <a:pt x="74337" y="30282"/>
                </a:lnTo>
                <a:lnTo>
                  <a:pt x="110198" y="7923"/>
                </a:lnTo>
                <a:lnTo>
                  <a:pt x="150113" y="0"/>
                </a:lnTo>
                <a:lnTo>
                  <a:pt x="190029" y="7923"/>
                </a:lnTo>
                <a:lnTo>
                  <a:pt x="225890" y="30282"/>
                </a:lnTo>
                <a:lnTo>
                  <a:pt x="256270" y="64960"/>
                </a:lnTo>
                <a:lnTo>
                  <a:pt x="279738" y="109840"/>
                </a:lnTo>
                <a:lnTo>
                  <a:pt x="294867" y="162806"/>
                </a:lnTo>
                <a:lnTo>
                  <a:pt x="300227" y="221741"/>
                </a:lnTo>
                <a:lnTo>
                  <a:pt x="294867" y="280677"/>
                </a:lnTo>
                <a:lnTo>
                  <a:pt x="279738" y="333643"/>
                </a:lnTo>
                <a:lnTo>
                  <a:pt x="256270" y="378523"/>
                </a:lnTo>
                <a:lnTo>
                  <a:pt x="225890" y="413201"/>
                </a:lnTo>
                <a:lnTo>
                  <a:pt x="190029" y="435560"/>
                </a:lnTo>
                <a:lnTo>
                  <a:pt x="150113" y="443484"/>
                </a:lnTo>
                <a:lnTo>
                  <a:pt x="110198" y="435560"/>
                </a:lnTo>
                <a:lnTo>
                  <a:pt x="74337" y="413201"/>
                </a:lnTo>
                <a:lnTo>
                  <a:pt x="43957" y="378523"/>
                </a:lnTo>
                <a:lnTo>
                  <a:pt x="20489" y="333643"/>
                </a:lnTo>
                <a:lnTo>
                  <a:pt x="536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648957" y="21322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5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5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5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5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8184642" y="21703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3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3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3084702" y="4993081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150114" y="0"/>
                </a:moveTo>
                <a:lnTo>
                  <a:pt x="110198" y="7944"/>
                </a:lnTo>
                <a:lnTo>
                  <a:pt x="74337" y="30367"/>
                </a:lnTo>
                <a:lnTo>
                  <a:pt x="43957" y="65151"/>
                </a:lnTo>
                <a:lnTo>
                  <a:pt x="20489" y="110179"/>
                </a:lnTo>
                <a:lnTo>
                  <a:pt x="5360" y="163336"/>
                </a:lnTo>
                <a:lnTo>
                  <a:pt x="0" y="222504"/>
                </a:lnTo>
                <a:lnTo>
                  <a:pt x="5360" y="281671"/>
                </a:lnTo>
                <a:lnTo>
                  <a:pt x="20489" y="334828"/>
                </a:lnTo>
                <a:lnTo>
                  <a:pt x="43957" y="379857"/>
                </a:lnTo>
                <a:lnTo>
                  <a:pt x="74337" y="414640"/>
                </a:lnTo>
                <a:lnTo>
                  <a:pt x="110198" y="437063"/>
                </a:lnTo>
                <a:lnTo>
                  <a:pt x="150114" y="445008"/>
                </a:lnTo>
                <a:lnTo>
                  <a:pt x="190029" y="437063"/>
                </a:lnTo>
                <a:lnTo>
                  <a:pt x="225890" y="414640"/>
                </a:lnTo>
                <a:lnTo>
                  <a:pt x="256270" y="379857"/>
                </a:lnTo>
                <a:lnTo>
                  <a:pt x="279738" y="334828"/>
                </a:lnTo>
                <a:lnTo>
                  <a:pt x="294867" y="281671"/>
                </a:lnTo>
                <a:lnTo>
                  <a:pt x="300227" y="222504"/>
                </a:lnTo>
                <a:lnTo>
                  <a:pt x="294867" y="163336"/>
                </a:lnTo>
                <a:lnTo>
                  <a:pt x="279738" y="110179"/>
                </a:lnTo>
                <a:lnTo>
                  <a:pt x="256270" y="65151"/>
                </a:lnTo>
                <a:lnTo>
                  <a:pt x="225890" y="30367"/>
                </a:lnTo>
                <a:lnTo>
                  <a:pt x="190029" y="7944"/>
                </a:lnTo>
                <a:lnTo>
                  <a:pt x="150114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0" y="222504"/>
                </a:moveTo>
                <a:lnTo>
                  <a:pt x="5360" y="163336"/>
                </a:lnTo>
                <a:lnTo>
                  <a:pt x="20489" y="110179"/>
                </a:lnTo>
                <a:lnTo>
                  <a:pt x="43957" y="65151"/>
                </a:lnTo>
                <a:lnTo>
                  <a:pt x="74337" y="30367"/>
                </a:lnTo>
                <a:lnTo>
                  <a:pt x="110198" y="7944"/>
                </a:lnTo>
                <a:lnTo>
                  <a:pt x="150114" y="0"/>
                </a:lnTo>
                <a:lnTo>
                  <a:pt x="190029" y="7944"/>
                </a:lnTo>
                <a:lnTo>
                  <a:pt x="225890" y="30367"/>
                </a:lnTo>
                <a:lnTo>
                  <a:pt x="256270" y="65150"/>
                </a:lnTo>
                <a:lnTo>
                  <a:pt x="279738" y="110179"/>
                </a:lnTo>
                <a:lnTo>
                  <a:pt x="294867" y="163336"/>
                </a:lnTo>
                <a:lnTo>
                  <a:pt x="300227" y="222504"/>
                </a:lnTo>
                <a:lnTo>
                  <a:pt x="294867" y="281671"/>
                </a:lnTo>
                <a:lnTo>
                  <a:pt x="279738" y="334828"/>
                </a:lnTo>
                <a:lnTo>
                  <a:pt x="256270" y="379857"/>
                </a:lnTo>
                <a:lnTo>
                  <a:pt x="225890" y="414640"/>
                </a:lnTo>
                <a:lnTo>
                  <a:pt x="190029" y="437063"/>
                </a:lnTo>
                <a:lnTo>
                  <a:pt x="150114" y="445008"/>
                </a:lnTo>
                <a:lnTo>
                  <a:pt x="110198" y="437063"/>
                </a:lnTo>
                <a:lnTo>
                  <a:pt x="74337" y="414640"/>
                </a:lnTo>
                <a:lnTo>
                  <a:pt x="43957" y="379857"/>
                </a:lnTo>
                <a:lnTo>
                  <a:pt x="20489" y="334828"/>
                </a:lnTo>
                <a:lnTo>
                  <a:pt x="5360" y="281671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7676515" y="283083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150875" y="0"/>
                </a:moveTo>
                <a:lnTo>
                  <a:pt x="110772" y="7948"/>
                </a:lnTo>
                <a:lnTo>
                  <a:pt x="74732" y="30378"/>
                </a:lnTo>
                <a:lnTo>
                  <a:pt x="44196" y="65170"/>
                </a:lnTo>
                <a:lnTo>
                  <a:pt x="20602" y="110202"/>
                </a:lnTo>
                <a:lnTo>
                  <a:pt x="5390" y="163353"/>
                </a:lnTo>
                <a:lnTo>
                  <a:pt x="0" y="222504"/>
                </a:lnTo>
                <a:lnTo>
                  <a:pt x="5390" y="281654"/>
                </a:lnTo>
                <a:lnTo>
                  <a:pt x="20602" y="334805"/>
                </a:lnTo>
                <a:lnTo>
                  <a:pt x="44196" y="379837"/>
                </a:lnTo>
                <a:lnTo>
                  <a:pt x="74732" y="414629"/>
                </a:lnTo>
                <a:lnTo>
                  <a:pt x="110772" y="437059"/>
                </a:lnTo>
                <a:lnTo>
                  <a:pt x="150875" y="445008"/>
                </a:lnTo>
                <a:lnTo>
                  <a:pt x="190979" y="437059"/>
                </a:lnTo>
                <a:lnTo>
                  <a:pt x="227019" y="414629"/>
                </a:lnTo>
                <a:lnTo>
                  <a:pt x="257555" y="379837"/>
                </a:lnTo>
                <a:lnTo>
                  <a:pt x="281149" y="334805"/>
                </a:lnTo>
                <a:lnTo>
                  <a:pt x="296361" y="281654"/>
                </a:lnTo>
                <a:lnTo>
                  <a:pt x="301752" y="222504"/>
                </a:lnTo>
                <a:lnTo>
                  <a:pt x="296361" y="163353"/>
                </a:lnTo>
                <a:lnTo>
                  <a:pt x="281149" y="110202"/>
                </a:lnTo>
                <a:lnTo>
                  <a:pt x="257555" y="65170"/>
                </a:lnTo>
                <a:lnTo>
                  <a:pt x="227019" y="30378"/>
                </a:lnTo>
                <a:lnTo>
                  <a:pt x="190979" y="7948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0" y="222504"/>
                </a:moveTo>
                <a:lnTo>
                  <a:pt x="5390" y="163353"/>
                </a:lnTo>
                <a:lnTo>
                  <a:pt x="20602" y="110202"/>
                </a:lnTo>
                <a:lnTo>
                  <a:pt x="44196" y="65170"/>
                </a:lnTo>
                <a:lnTo>
                  <a:pt x="74732" y="30378"/>
                </a:lnTo>
                <a:lnTo>
                  <a:pt x="110772" y="7948"/>
                </a:lnTo>
                <a:lnTo>
                  <a:pt x="150875" y="0"/>
                </a:lnTo>
                <a:lnTo>
                  <a:pt x="190979" y="7948"/>
                </a:lnTo>
                <a:lnTo>
                  <a:pt x="227019" y="30378"/>
                </a:lnTo>
                <a:lnTo>
                  <a:pt x="257555" y="65170"/>
                </a:lnTo>
                <a:lnTo>
                  <a:pt x="281149" y="110202"/>
                </a:lnTo>
                <a:lnTo>
                  <a:pt x="296361" y="163353"/>
                </a:lnTo>
                <a:lnTo>
                  <a:pt x="301752" y="222504"/>
                </a:lnTo>
                <a:lnTo>
                  <a:pt x="296361" y="281654"/>
                </a:lnTo>
                <a:lnTo>
                  <a:pt x="281149" y="334805"/>
                </a:lnTo>
                <a:lnTo>
                  <a:pt x="257555" y="379837"/>
                </a:lnTo>
                <a:lnTo>
                  <a:pt x="227019" y="414629"/>
                </a:lnTo>
                <a:lnTo>
                  <a:pt x="190979" y="437059"/>
                </a:lnTo>
                <a:lnTo>
                  <a:pt x="150875" y="445008"/>
                </a:lnTo>
                <a:lnTo>
                  <a:pt x="110772" y="437059"/>
                </a:lnTo>
                <a:lnTo>
                  <a:pt x="74732" y="414629"/>
                </a:lnTo>
                <a:lnTo>
                  <a:pt x="44196" y="379837"/>
                </a:lnTo>
                <a:lnTo>
                  <a:pt x="20602" y="334805"/>
                </a:lnTo>
                <a:lnTo>
                  <a:pt x="5390" y="281654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1652397" y="630184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60601" y="26923"/>
            <a:ext cx="5814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0240" y="726440"/>
            <a:ext cx="609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600">
                <a:solidFill>
                  <a:srgbClr val="FFFF00"/>
                </a:solidFill>
                <a:latin typeface="Times New Roman"/>
                <a:cs typeface="Times New Roman"/>
              </a:rPr>
              <a:t>3: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282039"/>
            <a:ext cx="8345170" cy="485457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12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处于状态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时，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望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面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入符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为运</a:t>
            </a:r>
            <a:endParaRPr sz="3200">
              <a:latin typeface="宋体"/>
              <a:cs typeface="宋体"/>
            </a:endParaRPr>
          </a:p>
          <a:p>
            <a:pPr marL="623570">
              <a:lnSpc>
                <a:spcPts val="3454"/>
              </a:lnSpc>
              <a:spcBef>
                <a:spcPts val="115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算符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或“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1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3200" spc="-6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但遇到</a:t>
            </a:r>
            <a:r>
              <a:rPr dirty="0" sz="3200" spc="-6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spc="-6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1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3200" spc="1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200" spc="-6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1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”时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3454"/>
              </a:lnSpc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endParaRPr sz="3200">
              <a:latin typeface="宋体"/>
              <a:cs typeface="宋体"/>
            </a:endParaRPr>
          </a:p>
          <a:p>
            <a:pPr marL="622300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e3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155"/>
              </a:spcBef>
            </a:pPr>
            <a:r>
              <a:rPr dirty="0" u="heavy" sz="3200" spc="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e3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功能：</a:t>
            </a:r>
            <a:endParaRPr sz="3200">
              <a:latin typeface="宋体"/>
              <a:cs typeface="宋体"/>
            </a:endParaRPr>
          </a:p>
          <a:p>
            <a:pPr marL="724535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将假设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入栈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99FFCC"/>
                </a:solidFill>
                <a:latin typeface="Times New Roman"/>
                <a:cs typeface="Times New Roman"/>
              </a:rPr>
              <a:t>(P++)</a:t>
            </a:r>
            <a:r>
              <a:rPr dirty="0" sz="3200" spc="-1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622300" marR="5264785" indent="-508000">
              <a:lnSpc>
                <a:spcPts val="4990"/>
              </a:lnSpc>
              <a:spcBef>
                <a:spcPts val="359"/>
              </a:spcBef>
            </a:pPr>
            <a:r>
              <a:rPr dirty="0" u="heavy" sz="3200" spc="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e3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出错信息：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缺少运算符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5498" y="719455"/>
            <a:ext cx="39014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G(E)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82524" y="1391411"/>
          <a:ext cx="8462010" cy="453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225"/>
                <a:gridCol w="86994"/>
                <a:gridCol w="1002665"/>
                <a:gridCol w="85089"/>
                <a:gridCol w="1002664"/>
                <a:gridCol w="85089"/>
                <a:gridCol w="1000760"/>
                <a:gridCol w="85089"/>
                <a:gridCol w="1003935"/>
                <a:gridCol w="85089"/>
                <a:gridCol w="1000760"/>
                <a:gridCol w="86360"/>
                <a:gridCol w="1003300"/>
                <a:gridCol w="85725"/>
                <a:gridCol w="875665"/>
              </a:tblGrid>
              <a:tr h="353567">
                <a:tc rowSpan="2"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356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gridSpan="12">
                  <a:txBody>
                    <a:bodyPr/>
                    <a:lstStyle/>
                    <a:p>
                      <a:pPr marL="503555">
                        <a:lnSpc>
                          <a:spcPts val="2640"/>
                        </a:lnSpc>
                        <a:tabLst>
                          <a:tab pos="1502410" algn="l"/>
                          <a:tab pos="2667000" algn="l"/>
                          <a:tab pos="3733165" algn="l"/>
                          <a:tab pos="4824730" algn="l"/>
                          <a:tab pos="591629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	+	*	(	)	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6427">
                <a:tc>
                  <a:txBody>
                    <a:bodyPr/>
                    <a:lstStyle/>
                    <a:p>
                      <a:pPr marL="381000">
                        <a:lnSpc>
                          <a:spcPts val="258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6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0355">
                        <a:lnSpc>
                          <a:spcPts val="278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30"/>
                        </a:lnSpc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7505">
                        <a:lnSpc>
                          <a:spcPts val="263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2900">
                        <a:lnSpc>
                          <a:spcPts val="278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spcBef>
                          <a:spcPts val="2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40360">
                        <a:lnSpc>
                          <a:spcPts val="289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21310">
                        <a:lnSpc>
                          <a:spcPts val="2890"/>
                        </a:lnSpc>
                      </a:pPr>
                      <a:r>
                        <a:rPr dirty="0" sz="2800" spc="-10" b="1">
                          <a:latin typeface="Times New Roman"/>
                          <a:cs typeface="Times New Roman"/>
                        </a:rPr>
                        <a:t>e3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ts val="267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80035">
                        <a:lnSpc>
                          <a:spcPts val="2580"/>
                        </a:lnSpc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1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19405">
                        <a:lnSpc>
                          <a:spcPts val="281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4970">
                        <a:lnSpc>
                          <a:spcPts val="26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ts val="26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61950">
                        <a:lnSpc>
                          <a:spcPts val="2810"/>
                        </a:lnSpc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spcBef>
                          <a:spcPts val="2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2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60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28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70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5605">
                        <a:lnSpc>
                          <a:spcPts val="270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5080">
                        <a:lnSpc>
                          <a:spcPts val="28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30"/>
                        </a:lnSpc>
                        <a:spcBef>
                          <a:spcPts val="254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2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272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57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5605">
                        <a:lnSpc>
                          <a:spcPts val="257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5080">
                        <a:lnSpc>
                          <a:spcPts val="272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865"/>
                        </a:lnSpc>
                        <a:spcBef>
                          <a:spcPts val="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>
                  <a:txBody>
                    <a:bodyPr/>
                    <a:lstStyle/>
                    <a:p>
                      <a:pPr marL="381000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59410">
                        <a:lnSpc>
                          <a:spcPts val="273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0360">
                        <a:lnSpc>
                          <a:spcPts val="2730"/>
                        </a:lnSpc>
                      </a:pPr>
                      <a:r>
                        <a:rPr dirty="0" sz="2800" spc="-15" b="1">
                          <a:latin typeface="Times New Roman"/>
                          <a:cs typeface="Times New Roman"/>
                        </a:rPr>
                        <a:t>e3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3379">
                <a:tc>
                  <a:txBody>
                    <a:bodyPr/>
                    <a:lstStyle/>
                    <a:p>
                      <a:pPr marL="381000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6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75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6">
                <a:tc>
                  <a:txBody>
                    <a:bodyPr/>
                    <a:lstStyle/>
                    <a:p>
                      <a:pPr marL="381000">
                        <a:lnSpc>
                          <a:spcPts val="28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54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54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54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39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209">
                        <a:lnSpc>
                          <a:spcPts val="254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5572">
                <a:tc>
                  <a:txBody>
                    <a:bodyPr/>
                    <a:lstStyle/>
                    <a:p>
                      <a:pPr marL="381000">
                        <a:lnSpc>
                          <a:spcPts val="286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ts val="223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857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6990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ts val="23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20620" y="26923"/>
            <a:ext cx="55581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语法分</a:t>
            </a:r>
            <a:r>
              <a:rPr dirty="0" sz="2000" spc="-5">
                <a:solidFill>
                  <a:srgbClr val="A15100"/>
                </a:solidFill>
              </a:rPr>
              <a:t>析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分析对二义文法的应用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20620" y="26923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226" y="26923"/>
            <a:ext cx="338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5.8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1" y="472440"/>
            <a:ext cx="4724400" cy="441959"/>
          </a:xfrm>
          <a:custGeom>
            <a:avLst/>
            <a:gdLst/>
            <a:ahLst/>
            <a:cxnLst/>
            <a:rect l="l" t="t" r="r" b="b"/>
            <a:pathLst>
              <a:path w="4724400" h="441959">
                <a:moveTo>
                  <a:pt x="0" y="441960"/>
                </a:moveTo>
                <a:lnTo>
                  <a:pt x="4724400" y="441960"/>
                </a:lnTo>
                <a:lnTo>
                  <a:pt x="4724400" y="0"/>
                </a:lnTo>
                <a:lnTo>
                  <a:pt x="0" y="0"/>
                </a:lnTo>
                <a:lnTo>
                  <a:pt x="0" y="441960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067" y="449021"/>
            <a:ext cx="30981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000000"/>
                </a:solidFill>
              </a:rPr>
              <a:t>关于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LR(0)</a:t>
            </a:r>
            <a:r>
              <a:rPr dirty="0" sz="3200" spc="-5">
                <a:solidFill>
                  <a:srgbClr val="000000"/>
                </a:solidFill>
              </a:rPr>
              <a:t>的</a:t>
            </a:r>
            <a:r>
              <a:rPr dirty="0" sz="3200" spc="-80">
                <a:solidFill>
                  <a:srgbClr val="000000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561" y="1232153"/>
            <a:ext cx="1612900" cy="1815464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87655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1373" y="1232153"/>
            <a:ext cx="1562100" cy="112014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0465" y="3027426"/>
            <a:ext cx="1562100" cy="1815464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90805" marR="236854">
              <a:lnSpc>
                <a:spcPct val="95000"/>
              </a:lnSpc>
              <a:spcBef>
                <a:spcPts val="15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3865" y="634745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60"/>
                </a:moveTo>
                <a:lnTo>
                  <a:pt x="1562099" y="1813560"/>
                </a:lnTo>
                <a:lnTo>
                  <a:pt x="1562099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02478" y="621538"/>
            <a:ext cx="1251585" cy="17818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4357" y="3355085"/>
            <a:ext cx="1473835" cy="10642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algn="just" marL="91440" marR="147955">
              <a:lnSpc>
                <a:spcPct val="87500"/>
              </a:lnSpc>
              <a:spcBef>
                <a:spcPts val="36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5754" y="1078230"/>
            <a:ext cx="1473835" cy="112014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algn="just" marL="92075" marR="147320">
              <a:lnSpc>
                <a:spcPct val="95000"/>
              </a:lnSpc>
              <a:spcBef>
                <a:spcPts val="14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50057" y="3623309"/>
            <a:ext cx="1130935" cy="42418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5561" y="3720846"/>
            <a:ext cx="1562100" cy="1813560"/>
          </a:xfrm>
          <a:custGeom>
            <a:avLst/>
            <a:gdLst/>
            <a:ahLst/>
            <a:cxnLst/>
            <a:rect l="l" t="t" r="r" b="b"/>
            <a:pathLst>
              <a:path w="1562100" h="1813560">
                <a:moveTo>
                  <a:pt x="0" y="1813559"/>
                </a:moveTo>
                <a:lnTo>
                  <a:pt x="1562100" y="1813559"/>
                </a:lnTo>
                <a:lnTo>
                  <a:pt x="1562100" y="0"/>
                </a:lnTo>
                <a:lnTo>
                  <a:pt x="0" y="0"/>
                </a:lnTo>
                <a:lnTo>
                  <a:pt x="0" y="181355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05561" y="3720846"/>
            <a:ext cx="1562100" cy="181356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90170" marR="237490">
              <a:lnSpc>
                <a:spcPct val="95000"/>
              </a:lnSpc>
              <a:spcBef>
                <a:spcPts val="1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07157" y="5534405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40">
                <a:moveTo>
                  <a:pt x="0" y="1120140"/>
                </a:moveTo>
                <a:lnTo>
                  <a:pt x="1562099" y="1120140"/>
                </a:lnTo>
                <a:lnTo>
                  <a:pt x="1562099" y="0"/>
                </a:lnTo>
                <a:lnTo>
                  <a:pt x="0" y="0"/>
                </a:lnTo>
                <a:lnTo>
                  <a:pt x="0" y="112014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07157" y="5534405"/>
            <a:ext cx="1562100" cy="1120140"/>
          </a:xfrm>
          <a:custGeom>
            <a:avLst/>
            <a:gdLst/>
            <a:ahLst/>
            <a:cxnLst/>
            <a:rect l="l" t="t" r="r" b="b"/>
            <a:pathLst>
              <a:path w="1562100" h="1120140">
                <a:moveTo>
                  <a:pt x="0" y="1120140"/>
                </a:moveTo>
                <a:lnTo>
                  <a:pt x="1562099" y="1120140"/>
                </a:lnTo>
                <a:lnTo>
                  <a:pt x="1562099" y="0"/>
                </a:lnTo>
                <a:lnTo>
                  <a:pt x="0" y="0"/>
                </a:lnTo>
                <a:lnTo>
                  <a:pt x="0" y="112014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85770" y="5522772"/>
            <a:ext cx="1251585" cy="10871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4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5561" y="6011417"/>
            <a:ext cx="1371600" cy="424180"/>
          </a:xfrm>
          <a:custGeom>
            <a:avLst/>
            <a:gdLst/>
            <a:ahLst/>
            <a:cxnLst/>
            <a:rect l="l" t="t" r="r" b="b"/>
            <a:pathLst>
              <a:path w="1371600" h="424179">
                <a:moveTo>
                  <a:pt x="0" y="423671"/>
                </a:moveTo>
                <a:lnTo>
                  <a:pt x="1371600" y="423671"/>
                </a:lnTo>
                <a:lnTo>
                  <a:pt x="1371600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3540" y="5999479"/>
            <a:ext cx="1077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7954" y="1493519"/>
            <a:ext cx="693420" cy="114300"/>
          </a:xfrm>
          <a:custGeom>
            <a:avLst/>
            <a:gdLst/>
            <a:ahLst/>
            <a:cxnLst/>
            <a:rect l="l" t="t" r="r" b="b"/>
            <a:pathLst>
              <a:path w="693419" h="114300">
                <a:moveTo>
                  <a:pt x="579119" y="0"/>
                </a:moveTo>
                <a:lnTo>
                  <a:pt x="579119" y="114300"/>
                </a:lnTo>
                <a:lnTo>
                  <a:pt x="655319" y="76200"/>
                </a:lnTo>
                <a:lnTo>
                  <a:pt x="598169" y="76200"/>
                </a:lnTo>
                <a:lnTo>
                  <a:pt x="598169" y="38100"/>
                </a:lnTo>
                <a:lnTo>
                  <a:pt x="655319" y="38100"/>
                </a:lnTo>
                <a:lnTo>
                  <a:pt x="579119" y="0"/>
                </a:lnTo>
                <a:close/>
              </a:path>
              <a:path w="693419" h="114300">
                <a:moveTo>
                  <a:pt x="5791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9119" y="76200"/>
                </a:lnTo>
                <a:lnTo>
                  <a:pt x="579119" y="38100"/>
                </a:lnTo>
                <a:close/>
              </a:path>
              <a:path w="693419" h="114300">
                <a:moveTo>
                  <a:pt x="655319" y="38100"/>
                </a:moveTo>
                <a:lnTo>
                  <a:pt x="598169" y="38100"/>
                </a:lnTo>
                <a:lnTo>
                  <a:pt x="598169" y="76200"/>
                </a:lnTo>
                <a:lnTo>
                  <a:pt x="655319" y="76200"/>
                </a:lnTo>
                <a:lnTo>
                  <a:pt x="693419" y="57150"/>
                </a:lnTo>
                <a:lnTo>
                  <a:pt x="65531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0119" y="3047238"/>
            <a:ext cx="114300" cy="672465"/>
          </a:xfrm>
          <a:custGeom>
            <a:avLst/>
            <a:gdLst/>
            <a:ahLst/>
            <a:cxnLst/>
            <a:rect l="l" t="t" r="r" b="b"/>
            <a:pathLst>
              <a:path w="114300" h="672464">
                <a:moveTo>
                  <a:pt x="38100" y="557784"/>
                </a:moveTo>
                <a:lnTo>
                  <a:pt x="0" y="557784"/>
                </a:lnTo>
                <a:lnTo>
                  <a:pt x="57150" y="672084"/>
                </a:lnTo>
                <a:lnTo>
                  <a:pt x="104775" y="576834"/>
                </a:lnTo>
                <a:lnTo>
                  <a:pt x="38100" y="576834"/>
                </a:lnTo>
                <a:lnTo>
                  <a:pt x="38100" y="557784"/>
                </a:lnTo>
                <a:close/>
              </a:path>
              <a:path w="114300" h="672464">
                <a:moveTo>
                  <a:pt x="76200" y="0"/>
                </a:moveTo>
                <a:lnTo>
                  <a:pt x="38100" y="0"/>
                </a:lnTo>
                <a:lnTo>
                  <a:pt x="38100" y="576834"/>
                </a:lnTo>
                <a:lnTo>
                  <a:pt x="76200" y="576834"/>
                </a:lnTo>
                <a:lnTo>
                  <a:pt x="76200" y="0"/>
                </a:lnTo>
                <a:close/>
              </a:path>
              <a:path w="114300" h="672464">
                <a:moveTo>
                  <a:pt x="114300" y="557784"/>
                </a:moveTo>
                <a:lnTo>
                  <a:pt x="76200" y="557784"/>
                </a:lnTo>
                <a:lnTo>
                  <a:pt x="76200" y="576834"/>
                </a:lnTo>
                <a:lnTo>
                  <a:pt x="104775" y="576834"/>
                </a:lnTo>
                <a:lnTo>
                  <a:pt x="114300" y="55778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94943" y="30716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73473" y="1534667"/>
            <a:ext cx="850900" cy="114300"/>
          </a:xfrm>
          <a:custGeom>
            <a:avLst/>
            <a:gdLst/>
            <a:ahLst/>
            <a:cxnLst/>
            <a:rect l="l" t="t" r="r" b="b"/>
            <a:pathLst>
              <a:path w="850900" h="114300">
                <a:moveTo>
                  <a:pt x="736091" y="0"/>
                </a:moveTo>
                <a:lnTo>
                  <a:pt x="736091" y="114300"/>
                </a:lnTo>
                <a:lnTo>
                  <a:pt x="812291" y="76200"/>
                </a:lnTo>
                <a:lnTo>
                  <a:pt x="755141" y="76200"/>
                </a:lnTo>
                <a:lnTo>
                  <a:pt x="755141" y="38100"/>
                </a:lnTo>
                <a:lnTo>
                  <a:pt x="812291" y="38100"/>
                </a:lnTo>
                <a:lnTo>
                  <a:pt x="736091" y="0"/>
                </a:lnTo>
                <a:close/>
              </a:path>
              <a:path w="850900" h="114300">
                <a:moveTo>
                  <a:pt x="7360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6091" y="76200"/>
                </a:lnTo>
                <a:lnTo>
                  <a:pt x="736091" y="38100"/>
                </a:lnTo>
                <a:close/>
              </a:path>
              <a:path w="850900" h="114300">
                <a:moveTo>
                  <a:pt x="812291" y="38100"/>
                </a:moveTo>
                <a:lnTo>
                  <a:pt x="755141" y="38100"/>
                </a:lnTo>
                <a:lnTo>
                  <a:pt x="755141" y="76200"/>
                </a:lnTo>
                <a:lnTo>
                  <a:pt x="812291" y="76200"/>
                </a:lnTo>
                <a:lnTo>
                  <a:pt x="850391" y="57150"/>
                </a:lnTo>
                <a:lnTo>
                  <a:pt x="8122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149597" y="5296306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65650" y="116682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98157" y="1478280"/>
            <a:ext cx="577850" cy="114300"/>
          </a:xfrm>
          <a:custGeom>
            <a:avLst/>
            <a:gdLst/>
            <a:ahLst/>
            <a:cxnLst/>
            <a:rect l="l" t="t" r="r" b="b"/>
            <a:pathLst>
              <a:path w="577850" h="114300">
                <a:moveTo>
                  <a:pt x="463296" y="0"/>
                </a:moveTo>
                <a:lnTo>
                  <a:pt x="463296" y="114300"/>
                </a:lnTo>
                <a:lnTo>
                  <a:pt x="539496" y="76200"/>
                </a:lnTo>
                <a:lnTo>
                  <a:pt x="482346" y="76200"/>
                </a:lnTo>
                <a:lnTo>
                  <a:pt x="482346" y="38100"/>
                </a:lnTo>
                <a:lnTo>
                  <a:pt x="539496" y="38100"/>
                </a:lnTo>
                <a:lnTo>
                  <a:pt x="463296" y="0"/>
                </a:lnTo>
                <a:close/>
              </a:path>
              <a:path w="577850" h="114300">
                <a:moveTo>
                  <a:pt x="4632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3296" y="76200"/>
                </a:lnTo>
                <a:lnTo>
                  <a:pt x="463296" y="38100"/>
                </a:lnTo>
                <a:close/>
              </a:path>
              <a:path w="577850" h="114300">
                <a:moveTo>
                  <a:pt x="539496" y="38100"/>
                </a:moveTo>
                <a:lnTo>
                  <a:pt x="482346" y="38100"/>
                </a:lnTo>
                <a:lnTo>
                  <a:pt x="482346" y="76200"/>
                </a:lnTo>
                <a:lnTo>
                  <a:pt x="539496" y="76200"/>
                </a:lnTo>
                <a:lnTo>
                  <a:pt x="577596" y="57150"/>
                </a:lnTo>
                <a:lnTo>
                  <a:pt x="5394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753606" y="117424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98157" y="1822704"/>
            <a:ext cx="565785" cy="114300"/>
          </a:xfrm>
          <a:custGeom>
            <a:avLst/>
            <a:gdLst/>
            <a:ahLst/>
            <a:cxnLst/>
            <a:rect l="l" t="t" r="r" b="b"/>
            <a:pathLst>
              <a:path w="565784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65784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65784" h="114300">
                <a:moveTo>
                  <a:pt x="565403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65403" y="76200"/>
                </a:lnTo>
                <a:lnTo>
                  <a:pt x="5654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702932" y="1740535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75628" y="3151632"/>
            <a:ext cx="313690" cy="118491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68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52031" y="279514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宋体"/>
                <a:cs typeface="宋体"/>
              </a:rPr>
              <a:t>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77161" y="6164579"/>
            <a:ext cx="730250" cy="114300"/>
          </a:xfrm>
          <a:custGeom>
            <a:avLst/>
            <a:gdLst/>
            <a:ahLst/>
            <a:cxnLst/>
            <a:rect l="l" t="t" r="r" b="b"/>
            <a:pathLst>
              <a:path w="73025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3025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30250" h="114300">
                <a:moveTo>
                  <a:pt x="72999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29995" y="76200"/>
                </a:lnTo>
                <a:lnTo>
                  <a:pt x="7299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910842" y="5737047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32610" y="5270753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 h="0">
                <a:moveTo>
                  <a:pt x="0" y="0"/>
                </a:moveTo>
                <a:lnTo>
                  <a:pt x="80314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78607" y="5270753"/>
            <a:ext cx="114300" cy="264160"/>
          </a:xfrm>
          <a:custGeom>
            <a:avLst/>
            <a:gdLst/>
            <a:ahLst/>
            <a:cxnLst/>
            <a:rect l="l" t="t" r="r" b="b"/>
            <a:pathLst>
              <a:path w="114300" h="264160">
                <a:moveTo>
                  <a:pt x="38100" y="149352"/>
                </a:moveTo>
                <a:lnTo>
                  <a:pt x="0" y="149352"/>
                </a:lnTo>
                <a:lnTo>
                  <a:pt x="57150" y="263652"/>
                </a:lnTo>
                <a:lnTo>
                  <a:pt x="104775" y="168402"/>
                </a:lnTo>
                <a:lnTo>
                  <a:pt x="38100" y="168402"/>
                </a:lnTo>
                <a:lnTo>
                  <a:pt x="38100" y="149352"/>
                </a:lnTo>
                <a:close/>
              </a:path>
              <a:path w="114300" h="264160">
                <a:moveTo>
                  <a:pt x="76200" y="0"/>
                </a:moveTo>
                <a:lnTo>
                  <a:pt x="38100" y="0"/>
                </a:lnTo>
                <a:lnTo>
                  <a:pt x="38100" y="168402"/>
                </a:lnTo>
                <a:lnTo>
                  <a:pt x="76200" y="168402"/>
                </a:lnTo>
                <a:lnTo>
                  <a:pt x="76200" y="0"/>
                </a:lnTo>
                <a:close/>
              </a:path>
              <a:path w="114300" h="264160">
                <a:moveTo>
                  <a:pt x="114300" y="149352"/>
                </a:moveTo>
                <a:lnTo>
                  <a:pt x="76200" y="149352"/>
                </a:lnTo>
                <a:lnTo>
                  <a:pt x="76200" y="168402"/>
                </a:lnTo>
                <a:lnTo>
                  <a:pt x="104775" y="168402"/>
                </a:lnTo>
                <a:lnTo>
                  <a:pt x="114300" y="1493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123694" y="491045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65311" y="323011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92148" y="3519170"/>
            <a:ext cx="338455" cy="368300"/>
          </a:xfrm>
          <a:custGeom>
            <a:avLst/>
            <a:gdLst/>
            <a:ahLst/>
            <a:cxnLst/>
            <a:rect l="l" t="t" r="r" b="b"/>
            <a:pathLst>
              <a:path w="338455" h="368300">
                <a:moveTo>
                  <a:pt x="168909" y="240156"/>
                </a:moveTo>
                <a:lnTo>
                  <a:pt x="162940" y="367791"/>
                </a:lnTo>
                <a:lnTo>
                  <a:pt x="268604" y="296036"/>
                </a:lnTo>
                <a:lnTo>
                  <a:pt x="264753" y="293877"/>
                </a:lnTo>
                <a:lnTo>
                  <a:pt x="226187" y="293877"/>
                </a:lnTo>
                <a:lnTo>
                  <a:pt x="192785" y="275462"/>
                </a:lnTo>
                <a:lnTo>
                  <a:pt x="202062" y="258739"/>
                </a:lnTo>
                <a:lnTo>
                  <a:pt x="168909" y="240156"/>
                </a:lnTo>
                <a:close/>
              </a:path>
              <a:path w="338455" h="368300">
                <a:moveTo>
                  <a:pt x="202062" y="258739"/>
                </a:moveTo>
                <a:lnTo>
                  <a:pt x="192785" y="275462"/>
                </a:lnTo>
                <a:lnTo>
                  <a:pt x="226187" y="293877"/>
                </a:lnTo>
                <a:lnTo>
                  <a:pt x="235328" y="277385"/>
                </a:lnTo>
                <a:lnTo>
                  <a:pt x="202062" y="258739"/>
                </a:lnTo>
                <a:close/>
              </a:path>
              <a:path w="338455" h="368300">
                <a:moveTo>
                  <a:pt x="235328" y="277385"/>
                </a:moveTo>
                <a:lnTo>
                  <a:pt x="226187" y="293877"/>
                </a:lnTo>
                <a:lnTo>
                  <a:pt x="264753" y="293877"/>
                </a:lnTo>
                <a:lnTo>
                  <a:pt x="235328" y="277385"/>
                </a:lnTo>
                <a:close/>
              </a:path>
              <a:path w="338455" h="368300">
                <a:moveTo>
                  <a:pt x="300235" y="38018"/>
                </a:moveTo>
                <a:lnTo>
                  <a:pt x="299983" y="38028"/>
                </a:lnTo>
                <a:lnTo>
                  <a:pt x="300035" y="38341"/>
                </a:lnTo>
                <a:lnTo>
                  <a:pt x="300156" y="42799"/>
                </a:lnTo>
                <a:lnTo>
                  <a:pt x="290575" y="80137"/>
                </a:lnTo>
                <a:lnTo>
                  <a:pt x="274700" y="118363"/>
                </a:lnTo>
                <a:lnTo>
                  <a:pt x="252602" y="164083"/>
                </a:lnTo>
                <a:lnTo>
                  <a:pt x="225678" y="215645"/>
                </a:lnTo>
                <a:lnTo>
                  <a:pt x="202062" y="258739"/>
                </a:lnTo>
                <a:lnTo>
                  <a:pt x="235328" y="277385"/>
                </a:lnTo>
                <a:lnTo>
                  <a:pt x="259333" y="233552"/>
                </a:lnTo>
                <a:lnTo>
                  <a:pt x="286638" y="181101"/>
                </a:lnTo>
                <a:lnTo>
                  <a:pt x="309625" y="133476"/>
                </a:lnTo>
                <a:lnTo>
                  <a:pt x="326770" y="91820"/>
                </a:lnTo>
                <a:lnTo>
                  <a:pt x="337819" y="49021"/>
                </a:lnTo>
                <a:lnTo>
                  <a:pt x="338211" y="39115"/>
                </a:lnTo>
                <a:lnTo>
                  <a:pt x="303656" y="39115"/>
                </a:lnTo>
                <a:lnTo>
                  <a:pt x="302601" y="38607"/>
                </a:lnTo>
                <a:lnTo>
                  <a:pt x="301867" y="38596"/>
                </a:lnTo>
                <a:lnTo>
                  <a:pt x="301612" y="38353"/>
                </a:lnTo>
                <a:lnTo>
                  <a:pt x="300354" y="38353"/>
                </a:lnTo>
                <a:lnTo>
                  <a:pt x="300235" y="38018"/>
                </a:lnTo>
                <a:close/>
              </a:path>
              <a:path w="338455" h="368300">
                <a:moveTo>
                  <a:pt x="299212" y="0"/>
                </a:moveTo>
                <a:lnTo>
                  <a:pt x="253237" y="12445"/>
                </a:lnTo>
                <a:lnTo>
                  <a:pt x="216281" y="30987"/>
                </a:lnTo>
                <a:lnTo>
                  <a:pt x="174116" y="55879"/>
                </a:lnTo>
                <a:lnTo>
                  <a:pt x="127507" y="85978"/>
                </a:lnTo>
                <a:lnTo>
                  <a:pt x="51943" y="137667"/>
                </a:lnTo>
                <a:lnTo>
                  <a:pt x="0" y="174243"/>
                </a:lnTo>
                <a:lnTo>
                  <a:pt x="21843" y="205485"/>
                </a:lnTo>
                <a:lnTo>
                  <a:pt x="99440" y="151129"/>
                </a:lnTo>
                <a:lnTo>
                  <a:pt x="124459" y="133984"/>
                </a:lnTo>
                <a:lnTo>
                  <a:pt x="172084" y="102234"/>
                </a:lnTo>
                <a:lnTo>
                  <a:pt x="215519" y="75183"/>
                </a:lnTo>
                <a:lnTo>
                  <a:pt x="253237" y="54482"/>
                </a:lnTo>
                <a:lnTo>
                  <a:pt x="288670" y="40004"/>
                </a:lnTo>
                <a:lnTo>
                  <a:pt x="299983" y="38028"/>
                </a:lnTo>
                <a:lnTo>
                  <a:pt x="299764" y="36714"/>
                </a:lnTo>
                <a:lnTo>
                  <a:pt x="299693" y="36526"/>
                </a:lnTo>
                <a:lnTo>
                  <a:pt x="299212" y="36067"/>
                </a:lnTo>
                <a:lnTo>
                  <a:pt x="299542" y="36067"/>
                </a:lnTo>
                <a:lnTo>
                  <a:pt x="298703" y="34670"/>
                </a:lnTo>
                <a:lnTo>
                  <a:pt x="299048" y="34670"/>
                </a:lnTo>
                <a:lnTo>
                  <a:pt x="298957" y="34416"/>
                </a:lnTo>
                <a:lnTo>
                  <a:pt x="337903" y="34416"/>
                </a:lnTo>
                <a:lnTo>
                  <a:pt x="337819" y="33146"/>
                </a:lnTo>
                <a:lnTo>
                  <a:pt x="337057" y="28575"/>
                </a:lnTo>
                <a:lnTo>
                  <a:pt x="336931" y="27431"/>
                </a:lnTo>
                <a:lnTo>
                  <a:pt x="331088" y="14604"/>
                </a:lnTo>
                <a:lnTo>
                  <a:pt x="330200" y="13080"/>
                </a:lnTo>
                <a:lnTo>
                  <a:pt x="329056" y="11810"/>
                </a:lnTo>
                <a:lnTo>
                  <a:pt x="327787" y="10667"/>
                </a:lnTo>
                <a:lnTo>
                  <a:pt x="325119" y="8127"/>
                </a:lnTo>
                <a:lnTo>
                  <a:pt x="323850" y="6984"/>
                </a:lnTo>
                <a:lnTo>
                  <a:pt x="322325" y="5841"/>
                </a:lnTo>
                <a:lnTo>
                  <a:pt x="320675" y="5079"/>
                </a:lnTo>
                <a:lnTo>
                  <a:pt x="317245" y="3428"/>
                </a:lnTo>
                <a:lnTo>
                  <a:pt x="316102" y="2793"/>
                </a:lnTo>
                <a:lnTo>
                  <a:pt x="314959" y="2285"/>
                </a:lnTo>
                <a:lnTo>
                  <a:pt x="313689" y="2031"/>
                </a:lnTo>
                <a:lnTo>
                  <a:pt x="309752" y="1015"/>
                </a:lnTo>
                <a:lnTo>
                  <a:pt x="308737" y="634"/>
                </a:lnTo>
                <a:lnTo>
                  <a:pt x="306450" y="380"/>
                </a:lnTo>
                <a:lnTo>
                  <a:pt x="299212" y="0"/>
                </a:lnTo>
                <a:close/>
              </a:path>
              <a:path w="338455" h="368300">
                <a:moveTo>
                  <a:pt x="302047" y="38341"/>
                </a:moveTo>
                <a:lnTo>
                  <a:pt x="303656" y="39115"/>
                </a:lnTo>
                <a:lnTo>
                  <a:pt x="302899" y="38596"/>
                </a:lnTo>
                <a:lnTo>
                  <a:pt x="302047" y="38341"/>
                </a:lnTo>
                <a:close/>
              </a:path>
              <a:path w="338455" h="368300">
                <a:moveTo>
                  <a:pt x="302899" y="38596"/>
                </a:moveTo>
                <a:lnTo>
                  <a:pt x="303656" y="39115"/>
                </a:lnTo>
                <a:lnTo>
                  <a:pt x="338211" y="39115"/>
                </a:lnTo>
                <a:lnTo>
                  <a:pt x="338194" y="38862"/>
                </a:lnTo>
                <a:lnTo>
                  <a:pt x="303783" y="38862"/>
                </a:lnTo>
                <a:lnTo>
                  <a:pt x="302899" y="38596"/>
                </a:lnTo>
                <a:close/>
              </a:path>
              <a:path w="338455" h="368300">
                <a:moveTo>
                  <a:pt x="302619" y="38404"/>
                </a:moveTo>
                <a:lnTo>
                  <a:pt x="302937" y="38607"/>
                </a:lnTo>
                <a:lnTo>
                  <a:pt x="303783" y="38862"/>
                </a:lnTo>
                <a:lnTo>
                  <a:pt x="302619" y="38404"/>
                </a:lnTo>
                <a:close/>
              </a:path>
              <a:path w="338455" h="368300">
                <a:moveTo>
                  <a:pt x="302261" y="38158"/>
                </a:moveTo>
                <a:lnTo>
                  <a:pt x="302619" y="38404"/>
                </a:lnTo>
                <a:lnTo>
                  <a:pt x="303783" y="38862"/>
                </a:lnTo>
                <a:lnTo>
                  <a:pt x="338194" y="38862"/>
                </a:lnTo>
                <a:lnTo>
                  <a:pt x="338161" y="38353"/>
                </a:lnTo>
                <a:lnTo>
                  <a:pt x="303275" y="38353"/>
                </a:lnTo>
                <a:lnTo>
                  <a:pt x="302261" y="38158"/>
                </a:lnTo>
                <a:close/>
              </a:path>
              <a:path w="338455" h="368300">
                <a:moveTo>
                  <a:pt x="301392" y="38144"/>
                </a:moveTo>
                <a:lnTo>
                  <a:pt x="301878" y="38607"/>
                </a:lnTo>
                <a:lnTo>
                  <a:pt x="301541" y="38189"/>
                </a:lnTo>
                <a:lnTo>
                  <a:pt x="301392" y="38144"/>
                </a:lnTo>
                <a:close/>
              </a:path>
              <a:path w="338455" h="368300">
                <a:moveTo>
                  <a:pt x="301541" y="38189"/>
                </a:moveTo>
                <a:lnTo>
                  <a:pt x="301878" y="38607"/>
                </a:lnTo>
                <a:lnTo>
                  <a:pt x="302601" y="38607"/>
                </a:lnTo>
                <a:lnTo>
                  <a:pt x="302047" y="38341"/>
                </a:lnTo>
                <a:lnTo>
                  <a:pt x="301541" y="38189"/>
                </a:lnTo>
                <a:close/>
              </a:path>
              <a:path w="338455" h="368300">
                <a:moveTo>
                  <a:pt x="301380" y="37989"/>
                </a:moveTo>
                <a:lnTo>
                  <a:pt x="302090" y="38353"/>
                </a:lnTo>
                <a:lnTo>
                  <a:pt x="302899" y="38596"/>
                </a:lnTo>
                <a:lnTo>
                  <a:pt x="302619" y="38404"/>
                </a:lnTo>
                <a:lnTo>
                  <a:pt x="301738" y="38058"/>
                </a:lnTo>
                <a:lnTo>
                  <a:pt x="301380" y="37989"/>
                </a:lnTo>
                <a:close/>
              </a:path>
              <a:path w="338455" h="368300">
                <a:moveTo>
                  <a:pt x="301738" y="38058"/>
                </a:moveTo>
                <a:lnTo>
                  <a:pt x="302619" y="38404"/>
                </a:lnTo>
                <a:lnTo>
                  <a:pt x="302305" y="38189"/>
                </a:lnTo>
                <a:lnTo>
                  <a:pt x="301738" y="38058"/>
                </a:lnTo>
                <a:close/>
              </a:path>
              <a:path w="338455" h="368300">
                <a:moveTo>
                  <a:pt x="300885" y="37992"/>
                </a:moveTo>
                <a:lnTo>
                  <a:pt x="300267" y="38017"/>
                </a:lnTo>
                <a:lnTo>
                  <a:pt x="300354" y="38353"/>
                </a:lnTo>
                <a:lnTo>
                  <a:pt x="301612" y="38353"/>
                </a:lnTo>
                <a:lnTo>
                  <a:pt x="301392" y="38144"/>
                </a:lnTo>
                <a:lnTo>
                  <a:pt x="300885" y="37992"/>
                </a:lnTo>
                <a:close/>
              </a:path>
              <a:path w="338455" h="368300">
                <a:moveTo>
                  <a:pt x="337936" y="34925"/>
                </a:moveTo>
                <a:lnTo>
                  <a:pt x="299465" y="34925"/>
                </a:lnTo>
                <a:lnTo>
                  <a:pt x="299729" y="35943"/>
                </a:lnTo>
                <a:lnTo>
                  <a:pt x="300599" y="37019"/>
                </a:lnTo>
                <a:lnTo>
                  <a:pt x="302175" y="38100"/>
                </a:lnTo>
                <a:lnTo>
                  <a:pt x="303275" y="38353"/>
                </a:lnTo>
                <a:lnTo>
                  <a:pt x="338161" y="38353"/>
                </a:lnTo>
                <a:lnTo>
                  <a:pt x="337936" y="34925"/>
                </a:lnTo>
                <a:close/>
              </a:path>
              <a:path w="338455" h="368300">
                <a:moveTo>
                  <a:pt x="301420" y="38038"/>
                </a:moveTo>
                <a:lnTo>
                  <a:pt x="301541" y="38189"/>
                </a:lnTo>
                <a:lnTo>
                  <a:pt x="302047" y="38341"/>
                </a:lnTo>
                <a:lnTo>
                  <a:pt x="301420" y="38038"/>
                </a:lnTo>
                <a:close/>
              </a:path>
              <a:path w="338455" h="368300">
                <a:moveTo>
                  <a:pt x="301289" y="37976"/>
                </a:moveTo>
                <a:lnTo>
                  <a:pt x="301440" y="38158"/>
                </a:lnTo>
                <a:lnTo>
                  <a:pt x="301289" y="37976"/>
                </a:lnTo>
                <a:close/>
              </a:path>
              <a:path w="338455" h="368300">
                <a:moveTo>
                  <a:pt x="300595" y="37016"/>
                </a:moveTo>
                <a:lnTo>
                  <a:pt x="301218" y="37789"/>
                </a:lnTo>
                <a:lnTo>
                  <a:pt x="301676" y="38034"/>
                </a:lnTo>
                <a:lnTo>
                  <a:pt x="302245" y="38147"/>
                </a:lnTo>
                <a:lnTo>
                  <a:pt x="300595" y="37016"/>
                </a:lnTo>
                <a:close/>
              </a:path>
              <a:path w="338455" h="368300">
                <a:moveTo>
                  <a:pt x="301218" y="37979"/>
                </a:moveTo>
                <a:lnTo>
                  <a:pt x="300960" y="37989"/>
                </a:lnTo>
                <a:lnTo>
                  <a:pt x="301392" y="38144"/>
                </a:lnTo>
                <a:lnTo>
                  <a:pt x="301218" y="37979"/>
                </a:lnTo>
                <a:close/>
              </a:path>
              <a:path w="338455" h="368300">
                <a:moveTo>
                  <a:pt x="301307" y="37975"/>
                </a:moveTo>
                <a:close/>
              </a:path>
              <a:path w="338455" h="368300">
                <a:moveTo>
                  <a:pt x="301521" y="37972"/>
                </a:moveTo>
                <a:lnTo>
                  <a:pt x="301370" y="37972"/>
                </a:lnTo>
                <a:lnTo>
                  <a:pt x="301676" y="38034"/>
                </a:lnTo>
                <a:lnTo>
                  <a:pt x="301521" y="37972"/>
                </a:lnTo>
                <a:close/>
              </a:path>
              <a:path w="338455" h="368300">
                <a:moveTo>
                  <a:pt x="299756" y="36666"/>
                </a:moveTo>
                <a:lnTo>
                  <a:pt x="299983" y="38028"/>
                </a:lnTo>
                <a:lnTo>
                  <a:pt x="300235" y="38018"/>
                </a:lnTo>
                <a:lnTo>
                  <a:pt x="300119" y="37762"/>
                </a:lnTo>
                <a:lnTo>
                  <a:pt x="299974" y="37718"/>
                </a:lnTo>
                <a:lnTo>
                  <a:pt x="300129" y="37718"/>
                </a:lnTo>
                <a:lnTo>
                  <a:pt x="299756" y="36666"/>
                </a:lnTo>
                <a:close/>
              </a:path>
              <a:path w="338455" h="368300">
                <a:moveTo>
                  <a:pt x="300208" y="37789"/>
                </a:moveTo>
                <a:lnTo>
                  <a:pt x="300267" y="38017"/>
                </a:lnTo>
                <a:lnTo>
                  <a:pt x="300885" y="37992"/>
                </a:lnTo>
                <a:lnTo>
                  <a:pt x="300208" y="37789"/>
                </a:lnTo>
                <a:close/>
              </a:path>
              <a:path w="338455" h="368300">
                <a:moveTo>
                  <a:pt x="300201" y="37762"/>
                </a:moveTo>
                <a:lnTo>
                  <a:pt x="300885" y="37992"/>
                </a:lnTo>
                <a:lnTo>
                  <a:pt x="301218" y="37979"/>
                </a:lnTo>
                <a:lnTo>
                  <a:pt x="300201" y="37762"/>
                </a:lnTo>
                <a:close/>
              </a:path>
              <a:path w="338455" h="368300">
                <a:moveTo>
                  <a:pt x="300995" y="37766"/>
                </a:moveTo>
                <a:lnTo>
                  <a:pt x="301307" y="37975"/>
                </a:lnTo>
                <a:lnTo>
                  <a:pt x="301183" y="37840"/>
                </a:lnTo>
                <a:lnTo>
                  <a:pt x="300995" y="37766"/>
                </a:lnTo>
                <a:close/>
              </a:path>
              <a:path w="338455" h="368300">
                <a:moveTo>
                  <a:pt x="301295" y="37884"/>
                </a:moveTo>
                <a:lnTo>
                  <a:pt x="301521" y="37972"/>
                </a:lnTo>
                <a:lnTo>
                  <a:pt x="301295" y="37884"/>
                </a:lnTo>
                <a:close/>
              </a:path>
              <a:path w="338455" h="368300">
                <a:moveTo>
                  <a:pt x="301139" y="37904"/>
                </a:moveTo>
                <a:lnTo>
                  <a:pt x="301275" y="37969"/>
                </a:lnTo>
                <a:lnTo>
                  <a:pt x="301139" y="37904"/>
                </a:lnTo>
                <a:close/>
              </a:path>
              <a:path w="338455" h="368300">
                <a:moveTo>
                  <a:pt x="300485" y="37588"/>
                </a:moveTo>
                <a:lnTo>
                  <a:pt x="300634" y="37845"/>
                </a:lnTo>
                <a:lnTo>
                  <a:pt x="301191" y="37953"/>
                </a:lnTo>
                <a:lnTo>
                  <a:pt x="300485" y="37588"/>
                </a:lnTo>
                <a:close/>
              </a:path>
              <a:path w="338455" h="368300">
                <a:moveTo>
                  <a:pt x="300471" y="37560"/>
                </a:moveTo>
                <a:lnTo>
                  <a:pt x="301139" y="37904"/>
                </a:lnTo>
                <a:lnTo>
                  <a:pt x="300956" y="37751"/>
                </a:lnTo>
                <a:lnTo>
                  <a:pt x="300471" y="37560"/>
                </a:lnTo>
                <a:close/>
              </a:path>
              <a:path w="338455" h="368300">
                <a:moveTo>
                  <a:pt x="300019" y="36621"/>
                </a:moveTo>
                <a:lnTo>
                  <a:pt x="300211" y="37019"/>
                </a:lnTo>
                <a:lnTo>
                  <a:pt x="300945" y="37718"/>
                </a:lnTo>
                <a:lnTo>
                  <a:pt x="301295" y="37884"/>
                </a:lnTo>
                <a:lnTo>
                  <a:pt x="300595" y="37016"/>
                </a:lnTo>
                <a:lnTo>
                  <a:pt x="300019" y="36621"/>
                </a:lnTo>
                <a:close/>
              </a:path>
              <a:path w="338455" h="368300">
                <a:moveTo>
                  <a:pt x="300606" y="37840"/>
                </a:moveTo>
                <a:close/>
              </a:path>
              <a:path w="338455" h="368300">
                <a:moveTo>
                  <a:pt x="300442" y="37568"/>
                </a:moveTo>
                <a:lnTo>
                  <a:pt x="300606" y="37840"/>
                </a:lnTo>
                <a:lnTo>
                  <a:pt x="300485" y="37588"/>
                </a:lnTo>
                <a:close/>
              </a:path>
              <a:path w="338455" h="368300">
                <a:moveTo>
                  <a:pt x="299942" y="36763"/>
                </a:moveTo>
                <a:lnTo>
                  <a:pt x="300220" y="37766"/>
                </a:lnTo>
                <a:lnTo>
                  <a:pt x="300605" y="37840"/>
                </a:lnTo>
                <a:lnTo>
                  <a:pt x="300426" y="37560"/>
                </a:lnTo>
                <a:lnTo>
                  <a:pt x="300227" y="37464"/>
                </a:lnTo>
                <a:lnTo>
                  <a:pt x="300380" y="37464"/>
                </a:lnTo>
                <a:lnTo>
                  <a:pt x="299982" y="36801"/>
                </a:lnTo>
                <a:close/>
              </a:path>
              <a:path w="338455" h="368300">
                <a:moveTo>
                  <a:pt x="299974" y="37718"/>
                </a:moveTo>
                <a:lnTo>
                  <a:pt x="300148" y="37771"/>
                </a:lnTo>
                <a:lnTo>
                  <a:pt x="299974" y="37718"/>
                </a:lnTo>
                <a:close/>
              </a:path>
              <a:path w="338455" h="368300">
                <a:moveTo>
                  <a:pt x="300211" y="37019"/>
                </a:moveTo>
                <a:lnTo>
                  <a:pt x="300425" y="37464"/>
                </a:lnTo>
                <a:lnTo>
                  <a:pt x="300995" y="37766"/>
                </a:lnTo>
                <a:lnTo>
                  <a:pt x="300211" y="37019"/>
                </a:lnTo>
                <a:close/>
              </a:path>
              <a:path w="338455" h="368300">
                <a:moveTo>
                  <a:pt x="299740" y="36571"/>
                </a:moveTo>
                <a:lnTo>
                  <a:pt x="300076" y="37568"/>
                </a:lnTo>
                <a:lnTo>
                  <a:pt x="300201" y="37762"/>
                </a:lnTo>
                <a:lnTo>
                  <a:pt x="300008" y="37016"/>
                </a:lnTo>
                <a:lnTo>
                  <a:pt x="299890" y="36714"/>
                </a:lnTo>
                <a:lnTo>
                  <a:pt x="299740" y="36571"/>
                </a:lnTo>
                <a:close/>
              </a:path>
              <a:path w="338455" h="368300">
                <a:moveTo>
                  <a:pt x="300129" y="37718"/>
                </a:moveTo>
                <a:lnTo>
                  <a:pt x="299974" y="37718"/>
                </a:lnTo>
                <a:lnTo>
                  <a:pt x="300141" y="37751"/>
                </a:lnTo>
                <a:close/>
              </a:path>
              <a:path w="338455" h="368300">
                <a:moveTo>
                  <a:pt x="300227" y="37464"/>
                </a:moveTo>
                <a:lnTo>
                  <a:pt x="300442" y="37568"/>
                </a:lnTo>
                <a:lnTo>
                  <a:pt x="300227" y="37464"/>
                </a:lnTo>
                <a:close/>
              </a:path>
              <a:path w="338455" h="368300">
                <a:moveTo>
                  <a:pt x="299982" y="36801"/>
                </a:moveTo>
                <a:lnTo>
                  <a:pt x="300380" y="37464"/>
                </a:lnTo>
                <a:lnTo>
                  <a:pt x="300208" y="37016"/>
                </a:lnTo>
                <a:lnTo>
                  <a:pt x="299982" y="36801"/>
                </a:lnTo>
                <a:close/>
              </a:path>
              <a:path w="338455" h="368300">
                <a:moveTo>
                  <a:pt x="300380" y="37464"/>
                </a:moveTo>
                <a:lnTo>
                  <a:pt x="300227" y="37464"/>
                </a:lnTo>
                <a:lnTo>
                  <a:pt x="300427" y="37543"/>
                </a:lnTo>
                <a:close/>
              </a:path>
              <a:path w="338455" h="368300">
                <a:moveTo>
                  <a:pt x="299881" y="36526"/>
                </a:moveTo>
                <a:lnTo>
                  <a:pt x="299982" y="36801"/>
                </a:lnTo>
                <a:lnTo>
                  <a:pt x="300211" y="37019"/>
                </a:lnTo>
                <a:lnTo>
                  <a:pt x="300019" y="36621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29" y="35943"/>
                </a:moveTo>
                <a:lnTo>
                  <a:pt x="299973" y="36526"/>
                </a:lnTo>
                <a:lnTo>
                  <a:pt x="300085" y="36666"/>
                </a:lnTo>
                <a:lnTo>
                  <a:pt x="300595" y="37016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9713" y="36412"/>
                </a:moveTo>
                <a:lnTo>
                  <a:pt x="299840" y="36666"/>
                </a:lnTo>
                <a:lnTo>
                  <a:pt x="299817" y="36526"/>
                </a:lnTo>
                <a:close/>
              </a:path>
              <a:path w="338455" h="368300">
                <a:moveTo>
                  <a:pt x="299773" y="36452"/>
                </a:moveTo>
                <a:lnTo>
                  <a:pt x="299929" y="36714"/>
                </a:lnTo>
                <a:lnTo>
                  <a:pt x="299881" y="36526"/>
                </a:lnTo>
                <a:close/>
              </a:path>
              <a:path w="338455" h="368300">
                <a:moveTo>
                  <a:pt x="299773" y="36110"/>
                </a:moveTo>
                <a:lnTo>
                  <a:pt x="299908" y="36545"/>
                </a:lnTo>
                <a:lnTo>
                  <a:pt x="299773" y="36110"/>
                </a:lnTo>
                <a:close/>
              </a:path>
              <a:path w="338455" h="368300">
                <a:moveTo>
                  <a:pt x="299212" y="36067"/>
                </a:moveTo>
                <a:lnTo>
                  <a:pt x="299713" y="36545"/>
                </a:lnTo>
                <a:lnTo>
                  <a:pt x="299596" y="36331"/>
                </a:lnTo>
                <a:lnTo>
                  <a:pt x="299212" y="36067"/>
                </a:lnTo>
                <a:close/>
              </a:path>
              <a:path w="338455" h="368300">
                <a:moveTo>
                  <a:pt x="299611" y="35795"/>
                </a:moveTo>
                <a:lnTo>
                  <a:pt x="299656" y="36067"/>
                </a:lnTo>
                <a:lnTo>
                  <a:pt x="299773" y="36452"/>
                </a:lnTo>
                <a:lnTo>
                  <a:pt x="299756" y="36074"/>
                </a:lnTo>
                <a:lnTo>
                  <a:pt x="299611" y="35795"/>
                </a:lnTo>
                <a:close/>
              </a:path>
              <a:path w="338455" h="368300">
                <a:moveTo>
                  <a:pt x="299546" y="36074"/>
                </a:moveTo>
                <a:lnTo>
                  <a:pt x="299637" y="36331"/>
                </a:lnTo>
                <a:lnTo>
                  <a:pt x="299546" y="36074"/>
                </a:lnTo>
                <a:close/>
              </a:path>
              <a:path w="338455" h="368300">
                <a:moveTo>
                  <a:pt x="299542" y="36067"/>
                </a:moveTo>
                <a:lnTo>
                  <a:pt x="299212" y="36067"/>
                </a:lnTo>
                <a:lnTo>
                  <a:pt x="299650" y="36368"/>
                </a:lnTo>
                <a:lnTo>
                  <a:pt x="299542" y="36067"/>
                </a:lnTo>
                <a:close/>
              </a:path>
              <a:path w="338455" h="368300">
                <a:moveTo>
                  <a:pt x="299318" y="35432"/>
                </a:moveTo>
                <a:lnTo>
                  <a:pt x="299567" y="36110"/>
                </a:lnTo>
                <a:lnTo>
                  <a:pt x="299700" y="36331"/>
                </a:lnTo>
                <a:lnTo>
                  <a:pt x="299583" y="35761"/>
                </a:lnTo>
                <a:lnTo>
                  <a:pt x="299318" y="35432"/>
                </a:lnTo>
                <a:close/>
              </a:path>
              <a:path w="338455" h="368300">
                <a:moveTo>
                  <a:pt x="299637" y="35828"/>
                </a:moveTo>
                <a:lnTo>
                  <a:pt x="299773" y="36110"/>
                </a:lnTo>
                <a:lnTo>
                  <a:pt x="299729" y="35943"/>
                </a:lnTo>
                <a:close/>
              </a:path>
              <a:path w="338455" h="368300">
                <a:moveTo>
                  <a:pt x="298703" y="34670"/>
                </a:moveTo>
                <a:lnTo>
                  <a:pt x="299546" y="36074"/>
                </a:lnTo>
                <a:lnTo>
                  <a:pt x="299318" y="35432"/>
                </a:lnTo>
                <a:lnTo>
                  <a:pt x="298703" y="34670"/>
                </a:lnTo>
                <a:close/>
              </a:path>
              <a:path w="338455" h="368300">
                <a:moveTo>
                  <a:pt x="299465" y="34925"/>
                </a:moveTo>
                <a:lnTo>
                  <a:pt x="299605" y="35761"/>
                </a:lnTo>
                <a:lnTo>
                  <a:pt x="299729" y="35943"/>
                </a:lnTo>
                <a:lnTo>
                  <a:pt x="299465" y="34925"/>
                </a:lnTo>
                <a:close/>
              </a:path>
              <a:path w="338455" h="368300">
                <a:moveTo>
                  <a:pt x="298957" y="34416"/>
                </a:moveTo>
                <a:lnTo>
                  <a:pt x="299318" y="35432"/>
                </a:lnTo>
                <a:lnTo>
                  <a:pt x="299611" y="35795"/>
                </a:lnTo>
                <a:lnTo>
                  <a:pt x="298957" y="34416"/>
                </a:lnTo>
                <a:close/>
              </a:path>
              <a:path w="338455" h="368300">
                <a:moveTo>
                  <a:pt x="337903" y="34416"/>
                </a:moveTo>
                <a:lnTo>
                  <a:pt x="298957" y="34416"/>
                </a:lnTo>
                <a:lnTo>
                  <a:pt x="299605" y="35761"/>
                </a:lnTo>
                <a:lnTo>
                  <a:pt x="299465" y="34925"/>
                </a:lnTo>
                <a:lnTo>
                  <a:pt x="337936" y="34925"/>
                </a:lnTo>
                <a:lnTo>
                  <a:pt x="337903" y="34416"/>
                </a:lnTo>
                <a:close/>
              </a:path>
              <a:path w="338455" h="368300">
                <a:moveTo>
                  <a:pt x="299048" y="34670"/>
                </a:moveTo>
                <a:lnTo>
                  <a:pt x="298703" y="34670"/>
                </a:lnTo>
                <a:lnTo>
                  <a:pt x="299318" y="35432"/>
                </a:lnTo>
                <a:lnTo>
                  <a:pt x="299048" y="34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717294" y="3224021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52565" y="3663696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457200" y="0"/>
                </a:moveTo>
                <a:lnTo>
                  <a:pt x="457200" y="114299"/>
                </a:lnTo>
                <a:lnTo>
                  <a:pt x="533400" y="76199"/>
                </a:lnTo>
                <a:lnTo>
                  <a:pt x="476250" y="76199"/>
                </a:lnTo>
                <a:lnTo>
                  <a:pt x="476250" y="38099"/>
                </a:lnTo>
                <a:lnTo>
                  <a:pt x="533400" y="38099"/>
                </a:lnTo>
                <a:lnTo>
                  <a:pt x="457200" y="0"/>
                </a:lnTo>
                <a:close/>
              </a:path>
              <a:path w="571500" h="114300">
                <a:moveTo>
                  <a:pt x="4572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57200" y="76199"/>
                </a:lnTo>
                <a:lnTo>
                  <a:pt x="457200" y="38099"/>
                </a:lnTo>
                <a:close/>
              </a:path>
              <a:path w="571500" h="114300">
                <a:moveTo>
                  <a:pt x="533400" y="38099"/>
                </a:moveTo>
                <a:lnTo>
                  <a:pt x="476250" y="38099"/>
                </a:lnTo>
                <a:lnTo>
                  <a:pt x="476250" y="76199"/>
                </a:lnTo>
                <a:lnTo>
                  <a:pt x="533400" y="76199"/>
                </a:lnTo>
                <a:lnTo>
                  <a:pt x="571500" y="57149"/>
                </a:lnTo>
                <a:lnTo>
                  <a:pt x="5334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52565" y="3994403"/>
            <a:ext cx="622300" cy="114300"/>
          </a:xfrm>
          <a:custGeom>
            <a:avLst/>
            <a:gdLst/>
            <a:ahLst/>
            <a:cxnLst/>
            <a:rect l="l" t="t" r="r" b="b"/>
            <a:pathLst>
              <a:path w="622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223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22300" h="114300">
                <a:moveTo>
                  <a:pt x="62179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21791" y="76200"/>
                </a:lnTo>
                <a:lnTo>
                  <a:pt x="6217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76921" y="2198370"/>
            <a:ext cx="0" cy="963294"/>
          </a:xfrm>
          <a:custGeom>
            <a:avLst/>
            <a:gdLst/>
            <a:ahLst/>
            <a:cxnLst/>
            <a:rect l="l" t="t" r="r" b="b"/>
            <a:pathLst>
              <a:path w="0" h="963294">
                <a:moveTo>
                  <a:pt x="0" y="0"/>
                </a:moveTo>
                <a:lnTo>
                  <a:pt x="0" y="96316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052565" y="3104388"/>
            <a:ext cx="1324610" cy="114300"/>
          </a:xfrm>
          <a:custGeom>
            <a:avLst/>
            <a:gdLst/>
            <a:ahLst/>
            <a:cxnLst/>
            <a:rect l="l" t="t" r="r" b="b"/>
            <a:pathLst>
              <a:path w="13246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3246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324609" h="114300">
                <a:moveTo>
                  <a:pt x="132435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324356" y="76200"/>
                </a:lnTo>
                <a:lnTo>
                  <a:pt x="13243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48066" y="3623309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 h="0">
                <a:moveTo>
                  <a:pt x="0" y="0"/>
                </a:moveTo>
                <a:lnTo>
                  <a:pt x="67665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824721" y="963930"/>
            <a:ext cx="0" cy="2659380"/>
          </a:xfrm>
          <a:custGeom>
            <a:avLst/>
            <a:gdLst/>
            <a:ahLst/>
            <a:cxnLst/>
            <a:rect l="l" t="t" r="r" b="b"/>
            <a:pathLst>
              <a:path w="0" h="2659379">
                <a:moveTo>
                  <a:pt x="0" y="265938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85966" y="906780"/>
            <a:ext cx="2239010" cy="114300"/>
          </a:xfrm>
          <a:custGeom>
            <a:avLst/>
            <a:gdLst/>
            <a:ahLst/>
            <a:cxnLst/>
            <a:rect l="l" t="t" r="r" b="b"/>
            <a:pathLst>
              <a:path w="223900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23900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239009" h="114300">
                <a:moveTo>
                  <a:pt x="223875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238755" y="76200"/>
                </a:lnTo>
                <a:lnTo>
                  <a:pt x="223875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053" y="1142238"/>
            <a:ext cx="4973320" cy="0"/>
          </a:xfrm>
          <a:custGeom>
            <a:avLst/>
            <a:gdLst/>
            <a:ahLst/>
            <a:cxnLst/>
            <a:rect l="l" t="t" r="r" b="b"/>
            <a:pathLst>
              <a:path w="4973320" h="0">
                <a:moveTo>
                  <a:pt x="49728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053" y="1142238"/>
            <a:ext cx="0" cy="3700779"/>
          </a:xfrm>
          <a:custGeom>
            <a:avLst/>
            <a:gdLst/>
            <a:ahLst/>
            <a:cxnLst/>
            <a:rect l="l" t="t" r="r" b="b"/>
            <a:pathLst>
              <a:path w="0" h="3700779">
                <a:moveTo>
                  <a:pt x="0" y="0"/>
                </a:moveTo>
                <a:lnTo>
                  <a:pt x="1" y="370027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1053" y="4785359"/>
            <a:ext cx="254635" cy="114300"/>
          </a:xfrm>
          <a:custGeom>
            <a:avLst/>
            <a:gdLst/>
            <a:ahLst/>
            <a:cxnLst/>
            <a:rect l="l" t="t" r="r" b="b"/>
            <a:pathLst>
              <a:path w="254635" h="114300">
                <a:moveTo>
                  <a:pt x="140208" y="0"/>
                </a:moveTo>
                <a:lnTo>
                  <a:pt x="140208" y="114300"/>
                </a:lnTo>
                <a:lnTo>
                  <a:pt x="216408" y="76200"/>
                </a:lnTo>
                <a:lnTo>
                  <a:pt x="159258" y="76200"/>
                </a:lnTo>
                <a:lnTo>
                  <a:pt x="159258" y="38100"/>
                </a:lnTo>
                <a:lnTo>
                  <a:pt x="216408" y="38100"/>
                </a:lnTo>
                <a:lnTo>
                  <a:pt x="140208" y="0"/>
                </a:lnTo>
                <a:close/>
              </a:path>
              <a:path w="254635" h="114300">
                <a:moveTo>
                  <a:pt x="1402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0208" y="76200"/>
                </a:lnTo>
                <a:lnTo>
                  <a:pt x="140208" y="38100"/>
                </a:lnTo>
                <a:close/>
              </a:path>
              <a:path w="254635" h="114300">
                <a:moveTo>
                  <a:pt x="216408" y="38100"/>
                </a:moveTo>
                <a:lnTo>
                  <a:pt x="159258" y="38100"/>
                </a:lnTo>
                <a:lnTo>
                  <a:pt x="159258" y="76200"/>
                </a:lnTo>
                <a:lnTo>
                  <a:pt x="216408" y="76200"/>
                </a:lnTo>
                <a:lnTo>
                  <a:pt x="254508" y="57150"/>
                </a:lnTo>
                <a:lnTo>
                  <a:pt x="2164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759578" y="734314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969258" y="5625846"/>
            <a:ext cx="711835" cy="0"/>
          </a:xfrm>
          <a:custGeom>
            <a:avLst/>
            <a:gdLst/>
            <a:ahLst/>
            <a:cxnLst/>
            <a:rect l="l" t="t" r="r" b="b"/>
            <a:pathLst>
              <a:path w="711835" h="0">
                <a:moveTo>
                  <a:pt x="0" y="0"/>
                </a:moveTo>
                <a:lnTo>
                  <a:pt x="711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623815" y="4842509"/>
            <a:ext cx="114300" cy="783590"/>
          </a:xfrm>
          <a:custGeom>
            <a:avLst/>
            <a:gdLst/>
            <a:ahLst/>
            <a:cxnLst/>
            <a:rect l="l" t="t" r="r" b="b"/>
            <a:pathLst>
              <a:path w="114300" h="783589">
                <a:moveTo>
                  <a:pt x="76200" y="95250"/>
                </a:moveTo>
                <a:lnTo>
                  <a:pt x="38100" y="95250"/>
                </a:lnTo>
                <a:lnTo>
                  <a:pt x="38100" y="783335"/>
                </a:lnTo>
                <a:lnTo>
                  <a:pt x="76200" y="783335"/>
                </a:lnTo>
                <a:lnTo>
                  <a:pt x="76200" y="95250"/>
                </a:lnTo>
                <a:close/>
              </a:path>
              <a:path w="114300" h="78358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78358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969258" y="6011417"/>
            <a:ext cx="5049520" cy="0"/>
          </a:xfrm>
          <a:custGeom>
            <a:avLst/>
            <a:gdLst/>
            <a:ahLst/>
            <a:cxnLst/>
            <a:rect l="l" t="t" r="r" b="b"/>
            <a:pathLst>
              <a:path w="5049520" h="0">
                <a:moveTo>
                  <a:pt x="0" y="0"/>
                </a:moveTo>
                <a:lnTo>
                  <a:pt x="50490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018269" y="749045"/>
            <a:ext cx="0" cy="5262880"/>
          </a:xfrm>
          <a:custGeom>
            <a:avLst/>
            <a:gdLst/>
            <a:ahLst/>
            <a:cxnLst/>
            <a:rect l="l" t="t" r="r" b="b"/>
            <a:pathLst>
              <a:path w="0" h="5262880">
                <a:moveTo>
                  <a:pt x="0" y="526237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624066" y="667258"/>
            <a:ext cx="2394585" cy="114300"/>
          </a:xfrm>
          <a:custGeom>
            <a:avLst/>
            <a:gdLst/>
            <a:ahLst/>
            <a:cxnLst/>
            <a:rect l="l" t="t" r="r" b="b"/>
            <a:pathLst>
              <a:path w="2394584" h="114300">
                <a:moveTo>
                  <a:pt x="114934" y="0"/>
                </a:moveTo>
                <a:lnTo>
                  <a:pt x="0" y="55879"/>
                </a:lnTo>
                <a:lnTo>
                  <a:pt x="113664" y="114300"/>
                </a:lnTo>
                <a:lnTo>
                  <a:pt x="114088" y="76152"/>
                </a:lnTo>
                <a:lnTo>
                  <a:pt x="94995" y="75945"/>
                </a:lnTo>
                <a:lnTo>
                  <a:pt x="95503" y="37845"/>
                </a:lnTo>
                <a:lnTo>
                  <a:pt x="114514" y="37845"/>
                </a:lnTo>
                <a:lnTo>
                  <a:pt x="114934" y="0"/>
                </a:lnTo>
                <a:close/>
              </a:path>
              <a:path w="2394584" h="114300">
                <a:moveTo>
                  <a:pt x="114512" y="38051"/>
                </a:moveTo>
                <a:lnTo>
                  <a:pt x="114088" y="76152"/>
                </a:lnTo>
                <a:lnTo>
                  <a:pt x="2393950" y="100837"/>
                </a:lnTo>
                <a:lnTo>
                  <a:pt x="2394457" y="62737"/>
                </a:lnTo>
                <a:lnTo>
                  <a:pt x="114512" y="38051"/>
                </a:lnTo>
                <a:close/>
              </a:path>
              <a:path w="2394584" h="114300">
                <a:moveTo>
                  <a:pt x="95503" y="37845"/>
                </a:moveTo>
                <a:lnTo>
                  <a:pt x="94995" y="75945"/>
                </a:lnTo>
                <a:lnTo>
                  <a:pt x="114088" y="76152"/>
                </a:lnTo>
                <a:lnTo>
                  <a:pt x="114512" y="38051"/>
                </a:lnTo>
                <a:lnTo>
                  <a:pt x="95503" y="37845"/>
                </a:lnTo>
                <a:close/>
              </a:path>
              <a:path w="2394584" h="114300">
                <a:moveTo>
                  <a:pt x="114514" y="37845"/>
                </a:moveTo>
                <a:lnTo>
                  <a:pt x="95503" y="37845"/>
                </a:lnTo>
                <a:lnTo>
                  <a:pt x="114512" y="38051"/>
                </a:lnTo>
                <a:lnTo>
                  <a:pt x="114514" y="3784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099052" y="566054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832610" y="3927347"/>
            <a:ext cx="917575" cy="114300"/>
          </a:xfrm>
          <a:custGeom>
            <a:avLst/>
            <a:gdLst/>
            <a:ahLst/>
            <a:cxnLst/>
            <a:rect l="l" t="t" r="r" b="b"/>
            <a:pathLst>
              <a:path w="917575" h="114300">
                <a:moveTo>
                  <a:pt x="803147" y="0"/>
                </a:moveTo>
                <a:lnTo>
                  <a:pt x="803147" y="114300"/>
                </a:lnTo>
                <a:lnTo>
                  <a:pt x="879347" y="76200"/>
                </a:lnTo>
                <a:lnTo>
                  <a:pt x="822197" y="76200"/>
                </a:lnTo>
                <a:lnTo>
                  <a:pt x="822197" y="38100"/>
                </a:lnTo>
                <a:lnTo>
                  <a:pt x="879347" y="38100"/>
                </a:lnTo>
                <a:lnTo>
                  <a:pt x="803147" y="0"/>
                </a:lnTo>
                <a:close/>
              </a:path>
              <a:path w="917575" h="114300">
                <a:moveTo>
                  <a:pt x="8031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3147" y="76200"/>
                </a:lnTo>
                <a:lnTo>
                  <a:pt x="803147" y="38100"/>
                </a:lnTo>
                <a:close/>
              </a:path>
              <a:path w="917575" h="114300">
                <a:moveTo>
                  <a:pt x="879347" y="38100"/>
                </a:moveTo>
                <a:lnTo>
                  <a:pt x="822197" y="38100"/>
                </a:lnTo>
                <a:lnTo>
                  <a:pt x="822197" y="76200"/>
                </a:lnTo>
                <a:lnTo>
                  <a:pt x="879347" y="76200"/>
                </a:lnTo>
                <a:lnTo>
                  <a:pt x="917447" y="57150"/>
                </a:lnTo>
                <a:lnTo>
                  <a:pt x="8793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187320" y="3881373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80865" y="3837432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832610" y="4579620"/>
            <a:ext cx="2658110" cy="114300"/>
          </a:xfrm>
          <a:custGeom>
            <a:avLst/>
            <a:gdLst/>
            <a:ahLst/>
            <a:cxnLst/>
            <a:rect l="l" t="t" r="r" b="b"/>
            <a:pathLst>
              <a:path w="265811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265811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2658110" h="114300">
                <a:moveTo>
                  <a:pt x="2657855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2657855" y="76199"/>
                </a:lnTo>
                <a:lnTo>
                  <a:pt x="2657855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127375" y="4240148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905761" y="2804922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91611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2917698" y="29889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410961" y="2448305"/>
            <a:ext cx="0" cy="356870"/>
          </a:xfrm>
          <a:custGeom>
            <a:avLst/>
            <a:gdLst/>
            <a:ahLst/>
            <a:cxnLst/>
            <a:rect l="l" t="t" r="r" b="b"/>
            <a:pathLst>
              <a:path w="0" h="356869">
                <a:moveTo>
                  <a:pt x="0" y="0"/>
                </a:moveTo>
                <a:lnTo>
                  <a:pt x="0" y="3566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556253" y="2804922"/>
            <a:ext cx="1854835" cy="0"/>
          </a:xfrm>
          <a:custGeom>
            <a:avLst/>
            <a:gdLst/>
            <a:ahLst/>
            <a:cxnLst/>
            <a:rect l="l" t="t" r="r" b="b"/>
            <a:pathLst>
              <a:path w="1854835" h="0">
                <a:moveTo>
                  <a:pt x="185470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99103" y="2804922"/>
            <a:ext cx="114300" cy="818515"/>
          </a:xfrm>
          <a:custGeom>
            <a:avLst/>
            <a:gdLst/>
            <a:ahLst/>
            <a:cxnLst/>
            <a:rect l="l" t="t" r="r" b="b"/>
            <a:pathLst>
              <a:path w="114300" h="818514">
                <a:moveTo>
                  <a:pt x="38100" y="704088"/>
                </a:moveTo>
                <a:lnTo>
                  <a:pt x="0" y="704088"/>
                </a:lnTo>
                <a:lnTo>
                  <a:pt x="57150" y="818388"/>
                </a:lnTo>
                <a:lnTo>
                  <a:pt x="104775" y="723138"/>
                </a:lnTo>
                <a:lnTo>
                  <a:pt x="38100" y="723138"/>
                </a:lnTo>
                <a:lnTo>
                  <a:pt x="38100" y="704088"/>
                </a:lnTo>
                <a:close/>
              </a:path>
              <a:path w="114300" h="818514">
                <a:moveTo>
                  <a:pt x="76200" y="0"/>
                </a:moveTo>
                <a:lnTo>
                  <a:pt x="38100" y="0"/>
                </a:lnTo>
                <a:lnTo>
                  <a:pt x="38100" y="723138"/>
                </a:lnTo>
                <a:lnTo>
                  <a:pt x="76200" y="723138"/>
                </a:lnTo>
                <a:lnTo>
                  <a:pt x="76200" y="0"/>
                </a:lnTo>
                <a:close/>
              </a:path>
              <a:path w="114300" h="818514">
                <a:moveTo>
                  <a:pt x="114300" y="704088"/>
                </a:moveTo>
                <a:lnTo>
                  <a:pt x="76200" y="704088"/>
                </a:lnTo>
                <a:lnTo>
                  <a:pt x="76200" y="723138"/>
                </a:lnTo>
                <a:lnTo>
                  <a:pt x="104775" y="723138"/>
                </a:lnTo>
                <a:lnTo>
                  <a:pt x="114300" y="7040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453253" y="23793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150876" y="0"/>
                </a:moveTo>
                <a:lnTo>
                  <a:pt x="84530" y="24561"/>
                </a:lnTo>
                <a:lnTo>
                  <a:pt x="56516" y="53084"/>
                </a:lnTo>
                <a:lnTo>
                  <a:pt x="33150" y="90498"/>
                </a:lnTo>
                <a:lnTo>
                  <a:pt x="15337" y="135349"/>
                </a:lnTo>
                <a:lnTo>
                  <a:pt x="3985" y="186185"/>
                </a:lnTo>
                <a:lnTo>
                  <a:pt x="0" y="241554"/>
                </a:lnTo>
                <a:lnTo>
                  <a:pt x="3985" y="296922"/>
                </a:lnTo>
                <a:lnTo>
                  <a:pt x="15337" y="347758"/>
                </a:lnTo>
                <a:lnTo>
                  <a:pt x="33150" y="392609"/>
                </a:lnTo>
                <a:lnTo>
                  <a:pt x="56516" y="430023"/>
                </a:lnTo>
                <a:lnTo>
                  <a:pt x="84530" y="458546"/>
                </a:lnTo>
                <a:lnTo>
                  <a:pt x="150876" y="483108"/>
                </a:lnTo>
                <a:lnTo>
                  <a:pt x="185465" y="476725"/>
                </a:lnTo>
                <a:lnTo>
                  <a:pt x="245235" y="430023"/>
                </a:lnTo>
                <a:lnTo>
                  <a:pt x="268601" y="392609"/>
                </a:lnTo>
                <a:lnTo>
                  <a:pt x="286414" y="347758"/>
                </a:lnTo>
                <a:lnTo>
                  <a:pt x="297766" y="296922"/>
                </a:lnTo>
                <a:lnTo>
                  <a:pt x="301752" y="241554"/>
                </a:lnTo>
                <a:lnTo>
                  <a:pt x="297766" y="186185"/>
                </a:lnTo>
                <a:lnTo>
                  <a:pt x="286414" y="135349"/>
                </a:lnTo>
                <a:lnTo>
                  <a:pt x="268601" y="90498"/>
                </a:lnTo>
                <a:lnTo>
                  <a:pt x="245235" y="53084"/>
                </a:lnTo>
                <a:lnTo>
                  <a:pt x="217221" y="24561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57577" y="1782317"/>
            <a:ext cx="302260" cy="483234"/>
          </a:xfrm>
          <a:custGeom>
            <a:avLst/>
            <a:gdLst/>
            <a:ahLst/>
            <a:cxnLst/>
            <a:rect l="l" t="t" r="r" b="b"/>
            <a:pathLst>
              <a:path w="302260" h="483235">
                <a:moveTo>
                  <a:pt x="0" y="241554"/>
                </a:moveTo>
                <a:lnTo>
                  <a:pt x="3985" y="186185"/>
                </a:lnTo>
                <a:lnTo>
                  <a:pt x="15337" y="135349"/>
                </a:lnTo>
                <a:lnTo>
                  <a:pt x="33150" y="90498"/>
                </a:lnTo>
                <a:lnTo>
                  <a:pt x="56516" y="53084"/>
                </a:lnTo>
                <a:lnTo>
                  <a:pt x="84530" y="24561"/>
                </a:lnTo>
                <a:lnTo>
                  <a:pt x="150876" y="0"/>
                </a:lnTo>
                <a:lnTo>
                  <a:pt x="185465" y="6382"/>
                </a:lnTo>
                <a:lnTo>
                  <a:pt x="245235" y="53084"/>
                </a:lnTo>
                <a:lnTo>
                  <a:pt x="268601" y="90498"/>
                </a:lnTo>
                <a:lnTo>
                  <a:pt x="286414" y="135349"/>
                </a:lnTo>
                <a:lnTo>
                  <a:pt x="297766" y="186185"/>
                </a:lnTo>
                <a:lnTo>
                  <a:pt x="301752" y="241554"/>
                </a:lnTo>
                <a:lnTo>
                  <a:pt x="297766" y="296922"/>
                </a:lnTo>
                <a:lnTo>
                  <a:pt x="286414" y="347758"/>
                </a:lnTo>
                <a:lnTo>
                  <a:pt x="268601" y="392609"/>
                </a:lnTo>
                <a:lnTo>
                  <a:pt x="245235" y="430023"/>
                </a:lnTo>
                <a:lnTo>
                  <a:pt x="217221" y="458546"/>
                </a:lnTo>
                <a:lnTo>
                  <a:pt x="150876" y="483108"/>
                </a:lnTo>
                <a:lnTo>
                  <a:pt x="116286" y="476725"/>
                </a:lnTo>
                <a:lnTo>
                  <a:pt x="56516" y="430023"/>
                </a:lnTo>
                <a:lnTo>
                  <a:pt x="33150" y="392609"/>
                </a:lnTo>
                <a:lnTo>
                  <a:pt x="15337" y="347758"/>
                </a:lnTo>
                <a:lnTo>
                  <a:pt x="3985" y="296922"/>
                </a:lnTo>
                <a:lnTo>
                  <a:pt x="0" y="2415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993773" y="1054049"/>
            <a:ext cx="397510" cy="12007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180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150875" y="0"/>
                </a:moveTo>
                <a:lnTo>
                  <a:pt x="110772" y="7944"/>
                </a:lnTo>
                <a:lnTo>
                  <a:pt x="74732" y="30367"/>
                </a:lnTo>
                <a:lnTo>
                  <a:pt x="44195" y="65150"/>
                </a:lnTo>
                <a:lnTo>
                  <a:pt x="20602" y="110179"/>
                </a:lnTo>
                <a:lnTo>
                  <a:pt x="5390" y="163336"/>
                </a:lnTo>
                <a:lnTo>
                  <a:pt x="0" y="222503"/>
                </a:lnTo>
                <a:lnTo>
                  <a:pt x="5390" y="281671"/>
                </a:lnTo>
                <a:lnTo>
                  <a:pt x="20602" y="334828"/>
                </a:lnTo>
                <a:lnTo>
                  <a:pt x="44196" y="379857"/>
                </a:lnTo>
                <a:lnTo>
                  <a:pt x="74732" y="414640"/>
                </a:lnTo>
                <a:lnTo>
                  <a:pt x="110772" y="437063"/>
                </a:lnTo>
                <a:lnTo>
                  <a:pt x="150875" y="445008"/>
                </a:lnTo>
                <a:lnTo>
                  <a:pt x="190979" y="437063"/>
                </a:lnTo>
                <a:lnTo>
                  <a:pt x="227019" y="414640"/>
                </a:lnTo>
                <a:lnTo>
                  <a:pt x="257555" y="379857"/>
                </a:lnTo>
                <a:lnTo>
                  <a:pt x="281149" y="334828"/>
                </a:lnTo>
                <a:lnTo>
                  <a:pt x="296361" y="281671"/>
                </a:lnTo>
                <a:lnTo>
                  <a:pt x="301751" y="222503"/>
                </a:lnTo>
                <a:lnTo>
                  <a:pt x="296361" y="163336"/>
                </a:lnTo>
                <a:lnTo>
                  <a:pt x="281149" y="110179"/>
                </a:lnTo>
                <a:lnTo>
                  <a:pt x="257555" y="65150"/>
                </a:lnTo>
                <a:lnTo>
                  <a:pt x="227019" y="30367"/>
                </a:lnTo>
                <a:lnTo>
                  <a:pt x="190979" y="7944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197858" y="1753361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5">
                <a:moveTo>
                  <a:pt x="0" y="222503"/>
                </a:moveTo>
                <a:lnTo>
                  <a:pt x="5390" y="163336"/>
                </a:lnTo>
                <a:lnTo>
                  <a:pt x="20602" y="110179"/>
                </a:lnTo>
                <a:lnTo>
                  <a:pt x="44195" y="65150"/>
                </a:lnTo>
                <a:lnTo>
                  <a:pt x="74732" y="30367"/>
                </a:lnTo>
                <a:lnTo>
                  <a:pt x="110772" y="7944"/>
                </a:lnTo>
                <a:lnTo>
                  <a:pt x="150875" y="0"/>
                </a:lnTo>
                <a:lnTo>
                  <a:pt x="190979" y="7944"/>
                </a:lnTo>
                <a:lnTo>
                  <a:pt x="227019" y="30367"/>
                </a:lnTo>
                <a:lnTo>
                  <a:pt x="257555" y="65150"/>
                </a:lnTo>
                <a:lnTo>
                  <a:pt x="281149" y="110179"/>
                </a:lnTo>
                <a:lnTo>
                  <a:pt x="296361" y="163336"/>
                </a:lnTo>
                <a:lnTo>
                  <a:pt x="301751" y="222503"/>
                </a:lnTo>
                <a:lnTo>
                  <a:pt x="296361" y="281671"/>
                </a:lnTo>
                <a:lnTo>
                  <a:pt x="281149" y="334828"/>
                </a:lnTo>
                <a:lnTo>
                  <a:pt x="257556" y="379856"/>
                </a:lnTo>
                <a:lnTo>
                  <a:pt x="227019" y="414640"/>
                </a:lnTo>
                <a:lnTo>
                  <a:pt x="190979" y="437063"/>
                </a:lnTo>
                <a:lnTo>
                  <a:pt x="150875" y="445008"/>
                </a:lnTo>
                <a:lnTo>
                  <a:pt x="110772" y="437063"/>
                </a:lnTo>
                <a:lnTo>
                  <a:pt x="74732" y="414640"/>
                </a:lnTo>
                <a:lnTo>
                  <a:pt x="44196" y="379857"/>
                </a:lnTo>
                <a:lnTo>
                  <a:pt x="20602" y="334828"/>
                </a:lnTo>
                <a:lnTo>
                  <a:pt x="5390" y="281671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150876" y="0"/>
                </a:moveTo>
                <a:lnTo>
                  <a:pt x="84525" y="23322"/>
                </a:lnTo>
                <a:lnTo>
                  <a:pt x="56511" y="50405"/>
                </a:lnTo>
                <a:lnTo>
                  <a:pt x="33146" y="85930"/>
                </a:lnTo>
                <a:lnTo>
                  <a:pt x="15335" y="128518"/>
                </a:lnTo>
                <a:lnTo>
                  <a:pt x="3984" y="176788"/>
                </a:lnTo>
                <a:lnTo>
                  <a:pt x="0" y="229362"/>
                </a:lnTo>
                <a:lnTo>
                  <a:pt x="3984" y="281935"/>
                </a:lnTo>
                <a:lnTo>
                  <a:pt x="15335" y="330205"/>
                </a:lnTo>
                <a:lnTo>
                  <a:pt x="33146" y="372793"/>
                </a:lnTo>
                <a:lnTo>
                  <a:pt x="56511" y="408318"/>
                </a:lnTo>
                <a:lnTo>
                  <a:pt x="84525" y="435401"/>
                </a:lnTo>
                <a:lnTo>
                  <a:pt x="150876" y="458724"/>
                </a:lnTo>
                <a:lnTo>
                  <a:pt x="185469" y="452663"/>
                </a:lnTo>
                <a:lnTo>
                  <a:pt x="245240" y="408318"/>
                </a:lnTo>
                <a:lnTo>
                  <a:pt x="268605" y="372793"/>
                </a:lnTo>
                <a:lnTo>
                  <a:pt x="286416" y="330205"/>
                </a:lnTo>
                <a:lnTo>
                  <a:pt x="297767" y="281935"/>
                </a:lnTo>
                <a:lnTo>
                  <a:pt x="301752" y="229362"/>
                </a:lnTo>
                <a:lnTo>
                  <a:pt x="297767" y="176788"/>
                </a:lnTo>
                <a:lnTo>
                  <a:pt x="286416" y="128518"/>
                </a:lnTo>
                <a:lnTo>
                  <a:pt x="268605" y="85930"/>
                </a:lnTo>
                <a:lnTo>
                  <a:pt x="245240" y="50405"/>
                </a:lnTo>
                <a:lnTo>
                  <a:pt x="217226" y="23322"/>
                </a:lnTo>
                <a:lnTo>
                  <a:pt x="150876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8693" y="3237738"/>
            <a:ext cx="302260" cy="459105"/>
          </a:xfrm>
          <a:custGeom>
            <a:avLst/>
            <a:gdLst/>
            <a:ahLst/>
            <a:cxnLst/>
            <a:rect l="l" t="t" r="r" b="b"/>
            <a:pathLst>
              <a:path w="302259" h="459104">
                <a:moveTo>
                  <a:pt x="0" y="229362"/>
                </a:moveTo>
                <a:lnTo>
                  <a:pt x="3984" y="176788"/>
                </a:lnTo>
                <a:lnTo>
                  <a:pt x="15335" y="128518"/>
                </a:lnTo>
                <a:lnTo>
                  <a:pt x="33146" y="85930"/>
                </a:lnTo>
                <a:lnTo>
                  <a:pt x="56511" y="50405"/>
                </a:lnTo>
                <a:lnTo>
                  <a:pt x="84525" y="23322"/>
                </a:lnTo>
                <a:lnTo>
                  <a:pt x="150876" y="0"/>
                </a:lnTo>
                <a:lnTo>
                  <a:pt x="185469" y="6060"/>
                </a:lnTo>
                <a:lnTo>
                  <a:pt x="245240" y="50405"/>
                </a:lnTo>
                <a:lnTo>
                  <a:pt x="268605" y="85930"/>
                </a:lnTo>
                <a:lnTo>
                  <a:pt x="286416" y="128518"/>
                </a:lnTo>
                <a:lnTo>
                  <a:pt x="297767" y="176788"/>
                </a:lnTo>
                <a:lnTo>
                  <a:pt x="301752" y="229362"/>
                </a:lnTo>
                <a:lnTo>
                  <a:pt x="297767" y="281935"/>
                </a:lnTo>
                <a:lnTo>
                  <a:pt x="286416" y="330205"/>
                </a:lnTo>
                <a:lnTo>
                  <a:pt x="268605" y="372793"/>
                </a:lnTo>
                <a:lnTo>
                  <a:pt x="245240" y="408318"/>
                </a:lnTo>
                <a:lnTo>
                  <a:pt x="217226" y="435401"/>
                </a:lnTo>
                <a:lnTo>
                  <a:pt x="150876" y="458724"/>
                </a:lnTo>
                <a:lnTo>
                  <a:pt x="116282" y="452663"/>
                </a:lnTo>
                <a:lnTo>
                  <a:pt x="56511" y="408318"/>
                </a:lnTo>
                <a:lnTo>
                  <a:pt x="33146" y="372793"/>
                </a:lnTo>
                <a:lnTo>
                  <a:pt x="15335" y="330205"/>
                </a:lnTo>
                <a:lnTo>
                  <a:pt x="3984" y="281935"/>
                </a:lnTo>
                <a:lnTo>
                  <a:pt x="0" y="22936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53695" y="3183712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150875" y="0"/>
                </a:moveTo>
                <a:lnTo>
                  <a:pt x="110772" y="7893"/>
                </a:lnTo>
                <a:lnTo>
                  <a:pt x="74732" y="30169"/>
                </a:lnTo>
                <a:lnTo>
                  <a:pt x="44196" y="64722"/>
                </a:lnTo>
                <a:lnTo>
                  <a:pt x="20602" y="109445"/>
                </a:lnTo>
                <a:lnTo>
                  <a:pt x="5390" y="162233"/>
                </a:lnTo>
                <a:lnTo>
                  <a:pt x="0" y="220980"/>
                </a:lnTo>
                <a:lnTo>
                  <a:pt x="5390" y="279726"/>
                </a:lnTo>
                <a:lnTo>
                  <a:pt x="20602" y="332514"/>
                </a:lnTo>
                <a:lnTo>
                  <a:pt x="44196" y="377237"/>
                </a:lnTo>
                <a:lnTo>
                  <a:pt x="74732" y="411790"/>
                </a:lnTo>
                <a:lnTo>
                  <a:pt x="110772" y="434066"/>
                </a:lnTo>
                <a:lnTo>
                  <a:pt x="150875" y="441960"/>
                </a:lnTo>
                <a:lnTo>
                  <a:pt x="190979" y="434066"/>
                </a:lnTo>
                <a:lnTo>
                  <a:pt x="227019" y="411790"/>
                </a:lnTo>
                <a:lnTo>
                  <a:pt x="257555" y="377237"/>
                </a:lnTo>
                <a:lnTo>
                  <a:pt x="281149" y="332514"/>
                </a:lnTo>
                <a:lnTo>
                  <a:pt x="296361" y="279726"/>
                </a:lnTo>
                <a:lnTo>
                  <a:pt x="301752" y="220980"/>
                </a:lnTo>
                <a:lnTo>
                  <a:pt x="296361" y="162233"/>
                </a:lnTo>
                <a:lnTo>
                  <a:pt x="281149" y="109445"/>
                </a:lnTo>
                <a:lnTo>
                  <a:pt x="257555" y="64722"/>
                </a:lnTo>
                <a:lnTo>
                  <a:pt x="227019" y="30169"/>
                </a:lnTo>
                <a:lnTo>
                  <a:pt x="190979" y="789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407157" y="3483102"/>
            <a:ext cx="302260" cy="441959"/>
          </a:xfrm>
          <a:custGeom>
            <a:avLst/>
            <a:gdLst/>
            <a:ahLst/>
            <a:cxnLst/>
            <a:rect l="l" t="t" r="r" b="b"/>
            <a:pathLst>
              <a:path w="302260" h="441960">
                <a:moveTo>
                  <a:pt x="0" y="220980"/>
                </a:moveTo>
                <a:lnTo>
                  <a:pt x="5390" y="162233"/>
                </a:lnTo>
                <a:lnTo>
                  <a:pt x="20602" y="109445"/>
                </a:lnTo>
                <a:lnTo>
                  <a:pt x="44196" y="64722"/>
                </a:lnTo>
                <a:lnTo>
                  <a:pt x="74732" y="30169"/>
                </a:lnTo>
                <a:lnTo>
                  <a:pt x="110772" y="7893"/>
                </a:lnTo>
                <a:lnTo>
                  <a:pt x="150875" y="0"/>
                </a:lnTo>
                <a:lnTo>
                  <a:pt x="190979" y="7893"/>
                </a:lnTo>
                <a:lnTo>
                  <a:pt x="227019" y="30169"/>
                </a:lnTo>
                <a:lnTo>
                  <a:pt x="257555" y="64722"/>
                </a:lnTo>
                <a:lnTo>
                  <a:pt x="281149" y="109445"/>
                </a:lnTo>
                <a:lnTo>
                  <a:pt x="296361" y="162233"/>
                </a:lnTo>
                <a:lnTo>
                  <a:pt x="301752" y="220980"/>
                </a:lnTo>
                <a:lnTo>
                  <a:pt x="296361" y="279726"/>
                </a:lnTo>
                <a:lnTo>
                  <a:pt x="281149" y="332514"/>
                </a:lnTo>
                <a:lnTo>
                  <a:pt x="257556" y="377237"/>
                </a:lnTo>
                <a:lnTo>
                  <a:pt x="227019" y="411790"/>
                </a:lnTo>
                <a:lnTo>
                  <a:pt x="190979" y="434066"/>
                </a:lnTo>
                <a:lnTo>
                  <a:pt x="150875" y="441960"/>
                </a:lnTo>
                <a:lnTo>
                  <a:pt x="110772" y="434066"/>
                </a:lnTo>
                <a:lnTo>
                  <a:pt x="74732" y="411790"/>
                </a:lnTo>
                <a:lnTo>
                  <a:pt x="44196" y="377237"/>
                </a:lnTo>
                <a:lnTo>
                  <a:pt x="20602" y="332514"/>
                </a:lnTo>
                <a:lnTo>
                  <a:pt x="5390" y="279726"/>
                </a:lnTo>
                <a:lnTo>
                  <a:pt x="0" y="22098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2443098" y="342150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159503" y="2185416"/>
            <a:ext cx="788670" cy="842010"/>
          </a:xfrm>
          <a:custGeom>
            <a:avLst/>
            <a:gdLst/>
            <a:ahLst/>
            <a:cxnLst/>
            <a:rect l="l" t="t" r="r" b="b"/>
            <a:pathLst>
              <a:path w="788670" h="842010">
                <a:moveTo>
                  <a:pt x="696206" y="771487"/>
                </a:moveTo>
                <a:lnTo>
                  <a:pt x="668401" y="797433"/>
                </a:lnTo>
                <a:lnTo>
                  <a:pt x="788162" y="842010"/>
                </a:lnTo>
                <a:lnTo>
                  <a:pt x="771433" y="785368"/>
                </a:lnTo>
                <a:lnTo>
                  <a:pt x="709168" y="785368"/>
                </a:lnTo>
                <a:lnTo>
                  <a:pt x="696206" y="771487"/>
                </a:lnTo>
                <a:close/>
              </a:path>
              <a:path w="788670" h="842010">
                <a:moveTo>
                  <a:pt x="724126" y="745433"/>
                </a:moveTo>
                <a:lnTo>
                  <a:pt x="696206" y="771487"/>
                </a:lnTo>
                <a:lnTo>
                  <a:pt x="709168" y="785368"/>
                </a:lnTo>
                <a:lnTo>
                  <a:pt x="737108" y="759333"/>
                </a:lnTo>
                <a:lnTo>
                  <a:pt x="724126" y="745433"/>
                </a:lnTo>
                <a:close/>
              </a:path>
              <a:path w="788670" h="842010">
                <a:moveTo>
                  <a:pt x="751967" y="719455"/>
                </a:moveTo>
                <a:lnTo>
                  <a:pt x="724126" y="745433"/>
                </a:lnTo>
                <a:lnTo>
                  <a:pt x="737108" y="759333"/>
                </a:lnTo>
                <a:lnTo>
                  <a:pt x="709168" y="785368"/>
                </a:lnTo>
                <a:lnTo>
                  <a:pt x="771433" y="785368"/>
                </a:lnTo>
                <a:lnTo>
                  <a:pt x="751967" y="719455"/>
                </a:lnTo>
                <a:close/>
              </a:path>
              <a:path w="788670" h="842010">
                <a:moveTo>
                  <a:pt x="27940" y="0"/>
                </a:moveTo>
                <a:lnTo>
                  <a:pt x="0" y="25908"/>
                </a:lnTo>
                <a:lnTo>
                  <a:pt x="696206" y="771487"/>
                </a:lnTo>
                <a:lnTo>
                  <a:pt x="724126" y="745433"/>
                </a:lnTo>
                <a:lnTo>
                  <a:pt x="279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234053" y="1692401"/>
            <a:ext cx="372110" cy="897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14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5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6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185665" y="28795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5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4156075" y="2817698"/>
            <a:ext cx="294640" cy="1122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2400" b="1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150113" y="0"/>
                </a:moveTo>
                <a:lnTo>
                  <a:pt x="110198" y="7923"/>
                </a:lnTo>
                <a:lnTo>
                  <a:pt x="74337" y="30282"/>
                </a:lnTo>
                <a:lnTo>
                  <a:pt x="43957" y="64960"/>
                </a:lnTo>
                <a:lnTo>
                  <a:pt x="20489" y="109840"/>
                </a:lnTo>
                <a:lnTo>
                  <a:pt x="5360" y="162806"/>
                </a:lnTo>
                <a:lnTo>
                  <a:pt x="0" y="221741"/>
                </a:lnTo>
                <a:lnTo>
                  <a:pt x="5360" y="280677"/>
                </a:lnTo>
                <a:lnTo>
                  <a:pt x="20489" y="333643"/>
                </a:lnTo>
                <a:lnTo>
                  <a:pt x="43957" y="378523"/>
                </a:lnTo>
                <a:lnTo>
                  <a:pt x="74337" y="413201"/>
                </a:lnTo>
                <a:lnTo>
                  <a:pt x="110198" y="435560"/>
                </a:lnTo>
                <a:lnTo>
                  <a:pt x="150113" y="443484"/>
                </a:lnTo>
                <a:lnTo>
                  <a:pt x="190029" y="435560"/>
                </a:lnTo>
                <a:lnTo>
                  <a:pt x="225890" y="413201"/>
                </a:lnTo>
                <a:lnTo>
                  <a:pt x="256270" y="378523"/>
                </a:lnTo>
                <a:lnTo>
                  <a:pt x="279738" y="333643"/>
                </a:lnTo>
                <a:lnTo>
                  <a:pt x="294867" y="280677"/>
                </a:lnTo>
                <a:lnTo>
                  <a:pt x="300227" y="221741"/>
                </a:lnTo>
                <a:lnTo>
                  <a:pt x="294867" y="162806"/>
                </a:lnTo>
                <a:lnTo>
                  <a:pt x="279738" y="109840"/>
                </a:lnTo>
                <a:lnTo>
                  <a:pt x="256270" y="64960"/>
                </a:lnTo>
                <a:lnTo>
                  <a:pt x="225890" y="30282"/>
                </a:lnTo>
                <a:lnTo>
                  <a:pt x="190029" y="7923"/>
                </a:lnTo>
                <a:lnTo>
                  <a:pt x="150113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613397" y="2193798"/>
            <a:ext cx="300355" cy="443865"/>
          </a:xfrm>
          <a:custGeom>
            <a:avLst/>
            <a:gdLst/>
            <a:ahLst/>
            <a:cxnLst/>
            <a:rect l="l" t="t" r="r" b="b"/>
            <a:pathLst>
              <a:path w="300354" h="443864">
                <a:moveTo>
                  <a:pt x="0" y="221741"/>
                </a:moveTo>
                <a:lnTo>
                  <a:pt x="5360" y="162806"/>
                </a:lnTo>
                <a:lnTo>
                  <a:pt x="20489" y="109840"/>
                </a:lnTo>
                <a:lnTo>
                  <a:pt x="43957" y="64960"/>
                </a:lnTo>
                <a:lnTo>
                  <a:pt x="74337" y="30282"/>
                </a:lnTo>
                <a:lnTo>
                  <a:pt x="110198" y="7923"/>
                </a:lnTo>
                <a:lnTo>
                  <a:pt x="150113" y="0"/>
                </a:lnTo>
                <a:lnTo>
                  <a:pt x="190029" y="7923"/>
                </a:lnTo>
                <a:lnTo>
                  <a:pt x="225890" y="30282"/>
                </a:lnTo>
                <a:lnTo>
                  <a:pt x="256270" y="64960"/>
                </a:lnTo>
                <a:lnTo>
                  <a:pt x="279738" y="109840"/>
                </a:lnTo>
                <a:lnTo>
                  <a:pt x="294867" y="162806"/>
                </a:lnTo>
                <a:lnTo>
                  <a:pt x="300227" y="221741"/>
                </a:lnTo>
                <a:lnTo>
                  <a:pt x="294867" y="280677"/>
                </a:lnTo>
                <a:lnTo>
                  <a:pt x="279738" y="333643"/>
                </a:lnTo>
                <a:lnTo>
                  <a:pt x="256270" y="378523"/>
                </a:lnTo>
                <a:lnTo>
                  <a:pt x="225890" y="413201"/>
                </a:lnTo>
                <a:lnTo>
                  <a:pt x="190029" y="435560"/>
                </a:lnTo>
                <a:lnTo>
                  <a:pt x="150113" y="443484"/>
                </a:lnTo>
                <a:lnTo>
                  <a:pt x="110198" y="435560"/>
                </a:lnTo>
                <a:lnTo>
                  <a:pt x="74337" y="413201"/>
                </a:lnTo>
                <a:lnTo>
                  <a:pt x="43957" y="378523"/>
                </a:lnTo>
                <a:lnTo>
                  <a:pt x="20489" y="333643"/>
                </a:lnTo>
                <a:lnTo>
                  <a:pt x="536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648957" y="21322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5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4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5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48066" y="2231898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59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5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4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5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8184642" y="217030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150875" y="0"/>
                </a:moveTo>
                <a:lnTo>
                  <a:pt x="110772" y="7923"/>
                </a:lnTo>
                <a:lnTo>
                  <a:pt x="74732" y="30282"/>
                </a:lnTo>
                <a:lnTo>
                  <a:pt x="44196" y="64960"/>
                </a:lnTo>
                <a:lnTo>
                  <a:pt x="20602" y="109840"/>
                </a:lnTo>
                <a:lnTo>
                  <a:pt x="5390" y="162806"/>
                </a:lnTo>
                <a:lnTo>
                  <a:pt x="0" y="221741"/>
                </a:lnTo>
                <a:lnTo>
                  <a:pt x="5390" y="280677"/>
                </a:lnTo>
                <a:lnTo>
                  <a:pt x="20602" y="333643"/>
                </a:lnTo>
                <a:lnTo>
                  <a:pt x="44196" y="378523"/>
                </a:lnTo>
                <a:lnTo>
                  <a:pt x="74732" y="413201"/>
                </a:lnTo>
                <a:lnTo>
                  <a:pt x="110772" y="435560"/>
                </a:lnTo>
                <a:lnTo>
                  <a:pt x="150875" y="443483"/>
                </a:lnTo>
                <a:lnTo>
                  <a:pt x="190979" y="435560"/>
                </a:lnTo>
                <a:lnTo>
                  <a:pt x="227019" y="413201"/>
                </a:lnTo>
                <a:lnTo>
                  <a:pt x="257556" y="378523"/>
                </a:lnTo>
                <a:lnTo>
                  <a:pt x="281149" y="333643"/>
                </a:lnTo>
                <a:lnTo>
                  <a:pt x="296361" y="280677"/>
                </a:lnTo>
                <a:lnTo>
                  <a:pt x="301751" y="221741"/>
                </a:lnTo>
                <a:lnTo>
                  <a:pt x="296361" y="162806"/>
                </a:lnTo>
                <a:lnTo>
                  <a:pt x="281149" y="109840"/>
                </a:lnTo>
                <a:lnTo>
                  <a:pt x="257555" y="64960"/>
                </a:lnTo>
                <a:lnTo>
                  <a:pt x="227019" y="30282"/>
                </a:lnTo>
                <a:lnTo>
                  <a:pt x="190979" y="7923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048761" y="5054346"/>
            <a:ext cx="302260" cy="443865"/>
          </a:xfrm>
          <a:custGeom>
            <a:avLst/>
            <a:gdLst/>
            <a:ahLst/>
            <a:cxnLst/>
            <a:rect l="l" t="t" r="r" b="b"/>
            <a:pathLst>
              <a:path w="302260" h="443864">
                <a:moveTo>
                  <a:pt x="0" y="221741"/>
                </a:moveTo>
                <a:lnTo>
                  <a:pt x="5390" y="162806"/>
                </a:lnTo>
                <a:lnTo>
                  <a:pt x="20602" y="109840"/>
                </a:lnTo>
                <a:lnTo>
                  <a:pt x="44196" y="64960"/>
                </a:lnTo>
                <a:lnTo>
                  <a:pt x="74732" y="30282"/>
                </a:lnTo>
                <a:lnTo>
                  <a:pt x="110772" y="7923"/>
                </a:lnTo>
                <a:lnTo>
                  <a:pt x="150875" y="0"/>
                </a:lnTo>
                <a:lnTo>
                  <a:pt x="190979" y="7923"/>
                </a:lnTo>
                <a:lnTo>
                  <a:pt x="227019" y="30282"/>
                </a:lnTo>
                <a:lnTo>
                  <a:pt x="257555" y="64960"/>
                </a:lnTo>
                <a:lnTo>
                  <a:pt x="281149" y="109840"/>
                </a:lnTo>
                <a:lnTo>
                  <a:pt x="296361" y="162806"/>
                </a:lnTo>
                <a:lnTo>
                  <a:pt x="301751" y="221741"/>
                </a:lnTo>
                <a:lnTo>
                  <a:pt x="296361" y="280677"/>
                </a:lnTo>
                <a:lnTo>
                  <a:pt x="281149" y="333643"/>
                </a:lnTo>
                <a:lnTo>
                  <a:pt x="257556" y="378523"/>
                </a:lnTo>
                <a:lnTo>
                  <a:pt x="227019" y="413201"/>
                </a:lnTo>
                <a:lnTo>
                  <a:pt x="190979" y="435560"/>
                </a:lnTo>
                <a:lnTo>
                  <a:pt x="150875" y="443483"/>
                </a:lnTo>
                <a:lnTo>
                  <a:pt x="110772" y="435560"/>
                </a:lnTo>
                <a:lnTo>
                  <a:pt x="74732" y="413201"/>
                </a:lnTo>
                <a:lnTo>
                  <a:pt x="44196" y="378523"/>
                </a:lnTo>
                <a:lnTo>
                  <a:pt x="20602" y="333643"/>
                </a:lnTo>
                <a:lnTo>
                  <a:pt x="5390" y="280677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3084702" y="4993081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150114" y="0"/>
                </a:moveTo>
                <a:lnTo>
                  <a:pt x="110198" y="7944"/>
                </a:lnTo>
                <a:lnTo>
                  <a:pt x="74337" y="30367"/>
                </a:lnTo>
                <a:lnTo>
                  <a:pt x="43957" y="65151"/>
                </a:lnTo>
                <a:lnTo>
                  <a:pt x="20489" y="110179"/>
                </a:lnTo>
                <a:lnTo>
                  <a:pt x="5360" y="163336"/>
                </a:lnTo>
                <a:lnTo>
                  <a:pt x="0" y="222504"/>
                </a:lnTo>
                <a:lnTo>
                  <a:pt x="5360" y="281671"/>
                </a:lnTo>
                <a:lnTo>
                  <a:pt x="20489" y="334828"/>
                </a:lnTo>
                <a:lnTo>
                  <a:pt x="43957" y="379857"/>
                </a:lnTo>
                <a:lnTo>
                  <a:pt x="74337" y="414640"/>
                </a:lnTo>
                <a:lnTo>
                  <a:pt x="110198" y="437063"/>
                </a:lnTo>
                <a:lnTo>
                  <a:pt x="150114" y="445008"/>
                </a:lnTo>
                <a:lnTo>
                  <a:pt x="190029" y="437063"/>
                </a:lnTo>
                <a:lnTo>
                  <a:pt x="225890" y="414640"/>
                </a:lnTo>
                <a:lnTo>
                  <a:pt x="256270" y="379857"/>
                </a:lnTo>
                <a:lnTo>
                  <a:pt x="279738" y="334828"/>
                </a:lnTo>
                <a:lnTo>
                  <a:pt x="294867" y="281671"/>
                </a:lnTo>
                <a:lnTo>
                  <a:pt x="300227" y="222504"/>
                </a:lnTo>
                <a:lnTo>
                  <a:pt x="294867" y="163336"/>
                </a:lnTo>
                <a:lnTo>
                  <a:pt x="279738" y="110179"/>
                </a:lnTo>
                <a:lnTo>
                  <a:pt x="256270" y="65151"/>
                </a:lnTo>
                <a:lnTo>
                  <a:pt x="225890" y="30367"/>
                </a:lnTo>
                <a:lnTo>
                  <a:pt x="190029" y="7944"/>
                </a:lnTo>
                <a:lnTo>
                  <a:pt x="150114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640573" y="2891789"/>
            <a:ext cx="300355" cy="445134"/>
          </a:xfrm>
          <a:custGeom>
            <a:avLst/>
            <a:gdLst/>
            <a:ahLst/>
            <a:cxnLst/>
            <a:rect l="l" t="t" r="r" b="b"/>
            <a:pathLst>
              <a:path w="300354" h="445135">
                <a:moveTo>
                  <a:pt x="0" y="222504"/>
                </a:moveTo>
                <a:lnTo>
                  <a:pt x="5360" y="163336"/>
                </a:lnTo>
                <a:lnTo>
                  <a:pt x="20489" y="110179"/>
                </a:lnTo>
                <a:lnTo>
                  <a:pt x="43957" y="65151"/>
                </a:lnTo>
                <a:lnTo>
                  <a:pt x="74337" y="30367"/>
                </a:lnTo>
                <a:lnTo>
                  <a:pt x="110198" y="7944"/>
                </a:lnTo>
                <a:lnTo>
                  <a:pt x="150114" y="0"/>
                </a:lnTo>
                <a:lnTo>
                  <a:pt x="190029" y="7944"/>
                </a:lnTo>
                <a:lnTo>
                  <a:pt x="225890" y="30367"/>
                </a:lnTo>
                <a:lnTo>
                  <a:pt x="256270" y="65150"/>
                </a:lnTo>
                <a:lnTo>
                  <a:pt x="279738" y="110179"/>
                </a:lnTo>
                <a:lnTo>
                  <a:pt x="294867" y="163336"/>
                </a:lnTo>
                <a:lnTo>
                  <a:pt x="300227" y="222504"/>
                </a:lnTo>
                <a:lnTo>
                  <a:pt x="294867" y="281671"/>
                </a:lnTo>
                <a:lnTo>
                  <a:pt x="279738" y="334828"/>
                </a:lnTo>
                <a:lnTo>
                  <a:pt x="256270" y="379857"/>
                </a:lnTo>
                <a:lnTo>
                  <a:pt x="225890" y="414640"/>
                </a:lnTo>
                <a:lnTo>
                  <a:pt x="190029" y="437063"/>
                </a:lnTo>
                <a:lnTo>
                  <a:pt x="150114" y="445008"/>
                </a:lnTo>
                <a:lnTo>
                  <a:pt x="110198" y="437063"/>
                </a:lnTo>
                <a:lnTo>
                  <a:pt x="74337" y="414640"/>
                </a:lnTo>
                <a:lnTo>
                  <a:pt x="43957" y="379857"/>
                </a:lnTo>
                <a:lnTo>
                  <a:pt x="20489" y="334828"/>
                </a:lnTo>
                <a:lnTo>
                  <a:pt x="5360" y="281671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7676515" y="283083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150875" y="0"/>
                </a:moveTo>
                <a:lnTo>
                  <a:pt x="110772" y="7948"/>
                </a:lnTo>
                <a:lnTo>
                  <a:pt x="74732" y="30378"/>
                </a:lnTo>
                <a:lnTo>
                  <a:pt x="44196" y="65170"/>
                </a:lnTo>
                <a:lnTo>
                  <a:pt x="20602" y="110202"/>
                </a:lnTo>
                <a:lnTo>
                  <a:pt x="5390" y="163353"/>
                </a:lnTo>
                <a:lnTo>
                  <a:pt x="0" y="222504"/>
                </a:lnTo>
                <a:lnTo>
                  <a:pt x="5390" y="281654"/>
                </a:lnTo>
                <a:lnTo>
                  <a:pt x="20602" y="334805"/>
                </a:lnTo>
                <a:lnTo>
                  <a:pt x="44196" y="379837"/>
                </a:lnTo>
                <a:lnTo>
                  <a:pt x="74732" y="414629"/>
                </a:lnTo>
                <a:lnTo>
                  <a:pt x="110772" y="437059"/>
                </a:lnTo>
                <a:lnTo>
                  <a:pt x="150875" y="445008"/>
                </a:lnTo>
                <a:lnTo>
                  <a:pt x="190979" y="437059"/>
                </a:lnTo>
                <a:lnTo>
                  <a:pt x="227019" y="414629"/>
                </a:lnTo>
                <a:lnTo>
                  <a:pt x="257555" y="379837"/>
                </a:lnTo>
                <a:lnTo>
                  <a:pt x="281149" y="334805"/>
                </a:lnTo>
                <a:lnTo>
                  <a:pt x="296361" y="281654"/>
                </a:lnTo>
                <a:lnTo>
                  <a:pt x="301752" y="222504"/>
                </a:lnTo>
                <a:lnTo>
                  <a:pt x="296361" y="163353"/>
                </a:lnTo>
                <a:lnTo>
                  <a:pt x="281149" y="110202"/>
                </a:lnTo>
                <a:lnTo>
                  <a:pt x="257555" y="65170"/>
                </a:lnTo>
                <a:lnTo>
                  <a:pt x="227019" y="30378"/>
                </a:lnTo>
                <a:lnTo>
                  <a:pt x="190979" y="7948"/>
                </a:lnTo>
                <a:lnTo>
                  <a:pt x="150875" y="0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616202" y="6361938"/>
            <a:ext cx="302260" cy="445134"/>
          </a:xfrm>
          <a:custGeom>
            <a:avLst/>
            <a:gdLst/>
            <a:ahLst/>
            <a:cxnLst/>
            <a:rect l="l" t="t" r="r" b="b"/>
            <a:pathLst>
              <a:path w="302260" h="445134">
                <a:moveTo>
                  <a:pt x="0" y="222504"/>
                </a:moveTo>
                <a:lnTo>
                  <a:pt x="5390" y="163353"/>
                </a:lnTo>
                <a:lnTo>
                  <a:pt x="20602" y="110202"/>
                </a:lnTo>
                <a:lnTo>
                  <a:pt x="44196" y="65170"/>
                </a:lnTo>
                <a:lnTo>
                  <a:pt x="74732" y="30378"/>
                </a:lnTo>
                <a:lnTo>
                  <a:pt x="110772" y="7948"/>
                </a:lnTo>
                <a:lnTo>
                  <a:pt x="150875" y="0"/>
                </a:lnTo>
                <a:lnTo>
                  <a:pt x="190979" y="7948"/>
                </a:lnTo>
                <a:lnTo>
                  <a:pt x="227019" y="30378"/>
                </a:lnTo>
                <a:lnTo>
                  <a:pt x="257555" y="65170"/>
                </a:lnTo>
                <a:lnTo>
                  <a:pt x="281149" y="110202"/>
                </a:lnTo>
                <a:lnTo>
                  <a:pt x="296361" y="163353"/>
                </a:lnTo>
                <a:lnTo>
                  <a:pt x="301752" y="222504"/>
                </a:lnTo>
                <a:lnTo>
                  <a:pt x="296361" y="281654"/>
                </a:lnTo>
                <a:lnTo>
                  <a:pt x="281149" y="334805"/>
                </a:lnTo>
                <a:lnTo>
                  <a:pt x="257555" y="379837"/>
                </a:lnTo>
                <a:lnTo>
                  <a:pt x="227019" y="414629"/>
                </a:lnTo>
                <a:lnTo>
                  <a:pt x="190979" y="437059"/>
                </a:lnTo>
                <a:lnTo>
                  <a:pt x="150875" y="445008"/>
                </a:lnTo>
                <a:lnTo>
                  <a:pt x="110772" y="437059"/>
                </a:lnTo>
                <a:lnTo>
                  <a:pt x="74732" y="414629"/>
                </a:lnTo>
                <a:lnTo>
                  <a:pt x="44196" y="379837"/>
                </a:lnTo>
                <a:lnTo>
                  <a:pt x="20602" y="334805"/>
                </a:lnTo>
                <a:lnTo>
                  <a:pt x="5390" y="281654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1652397" y="630184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60601" y="26923"/>
            <a:ext cx="5814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1842" y="883665"/>
            <a:ext cx="6089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600">
                <a:solidFill>
                  <a:srgbClr val="FFFF00"/>
                </a:solidFill>
                <a:latin typeface="Times New Roman"/>
                <a:cs typeface="Times New Roman"/>
              </a:rPr>
              <a:t>4: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8042" y="1438277"/>
            <a:ext cx="7550784" cy="3831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01600">
              <a:lnSpc>
                <a:spcPct val="13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处于状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时，期望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面输入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算符 或</a:t>
            </a:r>
            <a:r>
              <a:rPr dirty="0" sz="3200" spc="-4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“）”，但遇到“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3200" spc="-8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时，则调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e4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e4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功能：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将假设的“）”和状态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入栈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99FFCC"/>
                </a:solidFill>
                <a:latin typeface="Times New Roman"/>
                <a:cs typeface="Times New Roman"/>
              </a:rPr>
              <a:t>(P++)</a:t>
            </a:r>
            <a:r>
              <a:rPr dirty="0" sz="3200" spc="-1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14300" marR="4777105" indent="-102235">
              <a:lnSpc>
                <a:spcPts val="4990"/>
              </a:lnSpc>
              <a:spcBef>
                <a:spcPts val="360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e4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出错信息：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缺少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spc="-86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spc="-84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1402" y="478027"/>
            <a:ext cx="62122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G(E)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带出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错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处</a:t>
            </a:r>
            <a:r>
              <a:rPr dirty="0" sz="3200" spc="10" b="1">
                <a:solidFill>
                  <a:srgbClr val="FFFF00"/>
                </a:solidFill>
                <a:latin typeface="宋体"/>
                <a:cs typeface="宋体"/>
              </a:rPr>
              <a:t>理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33320" y="67336"/>
            <a:ext cx="5532755" cy="281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5"/>
              </a:lnSpc>
              <a:tabLst>
                <a:tab pos="21729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5.8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LR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分析对二义文法的应用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17635" y="487680"/>
            <a:ext cx="626745" cy="295910"/>
          </a:xfrm>
          <a:custGeom>
            <a:avLst/>
            <a:gdLst/>
            <a:ahLst/>
            <a:cxnLst/>
            <a:rect l="l" t="t" r="r" b="b"/>
            <a:pathLst>
              <a:path w="626745" h="295909">
                <a:moveTo>
                  <a:pt x="626363" y="0"/>
                </a:moveTo>
                <a:lnTo>
                  <a:pt x="0" y="0"/>
                </a:lnTo>
                <a:lnTo>
                  <a:pt x="0" y="295656"/>
                </a:lnTo>
                <a:lnTo>
                  <a:pt x="626363" y="295656"/>
                </a:lnTo>
                <a:lnTo>
                  <a:pt x="626363" y="258699"/>
                </a:lnTo>
                <a:lnTo>
                  <a:pt x="215265" y="258699"/>
                </a:lnTo>
                <a:lnTo>
                  <a:pt x="215265" y="36957"/>
                </a:lnTo>
                <a:lnTo>
                  <a:pt x="626363" y="36957"/>
                </a:lnTo>
                <a:lnTo>
                  <a:pt x="626363" y="0"/>
                </a:lnTo>
                <a:close/>
              </a:path>
              <a:path w="626745" h="295909">
                <a:moveTo>
                  <a:pt x="626363" y="36957"/>
                </a:moveTo>
                <a:lnTo>
                  <a:pt x="215265" y="36957"/>
                </a:lnTo>
                <a:lnTo>
                  <a:pt x="437007" y="147828"/>
                </a:lnTo>
                <a:lnTo>
                  <a:pt x="215265" y="258699"/>
                </a:lnTo>
                <a:lnTo>
                  <a:pt x="626363" y="258699"/>
                </a:lnTo>
                <a:lnTo>
                  <a:pt x="626363" y="3695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32901" y="524637"/>
            <a:ext cx="222250" cy="222250"/>
          </a:xfrm>
          <a:custGeom>
            <a:avLst/>
            <a:gdLst/>
            <a:ahLst/>
            <a:cxnLst/>
            <a:rect l="l" t="t" r="r" b="b"/>
            <a:pathLst>
              <a:path w="222250" h="222250">
                <a:moveTo>
                  <a:pt x="0" y="0"/>
                </a:moveTo>
                <a:lnTo>
                  <a:pt x="0" y="221741"/>
                </a:lnTo>
                <a:lnTo>
                  <a:pt x="221742" y="110871"/>
                </a:lnTo>
                <a:lnTo>
                  <a:pt x="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06790" y="525907"/>
            <a:ext cx="4749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举例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3" action="ppaction://hlinksldjump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64780" y="530351"/>
            <a:ext cx="556260" cy="227329"/>
          </a:xfrm>
          <a:custGeom>
            <a:avLst/>
            <a:gdLst/>
            <a:ahLst/>
            <a:cxnLst/>
            <a:rect l="l" t="t" r="r" b="b"/>
            <a:pathLst>
              <a:path w="556259" h="227329">
                <a:moveTo>
                  <a:pt x="556260" y="0"/>
                </a:moveTo>
                <a:lnTo>
                  <a:pt x="0" y="0"/>
                </a:lnTo>
                <a:lnTo>
                  <a:pt x="0" y="227075"/>
                </a:lnTo>
                <a:lnTo>
                  <a:pt x="556260" y="227075"/>
                </a:lnTo>
                <a:lnTo>
                  <a:pt x="556260" y="198755"/>
                </a:lnTo>
                <a:lnTo>
                  <a:pt x="192913" y="198755"/>
                </a:lnTo>
                <a:lnTo>
                  <a:pt x="192913" y="28321"/>
                </a:lnTo>
                <a:lnTo>
                  <a:pt x="556260" y="28321"/>
                </a:lnTo>
                <a:lnTo>
                  <a:pt x="556260" y="0"/>
                </a:lnTo>
                <a:close/>
              </a:path>
              <a:path w="556259" h="227329">
                <a:moveTo>
                  <a:pt x="556260" y="28321"/>
                </a:moveTo>
                <a:lnTo>
                  <a:pt x="192913" y="28321"/>
                </a:lnTo>
                <a:lnTo>
                  <a:pt x="363220" y="113537"/>
                </a:lnTo>
                <a:lnTo>
                  <a:pt x="192913" y="198755"/>
                </a:lnTo>
                <a:lnTo>
                  <a:pt x="556260" y="198755"/>
                </a:lnTo>
                <a:lnTo>
                  <a:pt x="556260" y="2832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57693" y="558673"/>
            <a:ext cx="170815" cy="170815"/>
          </a:xfrm>
          <a:custGeom>
            <a:avLst/>
            <a:gdLst/>
            <a:ahLst/>
            <a:cxnLst/>
            <a:rect l="l" t="t" r="r" b="b"/>
            <a:pathLst>
              <a:path w="170815" h="170815">
                <a:moveTo>
                  <a:pt x="0" y="0"/>
                </a:moveTo>
                <a:lnTo>
                  <a:pt x="0" y="170434"/>
                </a:lnTo>
                <a:lnTo>
                  <a:pt x="170306" y="85216"/>
                </a:lnTo>
                <a:lnTo>
                  <a:pt x="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806943" y="534670"/>
            <a:ext cx="4743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举例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623" y="7620"/>
            <a:ext cx="9063355" cy="390525"/>
          </a:xfrm>
          <a:custGeom>
            <a:avLst/>
            <a:gdLst/>
            <a:ahLst/>
            <a:cxnLst/>
            <a:rect l="l" t="t" r="r" b="b"/>
            <a:pathLst>
              <a:path w="9063355" h="390525">
                <a:moveTo>
                  <a:pt x="0" y="390143"/>
                </a:moveTo>
                <a:lnTo>
                  <a:pt x="9063228" y="390143"/>
                </a:lnTo>
                <a:lnTo>
                  <a:pt x="9063228" y="0"/>
                </a:lnTo>
                <a:lnTo>
                  <a:pt x="0" y="0"/>
                </a:lnTo>
                <a:lnTo>
                  <a:pt x="0" y="390143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82524" y="1010411"/>
          <a:ext cx="8462010" cy="453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10"/>
                <a:gridCol w="93980"/>
                <a:gridCol w="994410"/>
                <a:gridCol w="93980"/>
                <a:gridCol w="991869"/>
                <a:gridCol w="95885"/>
                <a:gridCol w="991869"/>
                <a:gridCol w="93979"/>
                <a:gridCol w="993139"/>
                <a:gridCol w="95250"/>
                <a:gridCol w="991235"/>
                <a:gridCol w="93345"/>
                <a:gridCol w="993775"/>
                <a:gridCol w="93979"/>
                <a:gridCol w="859154"/>
                <a:gridCol w="100965"/>
              </a:tblGrid>
              <a:tr h="353567">
                <a:tc gridSpan="2" rowSpan="2"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3568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431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12">
                  <a:txBody>
                    <a:bodyPr/>
                    <a:lstStyle/>
                    <a:p>
                      <a:pPr marL="503555">
                        <a:lnSpc>
                          <a:spcPts val="2635"/>
                        </a:lnSpc>
                        <a:tabLst>
                          <a:tab pos="1503045" algn="l"/>
                          <a:tab pos="2667000" algn="l"/>
                          <a:tab pos="3733800" algn="l"/>
                          <a:tab pos="4826000" algn="l"/>
                          <a:tab pos="5841365" algn="l"/>
                        </a:tabLst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	*	(	)	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spcBef>
                          <a:spcPts val="1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CC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6427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282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6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0355">
                        <a:lnSpc>
                          <a:spcPts val="278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30"/>
                        </a:lnSpc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7505">
                        <a:lnSpc>
                          <a:spcPts val="263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2900">
                        <a:lnSpc>
                          <a:spcPts val="278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25"/>
                        </a:lnSpc>
                        <a:spcBef>
                          <a:spcPts val="2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CCFF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284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0360">
                        <a:lnSpc>
                          <a:spcPts val="289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21310">
                        <a:lnSpc>
                          <a:spcPts val="2890"/>
                        </a:lnSpc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ts val="267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80035">
                        <a:lnSpc>
                          <a:spcPts val="2580"/>
                        </a:lnSpc>
                      </a:pPr>
                      <a:r>
                        <a:rPr dirty="0" sz="2800" spc="-5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8807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280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19405">
                        <a:lnSpc>
                          <a:spcPts val="280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4970">
                        <a:lnSpc>
                          <a:spcPts val="26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635">
                        <a:lnSpc>
                          <a:spcPts val="2655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61950">
                        <a:lnSpc>
                          <a:spcPts val="2805"/>
                        </a:lnSpc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  <a:spcBef>
                          <a:spcPts val="2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1">
                <a:tc>
                  <a:txBody>
                    <a:bodyPr/>
                    <a:lstStyle/>
                    <a:p>
                      <a:pPr algn="ctr" marL="97790">
                        <a:lnSpc>
                          <a:spcPts val="2855"/>
                        </a:lnSpc>
                        <a:spcBef>
                          <a:spcPts val="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219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R="33655">
                        <a:lnSpc>
                          <a:spcPts val="234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4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5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4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34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88620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293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78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50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5605">
                        <a:lnSpc>
                          <a:spcPts val="278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5080">
                        <a:lnSpc>
                          <a:spcPts val="293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30"/>
                        </a:lnSpc>
                        <a:spcBef>
                          <a:spcPts val="32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2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272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57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95605">
                        <a:lnSpc>
                          <a:spcPts val="257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5080">
                        <a:lnSpc>
                          <a:spcPts val="272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865"/>
                        </a:lnSpc>
                        <a:spcBef>
                          <a:spcPts val="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28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9410">
                        <a:lnSpc>
                          <a:spcPts val="273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0360">
                        <a:lnSpc>
                          <a:spcPts val="2730"/>
                        </a:lnSpc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61950">
                        <a:lnSpc>
                          <a:spcPts val="2720"/>
                        </a:lnSpc>
                      </a:pPr>
                      <a:r>
                        <a:rPr dirty="0" sz="2800" spc="-10" b="1">
                          <a:latin typeface="Times New Roman"/>
                          <a:cs typeface="Times New Roman"/>
                        </a:rPr>
                        <a:t>e4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951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365"/>
                        </a:lnSpc>
                      </a:pPr>
                      <a:r>
                        <a:rPr dirty="0" sz="2800" spc="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25525" sz="2775" spc="7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75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209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9475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283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30"/>
                        </a:lnSpc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209">
                        <a:lnSpc>
                          <a:spcPts val="2580"/>
                        </a:lnSpc>
                      </a:pPr>
                      <a:r>
                        <a:rPr dirty="0" sz="2800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CCFF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175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1000"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28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2384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75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111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0480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3175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29845">
                        <a:lnSpc>
                          <a:spcPts val="242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5525" sz="27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5525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lnR w="76200">
                      <a:solidFill>
                        <a:srgbClr val="FFCCFF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CCFF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1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8363" y="0"/>
            <a:ext cx="75184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19975" algn="l"/>
              </a:tabLst>
            </a:pPr>
            <a:r>
              <a:rPr dirty="0" sz="2400" spc="-10">
                <a:solidFill>
                  <a:srgbClr val="99FFCC"/>
                </a:solidFill>
              </a:rPr>
              <a:t>①</a:t>
            </a:r>
            <a:r>
              <a:rPr dirty="0" sz="2400" spc="-595">
                <a:solidFill>
                  <a:srgbClr val="99FFCC"/>
                </a:solidFill>
              </a:rPr>
              <a:t> 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1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99FFCC"/>
                </a:solidFill>
              </a:rPr>
              <a:t>②</a:t>
            </a:r>
            <a:r>
              <a:rPr dirty="0" sz="2400" spc="-590">
                <a:solidFill>
                  <a:srgbClr val="99FFCC"/>
                </a:solidFill>
              </a:rPr>
              <a:t> 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10" b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99FFCC"/>
                </a:solidFill>
              </a:rPr>
              <a:t>③</a:t>
            </a:r>
            <a:r>
              <a:rPr dirty="0" sz="2400" spc="-600">
                <a:solidFill>
                  <a:srgbClr val="99FFCC"/>
                </a:solidFill>
              </a:rPr>
              <a:t> 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99FFCC"/>
                </a:solidFill>
              </a:rPr>
              <a:t>④</a:t>
            </a:r>
            <a:r>
              <a:rPr dirty="0" sz="2400" spc="-600">
                <a:solidFill>
                  <a:srgbClr val="99FFCC"/>
                </a:solidFill>
              </a:rPr>
              <a:t> 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spc="5" b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400" spc="-10">
                <a:solidFill>
                  <a:srgbClr val="99FFCC"/>
                </a:solidFill>
              </a:rPr>
              <a:t>⑤</a:t>
            </a:r>
            <a:r>
              <a:rPr dirty="0" sz="2400" spc="-600">
                <a:solidFill>
                  <a:srgbClr val="99FFCC"/>
                </a:solidFill>
              </a:rPr>
              <a:t> 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3941" y="5443524"/>
            <a:ext cx="6200140" cy="12934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4739005" algn="l"/>
              </a:tabLst>
            </a:pPr>
            <a:r>
              <a:rPr dirty="0" u="sng" sz="16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e1:</a:t>
            </a:r>
            <a:r>
              <a:rPr dirty="0" sz="16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将假设</a:t>
            </a:r>
            <a:r>
              <a:rPr dirty="0" sz="16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1600" spc="-3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 b="1" i="1">
                <a:solidFill>
                  <a:srgbClr val="99FFCC"/>
                </a:solidFill>
                <a:latin typeface="Times New Roman"/>
                <a:cs typeface="Times New Roman"/>
              </a:rPr>
              <a:t>i</a:t>
            </a:r>
            <a:r>
              <a:rPr dirty="0" sz="1600" spc="25" b="1" i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和状态</a:t>
            </a:r>
            <a:r>
              <a:rPr dirty="0" sz="1600" b="1">
                <a:solidFill>
                  <a:srgbClr val="99FFCC"/>
                </a:solidFill>
                <a:latin typeface="Times New Roman"/>
                <a:cs typeface="Times New Roman"/>
              </a:rPr>
              <a:t>3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1600" spc="-1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1600" spc="-3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1600" spc="-5" b="1">
                <a:solidFill>
                  <a:srgbClr val="99FFCC"/>
                </a:solidFill>
                <a:latin typeface="Times New Roman"/>
                <a:cs typeface="Times New Roman"/>
              </a:rPr>
              <a:t>(</a:t>
            </a:r>
            <a:r>
              <a:rPr dirty="0" sz="1600" spc="1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99FFCC"/>
                </a:solidFill>
                <a:latin typeface="Times New Roman"/>
                <a:cs typeface="Times New Roman"/>
              </a:rPr>
              <a:t>shift</a:t>
            </a:r>
            <a:r>
              <a:rPr dirty="0" sz="1600" spc="3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99FFCC"/>
                </a:solidFill>
                <a:latin typeface="Times New Roman"/>
                <a:cs typeface="Times New Roman"/>
              </a:rPr>
              <a:t>)</a:t>
            </a:r>
            <a:r>
              <a:rPr dirty="0" sz="1600" spc="1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u="sng" sz="16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出错信息</a:t>
            </a:r>
            <a:r>
              <a:rPr dirty="0" u="sng" sz="16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dirty="0" sz="1600" spc="-15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缺少运算对象。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u="sng" sz="16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e2: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删除输入的“）”</a:t>
            </a:r>
            <a:r>
              <a:rPr dirty="0" sz="1600" spc="-3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16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99FFCC"/>
                </a:solidFill>
                <a:latin typeface="Times New Roman"/>
                <a:cs typeface="Times New Roman"/>
              </a:rPr>
              <a:t>(F++)</a:t>
            </a:r>
            <a:r>
              <a:rPr dirty="0" sz="1600" spc="1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u="sng" sz="16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出错信息</a:t>
            </a:r>
            <a:r>
              <a:rPr dirty="0" u="sng" sz="16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dirty="0" sz="1600" spc="-1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1600" spc="-3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1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1600" spc="-3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”不配对。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u="sng" sz="16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e3:</a:t>
            </a:r>
            <a:r>
              <a:rPr dirty="0" sz="16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将假设</a:t>
            </a:r>
            <a:r>
              <a:rPr dirty="0" sz="16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1600" spc="-3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1600" spc="-3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和状</a:t>
            </a:r>
            <a:r>
              <a:rPr dirty="0" sz="16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1600" spc="-3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入栈</a:t>
            </a: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16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99FFCC"/>
                </a:solidFill>
                <a:latin typeface="Times New Roman"/>
                <a:cs typeface="Times New Roman"/>
              </a:rPr>
              <a:t>(P++)</a:t>
            </a:r>
            <a:r>
              <a:rPr dirty="0" sz="1600" spc="20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u="sng" sz="16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出错信息：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缺少运算符。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u="sng" sz="16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e4:</a:t>
            </a:r>
            <a:r>
              <a:rPr dirty="0" sz="16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将假设的“）”和状态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入栈</a:t>
            </a: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1600" spc="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99FFCC"/>
                </a:solidFill>
                <a:latin typeface="Times New Roman"/>
                <a:cs typeface="Times New Roman"/>
              </a:rPr>
              <a:t>(P++)</a:t>
            </a:r>
            <a:r>
              <a:rPr dirty="0" sz="1600" spc="20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u="sng" sz="16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出错信息</a:t>
            </a:r>
            <a:r>
              <a:rPr dirty="0" u="sng" sz="16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dirty="0" sz="1600" spc="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缺少</a:t>
            </a:r>
            <a:r>
              <a:rPr dirty="0" sz="1600" spc="-1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1600" spc="-3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1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1600" spc="-3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宋体"/>
                <a:cs typeface="宋体"/>
              </a:rPr>
              <a:t>”。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69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81065" y="1159002"/>
            <a:ext cx="944880" cy="2494915"/>
          </a:xfrm>
          <a:custGeom>
            <a:avLst/>
            <a:gdLst/>
            <a:ahLst/>
            <a:cxnLst/>
            <a:rect l="l" t="t" r="r" b="b"/>
            <a:pathLst>
              <a:path w="944879" h="2494915">
                <a:moveTo>
                  <a:pt x="0" y="2494788"/>
                </a:moveTo>
                <a:lnTo>
                  <a:pt x="944880" y="2494788"/>
                </a:lnTo>
                <a:lnTo>
                  <a:pt x="944880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81065" y="2705861"/>
            <a:ext cx="944880" cy="477520"/>
          </a:xfrm>
          <a:prstGeom prst="rect">
            <a:avLst/>
          </a:prstGeom>
          <a:ln w="38100">
            <a:solidFill>
              <a:srgbClr val="FFFF1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33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0115" y="3219704"/>
            <a:ext cx="9067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25946" y="1159002"/>
            <a:ext cx="901065" cy="2494915"/>
          </a:xfrm>
          <a:custGeom>
            <a:avLst/>
            <a:gdLst/>
            <a:ahLst/>
            <a:cxnLst/>
            <a:rect l="l" t="t" r="r" b="b"/>
            <a:pathLst>
              <a:path w="901065" h="2494915">
                <a:moveTo>
                  <a:pt x="0" y="2494788"/>
                </a:moveTo>
                <a:lnTo>
                  <a:pt x="900683" y="2494788"/>
                </a:lnTo>
                <a:lnTo>
                  <a:pt x="900683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44996" y="2152649"/>
            <a:ext cx="862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5946" y="2705861"/>
            <a:ext cx="901065" cy="477520"/>
          </a:xfrm>
          <a:prstGeom prst="rect">
            <a:avLst/>
          </a:prstGeom>
          <a:ln w="38100">
            <a:solidFill>
              <a:srgbClr val="FFFF1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33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4996" y="3219704"/>
            <a:ext cx="862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15711" y="824483"/>
            <a:ext cx="2103120" cy="702945"/>
          </a:xfrm>
          <a:custGeom>
            <a:avLst/>
            <a:gdLst/>
            <a:ahLst/>
            <a:cxnLst/>
            <a:rect l="l" t="t" r="r" b="b"/>
            <a:pathLst>
              <a:path w="2103120" h="702944">
                <a:moveTo>
                  <a:pt x="0" y="702563"/>
                </a:moveTo>
                <a:lnTo>
                  <a:pt x="2103119" y="702563"/>
                </a:lnTo>
                <a:lnTo>
                  <a:pt x="2103119" y="0"/>
                </a:lnTo>
                <a:lnTo>
                  <a:pt x="0" y="0"/>
                </a:lnTo>
                <a:lnTo>
                  <a:pt x="0" y="702563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73446" y="2705861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5" y="0"/>
                </a:lnTo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15961" y="2897123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017509" y="2729794"/>
            <a:ext cx="21717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84114" y="3650741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5" y="0"/>
                </a:lnTo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484114" y="3182873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5" y="0"/>
                </a:lnTo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73446" y="2204466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84114" y="1753361"/>
            <a:ext cx="1831975" cy="0"/>
          </a:xfrm>
          <a:custGeom>
            <a:avLst/>
            <a:gdLst/>
            <a:ahLst/>
            <a:cxnLst/>
            <a:rect l="l" t="t" r="r" b="b"/>
            <a:pathLst>
              <a:path w="1831975" h="0">
                <a:moveTo>
                  <a:pt x="0" y="0"/>
                </a:moveTo>
                <a:lnTo>
                  <a:pt x="183184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78942" y="854456"/>
            <a:ext cx="18707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6920" algn="l"/>
                <a:tab pos="165417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15311" y="1379982"/>
            <a:ext cx="114300" cy="662940"/>
          </a:xfrm>
          <a:custGeom>
            <a:avLst/>
            <a:gdLst/>
            <a:ahLst/>
            <a:cxnLst/>
            <a:rect l="l" t="t" r="r" b="b"/>
            <a:pathLst>
              <a:path w="114300" h="662939">
                <a:moveTo>
                  <a:pt x="76200" y="95250"/>
                </a:moveTo>
                <a:lnTo>
                  <a:pt x="38100" y="95250"/>
                </a:lnTo>
                <a:lnTo>
                  <a:pt x="38100" y="662939"/>
                </a:lnTo>
                <a:lnTo>
                  <a:pt x="76200" y="662939"/>
                </a:lnTo>
                <a:lnTo>
                  <a:pt x="76200" y="95250"/>
                </a:lnTo>
                <a:close/>
              </a:path>
              <a:path w="114300" h="66293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6293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326894" y="1480184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760601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34205" y="26923"/>
            <a:ext cx="3641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050285" y="3326891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6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1098803" y="1988820"/>
          <a:ext cx="2103120" cy="3721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39"/>
                <a:gridCol w="944880"/>
                <a:gridCol w="900429"/>
                <a:gridCol w="140969"/>
              </a:tblGrid>
              <a:tr h="13030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E2D5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73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solidFill>
                      <a:srgbClr val="1E2D52"/>
                    </a:solidFill>
                  </a:tcPr>
                </a:tc>
              </a:tr>
              <a:tr h="525017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59588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ts val="295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4485">
                        <a:lnSpc>
                          <a:spcPts val="295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49834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ts val="246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2265">
                        <a:lnSpc>
                          <a:spcPts val="246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47701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ts val="274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4485">
                        <a:lnSpc>
                          <a:spcPts val="2740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46786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ts val="31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83540">
                        <a:lnSpc>
                          <a:spcPts val="318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  <a:tr h="4343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1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ts val="2975"/>
                        </a:lnSpc>
                        <a:spcBef>
                          <a:spcPts val="34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180">
                    <a:lnL w="38100">
                      <a:solidFill>
                        <a:srgbClr val="FFFF15"/>
                      </a:solidFill>
                      <a:prstDash val="solid"/>
                    </a:lnL>
                    <a:lnR w="53975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4965">
                        <a:lnSpc>
                          <a:spcPts val="3229"/>
                        </a:lnSpc>
                        <a:spcBef>
                          <a:spcPts val="9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53975">
                      <a:solidFill>
                        <a:srgbClr val="FFFF15"/>
                      </a:solidFill>
                      <a:prstDash val="solid"/>
                    </a:lnL>
                    <a:lnR w="38100">
                      <a:solidFill>
                        <a:srgbClr val="FFFF15"/>
                      </a:solidFill>
                      <a:prstDash val="solid"/>
                    </a:lnR>
                    <a:lnT w="38100">
                      <a:solidFill>
                        <a:srgbClr val="FFFF15"/>
                      </a:solidFill>
                      <a:prstDash val="solid"/>
                    </a:lnT>
                    <a:lnB w="38100">
                      <a:solidFill>
                        <a:srgbClr val="FFFF1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15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3738498" y="3108705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00115" y="2162937"/>
            <a:ext cx="9067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441825" y="2599182"/>
            <a:ext cx="1031875" cy="1833880"/>
          </a:xfrm>
          <a:custGeom>
            <a:avLst/>
            <a:gdLst/>
            <a:ahLst/>
            <a:cxnLst/>
            <a:rect l="l" t="t" r="r" b="b"/>
            <a:pathLst>
              <a:path w="1031875" h="1833879">
                <a:moveTo>
                  <a:pt x="959343" y="90604"/>
                </a:moveTo>
                <a:lnTo>
                  <a:pt x="0" y="1814956"/>
                </a:lnTo>
                <a:lnTo>
                  <a:pt x="33274" y="1833498"/>
                </a:lnTo>
                <a:lnTo>
                  <a:pt x="992645" y="109095"/>
                </a:lnTo>
                <a:lnTo>
                  <a:pt x="959343" y="90604"/>
                </a:lnTo>
                <a:close/>
              </a:path>
              <a:path w="1031875" h="1833879">
                <a:moveTo>
                  <a:pt x="1028384" y="73913"/>
                </a:moveTo>
                <a:lnTo>
                  <a:pt x="968628" y="73913"/>
                </a:lnTo>
                <a:lnTo>
                  <a:pt x="1001902" y="92455"/>
                </a:lnTo>
                <a:lnTo>
                  <a:pt x="992645" y="109095"/>
                </a:lnTo>
                <a:lnTo>
                  <a:pt x="1026033" y="127634"/>
                </a:lnTo>
                <a:lnTo>
                  <a:pt x="1028384" y="73913"/>
                </a:lnTo>
                <a:close/>
              </a:path>
              <a:path w="1031875" h="1833879">
                <a:moveTo>
                  <a:pt x="968628" y="73913"/>
                </a:moveTo>
                <a:lnTo>
                  <a:pt x="959343" y="90604"/>
                </a:lnTo>
                <a:lnTo>
                  <a:pt x="992645" y="109095"/>
                </a:lnTo>
                <a:lnTo>
                  <a:pt x="1001902" y="92455"/>
                </a:lnTo>
                <a:lnTo>
                  <a:pt x="968628" y="73913"/>
                </a:lnTo>
                <a:close/>
              </a:path>
              <a:path w="1031875" h="1833879">
                <a:moveTo>
                  <a:pt x="1031621" y="0"/>
                </a:moveTo>
                <a:lnTo>
                  <a:pt x="926084" y="72135"/>
                </a:lnTo>
                <a:lnTo>
                  <a:pt x="959343" y="90604"/>
                </a:lnTo>
                <a:lnTo>
                  <a:pt x="968628" y="73913"/>
                </a:lnTo>
                <a:lnTo>
                  <a:pt x="1028384" y="73913"/>
                </a:lnTo>
                <a:lnTo>
                  <a:pt x="103162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057643" y="6670547"/>
            <a:ext cx="551815" cy="187960"/>
          </a:xfrm>
          <a:custGeom>
            <a:avLst/>
            <a:gdLst/>
            <a:ahLst/>
            <a:cxnLst/>
            <a:rect l="l" t="t" r="r" b="b"/>
            <a:pathLst>
              <a:path w="551815" h="187959">
                <a:moveTo>
                  <a:pt x="551687" y="0"/>
                </a:moveTo>
                <a:lnTo>
                  <a:pt x="0" y="0"/>
                </a:lnTo>
                <a:lnTo>
                  <a:pt x="0" y="187451"/>
                </a:lnTo>
                <a:lnTo>
                  <a:pt x="551687" y="187451"/>
                </a:lnTo>
                <a:lnTo>
                  <a:pt x="551687" y="164019"/>
                </a:lnTo>
                <a:lnTo>
                  <a:pt x="346075" y="164019"/>
                </a:lnTo>
                <a:lnTo>
                  <a:pt x="205485" y="93724"/>
                </a:lnTo>
                <a:lnTo>
                  <a:pt x="346075" y="23431"/>
                </a:lnTo>
                <a:lnTo>
                  <a:pt x="551687" y="23431"/>
                </a:lnTo>
                <a:lnTo>
                  <a:pt x="551687" y="0"/>
                </a:lnTo>
                <a:close/>
              </a:path>
              <a:path w="551815" h="187959">
                <a:moveTo>
                  <a:pt x="551687" y="23431"/>
                </a:moveTo>
                <a:lnTo>
                  <a:pt x="346075" y="23431"/>
                </a:lnTo>
                <a:lnTo>
                  <a:pt x="346075" y="164019"/>
                </a:lnTo>
                <a:lnTo>
                  <a:pt x="551687" y="164019"/>
                </a:lnTo>
                <a:lnTo>
                  <a:pt x="551687" y="2343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263130" y="6693979"/>
            <a:ext cx="140970" cy="140970"/>
          </a:xfrm>
          <a:custGeom>
            <a:avLst/>
            <a:gdLst/>
            <a:ahLst/>
            <a:cxnLst/>
            <a:rect l="l" t="t" r="r" b="b"/>
            <a:pathLst>
              <a:path w="140970" h="140970">
                <a:moveTo>
                  <a:pt x="140589" y="0"/>
                </a:moveTo>
                <a:lnTo>
                  <a:pt x="0" y="70293"/>
                </a:lnTo>
                <a:lnTo>
                  <a:pt x="140589" y="140587"/>
                </a:lnTo>
                <a:lnTo>
                  <a:pt x="14058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141591" y="6656628"/>
            <a:ext cx="38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4" action="ppaction://hlinksldjump"/>
              </a:rPr>
              <a:t>查表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0842" y="4382770"/>
            <a:ext cx="6732270" cy="2198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43654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goto(2,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=6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00">
              <a:latin typeface="Times New Roman"/>
              <a:cs typeface="Times New Roman"/>
            </a:endParaRPr>
          </a:p>
          <a:p>
            <a:pPr marL="3843654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action(6 , #) =</a:t>
            </a:r>
            <a:r>
              <a:rPr dirty="0" sz="32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e4</a:t>
            </a:r>
            <a:endParaRPr sz="3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87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action( 7, #) =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15161" y="3217926"/>
            <a:ext cx="184785" cy="1571625"/>
          </a:xfrm>
          <a:custGeom>
            <a:avLst/>
            <a:gdLst/>
            <a:ahLst/>
            <a:cxnLst/>
            <a:rect l="l" t="t" r="r" b="b"/>
            <a:pathLst>
              <a:path w="184784" h="1571625">
                <a:moveTo>
                  <a:pt x="184403" y="1571244"/>
                </a:moveTo>
                <a:lnTo>
                  <a:pt x="148512" y="1560947"/>
                </a:lnTo>
                <a:lnTo>
                  <a:pt x="119205" y="1532874"/>
                </a:lnTo>
                <a:lnTo>
                  <a:pt x="99446" y="1491251"/>
                </a:lnTo>
                <a:lnTo>
                  <a:pt x="92201" y="1440307"/>
                </a:lnTo>
                <a:lnTo>
                  <a:pt x="92201" y="916559"/>
                </a:lnTo>
                <a:lnTo>
                  <a:pt x="84957" y="865614"/>
                </a:lnTo>
                <a:lnTo>
                  <a:pt x="65198" y="823991"/>
                </a:lnTo>
                <a:lnTo>
                  <a:pt x="35891" y="795918"/>
                </a:lnTo>
                <a:lnTo>
                  <a:pt x="0" y="785622"/>
                </a:lnTo>
                <a:lnTo>
                  <a:pt x="35891" y="775325"/>
                </a:lnTo>
                <a:lnTo>
                  <a:pt x="65198" y="747252"/>
                </a:lnTo>
                <a:lnTo>
                  <a:pt x="84957" y="705629"/>
                </a:lnTo>
                <a:lnTo>
                  <a:pt x="92201" y="654685"/>
                </a:lnTo>
                <a:lnTo>
                  <a:pt x="92201" y="130937"/>
                </a:lnTo>
                <a:lnTo>
                  <a:pt x="99448" y="79992"/>
                </a:lnTo>
                <a:lnTo>
                  <a:pt x="119210" y="38369"/>
                </a:lnTo>
                <a:lnTo>
                  <a:pt x="148517" y="10296"/>
                </a:lnTo>
                <a:lnTo>
                  <a:pt x="184403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78942" y="3772611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64528" y="759332"/>
            <a:ext cx="28708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action(9 , #) =</a:t>
            </a:r>
            <a:r>
              <a:rPr dirty="0" sz="32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487161" y="950213"/>
            <a:ext cx="705612" cy="3093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487161" y="950213"/>
            <a:ext cx="706120" cy="309880"/>
          </a:xfrm>
          <a:custGeom>
            <a:avLst/>
            <a:gdLst/>
            <a:ahLst/>
            <a:cxnLst/>
            <a:rect l="l" t="t" r="r" b="b"/>
            <a:pathLst>
              <a:path w="706120" h="309880">
                <a:moveTo>
                  <a:pt x="0" y="77343"/>
                </a:moveTo>
                <a:lnTo>
                  <a:pt x="529589" y="77343"/>
                </a:lnTo>
                <a:lnTo>
                  <a:pt x="529589" y="0"/>
                </a:lnTo>
                <a:lnTo>
                  <a:pt x="705612" y="154686"/>
                </a:lnTo>
                <a:lnTo>
                  <a:pt x="529589" y="309372"/>
                </a:lnTo>
                <a:lnTo>
                  <a:pt x="529589" y="232028"/>
                </a:lnTo>
                <a:lnTo>
                  <a:pt x="0" y="232028"/>
                </a:lnTo>
                <a:lnTo>
                  <a:pt x="0" y="7734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182361" y="1773173"/>
            <a:ext cx="134620" cy="1382395"/>
          </a:xfrm>
          <a:custGeom>
            <a:avLst/>
            <a:gdLst/>
            <a:ahLst/>
            <a:cxnLst/>
            <a:rect l="l" t="t" r="r" b="b"/>
            <a:pathLst>
              <a:path w="134620" h="1382395">
                <a:moveTo>
                  <a:pt x="134112" y="1382267"/>
                </a:moveTo>
                <a:lnTo>
                  <a:pt x="107989" y="1373171"/>
                </a:lnTo>
                <a:lnTo>
                  <a:pt x="86677" y="1348358"/>
                </a:lnTo>
                <a:lnTo>
                  <a:pt x="72318" y="1311544"/>
                </a:lnTo>
                <a:lnTo>
                  <a:pt x="67055" y="1266443"/>
                </a:lnTo>
                <a:lnTo>
                  <a:pt x="67055" y="806958"/>
                </a:lnTo>
                <a:lnTo>
                  <a:pt x="61793" y="761857"/>
                </a:lnTo>
                <a:lnTo>
                  <a:pt x="47434" y="725043"/>
                </a:lnTo>
                <a:lnTo>
                  <a:pt x="26122" y="700230"/>
                </a:lnTo>
                <a:lnTo>
                  <a:pt x="0" y="691134"/>
                </a:lnTo>
                <a:lnTo>
                  <a:pt x="26122" y="682037"/>
                </a:lnTo>
                <a:lnTo>
                  <a:pt x="47434" y="657225"/>
                </a:lnTo>
                <a:lnTo>
                  <a:pt x="61793" y="620410"/>
                </a:lnTo>
                <a:lnTo>
                  <a:pt x="67055" y="575310"/>
                </a:lnTo>
                <a:lnTo>
                  <a:pt x="67055" y="115824"/>
                </a:lnTo>
                <a:lnTo>
                  <a:pt x="72318" y="70723"/>
                </a:lnTo>
                <a:lnTo>
                  <a:pt x="86677" y="33909"/>
                </a:lnTo>
                <a:lnTo>
                  <a:pt x="107989" y="9096"/>
                </a:lnTo>
                <a:lnTo>
                  <a:pt x="134112" y="0"/>
                </a:lnTo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670552" y="2162937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342631" y="2270760"/>
            <a:ext cx="1001394" cy="1118870"/>
          </a:xfrm>
          <a:custGeom>
            <a:avLst/>
            <a:gdLst/>
            <a:ahLst/>
            <a:cxnLst/>
            <a:rect l="l" t="t" r="r" b="b"/>
            <a:pathLst>
              <a:path w="1001395" h="1118870">
                <a:moveTo>
                  <a:pt x="0" y="1118615"/>
                </a:moveTo>
                <a:lnTo>
                  <a:pt x="1001268" y="1118615"/>
                </a:lnTo>
                <a:lnTo>
                  <a:pt x="1001268" y="0"/>
                </a:lnTo>
                <a:lnTo>
                  <a:pt x="0" y="0"/>
                </a:lnTo>
                <a:lnTo>
                  <a:pt x="0" y="1118615"/>
                </a:lnTo>
                <a:close/>
              </a:path>
            </a:pathLst>
          </a:custGeom>
          <a:solidFill>
            <a:srgbClr val="213C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345680" y="2229738"/>
            <a:ext cx="998219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9720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277861" y="2439923"/>
            <a:ext cx="620395" cy="114300"/>
          </a:xfrm>
          <a:custGeom>
            <a:avLst/>
            <a:gdLst/>
            <a:ahLst/>
            <a:cxnLst/>
            <a:rect l="l" t="t" r="r" b="b"/>
            <a:pathLst>
              <a:path w="62039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2039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20395" h="114300">
                <a:moveTo>
                  <a:pt x="62026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20268" y="76200"/>
                </a:lnTo>
                <a:lnTo>
                  <a:pt x="62026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500115" y="1699336"/>
            <a:ext cx="90678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00FFFF"/>
                </a:solidFill>
                <a:latin typeface="Times New Roman"/>
                <a:cs typeface="Times New Roman"/>
              </a:rPr>
              <a:t>9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44996" y="1699336"/>
            <a:ext cx="86296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315961" y="5866638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458961" y="2044445"/>
            <a:ext cx="0" cy="3822700"/>
          </a:xfrm>
          <a:custGeom>
            <a:avLst/>
            <a:gdLst/>
            <a:ahLst/>
            <a:cxnLst/>
            <a:rect l="l" t="t" r="r" b="b"/>
            <a:pathLst>
              <a:path w="0" h="3822700">
                <a:moveTo>
                  <a:pt x="0" y="3822191"/>
                </a:moveTo>
                <a:lnTo>
                  <a:pt x="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419593" y="1987295"/>
            <a:ext cx="1039494" cy="114300"/>
          </a:xfrm>
          <a:custGeom>
            <a:avLst/>
            <a:gdLst/>
            <a:ahLst/>
            <a:cxnLst/>
            <a:rect l="l" t="t" r="r" b="b"/>
            <a:pathLst>
              <a:path w="103949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03949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039495" h="114300">
                <a:moveTo>
                  <a:pt x="1039367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039367" y="76200"/>
                </a:lnTo>
                <a:lnTo>
                  <a:pt x="1039367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7679181" y="1486662"/>
            <a:ext cx="2743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19593" y="2271522"/>
            <a:ext cx="754380" cy="434340"/>
          </a:xfrm>
          <a:custGeom>
            <a:avLst/>
            <a:gdLst/>
            <a:ahLst/>
            <a:cxnLst/>
            <a:rect l="l" t="t" r="r" b="b"/>
            <a:pathLst>
              <a:path w="754379" h="434339">
                <a:moveTo>
                  <a:pt x="0" y="0"/>
                </a:moveTo>
                <a:lnTo>
                  <a:pt x="754379" y="43433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498598" y="991361"/>
            <a:ext cx="704088" cy="3093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498598" y="991361"/>
            <a:ext cx="704215" cy="309880"/>
          </a:xfrm>
          <a:custGeom>
            <a:avLst/>
            <a:gdLst/>
            <a:ahLst/>
            <a:cxnLst/>
            <a:rect l="l" t="t" r="r" b="b"/>
            <a:pathLst>
              <a:path w="704214" h="309880">
                <a:moveTo>
                  <a:pt x="0" y="77342"/>
                </a:moveTo>
                <a:lnTo>
                  <a:pt x="528065" y="77342"/>
                </a:lnTo>
                <a:lnTo>
                  <a:pt x="528065" y="0"/>
                </a:lnTo>
                <a:lnTo>
                  <a:pt x="704088" y="154686"/>
                </a:lnTo>
                <a:lnTo>
                  <a:pt x="528065" y="309372"/>
                </a:lnTo>
                <a:lnTo>
                  <a:pt x="528065" y="232028"/>
                </a:lnTo>
                <a:lnTo>
                  <a:pt x="0" y="232028"/>
                </a:lnTo>
                <a:lnTo>
                  <a:pt x="0" y="7734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030723" y="1338833"/>
            <a:ext cx="114300" cy="472440"/>
          </a:xfrm>
          <a:custGeom>
            <a:avLst/>
            <a:gdLst/>
            <a:ahLst/>
            <a:cxnLst/>
            <a:rect l="l" t="t" r="r" b="b"/>
            <a:pathLst>
              <a:path w="114300" h="472439">
                <a:moveTo>
                  <a:pt x="76200" y="95250"/>
                </a:moveTo>
                <a:lnTo>
                  <a:pt x="38100" y="95250"/>
                </a:lnTo>
                <a:lnTo>
                  <a:pt x="38100" y="472439"/>
                </a:lnTo>
                <a:lnTo>
                  <a:pt x="76200" y="472439"/>
                </a:lnTo>
                <a:lnTo>
                  <a:pt x="76200" y="95250"/>
                </a:lnTo>
                <a:close/>
              </a:path>
              <a:path w="114300" h="47243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47243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3432175" y="816356"/>
            <a:ext cx="1802130" cy="10172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8559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$: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algn="r" marR="236854">
              <a:lnSpc>
                <a:spcPct val="100000"/>
              </a:lnSpc>
              <a:spcBef>
                <a:spcPts val="120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70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60601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4205" y="26923"/>
            <a:ext cx="3641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5.9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LR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分析的的错误处理与恢复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39823" y="1418082"/>
            <a:ext cx="114300" cy="662940"/>
          </a:xfrm>
          <a:custGeom>
            <a:avLst/>
            <a:gdLst/>
            <a:ahLst/>
            <a:cxnLst/>
            <a:rect l="l" t="t" r="r" b="b"/>
            <a:pathLst>
              <a:path w="114300" h="662939">
                <a:moveTo>
                  <a:pt x="76200" y="95250"/>
                </a:moveTo>
                <a:lnTo>
                  <a:pt x="38100" y="95250"/>
                </a:lnTo>
                <a:lnTo>
                  <a:pt x="38100" y="662939"/>
                </a:lnTo>
                <a:lnTo>
                  <a:pt x="76200" y="662939"/>
                </a:lnTo>
                <a:lnTo>
                  <a:pt x="76200" y="95250"/>
                </a:lnTo>
                <a:close/>
              </a:path>
              <a:path w="114300" h="66293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6293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78942" y="678916"/>
            <a:ext cx="1707514" cy="1353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384300" marR="5080" indent="-1372235">
              <a:lnSpc>
                <a:spcPct val="136100"/>
              </a:lnSpc>
              <a:spcBef>
                <a:spcPts val="100"/>
              </a:spcBef>
              <a:tabLst>
                <a:tab pos="960119" algn="l"/>
                <a:tab pos="149098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62198" y="4606238"/>
            <a:ext cx="30010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action( 1 ,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=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e3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30446" y="1381505"/>
            <a:ext cx="943610" cy="2494915"/>
          </a:xfrm>
          <a:custGeom>
            <a:avLst/>
            <a:gdLst/>
            <a:ahLst/>
            <a:cxnLst/>
            <a:rect l="l" t="t" r="r" b="b"/>
            <a:pathLst>
              <a:path w="943610" h="2494915">
                <a:moveTo>
                  <a:pt x="0" y="2494788"/>
                </a:moveTo>
                <a:lnTo>
                  <a:pt x="943355" y="2494788"/>
                </a:lnTo>
                <a:lnTo>
                  <a:pt x="943355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30446" y="2934461"/>
            <a:ext cx="948055" cy="457200"/>
          </a:xfrm>
          <a:prstGeom prst="rect">
            <a:avLst/>
          </a:prstGeom>
          <a:ln w="38099">
            <a:solidFill>
              <a:srgbClr val="FFFF1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3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49496" y="3367278"/>
            <a:ext cx="9099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82946" y="1369313"/>
            <a:ext cx="901065" cy="2493645"/>
          </a:xfrm>
          <a:custGeom>
            <a:avLst/>
            <a:gdLst/>
            <a:ahLst/>
            <a:cxnLst/>
            <a:rect l="l" t="t" r="r" b="b"/>
            <a:pathLst>
              <a:path w="901064" h="2493645">
                <a:moveTo>
                  <a:pt x="0" y="2493264"/>
                </a:moveTo>
                <a:lnTo>
                  <a:pt x="900684" y="2493264"/>
                </a:lnTo>
                <a:lnTo>
                  <a:pt x="900684" y="0"/>
                </a:lnTo>
                <a:lnTo>
                  <a:pt x="0" y="0"/>
                </a:lnTo>
                <a:lnTo>
                  <a:pt x="0" y="2493264"/>
                </a:lnTo>
                <a:close/>
              </a:path>
            </a:pathLst>
          </a:custGeom>
          <a:ln w="38099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278373" y="2934461"/>
            <a:ext cx="905510" cy="457200"/>
          </a:xfrm>
          <a:prstGeom prst="rect">
            <a:avLst/>
          </a:prstGeom>
          <a:ln w="38099">
            <a:solidFill>
              <a:srgbClr val="FFFF1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3810">
              <a:lnSpc>
                <a:spcPts val="315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97423" y="3428822"/>
            <a:ext cx="8674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10811" y="1205483"/>
            <a:ext cx="2103120" cy="702945"/>
          </a:xfrm>
          <a:custGeom>
            <a:avLst/>
            <a:gdLst/>
            <a:ahLst/>
            <a:cxnLst/>
            <a:rect l="l" t="t" r="r" b="b"/>
            <a:pathLst>
              <a:path w="2103120" h="702944">
                <a:moveTo>
                  <a:pt x="0" y="702563"/>
                </a:moveTo>
                <a:lnTo>
                  <a:pt x="2103119" y="702563"/>
                </a:lnTo>
                <a:lnTo>
                  <a:pt x="2103119" y="0"/>
                </a:lnTo>
                <a:lnTo>
                  <a:pt x="0" y="0"/>
                </a:lnTo>
                <a:lnTo>
                  <a:pt x="0" y="702563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30446" y="2934461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5" y="0"/>
                </a:lnTo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72961" y="3105911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9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9600" h="114300">
                <a:moveTo>
                  <a:pt x="609599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9599" y="76200"/>
                </a:lnTo>
                <a:lnTo>
                  <a:pt x="60959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861809" y="2888106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41114" y="3859529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5" y="0"/>
                </a:lnTo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41114" y="3391661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5" y="0"/>
                </a:lnTo>
              </a:path>
            </a:pathLst>
          </a:custGeom>
          <a:ln w="38100">
            <a:solidFill>
              <a:srgbClr val="FFFF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30446" y="2413254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72961" y="4897373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15961" y="2667761"/>
            <a:ext cx="0" cy="2230120"/>
          </a:xfrm>
          <a:custGeom>
            <a:avLst/>
            <a:gdLst/>
            <a:ahLst/>
            <a:cxnLst/>
            <a:rect l="l" t="t" r="r" b="b"/>
            <a:pathLst>
              <a:path w="0" h="2230120">
                <a:moveTo>
                  <a:pt x="0" y="2229612"/>
                </a:moveTo>
                <a:lnTo>
                  <a:pt x="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276594" y="2610611"/>
            <a:ext cx="1039494" cy="114300"/>
          </a:xfrm>
          <a:custGeom>
            <a:avLst/>
            <a:gdLst/>
            <a:ahLst/>
            <a:cxnLst/>
            <a:rect l="l" t="t" r="r" b="b"/>
            <a:pathLst>
              <a:path w="103949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03949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039495" h="114300">
                <a:moveTo>
                  <a:pt x="1039367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039367" y="76200"/>
                </a:lnTo>
                <a:lnTo>
                  <a:pt x="1039367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349496" y="2408631"/>
            <a:ext cx="18154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9880">
              <a:lnSpc>
                <a:spcPct val="100000"/>
              </a:lnSpc>
              <a:spcBef>
                <a:spcPts val="105"/>
              </a:spcBef>
              <a:tabLst>
                <a:tab pos="1224280" algn="l"/>
              </a:tabLst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4	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89197" y="816356"/>
            <a:ext cx="1634489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7555" algn="l"/>
                <a:tab pos="141795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$: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326385" y="991361"/>
            <a:ext cx="970788" cy="3093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26385" y="991361"/>
            <a:ext cx="970915" cy="309880"/>
          </a:xfrm>
          <a:custGeom>
            <a:avLst/>
            <a:gdLst/>
            <a:ahLst/>
            <a:cxnLst/>
            <a:rect l="l" t="t" r="r" b="b"/>
            <a:pathLst>
              <a:path w="970914" h="309880">
                <a:moveTo>
                  <a:pt x="0" y="77342"/>
                </a:moveTo>
                <a:lnTo>
                  <a:pt x="728471" y="77342"/>
                </a:lnTo>
                <a:lnTo>
                  <a:pt x="728471" y="0"/>
                </a:lnTo>
                <a:lnTo>
                  <a:pt x="970788" y="154686"/>
                </a:lnTo>
                <a:lnTo>
                  <a:pt x="728471" y="309372"/>
                </a:lnTo>
                <a:lnTo>
                  <a:pt x="728471" y="232028"/>
                </a:lnTo>
                <a:lnTo>
                  <a:pt x="0" y="232028"/>
                </a:lnTo>
                <a:lnTo>
                  <a:pt x="0" y="77342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45479" y="6611111"/>
            <a:ext cx="626745" cy="247015"/>
          </a:xfrm>
          <a:custGeom>
            <a:avLst/>
            <a:gdLst/>
            <a:ahLst/>
            <a:cxnLst/>
            <a:rect l="l" t="t" r="r" b="b"/>
            <a:pathLst>
              <a:path w="626745" h="247015">
                <a:moveTo>
                  <a:pt x="626364" y="0"/>
                </a:moveTo>
                <a:lnTo>
                  <a:pt x="0" y="0"/>
                </a:lnTo>
                <a:lnTo>
                  <a:pt x="0" y="246887"/>
                </a:lnTo>
                <a:lnTo>
                  <a:pt x="626364" y="246887"/>
                </a:lnTo>
                <a:lnTo>
                  <a:pt x="626364" y="216025"/>
                </a:lnTo>
                <a:lnTo>
                  <a:pt x="405765" y="216025"/>
                </a:lnTo>
                <a:lnTo>
                  <a:pt x="220599" y="123442"/>
                </a:lnTo>
                <a:lnTo>
                  <a:pt x="405765" y="30861"/>
                </a:lnTo>
                <a:lnTo>
                  <a:pt x="626364" y="30861"/>
                </a:lnTo>
                <a:lnTo>
                  <a:pt x="626364" y="0"/>
                </a:lnTo>
                <a:close/>
              </a:path>
              <a:path w="626745" h="247015">
                <a:moveTo>
                  <a:pt x="626364" y="30861"/>
                </a:moveTo>
                <a:lnTo>
                  <a:pt x="405765" y="30861"/>
                </a:lnTo>
                <a:lnTo>
                  <a:pt x="405765" y="216025"/>
                </a:lnTo>
                <a:lnTo>
                  <a:pt x="626364" y="216025"/>
                </a:lnTo>
                <a:lnTo>
                  <a:pt x="626364" y="3086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66078" y="6641972"/>
            <a:ext cx="185420" cy="185420"/>
          </a:xfrm>
          <a:custGeom>
            <a:avLst/>
            <a:gdLst/>
            <a:ahLst/>
            <a:cxnLst/>
            <a:rect l="l" t="t" r="r" b="b"/>
            <a:pathLst>
              <a:path w="185420" h="185420">
                <a:moveTo>
                  <a:pt x="185166" y="0"/>
                </a:moveTo>
                <a:lnTo>
                  <a:pt x="0" y="92581"/>
                </a:lnTo>
                <a:lnTo>
                  <a:pt x="185166" y="185164"/>
                </a:lnTo>
                <a:lnTo>
                  <a:pt x="185166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866638" y="6626453"/>
            <a:ext cx="38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5" action="ppaction://hlinksldjump"/>
              </a:rPr>
              <a:t>查表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32829" y="759332"/>
            <a:ext cx="28244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action(4 ,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21164" sz="31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356097" y="950213"/>
            <a:ext cx="704088" cy="3093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356097" y="950213"/>
            <a:ext cx="704215" cy="309880"/>
          </a:xfrm>
          <a:custGeom>
            <a:avLst/>
            <a:gdLst/>
            <a:ahLst/>
            <a:cxnLst/>
            <a:rect l="l" t="t" r="r" b="b"/>
            <a:pathLst>
              <a:path w="704214" h="309880">
                <a:moveTo>
                  <a:pt x="0" y="77343"/>
                </a:moveTo>
                <a:lnTo>
                  <a:pt x="528065" y="77343"/>
                </a:lnTo>
                <a:lnTo>
                  <a:pt x="528065" y="0"/>
                </a:lnTo>
                <a:lnTo>
                  <a:pt x="704088" y="154686"/>
                </a:lnTo>
                <a:lnTo>
                  <a:pt x="528065" y="309372"/>
                </a:lnTo>
                <a:lnTo>
                  <a:pt x="528065" y="232028"/>
                </a:lnTo>
                <a:lnTo>
                  <a:pt x="0" y="232028"/>
                </a:lnTo>
                <a:lnTo>
                  <a:pt x="0" y="7734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079997" y="1418082"/>
            <a:ext cx="2836545" cy="0"/>
          </a:xfrm>
          <a:custGeom>
            <a:avLst/>
            <a:gdLst/>
            <a:ahLst/>
            <a:cxnLst/>
            <a:rect l="l" t="t" r="r" b="b"/>
            <a:pathLst>
              <a:path w="2836545" h="0">
                <a:moveTo>
                  <a:pt x="0" y="0"/>
                </a:moveTo>
                <a:lnTo>
                  <a:pt x="283616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646803" y="186766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63310" y="1867662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881878" y="1421002"/>
            <a:ext cx="1438275" cy="749935"/>
          </a:xfrm>
          <a:custGeom>
            <a:avLst/>
            <a:gdLst/>
            <a:ahLst/>
            <a:cxnLst/>
            <a:rect l="l" t="t" r="r" b="b"/>
            <a:pathLst>
              <a:path w="1438275" h="749935">
                <a:moveTo>
                  <a:pt x="143383" y="612139"/>
                </a:moveTo>
                <a:lnTo>
                  <a:pt x="0" y="749935"/>
                </a:lnTo>
                <a:lnTo>
                  <a:pt x="195580" y="713867"/>
                </a:lnTo>
                <a:lnTo>
                  <a:pt x="182612" y="688594"/>
                </a:lnTo>
                <a:lnTo>
                  <a:pt x="161289" y="688594"/>
                </a:lnTo>
                <a:lnTo>
                  <a:pt x="143891" y="654812"/>
                </a:lnTo>
                <a:lnTo>
                  <a:pt x="160823" y="646129"/>
                </a:lnTo>
                <a:lnTo>
                  <a:pt x="143383" y="612139"/>
                </a:lnTo>
                <a:close/>
              </a:path>
              <a:path w="1438275" h="749935">
                <a:moveTo>
                  <a:pt x="160823" y="646129"/>
                </a:moveTo>
                <a:lnTo>
                  <a:pt x="143891" y="654812"/>
                </a:lnTo>
                <a:lnTo>
                  <a:pt x="161289" y="688594"/>
                </a:lnTo>
                <a:lnTo>
                  <a:pt x="178170" y="679937"/>
                </a:lnTo>
                <a:lnTo>
                  <a:pt x="160823" y="646129"/>
                </a:lnTo>
                <a:close/>
              </a:path>
              <a:path w="1438275" h="749935">
                <a:moveTo>
                  <a:pt x="178170" y="679937"/>
                </a:moveTo>
                <a:lnTo>
                  <a:pt x="161289" y="688594"/>
                </a:lnTo>
                <a:lnTo>
                  <a:pt x="182612" y="688594"/>
                </a:lnTo>
                <a:lnTo>
                  <a:pt x="178170" y="679937"/>
                </a:lnTo>
                <a:close/>
              </a:path>
              <a:path w="1438275" h="749935">
                <a:moveTo>
                  <a:pt x="1420876" y="0"/>
                </a:moveTo>
                <a:lnTo>
                  <a:pt x="160823" y="646129"/>
                </a:lnTo>
                <a:lnTo>
                  <a:pt x="178170" y="679937"/>
                </a:lnTo>
                <a:lnTo>
                  <a:pt x="1438148" y="33782"/>
                </a:lnTo>
                <a:lnTo>
                  <a:pt x="142087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935473" y="1399794"/>
            <a:ext cx="2381250" cy="685165"/>
          </a:xfrm>
          <a:custGeom>
            <a:avLst/>
            <a:gdLst/>
            <a:ahLst/>
            <a:cxnLst/>
            <a:rect l="l" t="t" r="r" b="b"/>
            <a:pathLst>
              <a:path w="2381250" h="685164">
                <a:moveTo>
                  <a:pt x="168148" y="574928"/>
                </a:moveTo>
                <a:lnTo>
                  <a:pt x="0" y="681227"/>
                </a:lnTo>
                <a:lnTo>
                  <a:pt x="198881" y="685038"/>
                </a:lnTo>
                <a:lnTo>
                  <a:pt x="190090" y="653541"/>
                </a:lnTo>
                <a:lnTo>
                  <a:pt x="170306" y="653541"/>
                </a:lnTo>
                <a:lnTo>
                  <a:pt x="160020" y="616838"/>
                </a:lnTo>
                <a:lnTo>
                  <a:pt x="178413" y="611707"/>
                </a:lnTo>
                <a:lnTo>
                  <a:pt x="168148" y="574928"/>
                </a:lnTo>
                <a:close/>
              </a:path>
              <a:path w="2381250" h="685164">
                <a:moveTo>
                  <a:pt x="178413" y="611707"/>
                </a:moveTo>
                <a:lnTo>
                  <a:pt x="160020" y="616838"/>
                </a:lnTo>
                <a:lnTo>
                  <a:pt x="170306" y="653541"/>
                </a:lnTo>
                <a:lnTo>
                  <a:pt x="188660" y="648419"/>
                </a:lnTo>
                <a:lnTo>
                  <a:pt x="178413" y="611707"/>
                </a:lnTo>
                <a:close/>
              </a:path>
              <a:path w="2381250" h="685164">
                <a:moveTo>
                  <a:pt x="188660" y="648419"/>
                </a:moveTo>
                <a:lnTo>
                  <a:pt x="170306" y="653541"/>
                </a:lnTo>
                <a:lnTo>
                  <a:pt x="190090" y="653541"/>
                </a:lnTo>
                <a:lnTo>
                  <a:pt x="188660" y="648419"/>
                </a:lnTo>
                <a:close/>
              </a:path>
              <a:path w="2381250" h="685164">
                <a:moveTo>
                  <a:pt x="2370835" y="0"/>
                </a:moveTo>
                <a:lnTo>
                  <a:pt x="178413" y="611707"/>
                </a:lnTo>
                <a:lnTo>
                  <a:pt x="188660" y="648419"/>
                </a:lnTo>
                <a:lnTo>
                  <a:pt x="2380996" y="36575"/>
                </a:lnTo>
                <a:lnTo>
                  <a:pt x="237083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5975" algn="l"/>
              </a:tabLst>
            </a:pPr>
            <a:r>
              <a:rPr dirty="0" spc="-5">
                <a:latin typeface="Times New Roman"/>
                <a:cs typeface="Times New Roman"/>
              </a:rPr>
              <a:t>5.1	</a:t>
            </a:r>
            <a:r>
              <a:rPr dirty="0" spc="-10"/>
              <a:t>“移近</a:t>
            </a:r>
            <a:r>
              <a:rPr dirty="0" spc="-10">
                <a:latin typeface="Times New Roman"/>
                <a:cs typeface="Times New Roman"/>
              </a:rPr>
              <a:t>—</a:t>
            </a:r>
            <a:r>
              <a:rPr dirty="0" spc="-10"/>
              <a:t>归约”分析法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947" y="1286662"/>
            <a:ext cx="5654040" cy="51689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lvl="1" marL="817244" indent="-803910">
              <a:lnSpc>
                <a:spcPct val="100000"/>
              </a:lnSpc>
              <a:spcBef>
                <a:spcPts val="1275"/>
              </a:spcBef>
              <a:buFont typeface="Times New Roman"/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算符优先分析法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分析鸟瞰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 (0)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817244" indent="-80391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817244" algn="l"/>
                <a:tab pos="817880" algn="l"/>
              </a:tabLst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SLR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 (1)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510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spc="-1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(1)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5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LALR</a:t>
            </a:r>
            <a:r>
              <a:rPr dirty="0" sz="2800" spc="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05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5" b="1">
                <a:solidFill>
                  <a:srgbClr val="FFFF99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分析对二义文法的应用</a:t>
            </a:r>
            <a:endParaRPr sz="2800">
              <a:latin typeface="宋体"/>
              <a:cs typeface="宋体"/>
            </a:endParaRPr>
          </a:p>
          <a:p>
            <a:pPr lvl="1" marL="634365" indent="-622300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634365" algn="l"/>
                <a:tab pos="635000" algn="l"/>
              </a:tabLst>
            </a:pP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分析的错误处理与恢复</a:t>
            </a:r>
            <a:endParaRPr sz="2800">
              <a:latin typeface="宋体"/>
              <a:cs typeface="宋体"/>
            </a:endParaRPr>
          </a:p>
          <a:p>
            <a:pPr lvl="1" marL="722630" indent="-710565">
              <a:lnSpc>
                <a:spcPct val="100000"/>
              </a:lnSpc>
              <a:spcBef>
                <a:spcPts val="1010"/>
              </a:spcBef>
              <a:buClr>
                <a:srgbClr val="FFFF00"/>
              </a:buClr>
              <a:buFont typeface="Times New Roman"/>
              <a:buAutoNum type="arabicPeriod" startAt="2"/>
              <a:tabLst>
                <a:tab pos="7232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语法分析器的自动生成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25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1"/>
            <a:ext cx="8992362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61"/>
            <a:ext cx="8992870" cy="434340"/>
          </a:xfrm>
          <a:custGeom>
            <a:avLst/>
            <a:gdLst/>
            <a:ahLst/>
            <a:cxnLst/>
            <a:rect l="l" t="t" r="r" b="b"/>
            <a:pathLst>
              <a:path w="8992870" h="434340">
                <a:moveTo>
                  <a:pt x="0" y="434340"/>
                </a:moveTo>
                <a:lnTo>
                  <a:pt x="8992362" y="434340"/>
                </a:lnTo>
                <a:lnTo>
                  <a:pt x="8992362" y="0"/>
                </a:lnTo>
                <a:lnTo>
                  <a:pt x="0" y="0"/>
                </a:lnTo>
              </a:path>
            </a:pathLst>
          </a:custGeom>
          <a:ln w="38099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34606" y="5951982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34606" y="5951982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08070" y="26923"/>
            <a:ext cx="17799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777" sz="3000" spc="-652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spc="-434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baseline="2777" sz="3000" spc="-652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-434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baseline="2777" sz="3000" spc="-1207" b="1">
                <a:solidFill>
                  <a:srgbClr val="A15100"/>
                </a:solidFill>
                <a:latin typeface="华文新魏"/>
                <a:cs typeface="华文新魏"/>
              </a:rPr>
              <a:t>语</a:t>
            </a:r>
            <a:r>
              <a:rPr dirty="0" sz="2000" spc="-1195" b="1">
                <a:solidFill>
                  <a:srgbClr val="A15100"/>
                </a:solidFill>
                <a:latin typeface="宋体"/>
                <a:cs typeface="宋体"/>
              </a:rPr>
              <a:t>语</a:t>
            </a:r>
            <a:r>
              <a:rPr dirty="0" baseline="2777" sz="3000" spc="-1207" b="1">
                <a:solidFill>
                  <a:srgbClr val="A15100"/>
                </a:solidFill>
                <a:latin typeface="华文新魏"/>
                <a:cs typeface="华文新魏"/>
              </a:rPr>
              <a:t>法</a:t>
            </a:r>
            <a:r>
              <a:rPr dirty="0" sz="2000" spc="-1210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baseline="2777" sz="3000" spc="-1185" b="1">
                <a:solidFill>
                  <a:srgbClr val="A15100"/>
                </a:solidFill>
                <a:latin typeface="华文新魏"/>
                <a:cs typeface="华文新魏"/>
              </a:rPr>
              <a:t>分</a:t>
            </a:r>
            <a:r>
              <a:rPr dirty="0" sz="2000" spc="-1220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baseline="2777" sz="3000" spc="-1170" b="1">
                <a:solidFill>
                  <a:srgbClr val="A15100"/>
                </a:solidFill>
                <a:latin typeface="华文新魏"/>
                <a:cs typeface="华文新魏"/>
              </a:rPr>
              <a:t>析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3842" y="2145029"/>
            <a:ext cx="5788660" cy="3012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2" marL="1742439" indent="-1730375">
              <a:lnSpc>
                <a:spcPct val="100000"/>
              </a:lnSpc>
              <a:spcBef>
                <a:spcPts val="95"/>
              </a:spcBef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34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AC</a:t>
            </a:r>
            <a:r>
              <a:rPr dirty="0" sz="3600" spc="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简介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Clr>
                <a:srgbClr val="FFFFFF"/>
              </a:buClr>
              <a:buFont typeface="Times New Roman"/>
              <a:buAutoNum type="arabicPeriod"/>
            </a:pPr>
            <a:endParaRPr sz="3550">
              <a:latin typeface="宋体"/>
              <a:cs typeface="宋体"/>
            </a:endParaRPr>
          </a:p>
          <a:p>
            <a:pPr lvl="2" marL="1742439" indent="-1730375">
              <a:lnSpc>
                <a:spcPct val="100000"/>
              </a:lnSpc>
              <a:spcBef>
                <a:spcPts val="5"/>
              </a:spcBef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34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AC</a:t>
            </a:r>
            <a:r>
              <a:rPr dirty="0" sz="3600" spc="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语言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Clr>
                <a:srgbClr val="FFFFFF"/>
              </a:buClr>
              <a:buFont typeface="Times New Roman"/>
              <a:buAutoNum type="arabicPeriod"/>
            </a:pPr>
            <a:endParaRPr sz="3550">
              <a:latin typeface="宋体"/>
              <a:cs typeface="宋体"/>
            </a:endParaRPr>
          </a:p>
          <a:p>
            <a:pPr lvl="2" marL="1742439" indent="-1730375">
              <a:lnSpc>
                <a:spcPct val="100000"/>
              </a:lnSpc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85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处理二义文法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8764" y="26923"/>
            <a:ext cx="1628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03853" y="26923"/>
            <a:ext cx="44450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770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</a:t>
            </a:r>
            <a:r>
              <a:rPr dirty="0" sz="2000" spc="1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54317" y="2308098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354317" y="2308098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4677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7535" algn="l"/>
                <a:tab pos="2503170" algn="l"/>
                <a:tab pos="647382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5.10.1</a:t>
            </a:r>
            <a:r>
              <a:rPr dirty="0" u="sng" sz="2000" spc="3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简介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7840" y="591772"/>
            <a:ext cx="8004809" cy="1712595"/>
          </a:xfrm>
          <a:prstGeom prst="rect"/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1353185" algn="l"/>
              </a:tabLst>
            </a:pPr>
            <a:r>
              <a:rPr dirty="0" sz="3200" spc="-75">
                <a:solidFill>
                  <a:srgbClr val="FFFF00"/>
                </a:solidFill>
                <a:latin typeface="Times New Roman"/>
                <a:cs typeface="Times New Roman"/>
              </a:rPr>
              <a:t>YACC	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( </a:t>
            </a:r>
            <a:r>
              <a:rPr dirty="0" sz="3200" spc="-120">
                <a:solidFill>
                  <a:srgbClr val="99FFCC"/>
                </a:solidFill>
                <a:latin typeface="Times New Roman"/>
                <a:cs typeface="Times New Roman"/>
              </a:rPr>
              <a:t>Y</a:t>
            </a:r>
            <a:r>
              <a:rPr dirty="0" sz="3200" spc="-120">
                <a:solidFill>
                  <a:srgbClr val="FFFF00"/>
                </a:solidFill>
                <a:latin typeface="Times New Roman"/>
                <a:cs typeface="Times New Roman"/>
              </a:rPr>
              <a:t>et </a:t>
            </a:r>
            <a:r>
              <a:rPr dirty="0" sz="3200">
                <a:solidFill>
                  <a:srgbClr val="99FFCC"/>
                </a:solidFill>
                <a:latin typeface="Times New Roman"/>
                <a:cs typeface="Times New Roman"/>
              </a:rPr>
              <a:t>A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nother </a:t>
            </a:r>
            <a:r>
              <a:rPr dirty="0" sz="3200" spc="-10">
                <a:solidFill>
                  <a:srgbClr val="99FFCC"/>
                </a:solidFill>
                <a:latin typeface="Times New Roman"/>
                <a:cs typeface="Times New Roman"/>
              </a:rPr>
              <a:t>C</a:t>
            </a:r>
            <a:r>
              <a:rPr dirty="0" sz="3200" spc="-10">
                <a:solidFill>
                  <a:srgbClr val="FFFF00"/>
                </a:solidFill>
                <a:latin typeface="Times New Roman"/>
                <a:cs typeface="Times New Roman"/>
              </a:rPr>
              <a:t>ompiler-</a:t>
            </a:r>
            <a:r>
              <a:rPr dirty="0" sz="3200" spc="-10">
                <a:solidFill>
                  <a:srgbClr val="99FFCC"/>
                </a:solidFill>
                <a:latin typeface="Times New Roman"/>
                <a:cs typeface="Times New Roman"/>
              </a:rPr>
              <a:t>C</a:t>
            </a:r>
            <a:r>
              <a:rPr dirty="0" sz="3200" spc="-10">
                <a:solidFill>
                  <a:srgbClr val="FFFF00"/>
                </a:solidFill>
                <a:latin typeface="Times New Roman"/>
                <a:cs typeface="Times New Roman"/>
              </a:rPr>
              <a:t>ompiler</a:t>
            </a:r>
            <a:r>
              <a:rPr dirty="0" sz="3200" spc="-36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2700" marR="5080" indent="4267835">
              <a:lnSpc>
                <a:spcPts val="4450"/>
              </a:lnSpc>
              <a:spcBef>
                <a:spcPts val="215"/>
              </a:spcBef>
            </a:pPr>
            <a:r>
              <a:rPr dirty="0" u="heavy" sz="320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parser generator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 Bison</a:t>
            </a:r>
            <a:r>
              <a:rPr dirty="0" sz="3200" spc="-3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3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GNU</a:t>
            </a:r>
            <a:r>
              <a:rPr dirty="0" sz="3200">
                <a:solidFill>
                  <a:srgbClr val="FFFFFF"/>
                </a:solidFill>
              </a:rPr>
              <a:t>工程推</a:t>
            </a:r>
            <a:r>
              <a:rPr dirty="0" sz="3200" spc="-5">
                <a:solidFill>
                  <a:srgbClr val="FFFFFF"/>
                </a:solidFill>
              </a:rPr>
              <a:t>出</a:t>
            </a:r>
            <a:r>
              <a:rPr dirty="0" sz="3200">
                <a:solidFill>
                  <a:srgbClr val="FFFFFF"/>
                </a:solidFill>
              </a:rPr>
              <a:t>，与</a:t>
            </a:r>
            <a:r>
              <a:rPr dirty="0" sz="3200" spc="-75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200" spc="-10">
                <a:solidFill>
                  <a:srgbClr val="FFFFFF"/>
                </a:solidFill>
              </a:rPr>
              <a:t>向</a:t>
            </a:r>
            <a:r>
              <a:rPr dirty="0" sz="3200">
                <a:solidFill>
                  <a:srgbClr val="FFFFFF"/>
                </a:solidFill>
              </a:rPr>
              <a:t>上</a:t>
            </a:r>
            <a:r>
              <a:rPr dirty="0" sz="3200" spc="-5">
                <a:solidFill>
                  <a:srgbClr val="FFFFFF"/>
                </a:solidFill>
              </a:rPr>
              <a:t>兼容。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744" y="2687777"/>
            <a:ext cx="7038975" cy="3372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1334" indent="-509270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521334" algn="l"/>
                <a:tab pos="52197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动生成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器；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FFFF"/>
              </a:buClr>
              <a:buFont typeface="Times New Roman"/>
              <a:buAutoNum type="arabicPeriod"/>
            </a:pPr>
            <a:endParaRPr sz="2900">
              <a:latin typeface="宋体"/>
              <a:cs typeface="宋体"/>
            </a:endParaRPr>
          </a:p>
          <a:p>
            <a:pPr marL="652780" indent="-610235">
              <a:lnSpc>
                <a:spcPct val="100000"/>
              </a:lnSpc>
              <a:buFont typeface="Times New Roman"/>
              <a:buAutoNum type="arabicPeriod"/>
              <a:tabLst>
                <a:tab pos="652780" algn="l"/>
                <a:tab pos="653415" algn="l"/>
              </a:tabLst>
            </a:pP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有标准接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口</a:t>
            </a:r>
            <a:r>
              <a:rPr dirty="0" sz="3200" spc="-8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Times New Roman"/>
              <a:buAutoNum type="arabicPeriod"/>
            </a:pPr>
            <a:endParaRPr sz="2750">
              <a:latin typeface="宋体"/>
              <a:cs typeface="宋体"/>
            </a:endParaRPr>
          </a:p>
          <a:p>
            <a:pPr marL="652780" indent="-610235">
              <a:lnSpc>
                <a:spcPct val="100000"/>
              </a:lnSpc>
              <a:buFont typeface="Times New Roman"/>
              <a:buAutoNum type="arabicPeriod"/>
              <a:tabLst>
                <a:tab pos="652780" algn="l"/>
                <a:tab pos="65341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适应二义文法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FFFF"/>
              </a:buClr>
              <a:buFont typeface="Times New Roman"/>
              <a:buAutoNum type="arabicPeriod"/>
            </a:pPr>
            <a:endParaRPr sz="2850">
              <a:latin typeface="宋体"/>
              <a:cs typeface="宋体"/>
            </a:endParaRPr>
          </a:p>
          <a:p>
            <a:pPr marL="652780" indent="-610235">
              <a:lnSpc>
                <a:spcPct val="100000"/>
              </a:lnSpc>
              <a:buFont typeface="Times New Roman"/>
              <a:buAutoNum type="arabicPeriod"/>
              <a:tabLst>
                <a:tab pos="652780" algn="l"/>
                <a:tab pos="65341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可带语义处理。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3861" y="2192273"/>
            <a:ext cx="4287012" cy="1046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43861" y="2192273"/>
            <a:ext cx="4287520" cy="10471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1844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720"/>
              </a:spcBef>
            </a:pPr>
            <a:r>
              <a:rPr dirty="0" sz="3200" b="1">
                <a:latin typeface="Times New Roman"/>
                <a:cs typeface="Times New Roman"/>
              </a:rPr>
              <a:t>Compiler —</a:t>
            </a:r>
            <a:r>
              <a:rPr dirty="0" sz="3200" spc="-12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Compiler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6269" y="2668523"/>
            <a:ext cx="1313815" cy="114300"/>
          </a:xfrm>
          <a:custGeom>
            <a:avLst/>
            <a:gdLst/>
            <a:ahLst/>
            <a:cxnLst/>
            <a:rect l="l" t="t" r="r" b="b"/>
            <a:pathLst>
              <a:path w="1313814" h="114300">
                <a:moveTo>
                  <a:pt x="1123188" y="0"/>
                </a:moveTo>
                <a:lnTo>
                  <a:pt x="1123188" y="114300"/>
                </a:lnTo>
                <a:lnTo>
                  <a:pt x="1250188" y="76200"/>
                </a:lnTo>
                <a:lnTo>
                  <a:pt x="1142238" y="76200"/>
                </a:lnTo>
                <a:lnTo>
                  <a:pt x="1142238" y="38100"/>
                </a:lnTo>
                <a:lnTo>
                  <a:pt x="1250188" y="38100"/>
                </a:lnTo>
                <a:lnTo>
                  <a:pt x="1123188" y="0"/>
                </a:lnTo>
                <a:close/>
              </a:path>
              <a:path w="1313814" h="114300">
                <a:moveTo>
                  <a:pt x="11231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23188" y="76200"/>
                </a:lnTo>
                <a:lnTo>
                  <a:pt x="1123188" y="38100"/>
                </a:lnTo>
                <a:close/>
              </a:path>
              <a:path w="1313814" h="114300">
                <a:moveTo>
                  <a:pt x="1250188" y="38100"/>
                </a:moveTo>
                <a:lnTo>
                  <a:pt x="1142238" y="38100"/>
                </a:lnTo>
                <a:lnTo>
                  <a:pt x="1142238" y="76200"/>
                </a:lnTo>
                <a:lnTo>
                  <a:pt x="1250188" y="76200"/>
                </a:lnTo>
                <a:lnTo>
                  <a:pt x="1313688" y="57150"/>
                </a:lnTo>
                <a:lnTo>
                  <a:pt x="12501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3943" y="2150110"/>
            <a:ext cx="3194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640" y="883107"/>
            <a:ext cx="659066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lr>
                <a:srgbClr val="99FFCC"/>
              </a:buClr>
              <a:buSzPct val="109722"/>
              <a:buFont typeface="Wingdings"/>
              <a:buChar char=""/>
              <a:tabLst>
                <a:tab pos="357505" algn="l"/>
              </a:tabLst>
            </a:pP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Compiler</a:t>
            </a:r>
            <a:r>
              <a:rPr dirty="0" sz="36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36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Compiler</a:t>
            </a: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的功能：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30873" y="2669667"/>
            <a:ext cx="890269" cy="114300"/>
          </a:xfrm>
          <a:custGeom>
            <a:avLst/>
            <a:gdLst/>
            <a:ahLst/>
            <a:cxnLst/>
            <a:rect l="l" t="t" r="r" b="b"/>
            <a:pathLst>
              <a:path w="890270" h="114300">
                <a:moveTo>
                  <a:pt x="699473" y="76293"/>
                </a:moveTo>
                <a:lnTo>
                  <a:pt x="699389" y="114300"/>
                </a:lnTo>
                <a:lnTo>
                  <a:pt x="826900" y="76327"/>
                </a:lnTo>
                <a:lnTo>
                  <a:pt x="718566" y="76327"/>
                </a:lnTo>
                <a:lnTo>
                  <a:pt x="699473" y="76293"/>
                </a:lnTo>
                <a:close/>
              </a:path>
              <a:path w="890270" h="114300">
                <a:moveTo>
                  <a:pt x="699558" y="38193"/>
                </a:moveTo>
                <a:lnTo>
                  <a:pt x="699473" y="76293"/>
                </a:lnTo>
                <a:lnTo>
                  <a:pt x="718566" y="76327"/>
                </a:lnTo>
                <a:lnTo>
                  <a:pt x="718566" y="38227"/>
                </a:lnTo>
                <a:lnTo>
                  <a:pt x="699558" y="38193"/>
                </a:lnTo>
                <a:close/>
              </a:path>
              <a:path w="890270" h="114300">
                <a:moveTo>
                  <a:pt x="699643" y="0"/>
                </a:moveTo>
                <a:lnTo>
                  <a:pt x="699558" y="38193"/>
                </a:lnTo>
                <a:lnTo>
                  <a:pt x="718566" y="38227"/>
                </a:lnTo>
                <a:lnTo>
                  <a:pt x="718566" y="76327"/>
                </a:lnTo>
                <a:lnTo>
                  <a:pt x="826900" y="76327"/>
                </a:lnTo>
                <a:lnTo>
                  <a:pt x="890016" y="57531"/>
                </a:lnTo>
                <a:lnTo>
                  <a:pt x="699643" y="0"/>
                </a:lnTo>
                <a:close/>
              </a:path>
              <a:path w="890270" h="114300">
                <a:moveTo>
                  <a:pt x="0" y="36957"/>
                </a:moveTo>
                <a:lnTo>
                  <a:pt x="0" y="75057"/>
                </a:lnTo>
                <a:lnTo>
                  <a:pt x="699473" y="76293"/>
                </a:lnTo>
                <a:lnTo>
                  <a:pt x="699558" y="38193"/>
                </a:lnTo>
                <a:lnTo>
                  <a:pt x="0" y="3695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40118" y="2041713"/>
            <a:ext cx="1931035" cy="1098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265" marR="5080" indent="-203200">
              <a:lnSpc>
                <a:spcPct val="110000"/>
              </a:lnSpc>
              <a:spcBef>
                <a:spcPts val="95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语法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语义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 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分析器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88210" y="26923"/>
            <a:ext cx="66122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335" algn="l"/>
                <a:tab pos="461899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5.10.1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简介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6965" y="3847033"/>
            <a:ext cx="28003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70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描述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8015" y="2616707"/>
            <a:ext cx="609600" cy="15905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06873" y="2129027"/>
            <a:ext cx="1310640" cy="114300"/>
          </a:xfrm>
          <a:custGeom>
            <a:avLst/>
            <a:gdLst/>
            <a:ahLst/>
            <a:cxnLst/>
            <a:rect l="l" t="t" r="r" b="b"/>
            <a:pathLst>
              <a:path w="1310639" h="114300">
                <a:moveTo>
                  <a:pt x="1120139" y="0"/>
                </a:moveTo>
                <a:lnTo>
                  <a:pt x="1120139" y="114300"/>
                </a:lnTo>
                <a:lnTo>
                  <a:pt x="1247139" y="76200"/>
                </a:lnTo>
                <a:lnTo>
                  <a:pt x="1139189" y="76200"/>
                </a:lnTo>
                <a:lnTo>
                  <a:pt x="1139189" y="38100"/>
                </a:lnTo>
                <a:lnTo>
                  <a:pt x="1247139" y="38100"/>
                </a:lnTo>
                <a:lnTo>
                  <a:pt x="1120139" y="0"/>
                </a:lnTo>
                <a:close/>
              </a:path>
              <a:path w="1310639" h="114300">
                <a:moveTo>
                  <a:pt x="11201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20139" y="76200"/>
                </a:lnTo>
                <a:lnTo>
                  <a:pt x="1120139" y="38100"/>
                </a:lnTo>
                <a:close/>
              </a:path>
              <a:path w="1310639" h="114300">
                <a:moveTo>
                  <a:pt x="1247139" y="38100"/>
                </a:moveTo>
                <a:lnTo>
                  <a:pt x="1139189" y="38100"/>
                </a:lnTo>
                <a:lnTo>
                  <a:pt x="1139189" y="76200"/>
                </a:lnTo>
                <a:lnTo>
                  <a:pt x="1247139" y="76200"/>
                </a:lnTo>
                <a:lnTo>
                  <a:pt x="1310639" y="57150"/>
                </a:lnTo>
                <a:lnTo>
                  <a:pt x="124713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29077" y="1750314"/>
            <a:ext cx="2178050" cy="87947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dirty="0" sz="2400" spc="-60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17514" y="1750314"/>
            <a:ext cx="1420495" cy="87947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86385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2255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3661" y="2182367"/>
            <a:ext cx="2185670" cy="114300"/>
          </a:xfrm>
          <a:custGeom>
            <a:avLst/>
            <a:gdLst/>
            <a:ahLst/>
            <a:cxnLst/>
            <a:rect l="l" t="t" r="r" b="b"/>
            <a:pathLst>
              <a:path w="2185670" h="114300">
                <a:moveTo>
                  <a:pt x="1994915" y="0"/>
                </a:moveTo>
                <a:lnTo>
                  <a:pt x="1994915" y="114300"/>
                </a:lnTo>
                <a:lnTo>
                  <a:pt x="2121916" y="76200"/>
                </a:lnTo>
                <a:lnTo>
                  <a:pt x="2013965" y="76200"/>
                </a:lnTo>
                <a:lnTo>
                  <a:pt x="2013965" y="38100"/>
                </a:lnTo>
                <a:lnTo>
                  <a:pt x="2121916" y="38100"/>
                </a:lnTo>
                <a:lnTo>
                  <a:pt x="1994915" y="0"/>
                </a:lnTo>
                <a:close/>
              </a:path>
              <a:path w="2185670" h="114300">
                <a:moveTo>
                  <a:pt x="19949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994915" y="76200"/>
                </a:lnTo>
                <a:lnTo>
                  <a:pt x="1994915" y="38100"/>
                </a:lnTo>
                <a:close/>
              </a:path>
              <a:path w="2185670" h="114300">
                <a:moveTo>
                  <a:pt x="2121916" y="38100"/>
                </a:moveTo>
                <a:lnTo>
                  <a:pt x="2013965" y="38100"/>
                </a:lnTo>
                <a:lnTo>
                  <a:pt x="2013965" y="76200"/>
                </a:lnTo>
                <a:lnTo>
                  <a:pt x="2121916" y="76200"/>
                </a:lnTo>
                <a:lnTo>
                  <a:pt x="2185416" y="57150"/>
                </a:lnTo>
                <a:lnTo>
                  <a:pt x="212191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437881" y="2148839"/>
            <a:ext cx="1592580" cy="114300"/>
          </a:xfrm>
          <a:custGeom>
            <a:avLst/>
            <a:gdLst/>
            <a:ahLst/>
            <a:cxnLst/>
            <a:rect l="l" t="t" r="r" b="b"/>
            <a:pathLst>
              <a:path w="1592579" h="114300">
                <a:moveTo>
                  <a:pt x="1402079" y="0"/>
                </a:moveTo>
                <a:lnTo>
                  <a:pt x="1402079" y="114300"/>
                </a:lnTo>
                <a:lnTo>
                  <a:pt x="1529079" y="76200"/>
                </a:lnTo>
                <a:lnTo>
                  <a:pt x="1421129" y="76200"/>
                </a:lnTo>
                <a:lnTo>
                  <a:pt x="1421129" y="38100"/>
                </a:lnTo>
                <a:lnTo>
                  <a:pt x="1529079" y="38100"/>
                </a:lnTo>
                <a:lnTo>
                  <a:pt x="1402079" y="0"/>
                </a:lnTo>
                <a:close/>
              </a:path>
              <a:path w="1592579" h="114300">
                <a:moveTo>
                  <a:pt x="140207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02079" y="76200"/>
                </a:lnTo>
                <a:lnTo>
                  <a:pt x="1402079" y="38100"/>
                </a:lnTo>
                <a:close/>
              </a:path>
              <a:path w="1592579" h="114300">
                <a:moveTo>
                  <a:pt x="1529079" y="38100"/>
                </a:moveTo>
                <a:lnTo>
                  <a:pt x="1421129" y="38100"/>
                </a:lnTo>
                <a:lnTo>
                  <a:pt x="1421129" y="76200"/>
                </a:lnTo>
                <a:lnTo>
                  <a:pt x="1529079" y="76200"/>
                </a:lnTo>
                <a:lnTo>
                  <a:pt x="1592579" y="57150"/>
                </a:lnTo>
                <a:lnTo>
                  <a:pt x="152907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93165" y="1355216"/>
            <a:ext cx="945515" cy="75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00"/>
              </a:spcBef>
            </a:pPr>
            <a:r>
              <a:rPr dirty="0" sz="2400" spc="-22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ACC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47335" y="1620392"/>
            <a:ext cx="1045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y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.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ab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.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33792" y="1608200"/>
            <a:ext cx="7880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o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ut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19492" y="2284602"/>
            <a:ext cx="1172210" cy="86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865" marR="5080" indent="-50800">
              <a:lnSpc>
                <a:spcPct val="114999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语言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sz="24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的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分析器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947" y="2327656"/>
            <a:ext cx="2267585" cy="1031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135" marR="5080" indent="-52069">
              <a:lnSpc>
                <a:spcPct val="1376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语言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sz="2400" spc="-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的语法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规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则的</a:t>
            </a:r>
            <a:r>
              <a:rPr dirty="0" sz="2400" spc="-65" b="1">
                <a:solidFill>
                  <a:srgbClr val="FFFF00"/>
                </a:solidFill>
                <a:latin typeface="Times New Roman"/>
                <a:cs typeface="Times New Roman"/>
              </a:rPr>
              <a:t>YACC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描述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3661" y="3848861"/>
            <a:ext cx="8394192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3661" y="3848861"/>
            <a:ext cx="8394700" cy="2628900"/>
          </a:xfrm>
          <a:custGeom>
            <a:avLst/>
            <a:gdLst/>
            <a:ahLst/>
            <a:cxnLst/>
            <a:rect l="l" t="t" r="r" b="b"/>
            <a:pathLst>
              <a:path w="8394700" h="2628900">
                <a:moveTo>
                  <a:pt x="0" y="2628900"/>
                </a:moveTo>
                <a:lnTo>
                  <a:pt x="8394192" y="2628900"/>
                </a:lnTo>
                <a:lnTo>
                  <a:pt x="8394192" y="0"/>
                </a:lnTo>
                <a:lnTo>
                  <a:pt x="0" y="0"/>
                </a:lnTo>
                <a:lnTo>
                  <a:pt x="0" y="2628900"/>
                </a:lnTo>
                <a:close/>
              </a:path>
            </a:pathLst>
          </a:custGeom>
          <a:ln w="38100">
            <a:solidFill>
              <a:srgbClr val="B0D7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4340" y="3899763"/>
            <a:ext cx="8093709" cy="23564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  <a:tabLst>
                <a:tab pos="2261235" algn="l"/>
              </a:tabLst>
            </a:pPr>
            <a:r>
              <a:rPr dirty="0" sz="3200" b="1">
                <a:latin typeface="Times New Roman"/>
                <a:cs typeface="Times New Roman"/>
              </a:rPr>
              <a:t>UNIX</a:t>
            </a:r>
            <a:r>
              <a:rPr dirty="0" sz="3200" b="1">
                <a:latin typeface="宋体"/>
                <a:cs typeface="宋体"/>
              </a:rPr>
              <a:t>命</a:t>
            </a:r>
            <a:r>
              <a:rPr dirty="0" sz="3200" spc="-10" b="1">
                <a:latin typeface="宋体"/>
                <a:cs typeface="宋体"/>
              </a:rPr>
              <a:t>令	</a:t>
            </a:r>
            <a:r>
              <a:rPr dirty="0" sz="3200" spc="5" b="1">
                <a:latin typeface="宋体"/>
                <a:cs typeface="宋体"/>
              </a:rPr>
              <a:t>（</a:t>
            </a:r>
            <a:r>
              <a:rPr dirty="0" sz="2800" spc="-5" b="1">
                <a:latin typeface="宋体"/>
                <a:cs typeface="宋体"/>
              </a:rPr>
              <a:t>编译</a:t>
            </a:r>
            <a:r>
              <a:rPr dirty="0" sz="2800" spc="-25" b="1">
                <a:latin typeface="Times New Roman"/>
                <a:cs typeface="Times New Roman"/>
              </a:rPr>
              <a:t>y.tab.c</a:t>
            </a:r>
            <a:r>
              <a:rPr dirty="0" sz="2800" spc="-25" b="1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914400">
              <a:lnSpc>
                <a:spcPct val="100000"/>
              </a:lnSpc>
              <a:spcBef>
                <a:spcPts val="385"/>
              </a:spcBef>
              <a:tabLst>
                <a:tab pos="1581785" algn="l"/>
                <a:tab pos="2914015" algn="l"/>
              </a:tabLst>
            </a:pPr>
            <a:r>
              <a:rPr dirty="0" sz="3200" b="1">
                <a:latin typeface="Times New Roman"/>
                <a:cs typeface="Times New Roman"/>
              </a:rPr>
              <a:t>cc	</a:t>
            </a:r>
            <a:r>
              <a:rPr dirty="0" sz="3200" spc="-25" b="1">
                <a:latin typeface="Times New Roman"/>
                <a:cs typeface="Times New Roman"/>
              </a:rPr>
              <a:t>y.tab.c	</a:t>
            </a:r>
            <a:r>
              <a:rPr dirty="0" sz="3200" b="1">
                <a:latin typeface="Times New Roman"/>
                <a:cs typeface="Times New Roman"/>
              </a:rPr>
              <a:t>–ly</a:t>
            </a:r>
            <a:endParaRPr sz="3200">
              <a:latin typeface="Times New Roman"/>
              <a:cs typeface="Times New Roman"/>
            </a:endParaRPr>
          </a:p>
          <a:p>
            <a:pPr marR="5080" indent="533400">
              <a:lnSpc>
                <a:spcPct val="110000"/>
              </a:lnSpc>
              <a:spcBef>
                <a:spcPts val="2515"/>
              </a:spcBef>
            </a:pPr>
            <a:r>
              <a:rPr dirty="0" sz="2800" spc="-5" b="1">
                <a:latin typeface="宋体"/>
                <a:cs typeface="宋体"/>
              </a:rPr>
              <a:t>其中：</a:t>
            </a:r>
            <a:r>
              <a:rPr dirty="0" sz="2800" spc="-5" b="1">
                <a:latin typeface="Times New Roman"/>
                <a:cs typeface="Times New Roman"/>
              </a:rPr>
              <a:t>l</a:t>
            </a:r>
            <a:r>
              <a:rPr dirty="0" sz="2800" b="1">
                <a:latin typeface="Times New Roman"/>
                <a:cs typeface="Times New Roman"/>
              </a:rPr>
              <a:t>y</a:t>
            </a:r>
            <a:r>
              <a:rPr dirty="0" sz="2800" spc="-5" b="1">
                <a:latin typeface="宋体"/>
                <a:cs typeface="宋体"/>
              </a:rPr>
              <a:t>表示使</a:t>
            </a:r>
            <a:r>
              <a:rPr dirty="0" sz="2800" b="1">
                <a:latin typeface="宋体"/>
                <a:cs typeface="宋体"/>
              </a:rPr>
              <a:t>用</a:t>
            </a:r>
            <a:r>
              <a:rPr dirty="0" sz="2800" spc="-10" b="1">
                <a:latin typeface="Times New Roman"/>
                <a:cs typeface="Times New Roman"/>
              </a:rPr>
              <a:t>LR</a:t>
            </a:r>
            <a:r>
              <a:rPr dirty="0" sz="2800" spc="-5" b="1">
                <a:latin typeface="宋体"/>
                <a:cs typeface="宋体"/>
              </a:rPr>
              <a:t>分析器的库（</a:t>
            </a:r>
            <a:r>
              <a:rPr dirty="0" sz="2800" spc="5" b="1">
                <a:latin typeface="宋体"/>
                <a:cs typeface="宋体"/>
              </a:rPr>
              <a:t>对</a:t>
            </a:r>
            <a:r>
              <a:rPr dirty="0" sz="2800" spc="-5" b="1">
                <a:latin typeface="宋体"/>
                <a:cs typeface="宋体"/>
              </a:rPr>
              <a:t>分</a:t>
            </a:r>
            <a:r>
              <a:rPr dirty="0" sz="2800" spc="5" b="1">
                <a:latin typeface="宋体"/>
                <a:cs typeface="宋体"/>
              </a:rPr>
              <a:t>析</a:t>
            </a:r>
            <a:r>
              <a:rPr dirty="0" sz="2800" spc="-5" b="1">
                <a:latin typeface="宋体"/>
                <a:cs typeface="宋体"/>
              </a:rPr>
              <a:t>表进</a:t>
            </a:r>
            <a:r>
              <a:rPr dirty="0" sz="2800" spc="-15" b="1">
                <a:latin typeface="宋体"/>
                <a:cs typeface="宋体"/>
              </a:rPr>
              <a:t>行 </a:t>
            </a:r>
            <a:r>
              <a:rPr dirty="0" sz="2800" spc="-5" b="1">
                <a:latin typeface="宋体"/>
                <a:cs typeface="宋体"/>
              </a:rPr>
              <a:t>压缩存储）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94754" y="26923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5.10.1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简介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86934" y="2048255"/>
            <a:ext cx="114300" cy="1800225"/>
          </a:xfrm>
          <a:custGeom>
            <a:avLst/>
            <a:gdLst/>
            <a:ahLst/>
            <a:cxnLst/>
            <a:rect l="l" t="t" r="r" b="b"/>
            <a:pathLst>
              <a:path w="114300" h="1800225">
                <a:moveTo>
                  <a:pt x="28575" y="1514094"/>
                </a:moveTo>
                <a:lnTo>
                  <a:pt x="0" y="1514094"/>
                </a:lnTo>
                <a:lnTo>
                  <a:pt x="57150" y="1799844"/>
                </a:lnTo>
                <a:lnTo>
                  <a:pt x="108585" y="1542669"/>
                </a:lnTo>
                <a:lnTo>
                  <a:pt x="28575" y="1542669"/>
                </a:lnTo>
                <a:lnTo>
                  <a:pt x="28575" y="1514094"/>
                </a:lnTo>
                <a:close/>
              </a:path>
              <a:path w="114300" h="1800225">
                <a:moveTo>
                  <a:pt x="85725" y="0"/>
                </a:moveTo>
                <a:lnTo>
                  <a:pt x="28575" y="0"/>
                </a:lnTo>
                <a:lnTo>
                  <a:pt x="28575" y="1542669"/>
                </a:lnTo>
                <a:lnTo>
                  <a:pt x="85725" y="1542669"/>
                </a:lnTo>
                <a:lnTo>
                  <a:pt x="85725" y="0"/>
                </a:lnTo>
                <a:close/>
              </a:path>
              <a:path w="114300" h="1800225">
                <a:moveTo>
                  <a:pt x="114300" y="1514094"/>
                </a:moveTo>
                <a:lnTo>
                  <a:pt x="85725" y="1514094"/>
                </a:lnTo>
                <a:lnTo>
                  <a:pt x="85725" y="1542669"/>
                </a:lnTo>
                <a:lnTo>
                  <a:pt x="108585" y="1542669"/>
                </a:lnTo>
                <a:lnTo>
                  <a:pt x="114300" y="15140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33247" y="0"/>
            <a:ext cx="6299835" cy="1332865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1867535" algn="l"/>
                <a:tab pos="25031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492759" indent="-391795">
              <a:lnSpc>
                <a:spcPct val="100000"/>
              </a:lnSpc>
              <a:buClr>
                <a:srgbClr val="99FFCC"/>
              </a:buClr>
              <a:buSzPct val="109375"/>
              <a:buFont typeface="Wingdings"/>
              <a:buChar char=""/>
              <a:tabLst>
                <a:tab pos="492125" algn="l"/>
                <a:tab pos="492759" algn="l"/>
              </a:tabLst>
            </a:pPr>
            <a:r>
              <a:rPr dirty="0" sz="3200" spc="-70" b="1">
                <a:solidFill>
                  <a:srgbClr val="FFFF00"/>
                </a:solidFill>
                <a:latin typeface="Times New Roman"/>
                <a:cs typeface="Times New Roman"/>
              </a:rPr>
              <a:t>YACC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自动构造分析器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模式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9009" y="1753361"/>
            <a:ext cx="2283460" cy="5257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75"/>
              </a:spcBef>
            </a:pP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51354" y="1953767"/>
            <a:ext cx="1028700" cy="114300"/>
          </a:xfrm>
          <a:custGeom>
            <a:avLst/>
            <a:gdLst/>
            <a:ahLst/>
            <a:cxnLst/>
            <a:rect l="l" t="t" r="r" b="b"/>
            <a:pathLst>
              <a:path w="1028700" h="114300">
                <a:moveTo>
                  <a:pt x="838199" y="0"/>
                </a:moveTo>
                <a:lnTo>
                  <a:pt x="838199" y="114300"/>
                </a:lnTo>
                <a:lnTo>
                  <a:pt x="965199" y="76200"/>
                </a:lnTo>
                <a:lnTo>
                  <a:pt x="857249" y="76200"/>
                </a:lnTo>
                <a:lnTo>
                  <a:pt x="857249" y="38100"/>
                </a:lnTo>
                <a:lnTo>
                  <a:pt x="965199" y="38100"/>
                </a:lnTo>
                <a:lnTo>
                  <a:pt x="838199" y="0"/>
                </a:lnTo>
                <a:close/>
              </a:path>
              <a:path w="1028700" h="114300">
                <a:moveTo>
                  <a:pt x="83819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8199" y="76200"/>
                </a:lnTo>
                <a:lnTo>
                  <a:pt x="838199" y="38100"/>
                </a:lnTo>
                <a:close/>
              </a:path>
              <a:path w="1028700" h="114300">
                <a:moveTo>
                  <a:pt x="965199" y="38100"/>
                </a:moveTo>
                <a:lnTo>
                  <a:pt x="857249" y="38100"/>
                </a:lnTo>
                <a:lnTo>
                  <a:pt x="857249" y="76200"/>
                </a:lnTo>
                <a:lnTo>
                  <a:pt x="965199" y="76200"/>
                </a:lnTo>
                <a:lnTo>
                  <a:pt x="1028699" y="57150"/>
                </a:lnTo>
                <a:lnTo>
                  <a:pt x="96519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02629" y="1958339"/>
            <a:ext cx="1027430" cy="114300"/>
          </a:xfrm>
          <a:custGeom>
            <a:avLst/>
            <a:gdLst/>
            <a:ahLst/>
            <a:cxnLst/>
            <a:rect l="l" t="t" r="r" b="b"/>
            <a:pathLst>
              <a:path w="1027429" h="114300">
                <a:moveTo>
                  <a:pt x="836676" y="0"/>
                </a:moveTo>
                <a:lnTo>
                  <a:pt x="836676" y="114300"/>
                </a:lnTo>
                <a:lnTo>
                  <a:pt x="963676" y="76200"/>
                </a:lnTo>
                <a:lnTo>
                  <a:pt x="855726" y="76200"/>
                </a:lnTo>
                <a:lnTo>
                  <a:pt x="855726" y="38100"/>
                </a:lnTo>
                <a:lnTo>
                  <a:pt x="963676" y="38100"/>
                </a:lnTo>
                <a:lnTo>
                  <a:pt x="836676" y="0"/>
                </a:lnTo>
                <a:close/>
              </a:path>
              <a:path w="1027429" h="114300">
                <a:moveTo>
                  <a:pt x="8366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6676" y="76200"/>
                </a:lnTo>
                <a:lnTo>
                  <a:pt x="836676" y="38100"/>
                </a:lnTo>
                <a:close/>
              </a:path>
              <a:path w="1027429" h="114300">
                <a:moveTo>
                  <a:pt x="963676" y="38100"/>
                </a:moveTo>
                <a:lnTo>
                  <a:pt x="855726" y="38100"/>
                </a:lnTo>
                <a:lnTo>
                  <a:pt x="855726" y="76200"/>
                </a:lnTo>
                <a:lnTo>
                  <a:pt x="963676" y="76200"/>
                </a:lnTo>
                <a:lnTo>
                  <a:pt x="1027176" y="57150"/>
                </a:lnTo>
                <a:lnTo>
                  <a:pt x="9636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968743" y="1691767"/>
            <a:ext cx="101409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5" b="1">
                <a:solidFill>
                  <a:srgbClr val="00FFFF"/>
                </a:solidFill>
                <a:latin typeface="Times New Roman"/>
                <a:cs typeface="Times New Roman"/>
              </a:rPr>
              <a:t>y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5" b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169" y="1650568"/>
            <a:ext cx="9366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1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794754" y="26923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5.10.1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简介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247" y="0"/>
            <a:ext cx="6299835" cy="1332865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1867535" algn="l"/>
                <a:tab pos="25031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508000" indent="-407034">
              <a:lnSpc>
                <a:spcPct val="100000"/>
              </a:lnSpc>
              <a:buClr>
                <a:srgbClr val="99FFCC"/>
              </a:buClr>
              <a:buSzPct val="109375"/>
              <a:buFont typeface="Wingdings"/>
              <a:buChar char=""/>
              <a:tabLst>
                <a:tab pos="507365" algn="l"/>
                <a:tab pos="5080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使用</a:t>
            </a:r>
            <a:r>
              <a:rPr dirty="0" sz="3200" spc="-70" b="1">
                <a:solidFill>
                  <a:srgbClr val="FFFF00"/>
                </a:solidFill>
                <a:latin typeface="Times New Roman"/>
                <a:cs typeface="Times New Roman"/>
              </a:rPr>
              <a:t>YACC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步骤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6166" y="3158439"/>
            <a:ext cx="7880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ut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6546" y="3161538"/>
            <a:ext cx="1752600" cy="5257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2860" rIns="0" bIns="0" rtlCol="0" vert="horz">
            <a:spAutoFit/>
          </a:bodyPr>
          <a:lstStyle/>
          <a:p>
            <a:pPr marL="224154">
              <a:lnSpc>
                <a:spcPct val="100000"/>
              </a:lnSpc>
              <a:spcBef>
                <a:spcPts val="18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4610" y="3366515"/>
            <a:ext cx="1028700" cy="114300"/>
          </a:xfrm>
          <a:custGeom>
            <a:avLst/>
            <a:gdLst/>
            <a:ahLst/>
            <a:cxnLst/>
            <a:rect l="l" t="t" r="r" b="b"/>
            <a:pathLst>
              <a:path w="1028700" h="114300">
                <a:moveTo>
                  <a:pt x="838200" y="0"/>
                </a:moveTo>
                <a:lnTo>
                  <a:pt x="838200" y="114300"/>
                </a:lnTo>
                <a:lnTo>
                  <a:pt x="965200" y="76200"/>
                </a:lnTo>
                <a:lnTo>
                  <a:pt x="857250" y="76200"/>
                </a:lnTo>
                <a:lnTo>
                  <a:pt x="857250" y="38100"/>
                </a:lnTo>
                <a:lnTo>
                  <a:pt x="965200" y="38100"/>
                </a:lnTo>
                <a:lnTo>
                  <a:pt x="838200" y="0"/>
                </a:lnTo>
                <a:close/>
              </a:path>
              <a:path w="1028700" h="114300">
                <a:moveTo>
                  <a:pt x="8382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8200" y="76200"/>
                </a:lnTo>
                <a:lnTo>
                  <a:pt x="838200" y="38100"/>
                </a:lnTo>
                <a:close/>
              </a:path>
              <a:path w="1028700" h="114300">
                <a:moveTo>
                  <a:pt x="965200" y="38100"/>
                </a:moveTo>
                <a:lnTo>
                  <a:pt x="857250" y="38100"/>
                </a:lnTo>
                <a:lnTo>
                  <a:pt x="857250" y="76200"/>
                </a:lnTo>
                <a:lnTo>
                  <a:pt x="965200" y="76200"/>
                </a:lnTo>
                <a:lnTo>
                  <a:pt x="1028700" y="57150"/>
                </a:lnTo>
                <a:lnTo>
                  <a:pt x="9652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34761" y="3366515"/>
            <a:ext cx="792480" cy="114300"/>
          </a:xfrm>
          <a:custGeom>
            <a:avLst/>
            <a:gdLst/>
            <a:ahLst/>
            <a:cxnLst/>
            <a:rect l="l" t="t" r="r" b="b"/>
            <a:pathLst>
              <a:path w="792479" h="114300">
                <a:moveTo>
                  <a:pt x="601979" y="0"/>
                </a:moveTo>
                <a:lnTo>
                  <a:pt x="601979" y="114300"/>
                </a:lnTo>
                <a:lnTo>
                  <a:pt x="728979" y="76200"/>
                </a:lnTo>
                <a:lnTo>
                  <a:pt x="621029" y="76200"/>
                </a:lnTo>
                <a:lnTo>
                  <a:pt x="621029" y="38100"/>
                </a:lnTo>
                <a:lnTo>
                  <a:pt x="728979" y="38100"/>
                </a:lnTo>
                <a:lnTo>
                  <a:pt x="601979" y="0"/>
                </a:lnTo>
                <a:close/>
              </a:path>
              <a:path w="792479" h="114300">
                <a:moveTo>
                  <a:pt x="60197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1979" y="76200"/>
                </a:lnTo>
                <a:lnTo>
                  <a:pt x="601979" y="38100"/>
                </a:lnTo>
                <a:close/>
              </a:path>
              <a:path w="792479" h="114300">
                <a:moveTo>
                  <a:pt x="728979" y="38100"/>
                </a:moveTo>
                <a:lnTo>
                  <a:pt x="621029" y="38100"/>
                </a:lnTo>
                <a:lnTo>
                  <a:pt x="621029" y="76200"/>
                </a:lnTo>
                <a:lnTo>
                  <a:pt x="728979" y="76200"/>
                </a:lnTo>
                <a:lnTo>
                  <a:pt x="792479" y="57150"/>
                </a:lnTo>
                <a:lnTo>
                  <a:pt x="72897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3400" y="4495800"/>
            <a:ext cx="8097520" cy="0"/>
          </a:xfrm>
          <a:custGeom>
            <a:avLst/>
            <a:gdLst/>
            <a:ahLst/>
            <a:cxnLst/>
            <a:rect l="l" t="t" r="r" b="b"/>
            <a:pathLst>
              <a:path w="8097520" h="0">
                <a:moveTo>
                  <a:pt x="0" y="0"/>
                </a:moveTo>
                <a:lnTo>
                  <a:pt x="8097011" y="0"/>
                </a:lnTo>
              </a:path>
            </a:pathLst>
          </a:custGeom>
          <a:ln w="76200">
            <a:solidFill>
              <a:srgbClr val="FF66FF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71194" y="2381250"/>
            <a:ext cx="1144905" cy="208915"/>
          </a:xfrm>
          <a:custGeom>
            <a:avLst/>
            <a:gdLst/>
            <a:ahLst/>
            <a:cxnLst/>
            <a:rect l="l" t="t" r="r" b="b"/>
            <a:pathLst>
              <a:path w="1144905" h="208914">
                <a:moveTo>
                  <a:pt x="1144524" y="0"/>
                </a:moveTo>
                <a:lnTo>
                  <a:pt x="1137056" y="40636"/>
                </a:lnTo>
                <a:lnTo>
                  <a:pt x="1116695" y="73818"/>
                </a:lnTo>
                <a:lnTo>
                  <a:pt x="1086498" y="96190"/>
                </a:lnTo>
                <a:lnTo>
                  <a:pt x="1049528" y="104394"/>
                </a:lnTo>
                <a:lnTo>
                  <a:pt x="667257" y="104394"/>
                </a:lnTo>
                <a:lnTo>
                  <a:pt x="630287" y="112597"/>
                </a:lnTo>
                <a:lnTo>
                  <a:pt x="600090" y="134969"/>
                </a:lnTo>
                <a:lnTo>
                  <a:pt x="579729" y="168151"/>
                </a:lnTo>
                <a:lnTo>
                  <a:pt x="572262" y="208787"/>
                </a:lnTo>
                <a:lnTo>
                  <a:pt x="564794" y="168151"/>
                </a:lnTo>
                <a:lnTo>
                  <a:pt x="544433" y="134969"/>
                </a:lnTo>
                <a:lnTo>
                  <a:pt x="514236" y="112597"/>
                </a:lnTo>
                <a:lnTo>
                  <a:pt x="477266" y="104394"/>
                </a:lnTo>
                <a:lnTo>
                  <a:pt x="94983" y="104394"/>
                </a:lnTo>
                <a:lnTo>
                  <a:pt x="58009" y="96190"/>
                </a:lnTo>
                <a:lnTo>
                  <a:pt x="27817" y="73818"/>
                </a:lnTo>
                <a:lnTo>
                  <a:pt x="7463" y="40636"/>
                </a:lnTo>
                <a:lnTo>
                  <a:pt x="0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92682" y="2339492"/>
            <a:ext cx="1014094" cy="1275715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1660"/>
              </a:spcBef>
            </a:pP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①</a:t>
            </a:r>
            <a:endParaRPr sz="2800">
              <a:latin typeface="方正舒体"/>
              <a:cs typeface="方正舒体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2800" spc="-155" b="1">
                <a:solidFill>
                  <a:srgbClr val="00FFFF"/>
                </a:solidFill>
                <a:latin typeface="Times New Roman"/>
                <a:cs typeface="Times New Roman"/>
              </a:rPr>
              <a:t>y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84597" y="2443733"/>
            <a:ext cx="2767965" cy="208915"/>
          </a:xfrm>
          <a:custGeom>
            <a:avLst/>
            <a:gdLst/>
            <a:ahLst/>
            <a:cxnLst/>
            <a:rect l="l" t="t" r="r" b="b"/>
            <a:pathLst>
              <a:path w="2767965" h="208914">
                <a:moveTo>
                  <a:pt x="2767583" y="0"/>
                </a:moveTo>
                <a:lnTo>
                  <a:pt x="2736247" y="52690"/>
                </a:lnTo>
                <a:lnTo>
                  <a:pt x="2700353" y="73818"/>
                </a:lnTo>
                <a:lnTo>
                  <a:pt x="2653886" y="90141"/>
                </a:lnTo>
                <a:lnTo>
                  <a:pt x="2599029" y="100665"/>
                </a:lnTo>
                <a:lnTo>
                  <a:pt x="2537968" y="104393"/>
                </a:lnTo>
                <a:lnTo>
                  <a:pt x="1613407" y="104393"/>
                </a:lnTo>
                <a:lnTo>
                  <a:pt x="1552346" y="108122"/>
                </a:lnTo>
                <a:lnTo>
                  <a:pt x="1497489" y="118646"/>
                </a:lnTo>
                <a:lnTo>
                  <a:pt x="1451022" y="134969"/>
                </a:lnTo>
                <a:lnTo>
                  <a:pt x="1415128" y="156097"/>
                </a:lnTo>
                <a:lnTo>
                  <a:pt x="1383791" y="208787"/>
                </a:lnTo>
                <a:lnTo>
                  <a:pt x="1375594" y="181034"/>
                </a:lnTo>
                <a:lnTo>
                  <a:pt x="1316561" y="134969"/>
                </a:lnTo>
                <a:lnTo>
                  <a:pt x="1270094" y="118646"/>
                </a:lnTo>
                <a:lnTo>
                  <a:pt x="1215237" y="108122"/>
                </a:lnTo>
                <a:lnTo>
                  <a:pt x="1154176" y="104393"/>
                </a:lnTo>
                <a:lnTo>
                  <a:pt x="229615" y="104393"/>
                </a:lnTo>
                <a:lnTo>
                  <a:pt x="168554" y="100665"/>
                </a:lnTo>
                <a:lnTo>
                  <a:pt x="113697" y="90141"/>
                </a:lnTo>
                <a:lnTo>
                  <a:pt x="67230" y="73818"/>
                </a:lnTo>
                <a:lnTo>
                  <a:pt x="31336" y="52690"/>
                </a:lnTo>
                <a:lnTo>
                  <a:pt x="8197" y="27753"/>
                </a:ln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988558" y="2609849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②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40101" y="3789426"/>
            <a:ext cx="4090670" cy="210820"/>
          </a:xfrm>
          <a:custGeom>
            <a:avLst/>
            <a:gdLst/>
            <a:ahLst/>
            <a:cxnLst/>
            <a:rect l="l" t="t" r="r" b="b"/>
            <a:pathLst>
              <a:path w="4090670" h="210820">
                <a:moveTo>
                  <a:pt x="4090416" y="0"/>
                </a:moveTo>
                <a:lnTo>
                  <a:pt x="4063553" y="40915"/>
                </a:lnTo>
                <a:lnTo>
                  <a:pt x="3990292" y="74342"/>
                </a:lnTo>
                <a:lnTo>
                  <a:pt x="3939696" y="87187"/>
                </a:lnTo>
                <a:lnTo>
                  <a:pt x="3881622" y="96887"/>
                </a:lnTo>
                <a:lnTo>
                  <a:pt x="3817442" y="103018"/>
                </a:lnTo>
                <a:lnTo>
                  <a:pt x="3748532" y="105156"/>
                </a:lnTo>
                <a:lnTo>
                  <a:pt x="2387092" y="105156"/>
                </a:lnTo>
                <a:lnTo>
                  <a:pt x="2318181" y="107293"/>
                </a:lnTo>
                <a:lnTo>
                  <a:pt x="2254001" y="113424"/>
                </a:lnTo>
                <a:lnTo>
                  <a:pt x="2195927" y="123124"/>
                </a:lnTo>
                <a:lnTo>
                  <a:pt x="2145331" y="135969"/>
                </a:lnTo>
                <a:lnTo>
                  <a:pt x="2103588" y="151534"/>
                </a:lnTo>
                <a:lnTo>
                  <a:pt x="2052152" y="189130"/>
                </a:lnTo>
                <a:lnTo>
                  <a:pt x="2045208" y="210312"/>
                </a:lnTo>
                <a:lnTo>
                  <a:pt x="2038263" y="189130"/>
                </a:lnTo>
                <a:lnTo>
                  <a:pt x="1986827" y="151534"/>
                </a:lnTo>
                <a:lnTo>
                  <a:pt x="1945084" y="135969"/>
                </a:lnTo>
                <a:lnTo>
                  <a:pt x="1894488" y="123124"/>
                </a:lnTo>
                <a:lnTo>
                  <a:pt x="1836414" y="113424"/>
                </a:lnTo>
                <a:lnTo>
                  <a:pt x="1772234" y="107293"/>
                </a:lnTo>
                <a:lnTo>
                  <a:pt x="1703324" y="105156"/>
                </a:lnTo>
                <a:lnTo>
                  <a:pt x="341884" y="105156"/>
                </a:lnTo>
                <a:lnTo>
                  <a:pt x="272973" y="103018"/>
                </a:lnTo>
                <a:lnTo>
                  <a:pt x="208793" y="96887"/>
                </a:lnTo>
                <a:lnTo>
                  <a:pt x="150719" y="87187"/>
                </a:lnTo>
                <a:lnTo>
                  <a:pt x="100123" y="74342"/>
                </a:lnTo>
                <a:lnTo>
                  <a:pt x="58380" y="58777"/>
                </a:lnTo>
                <a:lnTo>
                  <a:pt x="6944" y="21181"/>
                </a:lnTo>
                <a:lnTo>
                  <a:pt x="0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178300" y="3977132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942" y="681996"/>
            <a:ext cx="8226425" cy="5122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2300" marR="93980" indent="-508000">
              <a:lnSpc>
                <a:spcPct val="130000"/>
              </a:lnSpc>
              <a:spcBef>
                <a:spcPts val="9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3200" spc="-84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编辑</a:t>
            </a:r>
            <a:r>
              <a:rPr dirty="0" sz="3200" spc="-70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源程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spc="-86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例如，生成文本格式的 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PAS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语言的</a:t>
            </a:r>
            <a:r>
              <a:rPr dirty="0" sz="3200" spc="-70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源文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PAS.y)</a:t>
            </a:r>
            <a:r>
              <a:rPr dirty="0" sz="3200" spc="-4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622300" marR="56515" indent="-609600">
              <a:lnSpc>
                <a:spcPct val="130000"/>
              </a:lnSpc>
              <a:spcBef>
                <a:spcPts val="2420"/>
              </a:spcBef>
              <a:tabLst>
                <a:tab pos="3329304" algn="l"/>
              </a:tabLst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②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使用命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令</a:t>
            </a:r>
            <a:r>
              <a:rPr dirty="0" sz="3200" spc="-8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yacc	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PAS.y</a:t>
            </a:r>
            <a:r>
              <a:rPr dirty="0" sz="3200" spc="-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运行</a:t>
            </a:r>
            <a:r>
              <a:rPr dirty="0" sz="3200" spc="-75" b="1">
                <a:solidFill>
                  <a:srgbClr val="FFFF00"/>
                </a:solidFill>
                <a:latin typeface="Times New Roman"/>
                <a:cs typeface="Times New Roman"/>
              </a:rPr>
              <a:t>YACC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，正确则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输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出</a:t>
            </a:r>
            <a:r>
              <a:rPr dirty="0" sz="3200" spc="-8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y.tab.c</a:t>
            </a:r>
            <a:r>
              <a:rPr dirty="0" sz="3200" spc="-2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622300" marR="5080" indent="-609600">
              <a:lnSpc>
                <a:spcPct val="130000"/>
              </a:lnSpc>
              <a:spcBef>
                <a:spcPts val="2765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③ 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调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用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编译器编</a:t>
            </a:r>
            <a:r>
              <a:rPr dirty="0" sz="3200" spc="765" b="1">
                <a:solidFill>
                  <a:srgbClr val="00FFFF"/>
                </a:solidFill>
                <a:latin typeface="宋体"/>
                <a:cs typeface="宋体"/>
              </a:rPr>
              <a:t>译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cc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-25" b="1">
                <a:solidFill>
                  <a:srgbClr val="00FFFF"/>
                </a:solidFill>
                <a:latin typeface="Times New Roman"/>
                <a:cs typeface="Times New Roman"/>
              </a:rPr>
              <a:t>y.tab.c</a:t>
            </a:r>
            <a:r>
              <a:rPr dirty="0" sz="3200" spc="-25" b="1">
                <a:solidFill>
                  <a:srgbClr val="00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并与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其</a:t>
            </a:r>
            <a:r>
              <a:rPr dirty="0" sz="3200" spc="5" b="1">
                <a:solidFill>
                  <a:srgbClr val="00FFFF"/>
                </a:solidFill>
                <a:latin typeface="宋体"/>
                <a:cs typeface="宋体"/>
              </a:rPr>
              <a:t>它</a:t>
            </a:r>
            <a:r>
              <a:rPr dirty="0" sz="3200" spc="-15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模 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块连接产生执行文件；调试</a:t>
            </a:r>
            <a:r>
              <a:rPr dirty="0" sz="3200" spc="-15" b="1">
                <a:solidFill>
                  <a:srgbClr val="00FFFF"/>
                </a:solidFill>
                <a:latin typeface="宋体"/>
                <a:cs typeface="宋体"/>
              </a:rPr>
              <a:t>执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行文件，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直 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至获得正确输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出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3247" y="26923"/>
            <a:ext cx="846772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7535" algn="l"/>
                <a:tab pos="2503170" algn="l"/>
                <a:tab pos="6473825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语法分</a:t>
            </a:r>
            <a:r>
              <a:rPr dirty="0" sz="2000" spc="-5">
                <a:solidFill>
                  <a:srgbClr val="A15100"/>
                </a:solidFill>
              </a:rPr>
              <a:t>析	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>
                <a:solidFill>
                  <a:srgbClr val="A15100"/>
                </a:solidFill>
              </a:rPr>
              <a:t>语法分析器的自动生成器</a:t>
            </a:r>
            <a:r>
              <a:rPr dirty="0" sz="2000" spc="-35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5.10.1</a:t>
            </a:r>
            <a:r>
              <a:rPr dirty="0" u="sng" sz="2000" spc="34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简介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854" y="5200294"/>
            <a:ext cx="1863725" cy="976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0">
              <a:lnSpc>
                <a:spcPct val="130000"/>
              </a:lnSpc>
              <a:spcBef>
                <a:spcPts val="100"/>
              </a:spcBef>
            </a:pPr>
            <a:r>
              <a:rPr dirty="0" sz="2400" spc="-70" b="1">
                <a:solidFill>
                  <a:srgbClr val="00FFFF"/>
                </a:solidFill>
                <a:latin typeface="Times New Roman"/>
                <a:cs typeface="Times New Roman"/>
              </a:rPr>
              <a:t>PAS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源程序 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词法分析结果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3121" y="5321046"/>
            <a:ext cx="1752600" cy="6997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415925">
              <a:lnSpc>
                <a:spcPct val="100000"/>
              </a:lnSpc>
              <a:spcBef>
                <a:spcPts val="12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a.out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35757" y="5498591"/>
            <a:ext cx="1027430" cy="114300"/>
          </a:xfrm>
          <a:custGeom>
            <a:avLst/>
            <a:gdLst/>
            <a:ahLst/>
            <a:cxnLst/>
            <a:rect l="l" t="t" r="r" b="b"/>
            <a:pathLst>
              <a:path w="1027429" h="114300">
                <a:moveTo>
                  <a:pt x="836676" y="0"/>
                </a:moveTo>
                <a:lnTo>
                  <a:pt x="836676" y="114300"/>
                </a:lnTo>
                <a:lnTo>
                  <a:pt x="963676" y="76200"/>
                </a:lnTo>
                <a:lnTo>
                  <a:pt x="855726" y="76200"/>
                </a:lnTo>
                <a:lnTo>
                  <a:pt x="855726" y="38100"/>
                </a:lnTo>
                <a:lnTo>
                  <a:pt x="963676" y="38100"/>
                </a:lnTo>
                <a:lnTo>
                  <a:pt x="836676" y="0"/>
                </a:lnTo>
                <a:close/>
              </a:path>
              <a:path w="1027429" h="114300">
                <a:moveTo>
                  <a:pt x="8366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6676" y="76200"/>
                </a:lnTo>
                <a:lnTo>
                  <a:pt x="836676" y="38100"/>
                </a:lnTo>
                <a:close/>
              </a:path>
              <a:path w="1027429" h="114300">
                <a:moveTo>
                  <a:pt x="963676" y="38100"/>
                </a:moveTo>
                <a:lnTo>
                  <a:pt x="855726" y="38100"/>
                </a:lnTo>
                <a:lnTo>
                  <a:pt x="855726" y="76200"/>
                </a:lnTo>
                <a:lnTo>
                  <a:pt x="963676" y="76200"/>
                </a:lnTo>
                <a:lnTo>
                  <a:pt x="1027176" y="57150"/>
                </a:lnTo>
                <a:lnTo>
                  <a:pt x="9636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04865" y="5472684"/>
            <a:ext cx="1027430" cy="114300"/>
          </a:xfrm>
          <a:custGeom>
            <a:avLst/>
            <a:gdLst/>
            <a:ahLst/>
            <a:cxnLst/>
            <a:rect l="l" t="t" r="r" b="b"/>
            <a:pathLst>
              <a:path w="1027429" h="114300">
                <a:moveTo>
                  <a:pt x="836676" y="0"/>
                </a:moveTo>
                <a:lnTo>
                  <a:pt x="836676" y="114299"/>
                </a:lnTo>
                <a:lnTo>
                  <a:pt x="963676" y="76199"/>
                </a:lnTo>
                <a:lnTo>
                  <a:pt x="855726" y="76199"/>
                </a:lnTo>
                <a:lnTo>
                  <a:pt x="855726" y="38099"/>
                </a:lnTo>
                <a:lnTo>
                  <a:pt x="963676" y="38099"/>
                </a:lnTo>
                <a:lnTo>
                  <a:pt x="836676" y="0"/>
                </a:lnTo>
                <a:close/>
              </a:path>
              <a:path w="1027429" h="114300">
                <a:moveTo>
                  <a:pt x="83667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836676" y="76199"/>
                </a:lnTo>
                <a:lnTo>
                  <a:pt x="836676" y="38099"/>
                </a:lnTo>
                <a:close/>
              </a:path>
              <a:path w="1027429" h="114300">
                <a:moveTo>
                  <a:pt x="963676" y="38099"/>
                </a:moveTo>
                <a:lnTo>
                  <a:pt x="855726" y="38099"/>
                </a:lnTo>
                <a:lnTo>
                  <a:pt x="855726" y="76199"/>
                </a:lnTo>
                <a:lnTo>
                  <a:pt x="963676" y="76199"/>
                </a:lnTo>
                <a:lnTo>
                  <a:pt x="1027176" y="57149"/>
                </a:lnTo>
                <a:lnTo>
                  <a:pt x="96367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644131" y="5033181"/>
            <a:ext cx="1808480" cy="921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95"/>
              </a:spcBef>
            </a:pPr>
            <a:r>
              <a:rPr dirty="0" sz="2800" spc="-75" b="1">
                <a:solidFill>
                  <a:srgbClr val="00FFFF"/>
                </a:solidFill>
                <a:latin typeface="Times New Roman"/>
                <a:cs typeface="Times New Roman"/>
              </a:rPr>
              <a:t>PAS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源程序 </a:t>
            </a:r>
            <a:r>
              <a:rPr dirty="0" sz="2800" spc="-10" b="1">
                <a:solidFill>
                  <a:srgbClr val="00FFFF"/>
                </a:solidFill>
                <a:latin typeface="宋体"/>
                <a:cs typeface="宋体"/>
              </a:rPr>
              <a:t>的分析结果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09009" y="1753361"/>
            <a:ext cx="2283460" cy="5257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75"/>
              </a:spcBef>
            </a:pP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1354" y="1953767"/>
            <a:ext cx="1028700" cy="114300"/>
          </a:xfrm>
          <a:custGeom>
            <a:avLst/>
            <a:gdLst/>
            <a:ahLst/>
            <a:cxnLst/>
            <a:rect l="l" t="t" r="r" b="b"/>
            <a:pathLst>
              <a:path w="1028700" h="114300">
                <a:moveTo>
                  <a:pt x="838199" y="0"/>
                </a:moveTo>
                <a:lnTo>
                  <a:pt x="838199" y="114300"/>
                </a:lnTo>
                <a:lnTo>
                  <a:pt x="965199" y="76200"/>
                </a:lnTo>
                <a:lnTo>
                  <a:pt x="857249" y="76200"/>
                </a:lnTo>
                <a:lnTo>
                  <a:pt x="857249" y="38100"/>
                </a:lnTo>
                <a:lnTo>
                  <a:pt x="965199" y="38100"/>
                </a:lnTo>
                <a:lnTo>
                  <a:pt x="838199" y="0"/>
                </a:lnTo>
                <a:close/>
              </a:path>
              <a:path w="1028700" h="114300">
                <a:moveTo>
                  <a:pt x="83819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8199" y="76200"/>
                </a:lnTo>
                <a:lnTo>
                  <a:pt x="838199" y="38100"/>
                </a:lnTo>
                <a:close/>
              </a:path>
              <a:path w="1028700" h="114300">
                <a:moveTo>
                  <a:pt x="965199" y="38100"/>
                </a:moveTo>
                <a:lnTo>
                  <a:pt x="857249" y="38100"/>
                </a:lnTo>
                <a:lnTo>
                  <a:pt x="857249" y="76200"/>
                </a:lnTo>
                <a:lnTo>
                  <a:pt x="965199" y="76200"/>
                </a:lnTo>
                <a:lnTo>
                  <a:pt x="1028699" y="57150"/>
                </a:lnTo>
                <a:lnTo>
                  <a:pt x="96519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02629" y="1958339"/>
            <a:ext cx="1027430" cy="114300"/>
          </a:xfrm>
          <a:custGeom>
            <a:avLst/>
            <a:gdLst/>
            <a:ahLst/>
            <a:cxnLst/>
            <a:rect l="l" t="t" r="r" b="b"/>
            <a:pathLst>
              <a:path w="1027429" h="114300">
                <a:moveTo>
                  <a:pt x="836676" y="0"/>
                </a:moveTo>
                <a:lnTo>
                  <a:pt x="836676" y="114300"/>
                </a:lnTo>
                <a:lnTo>
                  <a:pt x="963676" y="76200"/>
                </a:lnTo>
                <a:lnTo>
                  <a:pt x="855726" y="76200"/>
                </a:lnTo>
                <a:lnTo>
                  <a:pt x="855726" y="38100"/>
                </a:lnTo>
                <a:lnTo>
                  <a:pt x="963676" y="38100"/>
                </a:lnTo>
                <a:lnTo>
                  <a:pt x="836676" y="0"/>
                </a:lnTo>
                <a:close/>
              </a:path>
              <a:path w="1027429" h="114300">
                <a:moveTo>
                  <a:pt x="8366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6676" y="76200"/>
                </a:lnTo>
                <a:lnTo>
                  <a:pt x="836676" y="38100"/>
                </a:lnTo>
                <a:close/>
              </a:path>
              <a:path w="1027429" h="114300">
                <a:moveTo>
                  <a:pt x="963676" y="38100"/>
                </a:moveTo>
                <a:lnTo>
                  <a:pt x="855726" y="38100"/>
                </a:lnTo>
                <a:lnTo>
                  <a:pt x="855726" y="76200"/>
                </a:lnTo>
                <a:lnTo>
                  <a:pt x="963676" y="76200"/>
                </a:lnTo>
                <a:lnTo>
                  <a:pt x="1027176" y="57150"/>
                </a:lnTo>
                <a:lnTo>
                  <a:pt x="9636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68743" y="1691767"/>
            <a:ext cx="101409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5" b="1">
                <a:solidFill>
                  <a:srgbClr val="00FFFF"/>
                </a:solidFill>
                <a:latin typeface="Times New Roman"/>
                <a:cs typeface="Times New Roman"/>
              </a:rPr>
              <a:t>y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5" b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2169" y="1650568"/>
            <a:ext cx="9366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1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94754" y="26923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5.10.1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简介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3247" y="0"/>
            <a:ext cx="6299835" cy="1332865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1867535" algn="l"/>
                <a:tab pos="25031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508000" indent="-407034">
              <a:lnSpc>
                <a:spcPct val="100000"/>
              </a:lnSpc>
              <a:buClr>
                <a:srgbClr val="99FFCC"/>
              </a:buClr>
              <a:buSzPct val="109375"/>
              <a:buFont typeface="Wingdings"/>
              <a:buChar char=""/>
              <a:tabLst>
                <a:tab pos="507365" algn="l"/>
                <a:tab pos="5080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使用</a:t>
            </a:r>
            <a:r>
              <a:rPr dirty="0" sz="3200" spc="-70" b="1">
                <a:solidFill>
                  <a:srgbClr val="FFFF00"/>
                </a:solidFill>
                <a:latin typeface="Times New Roman"/>
                <a:cs typeface="Times New Roman"/>
              </a:rPr>
              <a:t>YACC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步骤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6166" y="3158439"/>
            <a:ext cx="7880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ut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6546" y="3161538"/>
            <a:ext cx="1752600" cy="5257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2860" rIns="0" bIns="0" rtlCol="0" vert="horz">
            <a:spAutoFit/>
          </a:bodyPr>
          <a:lstStyle/>
          <a:p>
            <a:pPr marL="224154">
              <a:lnSpc>
                <a:spcPct val="100000"/>
              </a:lnSpc>
              <a:spcBef>
                <a:spcPts val="18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94610" y="3366515"/>
            <a:ext cx="1028700" cy="114300"/>
          </a:xfrm>
          <a:custGeom>
            <a:avLst/>
            <a:gdLst/>
            <a:ahLst/>
            <a:cxnLst/>
            <a:rect l="l" t="t" r="r" b="b"/>
            <a:pathLst>
              <a:path w="1028700" h="114300">
                <a:moveTo>
                  <a:pt x="838200" y="0"/>
                </a:moveTo>
                <a:lnTo>
                  <a:pt x="838200" y="114300"/>
                </a:lnTo>
                <a:lnTo>
                  <a:pt x="965200" y="76200"/>
                </a:lnTo>
                <a:lnTo>
                  <a:pt x="857250" y="76200"/>
                </a:lnTo>
                <a:lnTo>
                  <a:pt x="857250" y="38100"/>
                </a:lnTo>
                <a:lnTo>
                  <a:pt x="965200" y="38100"/>
                </a:lnTo>
                <a:lnTo>
                  <a:pt x="838200" y="0"/>
                </a:lnTo>
                <a:close/>
              </a:path>
              <a:path w="1028700" h="114300">
                <a:moveTo>
                  <a:pt x="8382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8200" y="76200"/>
                </a:lnTo>
                <a:lnTo>
                  <a:pt x="838200" y="38100"/>
                </a:lnTo>
                <a:close/>
              </a:path>
              <a:path w="1028700" h="114300">
                <a:moveTo>
                  <a:pt x="965200" y="38100"/>
                </a:moveTo>
                <a:lnTo>
                  <a:pt x="857250" y="38100"/>
                </a:lnTo>
                <a:lnTo>
                  <a:pt x="857250" y="76200"/>
                </a:lnTo>
                <a:lnTo>
                  <a:pt x="965200" y="76200"/>
                </a:lnTo>
                <a:lnTo>
                  <a:pt x="1028700" y="57150"/>
                </a:lnTo>
                <a:lnTo>
                  <a:pt x="9652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34761" y="3366515"/>
            <a:ext cx="792480" cy="114300"/>
          </a:xfrm>
          <a:custGeom>
            <a:avLst/>
            <a:gdLst/>
            <a:ahLst/>
            <a:cxnLst/>
            <a:rect l="l" t="t" r="r" b="b"/>
            <a:pathLst>
              <a:path w="792479" h="114300">
                <a:moveTo>
                  <a:pt x="601979" y="0"/>
                </a:moveTo>
                <a:lnTo>
                  <a:pt x="601979" y="114300"/>
                </a:lnTo>
                <a:lnTo>
                  <a:pt x="728979" y="76200"/>
                </a:lnTo>
                <a:lnTo>
                  <a:pt x="621029" y="76200"/>
                </a:lnTo>
                <a:lnTo>
                  <a:pt x="621029" y="38100"/>
                </a:lnTo>
                <a:lnTo>
                  <a:pt x="728979" y="38100"/>
                </a:lnTo>
                <a:lnTo>
                  <a:pt x="601979" y="0"/>
                </a:lnTo>
                <a:close/>
              </a:path>
              <a:path w="792479" h="114300">
                <a:moveTo>
                  <a:pt x="60197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1979" y="76200"/>
                </a:lnTo>
                <a:lnTo>
                  <a:pt x="601979" y="38100"/>
                </a:lnTo>
                <a:close/>
              </a:path>
              <a:path w="792479" h="114300">
                <a:moveTo>
                  <a:pt x="728979" y="38100"/>
                </a:moveTo>
                <a:lnTo>
                  <a:pt x="621029" y="38100"/>
                </a:lnTo>
                <a:lnTo>
                  <a:pt x="621029" y="76200"/>
                </a:lnTo>
                <a:lnTo>
                  <a:pt x="728979" y="76200"/>
                </a:lnTo>
                <a:lnTo>
                  <a:pt x="792479" y="57150"/>
                </a:lnTo>
                <a:lnTo>
                  <a:pt x="72897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3400" y="4495800"/>
            <a:ext cx="8097520" cy="0"/>
          </a:xfrm>
          <a:custGeom>
            <a:avLst/>
            <a:gdLst/>
            <a:ahLst/>
            <a:cxnLst/>
            <a:rect l="l" t="t" r="r" b="b"/>
            <a:pathLst>
              <a:path w="8097520" h="0">
                <a:moveTo>
                  <a:pt x="0" y="0"/>
                </a:moveTo>
                <a:lnTo>
                  <a:pt x="8097011" y="0"/>
                </a:lnTo>
              </a:path>
            </a:pathLst>
          </a:custGeom>
          <a:ln w="76200">
            <a:solidFill>
              <a:srgbClr val="FF66FF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71194" y="2381250"/>
            <a:ext cx="1144905" cy="208915"/>
          </a:xfrm>
          <a:custGeom>
            <a:avLst/>
            <a:gdLst/>
            <a:ahLst/>
            <a:cxnLst/>
            <a:rect l="l" t="t" r="r" b="b"/>
            <a:pathLst>
              <a:path w="1144905" h="208914">
                <a:moveTo>
                  <a:pt x="1144524" y="0"/>
                </a:moveTo>
                <a:lnTo>
                  <a:pt x="1137056" y="40636"/>
                </a:lnTo>
                <a:lnTo>
                  <a:pt x="1116695" y="73818"/>
                </a:lnTo>
                <a:lnTo>
                  <a:pt x="1086498" y="96190"/>
                </a:lnTo>
                <a:lnTo>
                  <a:pt x="1049528" y="104394"/>
                </a:lnTo>
                <a:lnTo>
                  <a:pt x="667257" y="104394"/>
                </a:lnTo>
                <a:lnTo>
                  <a:pt x="630287" y="112597"/>
                </a:lnTo>
                <a:lnTo>
                  <a:pt x="600090" y="134969"/>
                </a:lnTo>
                <a:lnTo>
                  <a:pt x="579729" y="168151"/>
                </a:lnTo>
                <a:lnTo>
                  <a:pt x="572262" y="208787"/>
                </a:lnTo>
                <a:lnTo>
                  <a:pt x="564794" y="168151"/>
                </a:lnTo>
                <a:lnTo>
                  <a:pt x="544433" y="134969"/>
                </a:lnTo>
                <a:lnTo>
                  <a:pt x="514236" y="112597"/>
                </a:lnTo>
                <a:lnTo>
                  <a:pt x="477266" y="104394"/>
                </a:lnTo>
                <a:lnTo>
                  <a:pt x="94983" y="104394"/>
                </a:lnTo>
                <a:lnTo>
                  <a:pt x="58009" y="96190"/>
                </a:lnTo>
                <a:lnTo>
                  <a:pt x="27817" y="73818"/>
                </a:lnTo>
                <a:lnTo>
                  <a:pt x="7463" y="40636"/>
                </a:lnTo>
                <a:lnTo>
                  <a:pt x="0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392682" y="2339492"/>
            <a:ext cx="1014094" cy="1275715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1660"/>
              </a:spcBef>
            </a:pP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①</a:t>
            </a:r>
            <a:endParaRPr sz="2800">
              <a:latin typeface="方正舒体"/>
              <a:cs typeface="方正舒体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2800" spc="-155" b="1">
                <a:solidFill>
                  <a:srgbClr val="00FFFF"/>
                </a:solidFill>
                <a:latin typeface="Times New Roman"/>
                <a:cs typeface="Times New Roman"/>
              </a:rPr>
              <a:t>y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84597" y="2443733"/>
            <a:ext cx="2767965" cy="208915"/>
          </a:xfrm>
          <a:custGeom>
            <a:avLst/>
            <a:gdLst/>
            <a:ahLst/>
            <a:cxnLst/>
            <a:rect l="l" t="t" r="r" b="b"/>
            <a:pathLst>
              <a:path w="2767965" h="208914">
                <a:moveTo>
                  <a:pt x="2767583" y="0"/>
                </a:moveTo>
                <a:lnTo>
                  <a:pt x="2736247" y="52690"/>
                </a:lnTo>
                <a:lnTo>
                  <a:pt x="2700353" y="73818"/>
                </a:lnTo>
                <a:lnTo>
                  <a:pt x="2653886" y="90141"/>
                </a:lnTo>
                <a:lnTo>
                  <a:pt x="2599029" y="100665"/>
                </a:lnTo>
                <a:lnTo>
                  <a:pt x="2537968" y="104393"/>
                </a:lnTo>
                <a:lnTo>
                  <a:pt x="1613407" y="104393"/>
                </a:lnTo>
                <a:lnTo>
                  <a:pt x="1552346" y="108122"/>
                </a:lnTo>
                <a:lnTo>
                  <a:pt x="1497489" y="118646"/>
                </a:lnTo>
                <a:lnTo>
                  <a:pt x="1451022" y="134969"/>
                </a:lnTo>
                <a:lnTo>
                  <a:pt x="1415128" y="156097"/>
                </a:lnTo>
                <a:lnTo>
                  <a:pt x="1383791" y="208787"/>
                </a:lnTo>
                <a:lnTo>
                  <a:pt x="1375594" y="181034"/>
                </a:lnTo>
                <a:lnTo>
                  <a:pt x="1316561" y="134969"/>
                </a:lnTo>
                <a:lnTo>
                  <a:pt x="1270094" y="118646"/>
                </a:lnTo>
                <a:lnTo>
                  <a:pt x="1215237" y="108122"/>
                </a:lnTo>
                <a:lnTo>
                  <a:pt x="1154176" y="104393"/>
                </a:lnTo>
                <a:lnTo>
                  <a:pt x="229615" y="104393"/>
                </a:lnTo>
                <a:lnTo>
                  <a:pt x="168554" y="100665"/>
                </a:lnTo>
                <a:lnTo>
                  <a:pt x="113697" y="90141"/>
                </a:lnTo>
                <a:lnTo>
                  <a:pt x="67230" y="73818"/>
                </a:lnTo>
                <a:lnTo>
                  <a:pt x="31336" y="52690"/>
                </a:lnTo>
                <a:lnTo>
                  <a:pt x="8197" y="27753"/>
                </a:ln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88558" y="2609849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方正舒体"/>
                <a:cs typeface="方正舒体"/>
              </a:rPr>
              <a:t>②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40101" y="3789426"/>
            <a:ext cx="4090670" cy="210820"/>
          </a:xfrm>
          <a:custGeom>
            <a:avLst/>
            <a:gdLst/>
            <a:ahLst/>
            <a:cxnLst/>
            <a:rect l="l" t="t" r="r" b="b"/>
            <a:pathLst>
              <a:path w="4090670" h="210820">
                <a:moveTo>
                  <a:pt x="4090416" y="0"/>
                </a:moveTo>
                <a:lnTo>
                  <a:pt x="4063553" y="40915"/>
                </a:lnTo>
                <a:lnTo>
                  <a:pt x="3990292" y="74342"/>
                </a:lnTo>
                <a:lnTo>
                  <a:pt x="3939696" y="87187"/>
                </a:lnTo>
                <a:lnTo>
                  <a:pt x="3881622" y="96887"/>
                </a:lnTo>
                <a:lnTo>
                  <a:pt x="3817442" y="103018"/>
                </a:lnTo>
                <a:lnTo>
                  <a:pt x="3748532" y="105156"/>
                </a:lnTo>
                <a:lnTo>
                  <a:pt x="2387092" y="105156"/>
                </a:lnTo>
                <a:lnTo>
                  <a:pt x="2318181" y="107293"/>
                </a:lnTo>
                <a:lnTo>
                  <a:pt x="2254001" y="113424"/>
                </a:lnTo>
                <a:lnTo>
                  <a:pt x="2195927" y="123124"/>
                </a:lnTo>
                <a:lnTo>
                  <a:pt x="2145331" y="135969"/>
                </a:lnTo>
                <a:lnTo>
                  <a:pt x="2103588" y="151534"/>
                </a:lnTo>
                <a:lnTo>
                  <a:pt x="2052152" y="189130"/>
                </a:lnTo>
                <a:lnTo>
                  <a:pt x="2045208" y="210312"/>
                </a:lnTo>
                <a:lnTo>
                  <a:pt x="2038263" y="189130"/>
                </a:lnTo>
                <a:lnTo>
                  <a:pt x="1986827" y="151534"/>
                </a:lnTo>
                <a:lnTo>
                  <a:pt x="1945084" y="135969"/>
                </a:lnTo>
                <a:lnTo>
                  <a:pt x="1894488" y="123124"/>
                </a:lnTo>
                <a:lnTo>
                  <a:pt x="1836414" y="113424"/>
                </a:lnTo>
                <a:lnTo>
                  <a:pt x="1772234" y="107293"/>
                </a:lnTo>
                <a:lnTo>
                  <a:pt x="1703324" y="105156"/>
                </a:lnTo>
                <a:lnTo>
                  <a:pt x="341884" y="105156"/>
                </a:lnTo>
                <a:lnTo>
                  <a:pt x="272973" y="103018"/>
                </a:lnTo>
                <a:lnTo>
                  <a:pt x="208793" y="96887"/>
                </a:lnTo>
                <a:lnTo>
                  <a:pt x="150719" y="87187"/>
                </a:lnTo>
                <a:lnTo>
                  <a:pt x="100123" y="74342"/>
                </a:lnTo>
                <a:lnTo>
                  <a:pt x="58380" y="58777"/>
                </a:lnTo>
                <a:lnTo>
                  <a:pt x="6944" y="21181"/>
                </a:lnTo>
                <a:lnTo>
                  <a:pt x="0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178300" y="3977132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0661" y="768858"/>
            <a:ext cx="342900" cy="1061085"/>
          </a:xfrm>
          <a:custGeom>
            <a:avLst/>
            <a:gdLst/>
            <a:ahLst/>
            <a:cxnLst/>
            <a:rect l="l" t="t" r="r" b="b"/>
            <a:pathLst>
              <a:path w="342900" h="1061085">
                <a:moveTo>
                  <a:pt x="342900" y="1060703"/>
                </a:moveTo>
                <a:lnTo>
                  <a:pt x="288688" y="1056206"/>
                </a:lnTo>
                <a:lnTo>
                  <a:pt x="241621" y="1043679"/>
                </a:lnTo>
                <a:lnTo>
                  <a:pt x="204514" y="1024576"/>
                </a:lnTo>
                <a:lnTo>
                  <a:pt x="171450" y="972438"/>
                </a:lnTo>
                <a:lnTo>
                  <a:pt x="171450" y="618616"/>
                </a:lnTo>
                <a:lnTo>
                  <a:pt x="162714" y="590710"/>
                </a:lnTo>
                <a:lnTo>
                  <a:pt x="138385" y="566479"/>
                </a:lnTo>
                <a:lnTo>
                  <a:pt x="101278" y="547376"/>
                </a:lnTo>
                <a:lnTo>
                  <a:pt x="54211" y="534849"/>
                </a:lnTo>
                <a:lnTo>
                  <a:pt x="0" y="530351"/>
                </a:lnTo>
                <a:lnTo>
                  <a:pt x="54211" y="525854"/>
                </a:lnTo>
                <a:lnTo>
                  <a:pt x="101278" y="513327"/>
                </a:lnTo>
                <a:lnTo>
                  <a:pt x="138385" y="494224"/>
                </a:lnTo>
                <a:lnTo>
                  <a:pt x="162714" y="469993"/>
                </a:lnTo>
                <a:lnTo>
                  <a:pt x="171450" y="442087"/>
                </a:lnTo>
                <a:lnTo>
                  <a:pt x="171450" y="88264"/>
                </a:lnTo>
                <a:lnTo>
                  <a:pt x="180185" y="60358"/>
                </a:lnTo>
                <a:lnTo>
                  <a:pt x="204514" y="36127"/>
                </a:lnTo>
                <a:lnTo>
                  <a:pt x="241621" y="17024"/>
                </a:lnTo>
                <a:lnTo>
                  <a:pt x="288688" y="4497"/>
                </a:lnTo>
                <a:lnTo>
                  <a:pt x="342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88210" y="26923"/>
            <a:ext cx="66122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335" algn="l"/>
                <a:tab pos="461899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5.10.1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简介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740" y="584962"/>
            <a:ext cx="8716010" cy="5266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66750">
              <a:lnSpc>
                <a:spcPts val="3675"/>
              </a:lnSpc>
              <a:spcBef>
                <a:spcPts val="105"/>
              </a:spcBef>
            </a:pPr>
            <a:r>
              <a:rPr dirty="0" sz="3200" spc="-70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语言</a:t>
            </a:r>
            <a:endParaRPr sz="3200">
              <a:latin typeface="宋体"/>
              <a:cs typeface="宋体"/>
            </a:endParaRPr>
          </a:p>
          <a:p>
            <a:pPr algn="ctr" marR="6153785">
              <a:lnSpc>
                <a:spcPts val="3265"/>
              </a:lnSpc>
            </a:pPr>
            <a:r>
              <a:rPr dirty="0" sz="3200" spc="-70" b="1">
                <a:solidFill>
                  <a:srgbClr val="00FFFF"/>
                </a:solidFill>
                <a:latin typeface="Times New Roman"/>
                <a:cs typeface="Times New Roman"/>
              </a:rPr>
              <a:t>YACC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体系</a:t>
            </a:r>
            <a:endParaRPr sz="3200">
              <a:latin typeface="宋体"/>
              <a:cs typeface="宋体"/>
            </a:endParaRPr>
          </a:p>
          <a:p>
            <a:pPr algn="ctr" marR="160020">
              <a:lnSpc>
                <a:spcPts val="3429"/>
              </a:lnSpc>
            </a:pPr>
            <a:r>
              <a:rPr dirty="0" sz="3200" spc="-70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3200" spc="-7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实现</a:t>
            </a:r>
            <a:endParaRPr sz="3200">
              <a:latin typeface="宋体"/>
              <a:cs typeface="宋体"/>
            </a:endParaRPr>
          </a:p>
          <a:p>
            <a:pPr marL="1003300" indent="-610235">
              <a:lnSpc>
                <a:spcPct val="100000"/>
              </a:lnSpc>
              <a:spcBef>
                <a:spcPts val="3095"/>
              </a:spcBef>
              <a:buFont typeface="Times New Roman"/>
              <a:buAutoNum type="arabicPeriod"/>
              <a:tabLst>
                <a:tab pos="1003300" algn="l"/>
                <a:tab pos="1003935" algn="l"/>
                <a:tab pos="374078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ITEMSET1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5.9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984250" marR="809625" indent="-609600">
              <a:lnSpc>
                <a:spcPct val="130000"/>
              </a:lnSpc>
              <a:spcBef>
                <a:spcPts val="1160"/>
              </a:spcBef>
              <a:buFont typeface="Times New Roman"/>
              <a:buAutoNum type="arabicPeriod"/>
              <a:tabLst>
                <a:tab pos="984250" algn="l"/>
                <a:tab pos="984885" algn="l"/>
                <a:tab pos="18669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查找、合并同心项目集，构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ITEMSET1'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）；</a:t>
            </a:r>
            <a:endParaRPr sz="3200">
              <a:latin typeface="宋体"/>
              <a:cs typeface="宋体"/>
            </a:endParaRPr>
          </a:p>
          <a:p>
            <a:pPr marL="984250" indent="-610235">
              <a:lnSpc>
                <a:spcPct val="100000"/>
              </a:lnSpc>
              <a:spcBef>
                <a:spcPts val="1670"/>
              </a:spcBef>
              <a:buFont typeface="Times New Roman"/>
              <a:buAutoNum type="arabicPeriod"/>
              <a:tabLst>
                <a:tab pos="984250" algn="l"/>
                <a:tab pos="98488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的分析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CT1—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5.11)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8210" y="26923"/>
            <a:ext cx="66122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335" algn="l"/>
                <a:tab pos="461899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5.10.1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简介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10917" y="1224533"/>
            <a:ext cx="2304415" cy="523240"/>
          </a:xfrm>
          <a:custGeom>
            <a:avLst/>
            <a:gdLst/>
            <a:ahLst/>
            <a:cxnLst/>
            <a:rect l="l" t="t" r="r" b="b"/>
            <a:pathLst>
              <a:path w="2304415" h="523239">
                <a:moveTo>
                  <a:pt x="0" y="522732"/>
                </a:moveTo>
                <a:lnTo>
                  <a:pt x="2304287" y="522732"/>
                </a:lnTo>
                <a:lnTo>
                  <a:pt x="2304287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21273" y="1747266"/>
            <a:ext cx="2609215" cy="523240"/>
          </a:xfrm>
          <a:custGeom>
            <a:avLst/>
            <a:gdLst/>
            <a:ahLst/>
            <a:cxnLst/>
            <a:rect l="l" t="t" r="r" b="b"/>
            <a:pathLst>
              <a:path w="2609215" h="523239">
                <a:moveTo>
                  <a:pt x="0" y="522731"/>
                </a:moveTo>
                <a:lnTo>
                  <a:pt x="2609087" y="522731"/>
                </a:lnTo>
                <a:lnTo>
                  <a:pt x="2609087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11174" y="2629661"/>
            <a:ext cx="2152015" cy="489584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1770">
              <a:lnSpc>
                <a:spcPts val="3620"/>
              </a:lnSpc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closure(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6505" y="2629661"/>
            <a:ext cx="2057400" cy="489584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2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10917" y="1736851"/>
            <a:ext cx="596900" cy="892810"/>
          </a:xfrm>
          <a:custGeom>
            <a:avLst/>
            <a:gdLst/>
            <a:ahLst/>
            <a:cxnLst/>
            <a:rect l="l" t="t" r="r" b="b"/>
            <a:pathLst>
              <a:path w="596900" h="892810">
                <a:moveTo>
                  <a:pt x="15112" y="765937"/>
                </a:moveTo>
                <a:lnTo>
                  <a:pt x="0" y="892810"/>
                </a:lnTo>
                <a:lnTo>
                  <a:pt x="110617" y="828801"/>
                </a:lnTo>
                <a:lnTo>
                  <a:pt x="102899" y="823722"/>
                </a:lnTo>
                <a:lnTo>
                  <a:pt x="68325" y="823722"/>
                </a:lnTo>
                <a:lnTo>
                  <a:pt x="36449" y="802767"/>
                </a:lnTo>
                <a:lnTo>
                  <a:pt x="46912" y="786868"/>
                </a:lnTo>
                <a:lnTo>
                  <a:pt x="15112" y="765937"/>
                </a:lnTo>
                <a:close/>
              </a:path>
              <a:path w="596900" h="892810">
                <a:moveTo>
                  <a:pt x="46912" y="786868"/>
                </a:moveTo>
                <a:lnTo>
                  <a:pt x="36449" y="802767"/>
                </a:lnTo>
                <a:lnTo>
                  <a:pt x="68325" y="823722"/>
                </a:lnTo>
                <a:lnTo>
                  <a:pt x="78773" y="807841"/>
                </a:lnTo>
                <a:lnTo>
                  <a:pt x="46912" y="786868"/>
                </a:lnTo>
                <a:close/>
              </a:path>
              <a:path w="596900" h="892810">
                <a:moveTo>
                  <a:pt x="78773" y="807841"/>
                </a:moveTo>
                <a:lnTo>
                  <a:pt x="68325" y="823722"/>
                </a:lnTo>
                <a:lnTo>
                  <a:pt x="102899" y="823722"/>
                </a:lnTo>
                <a:lnTo>
                  <a:pt x="78773" y="807841"/>
                </a:lnTo>
                <a:close/>
              </a:path>
              <a:path w="596900" h="892810">
                <a:moveTo>
                  <a:pt x="564769" y="0"/>
                </a:moveTo>
                <a:lnTo>
                  <a:pt x="46912" y="786868"/>
                </a:lnTo>
                <a:lnTo>
                  <a:pt x="78773" y="807841"/>
                </a:lnTo>
                <a:lnTo>
                  <a:pt x="596519" y="20827"/>
                </a:lnTo>
                <a:lnTo>
                  <a:pt x="56476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72282" y="1734566"/>
            <a:ext cx="805180" cy="895350"/>
          </a:xfrm>
          <a:custGeom>
            <a:avLst/>
            <a:gdLst/>
            <a:ahLst/>
            <a:cxnLst/>
            <a:rect l="l" t="t" r="r" b="b"/>
            <a:pathLst>
              <a:path w="805179" h="895350">
                <a:moveTo>
                  <a:pt x="714669" y="822665"/>
                </a:moveTo>
                <a:lnTo>
                  <a:pt x="686307" y="848106"/>
                </a:lnTo>
                <a:lnTo>
                  <a:pt x="805179" y="895096"/>
                </a:lnTo>
                <a:lnTo>
                  <a:pt x="789245" y="836930"/>
                </a:lnTo>
                <a:lnTo>
                  <a:pt x="727455" y="836930"/>
                </a:lnTo>
                <a:lnTo>
                  <a:pt x="714669" y="822665"/>
                </a:lnTo>
                <a:close/>
              </a:path>
              <a:path w="805179" h="895350">
                <a:moveTo>
                  <a:pt x="743051" y="797206"/>
                </a:moveTo>
                <a:lnTo>
                  <a:pt x="714669" y="822665"/>
                </a:lnTo>
                <a:lnTo>
                  <a:pt x="727455" y="836930"/>
                </a:lnTo>
                <a:lnTo>
                  <a:pt x="755776" y="811403"/>
                </a:lnTo>
                <a:lnTo>
                  <a:pt x="743051" y="797206"/>
                </a:lnTo>
                <a:close/>
              </a:path>
              <a:path w="805179" h="895350">
                <a:moveTo>
                  <a:pt x="771397" y="771779"/>
                </a:moveTo>
                <a:lnTo>
                  <a:pt x="743051" y="797206"/>
                </a:lnTo>
                <a:lnTo>
                  <a:pt x="755776" y="811403"/>
                </a:lnTo>
                <a:lnTo>
                  <a:pt x="727455" y="836930"/>
                </a:lnTo>
                <a:lnTo>
                  <a:pt x="789245" y="836930"/>
                </a:lnTo>
                <a:lnTo>
                  <a:pt x="771397" y="771779"/>
                </a:lnTo>
                <a:close/>
              </a:path>
              <a:path w="805179" h="895350">
                <a:moveTo>
                  <a:pt x="28447" y="0"/>
                </a:moveTo>
                <a:lnTo>
                  <a:pt x="0" y="25400"/>
                </a:lnTo>
                <a:lnTo>
                  <a:pt x="714669" y="822665"/>
                </a:lnTo>
                <a:lnTo>
                  <a:pt x="743051" y="797206"/>
                </a:lnTo>
                <a:lnTo>
                  <a:pt x="2844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08221" y="1450594"/>
            <a:ext cx="1313180" cy="542925"/>
          </a:xfrm>
          <a:custGeom>
            <a:avLst/>
            <a:gdLst/>
            <a:ahLst/>
            <a:cxnLst/>
            <a:rect l="l" t="t" r="r" b="b"/>
            <a:pathLst>
              <a:path w="1313179" h="542925">
                <a:moveTo>
                  <a:pt x="1199717" y="507261"/>
                </a:moveTo>
                <a:lnTo>
                  <a:pt x="1185799" y="542670"/>
                </a:lnTo>
                <a:lnTo>
                  <a:pt x="1313052" y="531367"/>
                </a:lnTo>
                <a:lnTo>
                  <a:pt x="1297627" y="514222"/>
                </a:lnTo>
                <a:lnTo>
                  <a:pt x="1217421" y="514222"/>
                </a:lnTo>
                <a:lnTo>
                  <a:pt x="1199717" y="507261"/>
                </a:lnTo>
                <a:close/>
              </a:path>
              <a:path w="1313179" h="542925">
                <a:moveTo>
                  <a:pt x="1213651" y="471812"/>
                </a:moveTo>
                <a:lnTo>
                  <a:pt x="1199717" y="507261"/>
                </a:lnTo>
                <a:lnTo>
                  <a:pt x="1217421" y="514222"/>
                </a:lnTo>
                <a:lnTo>
                  <a:pt x="1231391" y="478789"/>
                </a:lnTo>
                <a:lnTo>
                  <a:pt x="1213651" y="471812"/>
                </a:lnTo>
                <a:close/>
              </a:path>
              <a:path w="1313179" h="542925">
                <a:moveTo>
                  <a:pt x="1227581" y="436371"/>
                </a:moveTo>
                <a:lnTo>
                  <a:pt x="1213651" y="471812"/>
                </a:lnTo>
                <a:lnTo>
                  <a:pt x="1231391" y="478789"/>
                </a:lnTo>
                <a:lnTo>
                  <a:pt x="1217421" y="514222"/>
                </a:lnTo>
                <a:lnTo>
                  <a:pt x="1297627" y="514222"/>
                </a:lnTo>
                <a:lnTo>
                  <a:pt x="1227581" y="436371"/>
                </a:lnTo>
                <a:close/>
              </a:path>
              <a:path w="1313179" h="542925">
                <a:moveTo>
                  <a:pt x="13969" y="0"/>
                </a:moveTo>
                <a:lnTo>
                  <a:pt x="0" y="35559"/>
                </a:lnTo>
                <a:lnTo>
                  <a:pt x="1199717" y="507261"/>
                </a:lnTo>
                <a:lnTo>
                  <a:pt x="1213651" y="471812"/>
                </a:lnTo>
                <a:lnTo>
                  <a:pt x="1396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83323" y="2269998"/>
            <a:ext cx="114300" cy="882650"/>
          </a:xfrm>
          <a:custGeom>
            <a:avLst/>
            <a:gdLst/>
            <a:ahLst/>
            <a:cxnLst/>
            <a:rect l="l" t="t" r="r" b="b"/>
            <a:pathLst>
              <a:path w="114300" h="882650">
                <a:moveTo>
                  <a:pt x="38100" y="768096"/>
                </a:moveTo>
                <a:lnTo>
                  <a:pt x="0" y="768096"/>
                </a:lnTo>
                <a:lnTo>
                  <a:pt x="57150" y="882396"/>
                </a:lnTo>
                <a:lnTo>
                  <a:pt x="104775" y="787146"/>
                </a:lnTo>
                <a:lnTo>
                  <a:pt x="38100" y="787146"/>
                </a:lnTo>
                <a:lnTo>
                  <a:pt x="38100" y="768096"/>
                </a:lnTo>
                <a:close/>
              </a:path>
              <a:path w="114300" h="882650">
                <a:moveTo>
                  <a:pt x="76200" y="0"/>
                </a:moveTo>
                <a:lnTo>
                  <a:pt x="38100" y="0"/>
                </a:lnTo>
                <a:lnTo>
                  <a:pt x="38100" y="787146"/>
                </a:lnTo>
                <a:lnTo>
                  <a:pt x="76200" y="787146"/>
                </a:lnTo>
                <a:lnTo>
                  <a:pt x="76200" y="0"/>
                </a:lnTo>
                <a:close/>
              </a:path>
              <a:path w="114300" h="882650">
                <a:moveTo>
                  <a:pt x="114300" y="768096"/>
                </a:moveTo>
                <a:lnTo>
                  <a:pt x="76200" y="768096"/>
                </a:lnTo>
                <a:lnTo>
                  <a:pt x="76200" y="787146"/>
                </a:lnTo>
                <a:lnTo>
                  <a:pt x="104775" y="787146"/>
                </a:lnTo>
                <a:lnTo>
                  <a:pt x="114300" y="76809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040373" y="3152394"/>
            <a:ext cx="1390015" cy="521334"/>
          </a:xfrm>
          <a:custGeom>
            <a:avLst/>
            <a:gdLst/>
            <a:ahLst/>
            <a:cxnLst/>
            <a:rect l="l" t="t" r="r" b="b"/>
            <a:pathLst>
              <a:path w="1390015" h="521335">
                <a:moveTo>
                  <a:pt x="0" y="521208"/>
                </a:moveTo>
                <a:lnTo>
                  <a:pt x="1389887" y="521208"/>
                </a:lnTo>
                <a:lnTo>
                  <a:pt x="1389887" y="0"/>
                </a:lnTo>
                <a:lnTo>
                  <a:pt x="0" y="0"/>
                </a:lnTo>
                <a:lnTo>
                  <a:pt x="0" y="52120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321297" y="3110864"/>
            <a:ext cx="7943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CT1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2762" y="706373"/>
            <a:ext cx="7868920" cy="3886200"/>
          </a:xfrm>
          <a:custGeom>
            <a:avLst/>
            <a:gdLst/>
            <a:ahLst/>
            <a:cxnLst/>
            <a:rect l="l" t="t" r="r" b="b"/>
            <a:pathLst>
              <a:path w="7868920" h="3886200">
                <a:moveTo>
                  <a:pt x="0" y="3886200"/>
                </a:moveTo>
                <a:lnTo>
                  <a:pt x="7868411" y="3886200"/>
                </a:lnTo>
                <a:lnTo>
                  <a:pt x="7868411" y="0"/>
                </a:lnTo>
                <a:lnTo>
                  <a:pt x="0" y="0"/>
                </a:lnTo>
                <a:lnTo>
                  <a:pt x="0" y="3886200"/>
                </a:lnTo>
                <a:close/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11174" y="3429761"/>
            <a:ext cx="5029200" cy="2624455"/>
          </a:xfrm>
          <a:custGeom>
            <a:avLst/>
            <a:gdLst/>
            <a:ahLst/>
            <a:cxnLst/>
            <a:rect l="l" t="t" r="r" b="b"/>
            <a:pathLst>
              <a:path w="5029200" h="2624454">
                <a:moveTo>
                  <a:pt x="5029200" y="0"/>
                </a:moveTo>
                <a:lnTo>
                  <a:pt x="0" y="262432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11174" y="5996940"/>
            <a:ext cx="1638300" cy="114300"/>
          </a:xfrm>
          <a:custGeom>
            <a:avLst/>
            <a:gdLst/>
            <a:ahLst/>
            <a:cxnLst/>
            <a:rect l="l" t="t" r="r" b="b"/>
            <a:pathLst>
              <a:path w="1638300" h="114300">
                <a:moveTo>
                  <a:pt x="1524000" y="0"/>
                </a:moveTo>
                <a:lnTo>
                  <a:pt x="1524000" y="114300"/>
                </a:lnTo>
                <a:lnTo>
                  <a:pt x="1600200" y="76200"/>
                </a:lnTo>
                <a:lnTo>
                  <a:pt x="1543050" y="76200"/>
                </a:lnTo>
                <a:lnTo>
                  <a:pt x="1543050" y="38100"/>
                </a:lnTo>
                <a:lnTo>
                  <a:pt x="1600200" y="38100"/>
                </a:lnTo>
                <a:lnTo>
                  <a:pt x="1524000" y="0"/>
                </a:lnTo>
                <a:close/>
              </a:path>
              <a:path w="1638300" h="114300">
                <a:moveTo>
                  <a:pt x="1524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24000" y="76200"/>
                </a:lnTo>
                <a:lnTo>
                  <a:pt x="1524000" y="38100"/>
                </a:lnTo>
                <a:close/>
              </a:path>
              <a:path w="1638300" h="114300">
                <a:moveTo>
                  <a:pt x="1600200" y="38100"/>
                </a:moveTo>
                <a:lnTo>
                  <a:pt x="1543050" y="38100"/>
                </a:lnTo>
                <a:lnTo>
                  <a:pt x="1543050" y="76200"/>
                </a:lnTo>
                <a:lnTo>
                  <a:pt x="1600200" y="76200"/>
                </a:lnTo>
                <a:lnTo>
                  <a:pt x="1638300" y="57150"/>
                </a:lnTo>
                <a:lnTo>
                  <a:pt x="16002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74442" y="5228082"/>
            <a:ext cx="180340" cy="1377950"/>
          </a:xfrm>
          <a:custGeom>
            <a:avLst/>
            <a:gdLst/>
            <a:ahLst/>
            <a:cxnLst/>
            <a:rect l="l" t="t" r="r" b="b"/>
            <a:pathLst>
              <a:path w="180339" h="1377950">
                <a:moveTo>
                  <a:pt x="179831" y="1377696"/>
                </a:moveTo>
                <a:lnTo>
                  <a:pt x="144833" y="1368654"/>
                </a:lnTo>
                <a:lnTo>
                  <a:pt x="116252" y="1343998"/>
                </a:lnTo>
                <a:lnTo>
                  <a:pt x="96982" y="1307428"/>
                </a:lnTo>
                <a:lnTo>
                  <a:pt x="89915" y="1262646"/>
                </a:lnTo>
                <a:lnTo>
                  <a:pt x="89915" y="803897"/>
                </a:lnTo>
                <a:lnTo>
                  <a:pt x="82849" y="759115"/>
                </a:lnTo>
                <a:lnTo>
                  <a:pt x="63579" y="722545"/>
                </a:lnTo>
                <a:lnTo>
                  <a:pt x="34998" y="697889"/>
                </a:lnTo>
                <a:lnTo>
                  <a:pt x="0" y="688848"/>
                </a:lnTo>
                <a:lnTo>
                  <a:pt x="34998" y="679806"/>
                </a:lnTo>
                <a:lnTo>
                  <a:pt x="63579" y="655150"/>
                </a:lnTo>
                <a:lnTo>
                  <a:pt x="82849" y="618580"/>
                </a:lnTo>
                <a:lnTo>
                  <a:pt x="89915" y="573798"/>
                </a:lnTo>
                <a:lnTo>
                  <a:pt x="89915" y="115062"/>
                </a:lnTo>
                <a:lnTo>
                  <a:pt x="96982" y="70294"/>
                </a:lnTo>
                <a:lnTo>
                  <a:pt x="116252" y="33718"/>
                </a:lnTo>
                <a:lnTo>
                  <a:pt x="144833" y="9048"/>
                </a:lnTo>
                <a:lnTo>
                  <a:pt x="179831" y="0"/>
                </a:lnTo>
              </a:path>
            </a:pathLst>
          </a:custGeom>
          <a:ln w="38100">
            <a:solidFill>
              <a:srgbClr val="B0D7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799717" y="3750386"/>
            <a:ext cx="6577965" cy="2911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u="heavy" sz="3200" spc="-7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YACC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1303655" marR="2433955">
              <a:lnSpc>
                <a:spcPct val="110100"/>
              </a:lnSpc>
              <a:spcBef>
                <a:spcPts val="271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总控程序</a:t>
            </a:r>
            <a:endParaRPr sz="3200">
              <a:latin typeface="宋体"/>
              <a:cs typeface="宋体"/>
            </a:endParaRPr>
          </a:p>
          <a:p>
            <a:pPr marL="1303655">
              <a:lnSpc>
                <a:spcPct val="100000"/>
              </a:lnSpc>
              <a:spcBef>
                <a:spcPts val="33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Action(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6516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6516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16516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6516" sz="2775" spc="-3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(+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语义处理子程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9174" y="1411224"/>
            <a:ext cx="1762125" cy="114300"/>
          </a:xfrm>
          <a:custGeom>
            <a:avLst/>
            <a:gdLst/>
            <a:ahLst/>
            <a:cxnLst/>
            <a:rect l="l" t="t" r="r" b="b"/>
            <a:pathLst>
              <a:path w="1762125" h="114300">
                <a:moveTo>
                  <a:pt x="1647444" y="0"/>
                </a:moveTo>
                <a:lnTo>
                  <a:pt x="1647444" y="114300"/>
                </a:lnTo>
                <a:lnTo>
                  <a:pt x="1723644" y="76200"/>
                </a:lnTo>
                <a:lnTo>
                  <a:pt x="1666494" y="76200"/>
                </a:lnTo>
                <a:lnTo>
                  <a:pt x="1666494" y="38100"/>
                </a:lnTo>
                <a:lnTo>
                  <a:pt x="1723644" y="38100"/>
                </a:lnTo>
                <a:lnTo>
                  <a:pt x="1647444" y="0"/>
                </a:lnTo>
                <a:close/>
              </a:path>
              <a:path w="1762125" h="114300">
                <a:moveTo>
                  <a:pt x="16474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47444" y="76200"/>
                </a:lnTo>
                <a:lnTo>
                  <a:pt x="1647444" y="38100"/>
                </a:lnTo>
                <a:close/>
              </a:path>
              <a:path w="1762125" h="114300">
                <a:moveTo>
                  <a:pt x="1723644" y="38100"/>
                </a:moveTo>
                <a:lnTo>
                  <a:pt x="1666494" y="38100"/>
                </a:lnTo>
                <a:lnTo>
                  <a:pt x="1666494" y="76200"/>
                </a:lnTo>
                <a:lnTo>
                  <a:pt x="1723644" y="76200"/>
                </a:lnTo>
                <a:lnTo>
                  <a:pt x="1761744" y="57150"/>
                </a:lnTo>
                <a:lnTo>
                  <a:pt x="172364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26542" y="632815"/>
            <a:ext cx="7671434" cy="158686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  <a:p>
            <a:pPr marL="1774825">
              <a:lnSpc>
                <a:spcPct val="100000"/>
              </a:lnSpc>
              <a:spcBef>
                <a:spcPts val="250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ITEMSET1</a:t>
            </a:r>
            <a:endParaRPr sz="3200">
              <a:latin typeface="Times New Roman"/>
              <a:cs typeface="Times New Roman"/>
            </a:endParaRPr>
          </a:p>
          <a:p>
            <a:pPr marL="5487670">
              <a:lnSpc>
                <a:spcPct val="100000"/>
              </a:lnSpc>
              <a:spcBef>
                <a:spcPts val="270"/>
              </a:spcBef>
            </a:pPr>
            <a:r>
              <a:rPr dirty="0" sz="3200" b="1">
                <a:solidFill>
                  <a:srgbClr val="66FF33"/>
                </a:solidFill>
                <a:latin typeface="Times New Roman"/>
                <a:cs typeface="Times New Roman"/>
              </a:rPr>
              <a:t>ITEM</a:t>
            </a:r>
            <a:r>
              <a:rPr dirty="0" sz="3200" spc="-15" b="1">
                <a:solidFill>
                  <a:srgbClr val="66FF33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66FF33"/>
                </a:solidFill>
                <a:latin typeface="Times New Roman"/>
                <a:cs typeface="Times New Roman"/>
              </a:rPr>
              <a:t>ET1'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3842" y="2145029"/>
            <a:ext cx="5788660" cy="3012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2" marL="1742439" indent="-1730375">
              <a:lnSpc>
                <a:spcPct val="100000"/>
              </a:lnSpc>
              <a:spcBef>
                <a:spcPts val="95"/>
              </a:spcBef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340" b="1">
                <a:solidFill>
                  <a:srgbClr val="FFFF99"/>
                </a:solidFill>
                <a:latin typeface="Times New Roman"/>
                <a:cs typeface="Times New Roman"/>
              </a:rPr>
              <a:t>Y</a:t>
            </a:r>
            <a:r>
              <a:rPr dirty="0" sz="3600" spc="-5" b="1">
                <a:solidFill>
                  <a:srgbClr val="FFFF99"/>
                </a:solidFill>
                <a:latin typeface="Times New Roman"/>
                <a:cs typeface="Times New Roman"/>
              </a:rPr>
              <a:t>AC</a:t>
            </a:r>
            <a:r>
              <a:rPr dirty="0" sz="3600" spc="10" b="1">
                <a:solidFill>
                  <a:srgbClr val="FFFF99"/>
                </a:solidFill>
                <a:latin typeface="Times New Roman"/>
                <a:cs typeface="Times New Roman"/>
              </a:rPr>
              <a:t>C</a:t>
            </a:r>
            <a:r>
              <a:rPr dirty="0" sz="3600" spc="-5" b="1">
                <a:solidFill>
                  <a:srgbClr val="FFFF99"/>
                </a:solidFill>
                <a:latin typeface="宋体"/>
                <a:cs typeface="宋体"/>
              </a:rPr>
              <a:t>简介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AutoNum type="arabicPeriod"/>
            </a:pPr>
            <a:endParaRPr sz="3550">
              <a:latin typeface="宋体"/>
              <a:cs typeface="宋体"/>
            </a:endParaRPr>
          </a:p>
          <a:p>
            <a:pPr lvl="2" marL="1742439" indent="-1730375">
              <a:lnSpc>
                <a:spcPct val="100000"/>
              </a:lnSpc>
              <a:spcBef>
                <a:spcPts val="5"/>
              </a:spcBef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34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AC</a:t>
            </a:r>
            <a:r>
              <a:rPr dirty="0" sz="3600" spc="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语言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AutoNum type="arabicPeriod"/>
            </a:pPr>
            <a:endParaRPr sz="3550">
              <a:latin typeface="宋体"/>
              <a:cs typeface="宋体"/>
            </a:endParaRPr>
          </a:p>
          <a:p>
            <a:pPr lvl="2" marL="1742439" indent="-1730375">
              <a:lnSpc>
                <a:spcPct val="100000"/>
              </a:lnSpc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85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处理二义文法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8764" y="26923"/>
            <a:ext cx="1628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03853" y="26923"/>
            <a:ext cx="44450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770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</a:t>
            </a:r>
            <a:r>
              <a:rPr dirty="0" sz="2000" spc="1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54317" y="3463290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354317" y="3463290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94754" y="26923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5.10.2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542" y="26923"/>
            <a:ext cx="6306820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  <a:tabLst>
                <a:tab pos="1873885" algn="l"/>
                <a:tab pos="25101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Times New Roman"/>
              <a:cs typeface="Times New Roman"/>
            </a:endParaRPr>
          </a:p>
          <a:p>
            <a:pPr marL="394970" indent="-382905">
              <a:lnSpc>
                <a:spcPct val="100000"/>
              </a:lnSpc>
              <a:buClr>
                <a:srgbClr val="99FFCC"/>
              </a:buClr>
              <a:buSzPct val="104687"/>
              <a:buFont typeface="Wingdings"/>
              <a:buChar char=""/>
              <a:tabLst>
                <a:tab pos="394970" algn="l"/>
                <a:tab pos="395605" algn="l"/>
              </a:tabLst>
            </a:pPr>
            <a:r>
              <a:rPr dirty="0" sz="3200" spc="-70" b="1">
                <a:solidFill>
                  <a:srgbClr val="FFFF00"/>
                </a:solidFill>
                <a:latin typeface="Times New Roman"/>
                <a:cs typeface="Times New Roman"/>
              </a:rPr>
              <a:t>YACC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源程序结构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1022" y="1597913"/>
            <a:ext cx="4648200" cy="3192780"/>
          </a:xfrm>
          <a:custGeom>
            <a:avLst/>
            <a:gdLst/>
            <a:ahLst/>
            <a:cxnLst/>
            <a:rect l="l" t="t" r="r" b="b"/>
            <a:pathLst>
              <a:path w="4648200" h="3192779">
                <a:moveTo>
                  <a:pt x="0" y="3192780"/>
                </a:moveTo>
                <a:lnTo>
                  <a:pt x="4648200" y="3192780"/>
                </a:lnTo>
                <a:lnTo>
                  <a:pt x="4648200" y="0"/>
                </a:lnTo>
                <a:lnTo>
                  <a:pt x="0" y="0"/>
                </a:lnTo>
                <a:lnTo>
                  <a:pt x="0" y="3192780"/>
                </a:lnTo>
                <a:close/>
              </a:path>
            </a:pathLst>
          </a:custGeom>
          <a:ln w="38099">
            <a:solidFill>
              <a:srgbClr val="B0D7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99054" y="4534661"/>
            <a:ext cx="2331720" cy="0"/>
          </a:xfrm>
          <a:custGeom>
            <a:avLst/>
            <a:gdLst/>
            <a:ahLst/>
            <a:cxnLst/>
            <a:rect l="l" t="t" r="r" b="b"/>
            <a:pathLst>
              <a:path w="2331720" h="0">
                <a:moveTo>
                  <a:pt x="0" y="0"/>
                </a:moveTo>
                <a:lnTo>
                  <a:pt x="233172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72361" y="4534661"/>
            <a:ext cx="2165985" cy="1104900"/>
          </a:xfrm>
          <a:custGeom>
            <a:avLst/>
            <a:gdLst/>
            <a:ahLst/>
            <a:cxnLst/>
            <a:rect l="l" t="t" r="r" b="b"/>
            <a:pathLst>
              <a:path w="2165985" h="1104900">
                <a:moveTo>
                  <a:pt x="2165604" y="0"/>
                </a:moveTo>
                <a:lnTo>
                  <a:pt x="0" y="110490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72361" y="5582411"/>
            <a:ext cx="734695" cy="114300"/>
          </a:xfrm>
          <a:custGeom>
            <a:avLst/>
            <a:gdLst/>
            <a:ahLst/>
            <a:cxnLst/>
            <a:rect l="l" t="t" r="r" b="b"/>
            <a:pathLst>
              <a:path w="734694" h="114300">
                <a:moveTo>
                  <a:pt x="620268" y="0"/>
                </a:moveTo>
                <a:lnTo>
                  <a:pt x="620268" y="114300"/>
                </a:lnTo>
                <a:lnTo>
                  <a:pt x="696468" y="76200"/>
                </a:lnTo>
                <a:lnTo>
                  <a:pt x="639318" y="76200"/>
                </a:lnTo>
                <a:lnTo>
                  <a:pt x="639318" y="38100"/>
                </a:lnTo>
                <a:lnTo>
                  <a:pt x="696468" y="38100"/>
                </a:lnTo>
                <a:lnTo>
                  <a:pt x="620268" y="0"/>
                </a:lnTo>
                <a:close/>
              </a:path>
              <a:path w="734694" h="114300">
                <a:moveTo>
                  <a:pt x="62026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0268" y="76200"/>
                </a:lnTo>
                <a:lnTo>
                  <a:pt x="620268" y="38100"/>
                </a:lnTo>
                <a:close/>
              </a:path>
              <a:path w="734694" h="114300">
                <a:moveTo>
                  <a:pt x="696468" y="38100"/>
                </a:moveTo>
                <a:lnTo>
                  <a:pt x="639318" y="38100"/>
                </a:lnTo>
                <a:lnTo>
                  <a:pt x="639318" y="76200"/>
                </a:lnTo>
                <a:lnTo>
                  <a:pt x="696468" y="76200"/>
                </a:lnTo>
                <a:lnTo>
                  <a:pt x="734568" y="57150"/>
                </a:lnTo>
                <a:lnTo>
                  <a:pt x="69646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98598" y="1519402"/>
            <a:ext cx="4661535" cy="520827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003300">
              <a:lnSpc>
                <a:spcPct val="100000"/>
              </a:lnSpc>
              <a:spcBef>
                <a:spcPts val="869"/>
              </a:spcBef>
            </a:pPr>
            <a:r>
              <a:rPr dirty="0" u="heavy" sz="3200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3" action="ppaction://hlinksldjump"/>
              </a:rPr>
              <a:t>说明部分</a:t>
            </a:r>
            <a:endParaRPr sz="3200">
              <a:latin typeface="宋体"/>
              <a:cs typeface="宋体"/>
            </a:endParaRPr>
          </a:p>
          <a:p>
            <a:pPr marL="292735">
              <a:lnSpc>
                <a:spcPct val="100000"/>
              </a:lnSpc>
              <a:spcBef>
                <a:spcPts val="770"/>
              </a:spcBef>
            </a:pPr>
            <a:r>
              <a:rPr dirty="0" sz="3200" b="1">
                <a:solidFill>
                  <a:srgbClr val="FF66FF"/>
                </a:solidFill>
                <a:latin typeface="宋体"/>
                <a:cs typeface="宋体"/>
              </a:rPr>
              <a:t>％％</a:t>
            </a:r>
            <a:endParaRPr sz="3200">
              <a:latin typeface="宋体"/>
              <a:cs typeface="宋体"/>
            </a:endParaRPr>
          </a:p>
          <a:p>
            <a:pPr marL="1105535">
              <a:lnSpc>
                <a:spcPct val="100000"/>
              </a:lnSpc>
              <a:spcBef>
                <a:spcPts val="770"/>
              </a:spcBef>
            </a:pPr>
            <a:r>
              <a:rPr dirty="0" u="heavy" sz="3200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4" action="ppaction://hlinksldjump"/>
              </a:rPr>
              <a:t>翻译规则</a:t>
            </a:r>
            <a:endParaRPr sz="3200">
              <a:latin typeface="宋体"/>
              <a:cs typeface="宋体"/>
            </a:endParaRPr>
          </a:p>
          <a:p>
            <a:pPr marL="393700">
              <a:lnSpc>
                <a:spcPct val="100000"/>
              </a:lnSpc>
              <a:spcBef>
                <a:spcPts val="765"/>
              </a:spcBef>
            </a:pPr>
            <a:r>
              <a:rPr dirty="0" sz="3200" b="1">
                <a:solidFill>
                  <a:srgbClr val="FF66FF"/>
                </a:solidFill>
                <a:latin typeface="宋体"/>
                <a:cs typeface="宋体"/>
              </a:rPr>
              <a:t>％％</a:t>
            </a:r>
            <a:endParaRPr sz="3200">
              <a:latin typeface="宋体"/>
              <a:cs typeface="宋体"/>
            </a:endParaRPr>
          </a:p>
          <a:p>
            <a:pPr marL="1105535">
              <a:lnSpc>
                <a:spcPct val="100000"/>
              </a:lnSpc>
              <a:spcBef>
                <a:spcPts val="77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辅助过程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650">
              <a:latin typeface="宋体"/>
              <a:cs typeface="宋体"/>
            </a:endParaRPr>
          </a:p>
          <a:p>
            <a:pPr algn="just" marL="12700" marR="5080">
              <a:lnSpc>
                <a:spcPct val="116799"/>
              </a:lnSpc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辅助子程序部分，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语言函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数构成的，如词法分析程序及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错误诊断程序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0"/>
            <a:ext cx="8467725" cy="6077585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  <a:tabLst>
                <a:tab pos="1867535" algn="l"/>
                <a:tab pos="2503170" algn="l"/>
                <a:tab pos="647382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5.10.2</a:t>
            </a:r>
            <a:r>
              <a:rPr dirty="0" u="sng" sz="2000" spc="3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宋体"/>
              <a:cs typeface="宋体"/>
            </a:endParaRPr>
          </a:p>
          <a:p>
            <a:pPr marL="469900" indent="-407034">
              <a:lnSpc>
                <a:spcPct val="100000"/>
              </a:lnSpc>
              <a:buClr>
                <a:srgbClr val="99FFCC"/>
              </a:buClr>
              <a:buSzPct val="109375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说明部分</a:t>
            </a:r>
            <a:endParaRPr sz="3200">
              <a:latin typeface="宋体"/>
              <a:cs typeface="宋体"/>
            </a:endParaRPr>
          </a:p>
          <a:p>
            <a:pPr algn="r" lvl="1" marL="574675" marR="124460" indent="-574675">
              <a:lnSpc>
                <a:spcPct val="100000"/>
              </a:lnSpc>
              <a:spcBef>
                <a:spcPts val="2575"/>
              </a:spcBef>
              <a:buClr>
                <a:srgbClr val="FFFF00"/>
              </a:buClr>
              <a:buSzPct val="114062"/>
              <a:buFont typeface="Wingdings"/>
              <a:buChar char=""/>
              <a:tabLst>
                <a:tab pos="574675" algn="l"/>
                <a:tab pos="575310" algn="l"/>
              </a:tabLst>
            </a:pP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％｛</a:t>
            </a:r>
            <a:r>
              <a:rPr dirty="0" sz="3200" spc="-55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……</a:t>
            </a:r>
            <a:r>
              <a:rPr dirty="0" sz="3200" spc="-3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％｝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Ｃ语言程序的常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头文件</a:t>
            </a:r>
            <a:endParaRPr sz="2800">
              <a:latin typeface="宋体"/>
              <a:cs typeface="宋体"/>
            </a:endParaRPr>
          </a:p>
          <a:p>
            <a:pPr algn="ctr" marL="299085">
              <a:lnSpc>
                <a:spcPct val="100000"/>
              </a:lnSpc>
              <a:spcBef>
                <a:spcPts val="965"/>
              </a:spcBef>
              <a:tabLst>
                <a:tab pos="57467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宏定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800" spc="-99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Times New Roman"/>
              <a:cs typeface="Times New Roman"/>
            </a:endParaRPr>
          </a:p>
          <a:p>
            <a:pPr algn="r" lvl="1" marL="574675" marR="14604" indent="-574675">
              <a:lnSpc>
                <a:spcPct val="100000"/>
              </a:lnSpc>
              <a:buClr>
                <a:srgbClr val="FFFF00"/>
              </a:buClr>
              <a:buSzPct val="114062"/>
              <a:buFont typeface="Wingdings"/>
              <a:buChar char=""/>
              <a:tabLst>
                <a:tab pos="574675" algn="l"/>
                <a:tab pos="575310" algn="l"/>
              </a:tabLst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文法符号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一般为终结符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和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规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则的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说明</a:t>
            </a:r>
            <a:endParaRPr sz="3200">
              <a:latin typeface="宋体"/>
              <a:cs typeface="宋体"/>
            </a:endParaRPr>
          </a:p>
          <a:p>
            <a:pPr algn="r" marR="103505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对文法规则说明的一些限定规则和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件的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声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明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472565">
              <a:lnSpc>
                <a:spcPct val="100000"/>
              </a:lnSpc>
              <a:spcBef>
                <a:spcPts val="151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％</a:t>
            </a:r>
            <a:r>
              <a:rPr dirty="0" sz="2800" spc="-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说</a:t>
            </a:r>
            <a:r>
              <a:rPr dirty="0" sz="2800" b="1">
                <a:solidFill>
                  <a:srgbClr val="00FFFF"/>
                </a:solidFill>
                <a:latin typeface="宋体"/>
                <a:cs typeface="宋体"/>
              </a:rPr>
              <a:t>明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内容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472565">
              <a:lnSpc>
                <a:spcPct val="100000"/>
              </a:lnSpc>
              <a:spcBef>
                <a:spcPts val="163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％</a:t>
            </a:r>
            <a:r>
              <a:rPr dirty="0" sz="2800" spc="-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说</a:t>
            </a:r>
            <a:r>
              <a:rPr dirty="0" sz="2800" b="1">
                <a:solidFill>
                  <a:srgbClr val="00FFFF"/>
                </a:solidFill>
                <a:latin typeface="宋体"/>
                <a:cs typeface="宋体"/>
              </a:rPr>
              <a:t>明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内容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2082164">
              <a:lnSpc>
                <a:spcPct val="100000"/>
              </a:lnSpc>
              <a:spcBef>
                <a:spcPts val="1230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……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629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8210" y="26923"/>
            <a:ext cx="66122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335" algn="l"/>
                <a:tab pos="461899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5.10.2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4974" y="960882"/>
            <a:ext cx="8191500" cy="4838700"/>
          </a:xfrm>
          <a:custGeom>
            <a:avLst/>
            <a:gdLst/>
            <a:ahLst/>
            <a:cxnLst/>
            <a:rect l="l" t="t" r="r" b="b"/>
            <a:pathLst>
              <a:path w="8191500" h="4838700">
                <a:moveTo>
                  <a:pt x="0" y="4838700"/>
                </a:moveTo>
                <a:lnTo>
                  <a:pt x="8191500" y="4838700"/>
                </a:lnTo>
                <a:lnTo>
                  <a:pt x="8191500" y="0"/>
                </a:lnTo>
                <a:lnTo>
                  <a:pt x="0" y="0"/>
                </a:lnTo>
                <a:lnTo>
                  <a:pt x="0" y="4838700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12342" y="884681"/>
            <a:ext cx="5207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%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7098" y="1311152"/>
            <a:ext cx="4074795" cy="1497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90930">
              <a:lnSpc>
                <a:spcPct val="114999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 include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&lt;ctype.h&gt;  # include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&lt;stdio.h&gt;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 define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YYSTYPE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double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31965" y="2292502"/>
            <a:ext cx="2507615" cy="100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 marR="5080" indent="-15240">
              <a:lnSpc>
                <a:spcPct val="1149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/*</a:t>
            </a:r>
            <a:r>
              <a:rPr dirty="0" sz="2800" spc="-1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栈定义 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double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2800" spc="-7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*/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2342" y="3273404"/>
            <a:ext cx="3431540" cy="248031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%}</a:t>
            </a:r>
            <a:endParaRPr sz="28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505"/>
              </a:spcBef>
              <a:tabLst>
                <a:tab pos="90106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	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token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endParaRPr sz="28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505"/>
              </a:spcBef>
              <a:tabLst>
                <a:tab pos="901065" algn="l"/>
                <a:tab pos="1573530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left	‘+’</a:t>
            </a:r>
            <a:r>
              <a:rPr dirty="0" sz="2800" spc="-1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‘-’</a:t>
            </a:r>
            <a:endParaRPr sz="28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505"/>
              </a:spcBef>
              <a:tabLst>
                <a:tab pos="901065" algn="l"/>
                <a:tab pos="1573530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left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‘*’</a:t>
            </a:r>
            <a:r>
              <a:rPr dirty="0" sz="2800" spc="-2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‘/’</a:t>
            </a:r>
            <a:endParaRPr sz="28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505"/>
              </a:spcBef>
              <a:tabLst>
                <a:tab pos="90106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right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UMINUS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6562" y="960882"/>
            <a:ext cx="248920" cy="2717800"/>
          </a:xfrm>
          <a:custGeom>
            <a:avLst/>
            <a:gdLst/>
            <a:ahLst/>
            <a:cxnLst/>
            <a:rect l="l" t="t" r="r" b="b"/>
            <a:pathLst>
              <a:path w="248919" h="2717800">
                <a:moveTo>
                  <a:pt x="248412" y="2717291"/>
                </a:moveTo>
                <a:lnTo>
                  <a:pt x="185724" y="2686308"/>
                </a:lnTo>
                <a:lnTo>
                  <a:pt x="160586" y="2650823"/>
                </a:lnTo>
                <a:lnTo>
                  <a:pt x="141164" y="2604892"/>
                </a:lnTo>
                <a:lnTo>
                  <a:pt x="128643" y="2550677"/>
                </a:lnTo>
                <a:lnTo>
                  <a:pt x="124206" y="2490342"/>
                </a:lnTo>
                <a:lnTo>
                  <a:pt x="124206" y="1585594"/>
                </a:lnTo>
                <a:lnTo>
                  <a:pt x="119768" y="1525260"/>
                </a:lnTo>
                <a:lnTo>
                  <a:pt x="107247" y="1471045"/>
                </a:lnTo>
                <a:lnTo>
                  <a:pt x="87825" y="1425114"/>
                </a:lnTo>
                <a:lnTo>
                  <a:pt x="62687" y="1389629"/>
                </a:lnTo>
                <a:lnTo>
                  <a:pt x="0" y="1358645"/>
                </a:lnTo>
                <a:lnTo>
                  <a:pt x="33017" y="1350539"/>
                </a:lnTo>
                <a:lnTo>
                  <a:pt x="87825" y="1292177"/>
                </a:lnTo>
                <a:lnTo>
                  <a:pt x="107247" y="1246246"/>
                </a:lnTo>
                <a:lnTo>
                  <a:pt x="119768" y="1192031"/>
                </a:lnTo>
                <a:lnTo>
                  <a:pt x="124206" y="1131696"/>
                </a:lnTo>
                <a:lnTo>
                  <a:pt x="124206" y="226948"/>
                </a:lnTo>
                <a:lnTo>
                  <a:pt x="128643" y="166614"/>
                </a:lnTo>
                <a:lnTo>
                  <a:pt x="141164" y="112399"/>
                </a:lnTo>
                <a:lnTo>
                  <a:pt x="160586" y="66468"/>
                </a:lnTo>
                <a:lnTo>
                  <a:pt x="185724" y="30983"/>
                </a:lnTo>
                <a:lnTo>
                  <a:pt x="215394" y="8106"/>
                </a:lnTo>
                <a:lnTo>
                  <a:pt x="2484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039" y="1483233"/>
            <a:ext cx="381000" cy="145669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algn="just" marL="12700" marR="5080">
              <a:lnSpc>
                <a:spcPct val="78500"/>
              </a:lnSpc>
              <a:spcBef>
                <a:spcPts val="81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常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规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说 明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4173" y="3925061"/>
            <a:ext cx="323215" cy="1790700"/>
          </a:xfrm>
          <a:custGeom>
            <a:avLst/>
            <a:gdLst/>
            <a:ahLst/>
            <a:cxnLst/>
            <a:rect l="l" t="t" r="r" b="b"/>
            <a:pathLst>
              <a:path w="323214" h="1790700">
                <a:moveTo>
                  <a:pt x="0" y="0"/>
                </a:moveTo>
                <a:lnTo>
                  <a:pt x="51084" y="7591"/>
                </a:lnTo>
                <a:lnTo>
                  <a:pt x="95432" y="28728"/>
                </a:lnTo>
                <a:lnTo>
                  <a:pt x="130393" y="60953"/>
                </a:lnTo>
                <a:lnTo>
                  <a:pt x="153314" y="101811"/>
                </a:lnTo>
                <a:lnTo>
                  <a:pt x="161543" y="148844"/>
                </a:lnTo>
                <a:lnTo>
                  <a:pt x="161543" y="746506"/>
                </a:lnTo>
                <a:lnTo>
                  <a:pt x="169785" y="793538"/>
                </a:lnTo>
                <a:lnTo>
                  <a:pt x="192731" y="834396"/>
                </a:lnTo>
                <a:lnTo>
                  <a:pt x="227709" y="866621"/>
                </a:lnTo>
                <a:lnTo>
                  <a:pt x="272052" y="887758"/>
                </a:lnTo>
                <a:lnTo>
                  <a:pt x="323088" y="895350"/>
                </a:lnTo>
                <a:lnTo>
                  <a:pt x="272052" y="902941"/>
                </a:lnTo>
                <a:lnTo>
                  <a:pt x="227709" y="924078"/>
                </a:lnTo>
                <a:lnTo>
                  <a:pt x="192731" y="956303"/>
                </a:lnTo>
                <a:lnTo>
                  <a:pt x="169785" y="997161"/>
                </a:lnTo>
                <a:lnTo>
                  <a:pt x="161543" y="1044194"/>
                </a:lnTo>
                <a:lnTo>
                  <a:pt x="161543" y="1641856"/>
                </a:lnTo>
                <a:lnTo>
                  <a:pt x="153314" y="1688913"/>
                </a:lnTo>
                <a:lnTo>
                  <a:pt x="130393" y="1729773"/>
                </a:lnTo>
                <a:lnTo>
                  <a:pt x="95432" y="1761989"/>
                </a:lnTo>
                <a:lnTo>
                  <a:pt x="51084" y="1783114"/>
                </a:lnTo>
                <a:lnTo>
                  <a:pt x="0" y="17907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366128" y="4268876"/>
            <a:ext cx="2167255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文法符号和文 法规则的说明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62998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7535" algn="l"/>
                <a:tab pos="25031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4754" y="26923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5.10.2</a:t>
            </a:r>
            <a:r>
              <a:rPr dirty="0" u="sng" sz="2000" spc="3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731" y="4807661"/>
            <a:ext cx="21094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翻译规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则</a:t>
            </a:r>
            <a:r>
              <a:rPr dirty="0" sz="3200" spc="-86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9690" y="4807661"/>
            <a:ext cx="20675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文法产生式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2289" y="4807661"/>
            <a:ext cx="21812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{</a:t>
            </a:r>
            <a:r>
              <a:rPr dirty="0" sz="3200" spc="-5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语义动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作</a:t>
            </a:r>
            <a:r>
              <a:rPr dirty="0" sz="3200" spc="-855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44773" y="5385053"/>
            <a:ext cx="2418715" cy="0"/>
          </a:xfrm>
          <a:custGeom>
            <a:avLst/>
            <a:gdLst/>
            <a:ahLst/>
            <a:cxnLst/>
            <a:rect l="l" t="t" r="r" b="b"/>
            <a:pathLst>
              <a:path w="2418715" h="0">
                <a:moveTo>
                  <a:pt x="0" y="0"/>
                </a:moveTo>
                <a:lnTo>
                  <a:pt x="2418588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67505" y="5656275"/>
            <a:ext cx="839469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BNF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16173" y="4534661"/>
            <a:ext cx="5791200" cy="1104900"/>
          </a:xfrm>
          <a:custGeom>
            <a:avLst/>
            <a:gdLst/>
            <a:ahLst/>
            <a:cxnLst/>
            <a:rect l="l" t="t" r="r" b="b"/>
            <a:pathLst>
              <a:path w="5791200" h="1104900">
                <a:moveTo>
                  <a:pt x="0" y="1104900"/>
                </a:moveTo>
                <a:lnTo>
                  <a:pt x="5791200" y="1104900"/>
                </a:lnTo>
                <a:lnTo>
                  <a:pt x="5791200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83540" y="437489"/>
            <a:ext cx="2884805" cy="1435735"/>
          </a:xfrm>
          <a:prstGeom prst="rect">
            <a:avLst/>
          </a:prstGeom>
        </p:spPr>
        <p:txBody>
          <a:bodyPr wrap="square" lIns="0" tIns="229870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1810"/>
              </a:spcBef>
              <a:buClr>
                <a:srgbClr val="99FFCC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翻译规则部分</a:t>
            </a:r>
            <a:endParaRPr sz="3200">
              <a:latin typeface="宋体"/>
              <a:cs typeface="宋体"/>
            </a:endParaRPr>
          </a:p>
          <a:p>
            <a:pPr marL="1860550">
              <a:lnSpc>
                <a:spcPct val="100000"/>
              </a:lnSpc>
              <a:spcBef>
                <a:spcPts val="1710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%%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1097" y="1213078"/>
            <a:ext cx="1885950" cy="2562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7305">
              <a:lnSpc>
                <a:spcPct val="130100"/>
              </a:lnSpc>
              <a:spcBef>
                <a:spcPts val="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翻译规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翻译规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112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翻译规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29739" y="1153667"/>
            <a:ext cx="4377690" cy="2867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2759201"/>
            <a:ext cx="4580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2800" spc="-260" b="1">
                <a:solidFill>
                  <a:srgbClr val="FFFF00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AC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描述的一般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形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式为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2961" y="3201161"/>
            <a:ext cx="2743200" cy="289560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3050">
              <a:latin typeface="Times New Roman"/>
              <a:cs typeface="Times New Roman"/>
            </a:endParaRPr>
          </a:p>
          <a:p>
            <a:pPr marL="348615">
              <a:lnSpc>
                <a:spcPct val="100000"/>
              </a:lnSpc>
            </a:pPr>
            <a:r>
              <a:rPr dirty="0" sz="2400" spc="5" b="1">
                <a:solidFill>
                  <a:srgbClr val="00FFFF"/>
                </a:solidFill>
                <a:latin typeface="宋体"/>
                <a:cs typeface="宋体"/>
              </a:rPr>
              <a:t>｛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语义动作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r>
              <a:rPr dirty="0" sz="2400" spc="-10" b="1">
                <a:solidFill>
                  <a:srgbClr val="00FFFF"/>
                </a:solidFill>
                <a:latin typeface="宋体"/>
                <a:cs typeface="宋体"/>
              </a:rPr>
              <a:t>｝</a:t>
            </a:r>
            <a:endParaRPr sz="2400">
              <a:latin typeface="宋体"/>
              <a:cs typeface="宋体"/>
            </a:endParaRPr>
          </a:p>
          <a:p>
            <a:pPr marL="336550">
              <a:lnSpc>
                <a:spcPct val="100000"/>
              </a:lnSpc>
              <a:spcBef>
                <a:spcPts val="865"/>
              </a:spcBef>
            </a:pPr>
            <a:r>
              <a:rPr dirty="0" sz="2400" spc="5" b="1">
                <a:solidFill>
                  <a:srgbClr val="00FFFF"/>
                </a:solidFill>
                <a:latin typeface="宋体"/>
                <a:cs typeface="宋体"/>
              </a:rPr>
              <a:t>｛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语义动作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r>
              <a:rPr dirty="0" sz="2400" spc="-10" b="1">
                <a:solidFill>
                  <a:srgbClr val="00FFFF"/>
                </a:solidFill>
                <a:latin typeface="宋体"/>
                <a:cs typeface="宋体"/>
              </a:rPr>
              <a:t>｝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600">
              <a:latin typeface="宋体"/>
              <a:cs typeface="宋体"/>
            </a:endParaRPr>
          </a:p>
          <a:p>
            <a:pPr marL="339725">
              <a:lnSpc>
                <a:spcPct val="100000"/>
              </a:lnSpc>
              <a:spcBef>
                <a:spcPts val="1905"/>
              </a:spcBef>
            </a:pPr>
            <a:r>
              <a:rPr dirty="0" sz="2400" spc="5" b="1">
                <a:solidFill>
                  <a:srgbClr val="00FFFF"/>
                </a:solidFill>
                <a:latin typeface="宋体"/>
                <a:cs typeface="宋体"/>
              </a:rPr>
              <a:t>｛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语义动作</a:t>
            </a:r>
            <a:r>
              <a:rPr dirty="0" sz="2400" spc="-5" b="1">
                <a:solidFill>
                  <a:srgbClr val="00FFFF"/>
                </a:solidFill>
                <a:latin typeface="宋体"/>
                <a:cs typeface="宋体"/>
              </a:rPr>
              <a:t>ｎ｝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366" y="3529076"/>
            <a:ext cx="4533900" cy="248285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＜左部文法符号＞：＜候选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＞</a:t>
            </a:r>
            <a:endParaRPr sz="2400">
              <a:latin typeface="宋体"/>
              <a:cs typeface="宋体"/>
            </a:endParaRPr>
          </a:p>
          <a:p>
            <a:pPr marL="2463165">
              <a:lnSpc>
                <a:spcPct val="100000"/>
              </a:lnSpc>
              <a:spcBef>
                <a:spcPts val="860"/>
              </a:spcBef>
              <a:tabLst>
                <a:tab pos="268287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＜候选式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＞</a:t>
            </a:r>
            <a:endParaRPr sz="2400">
              <a:latin typeface="宋体"/>
              <a:cs typeface="宋体"/>
            </a:endParaRPr>
          </a:p>
          <a:p>
            <a:pPr marL="2463165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……</a:t>
            </a:r>
            <a:endParaRPr sz="2800">
              <a:latin typeface="Courier New"/>
              <a:cs typeface="Courier New"/>
            </a:endParaRPr>
          </a:p>
          <a:p>
            <a:pPr marL="2463165">
              <a:lnSpc>
                <a:spcPct val="100000"/>
              </a:lnSpc>
              <a:spcBef>
                <a:spcPts val="930"/>
              </a:spcBef>
              <a:tabLst>
                <a:tab pos="268287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＜候选式ｎ＞</a:t>
            </a:r>
            <a:endParaRPr sz="2400">
              <a:latin typeface="宋体"/>
              <a:cs typeface="宋体"/>
            </a:endParaRPr>
          </a:p>
          <a:p>
            <a:pPr marL="2463165">
              <a:lnSpc>
                <a:spcPct val="100000"/>
              </a:lnSpc>
              <a:spcBef>
                <a:spcPts val="86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3247" y="26923"/>
            <a:ext cx="84677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7535" algn="l"/>
                <a:tab pos="2503170" algn="l"/>
                <a:tab pos="647382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5.10.2</a:t>
            </a:r>
            <a:r>
              <a:rPr dirty="0" u="sng" sz="2000" spc="3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5561" y="762762"/>
            <a:ext cx="8610600" cy="1720850"/>
          </a:xfrm>
          <a:prstGeom prst="rect">
            <a:avLst/>
          </a:prstGeom>
          <a:ln w="38100">
            <a:solidFill>
              <a:srgbClr val="99FFCC"/>
            </a:solidFill>
          </a:ln>
        </p:spPr>
        <p:txBody>
          <a:bodyPr wrap="square" lIns="0" tIns="256540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202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＜左部文法符号＞</a:t>
            </a:r>
            <a:endParaRPr sz="2400">
              <a:latin typeface="宋体"/>
              <a:cs typeface="宋体"/>
            </a:endParaRPr>
          </a:p>
          <a:p>
            <a:pPr marL="1538605">
              <a:lnSpc>
                <a:spcPct val="100000"/>
              </a:lnSpc>
              <a:spcBef>
                <a:spcPts val="173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＜候选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＞｜＜候选式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＞｜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｜＜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候选式ｎ＞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2326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753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4098" y="26923"/>
            <a:ext cx="5976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272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5.10.2</a:t>
            </a:r>
            <a:r>
              <a:rPr dirty="0" u="sng" sz="2000" spc="3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540" y="622173"/>
            <a:ext cx="80695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47470" algn="l"/>
                <a:tab pos="4241800" algn="l"/>
              </a:tabLst>
            </a:pPr>
            <a:r>
              <a:rPr dirty="0" spc="-5">
                <a:solidFill>
                  <a:srgbClr val="FFFF00"/>
                </a:solidFill>
              </a:rPr>
              <a:t>例</a:t>
            </a:r>
            <a:r>
              <a:rPr dirty="0" spc="-5">
                <a:solidFill>
                  <a:srgbClr val="FFFF00"/>
                </a:solidFill>
                <a:latin typeface="Times New Roman"/>
                <a:cs typeface="Times New Roman"/>
              </a:rPr>
              <a:t>5.21	</a:t>
            </a:r>
            <a:r>
              <a:rPr dirty="0" spc="-5">
                <a:solidFill>
                  <a:srgbClr val="FFFFFF"/>
                </a:solidFill>
              </a:rPr>
              <a:t>设文</a:t>
            </a:r>
            <a:r>
              <a:rPr dirty="0">
                <a:solidFill>
                  <a:srgbClr val="FFFFFF"/>
                </a:solidFill>
              </a:rPr>
              <a:t>法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G(E)</a:t>
            </a:r>
            <a:r>
              <a:rPr dirty="0" spc="-15">
                <a:solidFill>
                  <a:srgbClr val="FFFFFF"/>
                </a:solidFill>
              </a:rPr>
              <a:t>为	</a:t>
            </a:r>
            <a:r>
              <a:rPr dirty="0" spc="-5">
                <a:solidFill>
                  <a:srgbClr val="FFFF00"/>
                </a:solidFill>
                <a:latin typeface="Times New Roman"/>
                <a:cs typeface="Times New Roman"/>
              </a:rPr>
              <a:t>A → E+E | E*E |</a:t>
            </a:r>
            <a:r>
              <a:rPr dirty="0" spc="-19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pc="-5">
                <a:solidFill>
                  <a:srgbClr val="FFFF00"/>
                </a:solidFill>
                <a:latin typeface="Times New Roman"/>
                <a:cs typeface="Times New Roman"/>
              </a:rPr>
              <a:t>number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091565"/>
            <a:ext cx="4997450" cy="2629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29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G(A)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程序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317500">
              <a:lnSpc>
                <a:spcPts val="2810"/>
              </a:lnSpc>
            </a:pPr>
            <a:r>
              <a:rPr dirty="0" sz="2400" spc="-15" b="1">
                <a:solidFill>
                  <a:srgbClr val="FF3300"/>
                </a:solidFill>
                <a:latin typeface="Times New Roman"/>
                <a:cs typeface="Times New Roman"/>
              </a:rPr>
              <a:t>%{</a:t>
            </a:r>
            <a:endParaRPr sz="2400">
              <a:latin typeface="Times New Roman"/>
              <a:cs typeface="Times New Roman"/>
            </a:endParaRPr>
          </a:p>
          <a:p>
            <a:pPr marL="698500" marR="182626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#include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&lt;ctype.h&gt;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#include</a:t>
            </a:r>
            <a:r>
              <a:rPr dirty="0" sz="2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2400" spc="-15" b="1">
                <a:solidFill>
                  <a:srgbClr val="FF3300"/>
                </a:solidFill>
                <a:latin typeface="Times New Roman"/>
                <a:cs typeface="Times New Roman"/>
              </a:rPr>
              <a:t>%}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927100" algn="l"/>
              </a:tabLst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%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token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25" b="1">
                <a:solidFill>
                  <a:srgbClr val="FFFF00"/>
                </a:solidFill>
                <a:latin typeface="Times New Roman"/>
                <a:cs typeface="Times New Roman"/>
              </a:rPr>
              <a:t>%%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5572" y="3679952"/>
            <a:ext cx="29438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{ printf(</a:t>
            </a:r>
            <a:r>
              <a:rPr dirty="0" sz="2400" spc="-5" b="1">
                <a:solidFill>
                  <a:srgbClr val="66FFFF"/>
                </a:solidFill>
                <a:latin typeface="Courier New"/>
                <a:cs typeface="Courier New"/>
              </a:rPr>
              <a:t>“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%g\n</a:t>
            </a:r>
            <a:r>
              <a:rPr dirty="0" sz="2400" spc="-5" b="1">
                <a:solidFill>
                  <a:srgbClr val="66FFFF"/>
                </a:solidFill>
                <a:latin typeface="Courier New"/>
                <a:cs typeface="Courier New"/>
              </a:rPr>
              <a:t>”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2400" spc="-4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$1)};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61001" y="4408119"/>
            <a:ext cx="196596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{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$$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=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$1+$3;</a:t>
            </a:r>
            <a:r>
              <a:rPr dirty="0" sz="2400" spc="-9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{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$$ = $1*$3;</a:t>
            </a:r>
            <a:r>
              <a:rPr dirty="0" sz="2400" spc="-7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9644" y="3679952"/>
            <a:ext cx="2737485" cy="2235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lines: expr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‘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\n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10"/>
              </a:lnSpc>
              <a:spcBef>
                <a:spcPts val="1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1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expr : expr 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‘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400" spc="-10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endParaRPr sz="24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expr 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‘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400" spc="-969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endParaRPr sz="24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14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740" y="5890361"/>
            <a:ext cx="366522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FFF00"/>
                </a:solidFill>
                <a:latin typeface="Times New Roman"/>
                <a:cs typeface="Times New Roman"/>
              </a:rPr>
              <a:t>%%</a:t>
            </a:r>
            <a:endParaRPr sz="2400">
              <a:latin typeface="Times New Roman"/>
              <a:cs typeface="Times New Roman"/>
            </a:endParaRPr>
          </a:p>
          <a:p>
            <a:pPr marL="2222500">
              <a:lnSpc>
                <a:spcPct val="100000"/>
              </a:lnSpc>
              <a:spcBef>
                <a:spcPts val="35"/>
              </a:spcBef>
            </a:pP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辅助过程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73673" y="1750314"/>
            <a:ext cx="0" cy="1477010"/>
          </a:xfrm>
          <a:custGeom>
            <a:avLst/>
            <a:gdLst/>
            <a:ahLst/>
            <a:cxnLst/>
            <a:rect l="l" t="t" r="r" b="b"/>
            <a:pathLst>
              <a:path w="0" h="1477010">
                <a:moveTo>
                  <a:pt x="0" y="0"/>
                </a:moveTo>
                <a:lnTo>
                  <a:pt x="0" y="1476756"/>
                </a:lnTo>
              </a:path>
            </a:pathLst>
          </a:custGeom>
          <a:ln w="952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68461" y="3792473"/>
            <a:ext cx="0" cy="1885314"/>
          </a:xfrm>
          <a:custGeom>
            <a:avLst/>
            <a:gdLst/>
            <a:ahLst/>
            <a:cxnLst/>
            <a:rect l="l" t="t" r="r" b="b"/>
            <a:pathLst>
              <a:path w="0" h="1885314">
                <a:moveTo>
                  <a:pt x="0" y="0"/>
                </a:moveTo>
                <a:lnTo>
                  <a:pt x="0" y="1885188"/>
                </a:lnTo>
              </a:path>
            </a:pathLst>
          </a:custGeom>
          <a:ln w="952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59373" y="6156197"/>
            <a:ext cx="0" cy="702945"/>
          </a:xfrm>
          <a:custGeom>
            <a:avLst/>
            <a:gdLst/>
            <a:ahLst/>
            <a:cxnLst/>
            <a:rect l="l" t="t" r="r" b="b"/>
            <a:pathLst>
              <a:path w="0" h="702945">
                <a:moveTo>
                  <a:pt x="0" y="0"/>
                </a:moveTo>
                <a:lnTo>
                  <a:pt x="0" y="702563"/>
                </a:lnTo>
              </a:path>
            </a:pathLst>
          </a:custGeom>
          <a:ln w="9525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5241" y="2145029"/>
            <a:ext cx="5788660" cy="3012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2" marL="1742439" indent="-1730375">
              <a:lnSpc>
                <a:spcPct val="100000"/>
              </a:lnSpc>
              <a:spcBef>
                <a:spcPts val="95"/>
              </a:spcBef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340" b="1">
                <a:solidFill>
                  <a:srgbClr val="FFFF99"/>
                </a:solidFill>
                <a:latin typeface="Times New Roman"/>
                <a:cs typeface="Times New Roman"/>
              </a:rPr>
              <a:t>Y</a:t>
            </a:r>
            <a:r>
              <a:rPr dirty="0" sz="3600" spc="-5" b="1">
                <a:solidFill>
                  <a:srgbClr val="FFFF99"/>
                </a:solidFill>
                <a:latin typeface="Times New Roman"/>
                <a:cs typeface="Times New Roman"/>
              </a:rPr>
              <a:t>AC</a:t>
            </a:r>
            <a:r>
              <a:rPr dirty="0" sz="3600" spc="10" b="1">
                <a:solidFill>
                  <a:srgbClr val="FFFF99"/>
                </a:solidFill>
                <a:latin typeface="Times New Roman"/>
                <a:cs typeface="Times New Roman"/>
              </a:rPr>
              <a:t>C</a:t>
            </a:r>
            <a:r>
              <a:rPr dirty="0" sz="3600" spc="-5" b="1">
                <a:solidFill>
                  <a:srgbClr val="FFFF99"/>
                </a:solidFill>
                <a:latin typeface="宋体"/>
                <a:cs typeface="宋体"/>
              </a:rPr>
              <a:t>简介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AutoNum type="arabicPeriod"/>
            </a:pPr>
            <a:endParaRPr sz="3550">
              <a:latin typeface="宋体"/>
              <a:cs typeface="宋体"/>
            </a:endParaRPr>
          </a:p>
          <a:p>
            <a:pPr lvl="2" marL="1742439" indent="-1730375">
              <a:lnSpc>
                <a:spcPct val="100000"/>
              </a:lnSpc>
              <a:spcBef>
                <a:spcPts val="5"/>
              </a:spcBef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340" b="1">
                <a:solidFill>
                  <a:srgbClr val="FFFF99"/>
                </a:solidFill>
                <a:latin typeface="Times New Roman"/>
                <a:cs typeface="Times New Roman"/>
              </a:rPr>
              <a:t>Y</a:t>
            </a:r>
            <a:r>
              <a:rPr dirty="0" sz="3600" spc="-5" b="1">
                <a:solidFill>
                  <a:srgbClr val="FFFF99"/>
                </a:solidFill>
                <a:latin typeface="Times New Roman"/>
                <a:cs typeface="Times New Roman"/>
              </a:rPr>
              <a:t>AC</a:t>
            </a:r>
            <a:r>
              <a:rPr dirty="0" sz="3600" spc="10" b="1">
                <a:solidFill>
                  <a:srgbClr val="FFFF99"/>
                </a:solidFill>
                <a:latin typeface="Times New Roman"/>
                <a:cs typeface="Times New Roman"/>
              </a:rPr>
              <a:t>C</a:t>
            </a:r>
            <a:r>
              <a:rPr dirty="0" sz="3600" spc="-5" b="1">
                <a:solidFill>
                  <a:srgbClr val="FFFF99"/>
                </a:solidFill>
                <a:latin typeface="宋体"/>
                <a:cs typeface="宋体"/>
              </a:rPr>
              <a:t>语言</a:t>
            </a:r>
            <a:endParaRPr sz="36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AutoNum type="arabicPeriod"/>
            </a:pPr>
            <a:endParaRPr sz="3550">
              <a:latin typeface="宋体"/>
              <a:cs typeface="宋体"/>
            </a:endParaRPr>
          </a:p>
          <a:p>
            <a:pPr lvl="2" marL="1742439" indent="-1730375">
              <a:lnSpc>
                <a:spcPct val="100000"/>
              </a:lnSpc>
              <a:buSzPct val="111111"/>
              <a:buAutoNum type="arabicPeriod"/>
              <a:tabLst>
                <a:tab pos="1742439" algn="l"/>
                <a:tab pos="1743075" algn="l"/>
              </a:tabLst>
            </a:pPr>
            <a:r>
              <a:rPr dirty="0" sz="3600" spc="-85" b="1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处理二义文法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8764" y="26923"/>
            <a:ext cx="1628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03853" y="26923"/>
            <a:ext cx="44450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770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5.10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语法分析器的自动生成</a:t>
            </a:r>
            <a:r>
              <a:rPr dirty="0" sz="2000" spc="10" b="1">
                <a:solidFill>
                  <a:srgbClr val="A15100"/>
                </a:solidFill>
                <a:latin typeface="宋体"/>
                <a:cs typeface="宋体"/>
              </a:rPr>
              <a:t>器</a:t>
            </a:r>
            <a:r>
              <a:rPr dirty="0" sz="2000" spc="-35" b="1">
                <a:solidFill>
                  <a:srgbClr val="A15100"/>
                </a:solidFill>
                <a:latin typeface="Arial"/>
                <a:cs typeface="Arial"/>
              </a:rPr>
              <a:t>—</a:t>
            </a:r>
            <a:r>
              <a:rPr dirty="0" sz="2000" spc="-35" b="1">
                <a:solidFill>
                  <a:srgbClr val="A15100"/>
                </a:solidFill>
                <a:latin typeface="Times New Roman"/>
                <a:cs typeface="Times New Roman"/>
              </a:rPr>
              <a:t>YACC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82661" y="4656582"/>
            <a:ext cx="1562100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82661" y="4656582"/>
            <a:ext cx="1562100" cy="536575"/>
          </a:xfrm>
          <a:custGeom>
            <a:avLst/>
            <a:gdLst/>
            <a:ahLst/>
            <a:cxnLst/>
            <a:rect l="l" t="t" r="r" b="b"/>
            <a:pathLst>
              <a:path w="1562100" h="536575">
                <a:moveTo>
                  <a:pt x="0" y="268224"/>
                </a:moveTo>
                <a:lnTo>
                  <a:pt x="390398" y="0"/>
                </a:lnTo>
                <a:lnTo>
                  <a:pt x="390398" y="134112"/>
                </a:lnTo>
                <a:lnTo>
                  <a:pt x="1562100" y="134112"/>
                </a:lnTo>
                <a:lnTo>
                  <a:pt x="1562100" y="402336"/>
                </a:lnTo>
                <a:lnTo>
                  <a:pt x="390398" y="402336"/>
                </a:lnTo>
                <a:lnTo>
                  <a:pt x="390398" y="536448"/>
                </a:lnTo>
                <a:lnTo>
                  <a:pt x="0" y="2682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5052" y="26923"/>
            <a:ext cx="3601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8535" algn="l"/>
                <a:tab pos="287464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10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175" b="1">
                <a:solidFill>
                  <a:srgbClr val="A15100"/>
                </a:solidFill>
                <a:latin typeface="Times New Roman"/>
                <a:cs typeface="Times New Roman"/>
              </a:rPr>
              <a:t>Y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A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8433" y="26923"/>
            <a:ext cx="3032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5.10.3</a:t>
            </a:r>
            <a:r>
              <a:rPr dirty="0" u="sng" sz="2000" spc="3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处理二义文法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5772" y="593851"/>
            <a:ext cx="40208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37970" algn="l"/>
              </a:tabLst>
            </a:pPr>
            <a:r>
              <a:rPr dirty="0" sz="3200">
                <a:solidFill>
                  <a:srgbClr val="FFFF00"/>
                </a:solidFill>
              </a:rPr>
              <a:t>例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>
                <a:solidFill>
                  <a:srgbClr val="FFFFFF"/>
                </a:solidFill>
              </a:rPr>
              <a:t>设文</a:t>
            </a:r>
            <a:r>
              <a:rPr dirty="0" sz="3200" spc="5">
                <a:solidFill>
                  <a:srgbClr val="FFFFFF"/>
                </a:solidFill>
              </a:rPr>
              <a:t>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>
                <a:solidFill>
                  <a:srgbClr val="FFFFFF"/>
                </a:solidFill>
              </a:rPr>
              <a:t>为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9942" y="1068136"/>
            <a:ext cx="7658100" cy="262509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48615">
              <a:lnSpc>
                <a:spcPct val="100000"/>
              </a:lnSpc>
              <a:spcBef>
                <a:spcPts val="1175"/>
              </a:spcBef>
              <a:tabLst>
                <a:tab pos="4555490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-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4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|(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–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NUMBER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%{</a:t>
            </a:r>
            <a:endParaRPr sz="2800">
              <a:latin typeface="Times New Roman"/>
              <a:cs typeface="Times New Roman"/>
            </a:endParaRPr>
          </a:p>
          <a:p>
            <a:pPr marL="926465" marR="3758565">
              <a:lnSpc>
                <a:spcPct val="114999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 include &lt;ctype.h&gt;  # include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&lt;stdio.h&gt;</a:t>
            </a:r>
            <a:endParaRPr sz="28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50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6642" y="3667785"/>
            <a:ext cx="3164840" cy="149796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63436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token</a:t>
            </a:r>
            <a:r>
              <a:rPr dirty="0" sz="28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8408" y="4158259"/>
            <a:ext cx="519430" cy="10077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le</a:t>
            </a:r>
            <a:r>
              <a:rPr dirty="0" sz="2800" b="1">
                <a:solidFill>
                  <a:srgbClr val="FF99CC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t  le</a:t>
            </a:r>
            <a:r>
              <a:rPr dirty="0" sz="2800" b="1">
                <a:solidFill>
                  <a:srgbClr val="FF99CC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6642" y="5204840"/>
            <a:ext cx="13100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546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%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rig</a:t>
            </a:r>
            <a:r>
              <a:rPr dirty="0" sz="2800" spc="5" b="1">
                <a:solidFill>
                  <a:srgbClr val="FF99CC"/>
                </a:solidFill>
                <a:latin typeface="Times New Roman"/>
                <a:cs typeface="Times New Roman"/>
              </a:rPr>
              <a:t>h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8429" y="4158259"/>
            <a:ext cx="1465580" cy="149860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6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‘+’</a:t>
            </a:r>
            <a:r>
              <a:rPr dirty="0" sz="2800" spc="-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‘-’</a:t>
            </a:r>
            <a:endParaRPr sz="2800">
              <a:latin typeface="Times New Roman"/>
              <a:cs typeface="Times New Roman"/>
            </a:endParaRPr>
          </a:p>
          <a:p>
            <a:pPr marL="12700" marR="5080" indent="187325">
              <a:lnSpc>
                <a:spcPct val="114999"/>
              </a:lnSpc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‘*’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‘/’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UMINUS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37353" y="3861053"/>
            <a:ext cx="972819" cy="2247900"/>
          </a:xfrm>
          <a:custGeom>
            <a:avLst/>
            <a:gdLst/>
            <a:ahLst/>
            <a:cxnLst/>
            <a:rect l="l" t="t" r="r" b="b"/>
            <a:pathLst>
              <a:path w="972820" h="2247900">
                <a:moveTo>
                  <a:pt x="729234" y="562356"/>
                </a:moveTo>
                <a:lnTo>
                  <a:pt x="243078" y="562356"/>
                </a:lnTo>
                <a:lnTo>
                  <a:pt x="243078" y="2247900"/>
                </a:lnTo>
                <a:lnTo>
                  <a:pt x="729234" y="2247900"/>
                </a:lnTo>
                <a:lnTo>
                  <a:pt x="729234" y="562356"/>
                </a:lnTo>
                <a:close/>
              </a:path>
              <a:path w="972820" h="2247900">
                <a:moveTo>
                  <a:pt x="486156" y="0"/>
                </a:moveTo>
                <a:lnTo>
                  <a:pt x="0" y="562356"/>
                </a:lnTo>
                <a:lnTo>
                  <a:pt x="972312" y="562356"/>
                </a:lnTo>
                <a:lnTo>
                  <a:pt x="486156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37353" y="3861053"/>
            <a:ext cx="972819" cy="2247900"/>
          </a:xfrm>
          <a:custGeom>
            <a:avLst/>
            <a:gdLst/>
            <a:ahLst/>
            <a:cxnLst/>
            <a:rect l="l" t="t" r="r" b="b"/>
            <a:pathLst>
              <a:path w="972820" h="2247900">
                <a:moveTo>
                  <a:pt x="0" y="562356"/>
                </a:moveTo>
                <a:lnTo>
                  <a:pt x="486156" y="0"/>
                </a:lnTo>
                <a:lnTo>
                  <a:pt x="972312" y="562356"/>
                </a:lnTo>
                <a:lnTo>
                  <a:pt x="729234" y="562356"/>
                </a:lnTo>
                <a:lnTo>
                  <a:pt x="729234" y="2247900"/>
                </a:lnTo>
                <a:lnTo>
                  <a:pt x="243078" y="2247900"/>
                </a:lnTo>
                <a:lnTo>
                  <a:pt x="243078" y="562356"/>
                </a:lnTo>
                <a:lnTo>
                  <a:pt x="0" y="562356"/>
                </a:lnTo>
                <a:close/>
              </a:path>
            </a:pathLst>
          </a:custGeom>
          <a:ln w="38099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006721" y="4213986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latin typeface="宋体"/>
                <a:cs typeface="宋体"/>
              </a:rPr>
              <a:t>低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6721" y="5482234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latin typeface="宋体"/>
                <a:cs typeface="宋体"/>
              </a:rPr>
              <a:t>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50669" y="4242053"/>
            <a:ext cx="1015365" cy="1600200"/>
          </a:xfrm>
          <a:custGeom>
            <a:avLst/>
            <a:gdLst/>
            <a:ahLst/>
            <a:cxnLst/>
            <a:rect l="l" t="t" r="r" b="b"/>
            <a:pathLst>
              <a:path w="1015364" h="1600200">
                <a:moveTo>
                  <a:pt x="0" y="800100"/>
                </a:moveTo>
                <a:lnTo>
                  <a:pt x="1274" y="742966"/>
                </a:lnTo>
                <a:lnTo>
                  <a:pt x="5039" y="686915"/>
                </a:lnTo>
                <a:lnTo>
                  <a:pt x="11209" y="632083"/>
                </a:lnTo>
                <a:lnTo>
                  <a:pt x="19699" y="578605"/>
                </a:lnTo>
                <a:lnTo>
                  <a:pt x="30423" y="526617"/>
                </a:lnTo>
                <a:lnTo>
                  <a:pt x="43294" y="476255"/>
                </a:lnTo>
                <a:lnTo>
                  <a:pt x="58227" y="427652"/>
                </a:lnTo>
                <a:lnTo>
                  <a:pt x="75136" y="380946"/>
                </a:lnTo>
                <a:lnTo>
                  <a:pt x="93934" y="336272"/>
                </a:lnTo>
                <a:lnTo>
                  <a:pt x="114537" y="293764"/>
                </a:lnTo>
                <a:lnTo>
                  <a:pt x="136859" y="253559"/>
                </a:lnTo>
                <a:lnTo>
                  <a:pt x="160813" y="215792"/>
                </a:lnTo>
                <a:lnTo>
                  <a:pt x="186313" y="180598"/>
                </a:lnTo>
                <a:lnTo>
                  <a:pt x="213274" y="148113"/>
                </a:lnTo>
                <a:lnTo>
                  <a:pt x="241611" y="118472"/>
                </a:lnTo>
                <a:lnTo>
                  <a:pt x="271236" y="91812"/>
                </a:lnTo>
                <a:lnTo>
                  <a:pt x="302064" y="68266"/>
                </a:lnTo>
                <a:lnTo>
                  <a:pt x="366987" y="31063"/>
                </a:lnTo>
                <a:lnTo>
                  <a:pt x="435691" y="7946"/>
                </a:lnTo>
                <a:lnTo>
                  <a:pt x="507492" y="0"/>
                </a:lnTo>
                <a:lnTo>
                  <a:pt x="543736" y="2009"/>
                </a:lnTo>
                <a:lnTo>
                  <a:pt x="614074" y="17676"/>
                </a:lnTo>
                <a:lnTo>
                  <a:pt x="680973" y="47971"/>
                </a:lnTo>
                <a:lnTo>
                  <a:pt x="743747" y="91812"/>
                </a:lnTo>
                <a:lnTo>
                  <a:pt x="773372" y="118472"/>
                </a:lnTo>
                <a:lnTo>
                  <a:pt x="801709" y="148113"/>
                </a:lnTo>
                <a:lnTo>
                  <a:pt x="828670" y="180598"/>
                </a:lnTo>
                <a:lnTo>
                  <a:pt x="854170" y="215792"/>
                </a:lnTo>
                <a:lnTo>
                  <a:pt x="878124" y="253559"/>
                </a:lnTo>
                <a:lnTo>
                  <a:pt x="900446" y="293764"/>
                </a:lnTo>
                <a:lnTo>
                  <a:pt x="921049" y="336272"/>
                </a:lnTo>
                <a:lnTo>
                  <a:pt x="939847" y="380946"/>
                </a:lnTo>
                <a:lnTo>
                  <a:pt x="956756" y="427652"/>
                </a:lnTo>
                <a:lnTo>
                  <a:pt x="971689" y="476255"/>
                </a:lnTo>
                <a:lnTo>
                  <a:pt x="984560" y="526617"/>
                </a:lnTo>
                <a:lnTo>
                  <a:pt x="995284" y="578605"/>
                </a:lnTo>
                <a:lnTo>
                  <a:pt x="1003774" y="632083"/>
                </a:lnTo>
                <a:lnTo>
                  <a:pt x="1009944" y="686915"/>
                </a:lnTo>
                <a:lnTo>
                  <a:pt x="1013709" y="742966"/>
                </a:lnTo>
                <a:lnTo>
                  <a:pt x="1014984" y="800100"/>
                </a:lnTo>
                <a:lnTo>
                  <a:pt x="1013709" y="857233"/>
                </a:lnTo>
                <a:lnTo>
                  <a:pt x="1009944" y="913284"/>
                </a:lnTo>
                <a:lnTo>
                  <a:pt x="1003774" y="968116"/>
                </a:lnTo>
                <a:lnTo>
                  <a:pt x="995284" y="1021594"/>
                </a:lnTo>
                <a:lnTo>
                  <a:pt x="984560" y="1073582"/>
                </a:lnTo>
                <a:lnTo>
                  <a:pt x="971689" y="1123944"/>
                </a:lnTo>
                <a:lnTo>
                  <a:pt x="956756" y="1172547"/>
                </a:lnTo>
                <a:lnTo>
                  <a:pt x="939847" y="1219253"/>
                </a:lnTo>
                <a:lnTo>
                  <a:pt x="921049" y="1263927"/>
                </a:lnTo>
                <a:lnTo>
                  <a:pt x="900446" y="1306435"/>
                </a:lnTo>
                <a:lnTo>
                  <a:pt x="878124" y="1346640"/>
                </a:lnTo>
                <a:lnTo>
                  <a:pt x="854170" y="1384407"/>
                </a:lnTo>
                <a:lnTo>
                  <a:pt x="828670" y="1419601"/>
                </a:lnTo>
                <a:lnTo>
                  <a:pt x="801709" y="1452086"/>
                </a:lnTo>
                <a:lnTo>
                  <a:pt x="773372" y="1481727"/>
                </a:lnTo>
                <a:lnTo>
                  <a:pt x="743747" y="1508387"/>
                </a:lnTo>
                <a:lnTo>
                  <a:pt x="712919" y="1531933"/>
                </a:lnTo>
                <a:lnTo>
                  <a:pt x="647996" y="1569136"/>
                </a:lnTo>
                <a:lnTo>
                  <a:pt x="579292" y="1592253"/>
                </a:lnTo>
                <a:lnTo>
                  <a:pt x="507492" y="1600200"/>
                </a:lnTo>
                <a:lnTo>
                  <a:pt x="471247" y="1598190"/>
                </a:lnTo>
                <a:lnTo>
                  <a:pt x="400909" y="1582523"/>
                </a:lnTo>
                <a:lnTo>
                  <a:pt x="334010" y="1552228"/>
                </a:lnTo>
                <a:lnTo>
                  <a:pt x="271236" y="1508387"/>
                </a:lnTo>
                <a:lnTo>
                  <a:pt x="241611" y="1481727"/>
                </a:lnTo>
                <a:lnTo>
                  <a:pt x="213274" y="1452086"/>
                </a:lnTo>
                <a:lnTo>
                  <a:pt x="186313" y="1419601"/>
                </a:lnTo>
                <a:lnTo>
                  <a:pt x="160813" y="1384407"/>
                </a:lnTo>
                <a:lnTo>
                  <a:pt x="136859" y="1346640"/>
                </a:lnTo>
                <a:lnTo>
                  <a:pt x="114537" y="1306435"/>
                </a:lnTo>
                <a:lnTo>
                  <a:pt x="93934" y="1263927"/>
                </a:lnTo>
                <a:lnTo>
                  <a:pt x="75136" y="1219253"/>
                </a:lnTo>
                <a:lnTo>
                  <a:pt x="58227" y="1172547"/>
                </a:lnTo>
                <a:lnTo>
                  <a:pt x="43294" y="1123944"/>
                </a:lnTo>
                <a:lnTo>
                  <a:pt x="30423" y="1073582"/>
                </a:lnTo>
                <a:lnTo>
                  <a:pt x="19699" y="1021594"/>
                </a:lnTo>
                <a:lnTo>
                  <a:pt x="11209" y="968116"/>
                </a:lnTo>
                <a:lnTo>
                  <a:pt x="5039" y="913284"/>
                </a:lnTo>
                <a:lnTo>
                  <a:pt x="1274" y="857233"/>
                </a:lnTo>
                <a:lnTo>
                  <a:pt x="0" y="8001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5052" y="26923"/>
            <a:ext cx="1628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1091" y="26923"/>
            <a:ext cx="13658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881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10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-175" b="1">
                <a:solidFill>
                  <a:srgbClr val="A15100"/>
                </a:solidFill>
                <a:latin typeface="Times New Roman"/>
                <a:cs typeface="Times New Roman"/>
              </a:rPr>
              <a:t>Y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A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8433" y="26923"/>
            <a:ext cx="3032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5.10.3</a:t>
            </a:r>
            <a:r>
              <a:rPr dirty="0" u="sng" sz="2000" spc="3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YACC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处理二义文法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554" y="448513"/>
            <a:ext cx="735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%%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8944" y="941324"/>
            <a:ext cx="299402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{ </a:t>
            </a:r>
            <a:r>
              <a:rPr dirty="0" sz="2600" spc="-5" b="1">
                <a:solidFill>
                  <a:srgbClr val="00FFFF"/>
                </a:solidFill>
                <a:latin typeface="Times New Roman"/>
                <a:cs typeface="Times New Roman"/>
              </a:rPr>
              <a:t>printf(“%g\n”,</a:t>
            </a:r>
            <a:r>
              <a:rPr dirty="0" sz="2600" spc="-5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$2);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1416" y="882497"/>
            <a:ext cx="2900045" cy="367157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lines: lines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r>
              <a:rPr dirty="0" sz="26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‘\n’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lines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‘\n’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6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| /* </a:t>
            </a:r>
            <a:r>
              <a:rPr dirty="0" sz="2600" b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6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*/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expr: expr ‘+’</a:t>
            </a:r>
            <a:r>
              <a:rPr dirty="0" sz="2600" spc="-3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| expr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‘-’</a:t>
            </a:r>
            <a:r>
              <a:rPr dirty="0" sz="2600" spc="-3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| expr ‘*’</a:t>
            </a:r>
            <a:r>
              <a:rPr dirty="0" sz="2600" spc="-3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6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| expr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‘/’</a:t>
            </a:r>
            <a:r>
              <a:rPr dirty="0" sz="2600" spc="-3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7771" y="2705814"/>
            <a:ext cx="1803400" cy="230441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565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{$$=$1+$3;}</a:t>
            </a:r>
            <a:endParaRPr sz="2600">
              <a:latin typeface="Times New Roman"/>
              <a:cs typeface="Times New Roman"/>
            </a:endParaRPr>
          </a:p>
          <a:p>
            <a:pPr marL="60960">
              <a:lnSpc>
                <a:spcPct val="100000"/>
              </a:lnSpc>
              <a:spcBef>
                <a:spcPts val="465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{$$=$1-$3;}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{$$=$1*$3;}</a:t>
            </a:r>
            <a:endParaRPr sz="26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{$$=$1/$3;}</a:t>
            </a:r>
            <a:endParaRPr sz="26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{$$=$2;}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75252" y="5043297"/>
            <a:ext cx="397446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27630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%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5" b="1">
                <a:solidFill>
                  <a:srgbClr val="FFFFFF"/>
                </a:solidFill>
                <a:latin typeface="Times New Roman"/>
                <a:cs typeface="Times New Roman"/>
              </a:rPr>
              <a:t>prec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UMINUS	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{$$=-$2;}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6198" y="4527988"/>
            <a:ext cx="2183765" cy="184912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1841500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‘(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600" spc="-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‘)’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‘-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600" spc="-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expr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;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60597" y="11378"/>
            <a:ext cx="34512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</a:t>
            </a:r>
            <a:r>
              <a:rPr dirty="0" sz="2400" spc="-120" b="1">
                <a:solidFill>
                  <a:srgbClr val="A15100"/>
                </a:solidFill>
                <a:latin typeface="华文新魏"/>
                <a:cs typeface="华文新魏"/>
              </a:rPr>
              <a:t> </a:t>
            </a:r>
            <a:r>
              <a:rPr dirty="0" sz="2400" b="1" i="1">
                <a:solidFill>
                  <a:srgbClr val="A15100"/>
                </a:solidFill>
                <a:latin typeface="华文新魏"/>
                <a:cs typeface="华文新魏"/>
              </a:rPr>
              <a:t>(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自下而</a:t>
            </a:r>
            <a:r>
              <a:rPr dirty="0" sz="2400" spc="-5" b="1">
                <a:solidFill>
                  <a:srgbClr val="A15100"/>
                </a:solidFill>
                <a:latin typeface="华文新魏"/>
                <a:cs typeface="华文新魏"/>
              </a:rPr>
              <a:t>上</a:t>
            </a:r>
            <a:r>
              <a:rPr dirty="0" sz="2400" spc="-5" b="1" i="1">
                <a:solidFill>
                  <a:srgbClr val="A15100"/>
                </a:solidFill>
                <a:latin typeface="华文新魏"/>
                <a:cs typeface="华文新魏"/>
              </a:rPr>
              <a:t>)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2742" y="1366164"/>
            <a:ext cx="7783195" cy="4931410"/>
          </a:xfrm>
          <a:prstGeom prst="rect">
            <a:avLst/>
          </a:prstGeom>
        </p:spPr>
        <p:txBody>
          <a:bodyPr wrap="square" lIns="0" tIns="242570" rIns="0" bIns="0" rtlCol="0" vert="horz">
            <a:spAutoFit/>
          </a:bodyPr>
          <a:lstStyle/>
          <a:p>
            <a:pPr marL="472440" indent="-460375">
              <a:lnSpc>
                <a:spcPct val="100000"/>
              </a:lnSpc>
              <a:spcBef>
                <a:spcPts val="1910"/>
              </a:spcBef>
              <a:buClr>
                <a:srgbClr val="FFFF00"/>
              </a:buClr>
              <a:buFont typeface="Wingdings"/>
              <a:buChar char=""/>
              <a:tabLst>
                <a:tab pos="472440" algn="l"/>
                <a:tab pos="473075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LR(k)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分析实现的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核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心思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想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algn="ctr" marL="48895">
              <a:lnSpc>
                <a:spcPts val="3180"/>
              </a:lnSpc>
              <a:spcBef>
                <a:spcPts val="1815"/>
              </a:spcBef>
              <a:tabLst>
                <a:tab pos="174371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归约条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件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句柄最左性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algn="ctr" marR="599440">
              <a:lnSpc>
                <a:spcPts val="3025"/>
              </a:lnSpc>
            </a:pP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</a:t>
            </a:r>
            <a:endParaRPr sz="2800">
              <a:latin typeface="Symbol"/>
              <a:cs typeface="Symbol"/>
            </a:endParaRPr>
          </a:p>
          <a:p>
            <a:pPr algn="ctr" marL="73660">
              <a:lnSpc>
                <a:spcPts val="302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句柄、活前缀关系</a:t>
            </a:r>
            <a:endParaRPr sz="2800">
              <a:latin typeface="宋体"/>
              <a:cs typeface="宋体"/>
            </a:endParaRPr>
          </a:p>
          <a:p>
            <a:pPr algn="ctr" marR="600075">
              <a:lnSpc>
                <a:spcPts val="3025"/>
              </a:lnSpc>
            </a:pP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</a:t>
            </a:r>
            <a:endParaRPr sz="2800">
              <a:latin typeface="Symbol"/>
              <a:cs typeface="Symbol"/>
            </a:endParaRPr>
          </a:p>
          <a:p>
            <a:pPr algn="ctr" marL="71120">
              <a:lnSpc>
                <a:spcPts val="3025"/>
              </a:lnSpc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分析动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作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spc="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识别活前缀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endParaRPr sz="2800">
              <a:latin typeface="Times New Roman"/>
              <a:cs typeface="Times New Roman"/>
            </a:endParaRPr>
          </a:p>
          <a:p>
            <a:pPr algn="ctr" marR="600075">
              <a:lnSpc>
                <a:spcPts val="3025"/>
              </a:lnSpc>
            </a:pP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</a:t>
            </a:r>
            <a:endParaRPr sz="2800">
              <a:latin typeface="Symbol"/>
              <a:cs typeface="Symbol"/>
            </a:endParaRPr>
          </a:p>
          <a:p>
            <a:pPr algn="ctr" marR="142240">
              <a:lnSpc>
                <a:spcPts val="3204"/>
              </a:lnSpc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2800">
              <a:latin typeface="宋体"/>
              <a:cs typeface="宋体"/>
            </a:endParaRPr>
          </a:p>
          <a:p>
            <a:pPr marL="501650" marR="5080" indent="-501650">
              <a:lnSpc>
                <a:spcPct val="120000"/>
              </a:lnSpc>
              <a:spcBef>
                <a:spcPts val="2070"/>
              </a:spcBef>
              <a:buClr>
                <a:srgbClr val="FFFF00"/>
              </a:buClr>
              <a:buSzPct val="108928"/>
              <a:buFont typeface="Wingdings"/>
              <a:buChar char=""/>
              <a:tabLst>
                <a:tab pos="501650" algn="l"/>
                <a:tab pos="502284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LR(0)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SLR(1)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LALR(1)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系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与区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，相应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文法分析器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16985" y="648969"/>
            <a:ext cx="276733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4000" spc="-15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4000" spc="-10">
                <a:solidFill>
                  <a:srgbClr val="FFFF00"/>
                </a:solidFill>
              </a:rPr>
              <a:t>分析总结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597" y="11378"/>
            <a:ext cx="345122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>
                <a:solidFill>
                  <a:srgbClr val="A15100"/>
                </a:solidFill>
                <a:latin typeface="Times New Roman"/>
                <a:cs typeface="Times New Roman"/>
              </a:rPr>
              <a:t>h5	</a:t>
            </a:r>
            <a:r>
              <a:rPr dirty="0" sz="2400" spc="10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>
                <a:solidFill>
                  <a:srgbClr val="A15100"/>
                </a:solidFill>
                <a:latin typeface="华文新魏"/>
                <a:cs typeface="华文新魏"/>
              </a:rPr>
              <a:t>析</a:t>
            </a:r>
            <a:r>
              <a:rPr dirty="0" sz="2400" spc="-120">
                <a:solidFill>
                  <a:srgbClr val="A15100"/>
                </a:solidFill>
                <a:latin typeface="华文新魏"/>
                <a:cs typeface="华文新魏"/>
              </a:rPr>
              <a:t> </a:t>
            </a:r>
            <a:r>
              <a:rPr dirty="0" sz="2400" i="1">
                <a:solidFill>
                  <a:srgbClr val="A15100"/>
                </a:solidFill>
                <a:latin typeface="华文新魏"/>
                <a:cs typeface="华文新魏"/>
              </a:rPr>
              <a:t>(</a:t>
            </a:r>
            <a:r>
              <a:rPr dirty="0" sz="2400" spc="5">
                <a:solidFill>
                  <a:srgbClr val="A15100"/>
                </a:solidFill>
                <a:latin typeface="华文新魏"/>
                <a:cs typeface="华文新魏"/>
              </a:rPr>
              <a:t>自下而</a:t>
            </a:r>
            <a:r>
              <a:rPr dirty="0" sz="2400" spc="-5">
                <a:solidFill>
                  <a:srgbClr val="A15100"/>
                </a:solidFill>
                <a:latin typeface="华文新魏"/>
                <a:cs typeface="华文新魏"/>
              </a:rPr>
              <a:t>上</a:t>
            </a:r>
            <a:r>
              <a:rPr dirty="0" sz="2400" spc="-5" i="1">
                <a:solidFill>
                  <a:srgbClr val="A15100"/>
                </a:solidFill>
                <a:latin typeface="华文新魏"/>
                <a:cs typeface="华文新魏"/>
              </a:rPr>
              <a:t>)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42667" y="2101342"/>
            <a:ext cx="4746625" cy="2145665"/>
          </a:xfrm>
          <a:custGeom>
            <a:avLst/>
            <a:gdLst/>
            <a:ahLst/>
            <a:cxnLst/>
            <a:rect l="l" t="t" r="r" b="b"/>
            <a:pathLst>
              <a:path w="4746625" h="2145665">
                <a:moveTo>
                  <a:pt x="655701" y="609092"/>
                </a:moveTo>
                <a:lnTo>
                  <a:pt x="608353" y="610867"/>
                </a:lnTo>
                <a:lnTo>
                  <a:pt x="562115" y="616194"/>
                </a:lnTo>
                <a:lnTo>
                  <a:pt x="516987" y="625072"/>
                </a:lnTo>
                <a:lnTo>
                  <a:pt x="472971" y="637500"/>
                </a:lnTo>
                <a:lnTo>
                  <a:pt x="430068" y="653477"/>
                </a:lnTo>
                <a:lnTo>
                  <a:pt x="388280" y="673003"/>
                </a:lnTo>
                <a:lnTo>
                  <a:pt x="347606" y="696078"/>
                </a:lnTo>
                <a:lnTo>
                  <a:pt x="308049" y="722700"/>
                </a:lnTo>
                <a:lnTo>
                  <a:pt x="269610" y="752870"/>
                </a:lnTo>
                <a:lnTo>
                  <a:pt x="232289" y="786586"/>
                </a:lnTo>
                <a:lnTo>
                  <a:pt x="196087" y="823849"/>
                </a:lnTo>
                <a:lnTo>
                  <a:pt x="167089" y="857753"/>
                </a:lnTo>
                <a:lnTo>
                  <a:pt x="140408" y="893407"/>
                </a:lnTo>
                <a:lnTo>
                  <a:pt x="116045" y="930812"/>
                </a:lnTo>
                <a:lnTo>
                  <a:pt x="94001" y="969967"/>
                </a:lnTo>
                <a:lnTo>
                  <a:pt x="74276" y="1010873"/>
                </a:lnTo>
                <a:lnTo>
                  <a:pt x="56870" y="1053530"/>
                </a:lnTo>
                <a:lnTo>
                  <a:pt x="41784" y="1097938"/>
                </a:lnTo>
                <a:lnTo>
                  <a:pt x="29018" y="1144098"/>
                </a:lnTo>
                <a:lnTo>
                  <a:pt x="18572" y="1192011"/>
                </a:lnTo>
                <a:lnTo>
                  <a:pt x="10447" y="1241676"/>
                </a:lnTo>
                <a:lnTo>
                  <a:pt x="4643" y="1293094"/>
                </a:lnTo>
                <a:lnTo>
                  <a:pt x="1160" y="1346266"/>
                </a:lnTo>
                <a:lnTo>
                  <a:pt x="0" y="1401191"/>
                </a:lnTo>
                <a:lnTo>
                  <a:pt x="1333" y="1459438"/>
                </a:lnTo>
                <a:lnTo>
                  <a:pt x="5333" y="1515765"/>
                </a:lnTo>
                <a:lnTo>
                  <a:pt x="12001" y="1570172"/>
                </a:lnTo>
                <a:lnTo>
                  <a:pt x="21336" y="1622658"/>
                </a:lnTo>
                <a:lnTo>
                  <a:pt x="33337" y="1673225"/>
                </a:lnTo>
                <a:lnTo>
                  <a:pt x="48006" y="1721871"/>
                </a:lnTo>
                <a:lnTo>
                  <a:pt x="65341" y="1768596"/>
                </a:lnTo>
                <a:lnTo>
                  <a:pt x="85343" y="1813402"/>
                </a:lnTo>
                <a:lnTo>
                  <a:pt x="108013" y="1856287"/>
                </a:lnTo>
                <a:lnTo>
                  <a:pt x="133350" y="1897253"/>
                </a:lnTo>
                <a:lnTo>
                  <a:pt x="162062" y="1936869"/>
                </a:lnTo>
                <a:lnTo>
                  <a:pt x="192954" y="1973040"/>
                </a:lnTo>
                <a:lnTo>
                  <a:pt x="226024" y="2005766"/>
                </a:lnTo>
                <a:lnTo>
                  <a:pt x="261271" y="2035047"/>
                </a:lnTo>
                <a:lnTo>
                  <a:pt x="298696" y="2060884"/>
                </a:lnTo>
                <a:lnTo>
                  <a:pt x="338296" y="2083276"/>
                </a:lnTo>
                <a:lnTo>
                  <a:pt x="380071" y="2102223"/>
                </a:lnTo>
                <a:lnTo>
                  <a:pt x="424020" y="2117725"/>
                </a:lnTo>
                <a:lnTo>
                  <a:pt x="470142" y="2129782"/>
                </a:lnTo>
                <a:lnTo>
                  <a:pt x="518436" y="2138394"/>
                </a:lnTo>
                <a:lnTo>
                  <a:pt x="568901" y="2143561"/>
                </a:lnTo>
                <a:lnTo>
                  <a:pt x="621538" y="2145284"/>
                </a:lnTo>
                <a:lnTo>
                  <a:pt x="674232" y="2143239"/>
                </a:lnTo>
                <a:lnTo>
                  <a:pt x="725089" y="2137107"/>
                </a:lnTo>
                <a:lnTo>
                  <a:pt x="774106" y="2126889"/>
                </a:lnTo>
                <a:lnTo>
                  <a:pt x="821282" y="2112588"/>
                </a:lnTo>
                <a:lnTo>
                  <a:pt x="866614" y="2094206"/>
                </a:lnTo>
                <a:lnTo>
                  <a:pt x="910100" y="2071745"/>
                </a:lnTo>
                <a:lnTo>
                  <a:pt x="951738" y="2045208"/>
                </a:lnTo>
                <a:lnTo>
                  <a:pt x="983135" y="2021289"/>
                </a:lnTo>
                <a:lnTo>
                  <a:pt x="1013914" y="1993900"/>
                </a:lnTo>
                <a:lnTo>
                  <a:pt x="1044076" y="1963039"/>
                </a:lnTo>
                <a:lnTo>
                  <a:pt x="1073623" y="1928706"/>
                </a:lnTo>
                <a:lnTo>
                  <a:pt x="1088172" y="1909699"/>
                </a:lnTo>
                <a:lnTo>
                  <a:pt x="827786" y="1909699"/>
                </a:lnTo>
                <a:lnTo>
                  <a:pt x="778837" y="1906122"/>
                </a:lnTo>
                <a:lnTo>
                  <a:pt x="732319" y="1895395"/>
                </a:lnTo>
                <a:lnTo>
                  <a:pt x="688228" y="1877520"/>
                </a:lnTo>
                <a:lnTo>
                  <a:pt x="646561" y="1852501"/>
                </a:lnTo>
                <a:lnTo>
                  <a:pt x="607314" y="1820343"/>
                </a:lnTo>
                <a:lnTo>
                  <a:pt x="570483" y="1781048"/>
                </a:lnTo>
                <a:lnTo>
                  <a:pt x="543817" y="1746350"/>
                </a:lnTo>
                <a:lnTo>
                  <a:pt x="519670" y="1709236"/>
                </a:lnTo>
                <a:lnTo>
                  <a:pt x="498041" y="1669704"/>
                </a:lnTo>
                <a:lnTo>
                  <a:pt x="478928" y="1627755"/>
                </a:lnTo>
                <a:lnTo>
                  <a:pt x="462327" y="1583388"/>
                </a:lnTo>
                <a:lnTo>
                  <a:pt x="448237" y="1536601"/>
                </a:lnTo>
                <a:lnTo>
                  <a:pt x="436656" y="1487394"/>
                </a:lnTo>
                <a:lnTo>
                  <a:pt x="427581" y="1435766"/>
                </a:lnTo>
                <a:lnTo>
                  <a:pt x="421010" y="1381716"/>
                </a:lnTo>
                <a:lnTo>
                  <a:pt x="416940" y="1325245"/>
                </a:lnTo>
                <a:lnTo>
                  <a:pt x="1212215" y="1325245"/>
                </a:lnTo>
                <a:lnTo>
                  <a:pt x="1209084" y="1267303"/>
                </a:lnTo>
                <a:lnTo>
                  <a:pt x="1204781" y="1221359"/>
                </a:lnTo>
                <a:lnTo>
                  <a:pt x="409194" y="1221359"/>
                </a:lnTo>
                <a:lnTo>
                  <a:pt x="409194" y="1167130"/>
                </a:lnTo>
                <a:lnTo>
                  <a:pt x="410622" y="1108670"/>
                </a:lnTo>
                <a:lnTo>
                  <a:pt x="414908" y="1053403"/>
                </a:lnTo>
                <a:lnTo>
                  <a:pt x="422052" y="1001330"/>
                </a:lnTo>
                <a:lnTo>
                  <a:pt x="432053" y="952452"/>
                </a:lnTo>
                <a:lnTo>
                  <a:pt x="444912" y="906771"/>
                </a:lnTo>
                <a:lnTo>
                  <a:pt x="460628" y="864288"/>
                </a:lnTo>
                <a:lnTo>
                  <a:pt x="479202" y="825005"/>
                </a:lnTo>
                <a:lnTo>
                  <a:pt x="500633" y="788924"/>
                </a:lnTo>
                <a:lnTo>
                  <a:pt x="528089" y="754346"/>
                </a:lnTo>
                <a:lnTo>
                  <a:pt x="559212" y="729662"/>
                </a:lnTo>
                <a:lnTo>
                  <a:pt x="632459" y="709930"/>
                </a:lnTo>
                <a:lnTo>
                  <a:pt x="951388" y="709930"/>
                </a:lnTo>
                <a:lnTo>
                  <a:pt x="923294" y="689356"/>
                </a:lnTo>
                <a:lnTo>
                  <a:pt x="882280" y="664830"/>
                </a:lnTo>
                <a:lnTo>
                  <a:pt x="839830" y="644764"/>
                </a:lnTo>
                <a:lnTo>
                  <a:pt x="795946" y="629158"/>
                </a:lnTo>
                <a:lnTo>
                  <a:pt x="750629" y="618010"/>
                </a:lnTo>
                <a:lnTo>
                  <a:pt x="703880" y="611321"/>
                </a:lnTo>
                <a:lnTo>
                  <a:pt x="655701" y="609092"/>
                </a:lnTo>
                <a:close/>
              </a:path>
              <a:path w="4746625" h="2145665">
                <a:moveTo>
                  <a:pt x="1159509" y="1670939"/>
                </a:moveTo>
                <a:lnTo>
                  <a:pt x="1125203" y="1721567"/>
                </a:lnTo>
                <a:lnTo>
                  <a:pt x="1091775" y="1765557"/>
                </a:lnTo>
                <a:lnTo>
                  <a:pt x="1059218" y="1802914"/>
                </a:lnTo>
                <a:lnTo>
                  <a:pt x="1027527" y="1833645"/>
                </a:lnTo>
                <a:lnTo>
                  <a:pt x="996695" y="1857756"/>
                </a:lnTo>
                <a:lnTo>
                  <a:pt x="957641" y="1880445"/>
                </a:lnTo>
                <a:lnTo>
                  <a:pt x="916479" y="1896681"/>
                </a:lnTo>
                <a:lnTo>
                  <a:pt x="873198" y="1906440"/>
                </a:lnTo>
                <a:lnTo>
                  <a:pt x="827786" y="1909699"/>
                </a:lnTo>
                <a:lnTo>
                  <a:pt x="1088172" y="1909699"/>
                </a:lnTo>
                <a:lnTo>
                  <a:pt x="1130883" y="1849628"/>
                </a:lnTo>
                <a:lnTo>
                  <a:pt x="1158599" y="1804881"/>
                </a:lnTo>
                <a:lnTo>
                  <a:pt x="1185709" y="1756664"/>
                </a:lnTo>
                <a:lnTo>
                  <a:pt x="1212215" y="1704975"/>
                </a:lnTo>
                <a:lnTo>
                  <a:pt x="1159509" y="1670939"/>
                </a:lnTo>
                <a:close/>
              </a:path>
              <a:path w="4746625" h="2145665">
                <a:moveTo>
                  <a:pt x="951388" y="709930"/>
                </a:moveTo>
                <a:lnTo>
                  <a:pt x="632459" y="709930"/>
                </a:lnTo>
                <a:lnTo>
                  <a:pt x="658229" y="711668"/>
                </a:lnTo>
                <a:lnTo>
                  <a:pt x="681259" y="716883"/>
                </a:lnTo>
                <a:lnTo>
                  <a:pt x="719201" y="737743"/>
                </a:lnTo>
                <a:lnTo>
                  <a:pt x="769016" y="797099"/>
                </a:lnTo>
                <a:lnTo>
                  <a:pt x="788281" y="835165"/>
                </a:lnTo>
                <a:lnTo>
                  <a:pt x="803782" y="878840"/>
                </a:lnTo>
                <a:lnTo>
                  <a:pt x="817032" y="944745"/>
                </a:lnTo>
                <a:lnTo>
                  <a:pt x="822001" y="987285"/>
                </a:lnTo>
                <a:lnTo>
                  <a:pt x="825865" y="1036216"/>
                </a:lnTo>
                <a:lnTo>
                  <a:pt x="828625" y="1091539"/>
                </a:lnTo>
                <a:lnTo>
                  <a:pt x="830281" y="1153253"/>
                </a:lnTo>
                <a:lnTo>
                  <a:pt x="830833" y="1221359"/>
                </a:lnTo>
                <a:lnTo>
                  <a:pt x="1204781" y="1221359"/>
                </a:lnTo>
                <a:lnTo>
                  <a:pt x="1196611" y="1158678"/>
                </a:lnTo>
                <a:lnTo>
                  <a:pt x="1187266" y="1107995"/>
                </a:lnTo>
                <a:lnTo>
                  <a:pt x="1175846" y="1059731"/>
                </a:lnTo>
                <a:lnTo>
                  <a:pt x="1162351" y="1013888"/>
                </a:lnTo>
                <a:lnTo>
                  <a:pt x="1146779" y="970466"/>
                </a:lnTo>
                <a:lnTo>
                  <a:pt x="1129128" y="929465"/>
                </a:lnTo>
                <a:lnTo>
                  <a:pt x="1109398" y="890887"/>
                </a:lnTo>
                <a:lnTo>
                  <a:pt x="1087587" y="854730"/>
                </a:lnTo>
                <a:lnTo>
                  <a:pt x="1063694" y="820996"/>
                </a:lnTo>
                <a:lnTo>
                  <a:pt x="1037717" y="789686"/>
                </a:lnTo>
                <a:lnTo>
                  <a:pt x="1001014" y="751783"/>
                </a:lnTo>
                <a:lnTo>
                  <a:pt x="962873" y="718340"/>
                </a:lnTo>
                <a:lnTo>
                  <a:pt x="951388" y="709930"/>
                </a:lnTo>
                <a:close/>
              </a:path>
              <a:path w="4746625" h="2145665">
                <a:moveTo>
                  <a:pt x="1986280" y="652526"/>
                </a:moveTo>
                <a:lnTo>
                  <a:pt x="1395730" y="652526"/>
                </a:lnTo>
                <a:lnTo>
                  <a:pt x="1395730" y="709930"/>
                </a:lnTo>
                <a:lnTo>
                  <a:pt x="1439691" y="717861"/>
                </a:lnTo>
                <a:lnTo>
                  <a:pt x="1475390" y="729281"/>
                </a:lnTo>
                <a:lnTo>
                  <a:pt x="1522095" y="762635"/>
                </a:lnTo>
                <a:lnTo>
                  <a:pt x="1544788" y="833964"/>
                </a:lnTo>
                <a:lnTo>
                  <a:pt x="1550437" y="892794"/>
                </a:lnTo>
                <a:lnTo>
                  <a:pt x="1552320" y="967232"/>
                </a:lnTo>
                <a:lnTo>
                  <a:pt x="1552320" y="1785620"/>
                </a:lnTo>
                <a:lnTo>
                  <a:pt x="1550710" y="1859528"/>
                </a:lnTo>
                <a:lnTo>
                  <a:pt x="1545748" y="1919732"/>
                </a:lnTo>
                <a:lnTo>
                  <a:pt x="1537533" y="1961784"/>
                </a:lnTo>
                <a:lnTo>
                  <a:pt x="1503314" y="2009431"/>
                </a:lnTo>
                <a:lnTo>
                  <a:pt x="1438163" y="2038907"/>
                </a:lnTo>
                <a:lnTo>
                  <a:pt x="1395730" y="2046097"/>
                </a:lnTo>
                <a:lnTo>
                  <a:pt x="1395730" y="2101850"/>
                </a:lnTo>
                <a:lnTo>
                  <a:pt x="2128901" y="2101850"/>
                </a:lnTo>
                <a:lnTo>
                  <a:pt x="2128901" y="2046097"/>
                </a:lnTo>
                <a:lnTo>
                  <a:pt x="2091086" y="2038621"/>
                </a:lnTo>
                <a:lnTo>
                  <a:pt x="2059749" y="2027062"/>
                </a:lnTo>
                <a:lnTo>
                  <a:pt x="2016506" y="1991741"/>
                </a:lnTo>
                <a:lnTo>
                  <a:pt x="1993868" y="1918541"/>
                </a:lnTo>
                <a:lnTo>
                  <a:pt x="1988181" y="1859528"/>
                </a:lnTo>
                <a:lnTo>
                  <a:pt x="1986280" y="1785620"/>
                </a:lnTo>
                <a:lnTo>
                  <a:pt x="1986280" y="1009015"/>
                </a:lnTo>
                <a:lnTo>
                  <a:pt x="2019473" y="958467"/>
                </a:lnTo>
                <a:lnTo>
                  <a:pt x="2053413" y="915683"/>
                </a:lnTo>
                <a:lnTo>
                  <a:pt x="2088100" y="880669"/>
                </a:lnTo>
                <a:lnTo>
                  <a:pt x="2123533" y="853427"/>
                </a:lnTo>
                <a:lnTo>
                  <a:pt x="2148298" y="840105"/>
                </a:lnTo>
                <a:lnTo>
                  <a:pt x="1986280" y="840105"/>
                </a:lnTo>
                <a:lnTo>
                  <a:pt x="1986280" y="652526"/>
                </a:lnTo>
                <a:close/>
              </a:path>
              <a:path w="4746625" h="2145665">
                <a:moveTo>
                  <a:pt x="2754743" y="818388"/>
                </a:moveTo>
                <a:lnTo>
                  <a:pt x="2234310" y="818388"/>
                </a:lnTo>
                <a:lnTo>
                  <a:pt x="2254053" y="819985"/>
                </a:lnTo>
                <a:lnTo>
                  <a:pt x="2272903" y="824785"/>
                </a:lnTo>
                <a:lnTo>
                  <a:pt x="2307971" y="844042"/>
                </a:lnTo>
                <a:lnTo>
                  <a:pt x="2336450" y="874807"/>
                </a:lnTo>
                <a:lnTo>
                  <a:pt x="2355215" y="916051"/>
                </a:lnTo>
                <a:lnTo>
                  <a:pt x="2365724" y="995489"/>
                </a:lnTo>
                <a:lnTo>
                  <a:pt x="2368323" y="1059926"/>
                </a:lnTo>
                <a:lnTo>
                  <a:pt x="2369185" y="1140841"/>
                </a:lnTo>
                <a:lnTo>
                  <a:pt x="2369185" y="1785620"/>
                </a:lnTo>
                <a:lnTo>
                  <a:pt x="2367637" y="1855204"/>
                </a:lnTo>
                <a:lnTo>
                  <a:pt x="2362993" y="1910429"/>
                </a:lnTo>
                <a:lnTo>
                  <a:pt x="2355254" y="1951319"/>
                </a:lnTo>
                <a:lnTo>
                  <a:pt x="2323701" y="2003663"/>
                </a:lnTo>
                <a:lnTo>
                  <a:pt x="2264785" y="2037762"/>
                </a:lnTo>
                <a:lnTo>
                  <a:pt x="2226564" y="2046097"/>
                </a:lnTo>
                <a:lnTo>
                  <a:pt x="2226564" y="2101850"/>
                </a:lnTo>
                <a:lnTo>
                  <a:pt x="2959735" y="2101850"/>
                </a:lnTo>
                <a:lnTo>
                  <a:pt x="2959735" y="2046097"/>
                </a:lnTo>
                <a:lnTo>
                  <a:pt x="2915828" y="2038766"/>
                </a:lnTo>
                <a:lnTo>
                  <a:pt x="2880137" y="2027650"/>
                </a:lnTo>
                <a:lnTo>
                  <a:pt x="2833497" y="1994154"/>
                </a:lnTo>
                <a:lnTo>
                  <a:pt x="2810811" y="1921462"/>
                </a:lnTo>
                <a:lnTo>
                  <a:pt x="2805154" y="1861440"/>
                </a:lnTo>
                <a:lnTo>
                  <a:pt x="2803271" y="1785620"/>
                </a:lnTo>
                <a:lnTo>
                  <a:pt x="2803271" y="1221359"/>
                </a:lnTo>
                <a:lnTo>
                  <a:pt x="2802758" y="1152942"/>
                </a:lnTo>
                <a:lnTo>
                  <a:pt x="2801224" y="1091168"/>
                </a:lnTo>
                <a:lnTo>
                  <a:pt x="2798672" y="1036039"/>
                </a:lnTo>
                <a:lnTo>
                  <a:pt x="2795107" y="987557"/>
                </a:lnTo>
                <a:lnTo>
                  <a:pt x="2790533" y="945724"/>
                </a:lnTo>
                <a:lnTo>
                  <a:pt x="2778379" y="882015"/>
                </a:lnTo>
                <a:lnTo>
                  <a:pt x="2763537" y="836994"/>
                </a:lnTo>
                <a:lnTo>
                  <a:pt x="2754743" y="818388"/>
                </a:lnTo>
                <a:close/>
              </a:path>
              <a:path w="4746625" h="2145665">
                <a:moveTo>
                  <a:pt x="2420366" y="609092"/>
                </a:moveTo>
                <a:lnTo>
                  <a:pt x="2373885" y="611300"/>
                </a:lnTo>
                <a:lnTo>
                  <a:pt x="2328629" y="617923"/>
                </a:lnTo>
                <a:lnTo>
                  <a:pt x="2284605" y="628952"/>
                </a:lnTo>
                <a:lnTo>
                  <a:pt x="2241818" y="644383"/>
                </a:lnTo>
                <a:lnTo>
                  <a:pt x="2200274" y="664210"/>
                </a:lnTo>
                <a:lnTo>
                  <a:pt x="2165911" y="684383"/>
                </a:lnTo>
                <a:lnTo>
                  <a:pt x="2131022" y="708203"/>
                </a:lnTo>
                <a:lnTo>
                  <a:pt x="2095611" y="735679"/>
                </a:lnTo>
                <a:lnTo>
                  <a:pt x="2059681" y="766816"/>
                </a:lnTo>
                <a:lnTo>
                  <a:pt x="2023236" y="801622"/>
                </a:lnTo>
                <a:lnTo>
                  <a:pt x="1986280" y="840105"/>
                </a:lnTo>
                <a:lnTo>
                  <a:pt x="2148298" y="840105"/>
                </a:lnTo>
                <a:lnTo>
                  <a:pt x="2159712" y="833964"/>
                </a:lnTo>
                <a:lnTo>
                  <a:pt x="2196638" y="822282"/>
                </a:lnTo>
                <a:lnTo>
                  <a:pt x="2234310" y="818388"/>
                </a:lnTo>
                <a:lnTo>
                  <a:pt x="2754743" y="818388"/>
                </a:lnTo>
                <a:lnTo>
                  <a:pt x="2743709" y="795039"/>
                </a:lnTo>
                <a:lnTo>
                  <a:pt x="2718906" y="756138"/>
                </a:lnTo>
                <a:lnTo>
                  <a:pt x="2689141" y="720279"/>
                </a:lnTo>
                <a:lnTo>
                  <a:pt x="2654427" y="687451"/>
                </a:lnTo>
                <a:lnTo>
                  <a:pt x="2615307" y="659258"/>
                </a:lnTo>
                <a:lnTo>
                  <a:pt x="2572330" y="637319"/>
                </a:lnTo>
                <a:lnTo>
                  <a:pt x="2525505" y="621641"/>
                </a:lnTo>
                <a:lnTo>
                  <a:pt x="2474846" y="612230"/>
                </a:lnTo>
                <a:lnTo>
                  <a:pt x="2420366" y="609092"/>
                </a:lnTo>
                <a:close/>
              </a:path>
              <a:path w="4746625" h="2145665">
                <a:moveTo>
                  <a:pt x="3777487" y="609092"/>
                </a:moveTo>
                <a:lnTo>
                  <a:pt x="3724339" y="611726"/>
                </a:lnTo>
                <a:lnTo>
                  <a:pt x="3672341" y="619623"/>
                </a:lnTo>
                <a:lnTo>
                  <a:pt x="3621500" y="632777"/>
                </a:lnTo>
                <a:lnTo>
                  <a:pt x="3571823" y="651180"/>
                </a:lnTo>
                <a:lnTo>
                  <a:pt x="3523317" y="674826"/>
                </a:lnTo>
                <a:lnTo>
                  <a:pt x="3475990" y="703707"/>
                </a:lnTo>
                <a:lnTo>
                  <a:pt x="3437143" y="732561"/>
                </a:lnTo>
                <a:lnTo>
                  <a:pt x="3400726" y="765127"/>
                </a:lnTo>
                <a:lnTo>
                  <a:pt x="3366738" y="801401"/>
                </a:lnTo>
                <a:lnTo>
                  <a:pt x="3335183" y="841379"/>
                </a:lnTo>
                <a:lnTo>
                  <a:pt x="3306063" y="885055"/>
                </a:lnTo>
                <a:lnTo>
                  <a:pt x="3279380" y="932426"/>
                </a:lnTo>
                <a:lnTo>
                  <a:pt x="3255136" y="983488"/>
                </a:lnTo>
                <a:lnTo>
                  <a:pt x="3238222" y="1025242"/>
                </a:lnTo>
                <a:lnTo>
                  <a:pt x="3223294" y="1068208"/>
                </a:lnTo>
                <a:lnTo>
                  <a:pt x="3210353" y="1112383"/>
                </a:lnTo>
                <a:lnTo>
                  <a:pt x="3199399" y="1157766"/>
                </a:lnTo>
                <a:lnTo>
                  <a:pt x="3190435" y="1204353"/>
                </a:lnTo>
                <a:lnTo>
                  <a:pt x="3183461" y="1252144"/>
                </a:lnTo>
                <a:lnTo>
                  <a:pt x="3178479" y="1301136"/>
                </a:lnTo>
                <a:lnTo>
                  <a:pt x="3175489" y="1351327"/>
                </a:lnTo>
                <a:lnTo>
                  <a:pt x="3174492" y="1402715"/>
                </a:lnTo>
                <a:lnTo>
                  <a:pt x="3175794" y="1460398"/>
                </a:lnTo>
                <a:lnTo>
                  <a:pt x="3179703" y="1516253"/>
                </a:lnTo>
                <a:lnTo>
                  <a:pt x="3186215" y="1570278"/>
                </a:lnTo>
                <a:lnTo>
                  <a:pt x="3195332" y="1622475"/>
                </a:lnTo>
                <a:lnTo>
                  <a:pt x="3207051" y="1672844"/>
                </a:lnTo>
                <a:lnTo>
                  <a:pt x="3221373" y="1721383"/>
                </a:lnTo>
                <a:lnTo>
                  <a:pt x="3238296" y="1768094"/>
                </a:lnTo>
                <a:lnTo>
                  <a:pt x="3257820" y="1812975"/>
                </a:lnTo>
                <a:lnTo>
                  <a:pt x="3279944" y="1856028"/>
                </a:lnTo>
                <a:lnTo>
                  <a:pt x="3304667" y="1897253"/>
                </a:lnTo>
                <a:lnTo>
                  <a:pt x="3334961" y="1940299"/>
                </a:lnTo>
                <a:lnTo>
                  <a:pt x="3367170" y="1979246"/>
                </a:lnTo>
                <a:lnTo>
                  <a:pt x="3401295" y="2014094"/>
                </a:lnTo>
                <a:lnTo>
                  <a:pt x="3437336" y="2044841"/>
                </a:lnTo>
                <a:lnTo>
                  <a:pt x="3475294" y="2071489"/>
                </a:lnTo>
                <a:lnTo>
                  <a:pt x="3515169" y="2094037"/>
                </a:lnTo>
                <a:lnTo>
                  <a:pt x="3556962" y="2112486"/>
                </a:lnTo>
                <a:lnTo>
                  <a:pt x="3600674" y="2126835"/>
                </a:lnTo>
                <a:lnTo>
                  <a:pt x="3646304" y="2137084"/>
                </a:lnTo>
                <a:lnTo>
                  <a:pt x="3693854" y="2143234"/>
                </a:lnTo>
                <a:lnTo>
                  <a:pt x="3743325" y="2145284"/>
                </a:lnTo>
                <a:lnTo>
                  <a:pt x="3796210" y="2142281"/>
                </a:lnTo>
                <a:lnTo>
                  <a:pt x="3846274" y="2133266"/>
                </a:lnTo>
                <a:lnTo>
                  <a:pt x="3893504" y="2118227"/>
                </a:lnTo>
                <a:lnTo>
                  <a:pt x="3937889" y="2097151"/>
                </a:lnTo>
                <a:lnTo>
                  <a:pt x="3973278" y="2074534"/>
                </a:lnTo>
                <a:lnTo>
                  <a:pt x="4010569" y="2045091"/>
                </a:lnTo>
                <a:lnTo>
                  <a:pt x="4049774" y="2008819"/>
                </a:lnTo>
                <a:lnTo>
                  <a:pt x="4090906" y="1965721"/>
                </a:lnTo>
                <a:lnTo>
                  <a:pt x="4096507" y="1959229"/>
                </a:lnTo>
                <a:lnTo>
                  <a:pt x="3876675" y="1959229"/>
                </a:lnTo>
                <a:lnTo>
                  <a:pt x="3847341" y="1957393"/>
                </a:lnTo>
                <a:lnTo>
                  <a:pt x="3798486" y="1942673"/>
                </a:lnTo>
                <a:lnTo>
                  <a:pt x="3745986" y="1895782"/>
                </a:lnTo>
                <a:lnTo>
                  <a:pt x="3716639" y="1852691"/>
                </a:lnTo>
                <a:lnTo>
                  <a:pt x="3690983" y="1800480"/>
                </a:lnTo>
                <a:lnTo>
                  <a:pt x="3669029" y="1739138"/>
                </a:lnTo>
                <a:lnTo>
                  <a:pt x="3651361" y="1664319"/>
                </a:lnTo>
                <a:lnTo>
                  <a:pt x="3644419" y="1620230"/>
                </a:lnTo>
                <a:lnTo>
                  <a:pt x="3638740" y="1571688"/>
                </a:lnTo>
                <a:lnTo>
                  <a:pt x="3634323" y="1518693"/>
                </a:lnTo>
                <a:lnTo>
                  <a:pt x="3631168" y="1461246"/>
                </a:lnTo>
                <a:lnTo>
                  <a:pt x="3629275" y="1399345"/>
                </a:lnTo>
                <a:lnTo>
                  <a:pt x="3628644" y="1332992"/>
                </a:lnTo>
                <a:lnTo>
                  <a:pt x="3629390" y="1264318"/>
                </a:lnTo>
                <a:lnTo>
                  <a:pt x="3631626" y="1200898"/>
                </a:lnTo>
                <a:lnTo>
                  <a:pt x="3635352" y="1142730"/>
                </a:lnTo>
                <a:lnTo>
                  <a:pt x="3640563" y="1089812"/>
                </a:lnTo>
                <a:lnTo>
                  <a:pt x="3647258" y="1042141"/>
                </a:lnTo>
                <a:lnTo>
                  <a:pt x="3655436" y="999715"/>
                </a:lnTo>
                <a:lnTo>
                  <a:pt x="3665093" y="962533"/>
                </a:lnTo>
                <a:lnTo>
                  <a:pt x="3684597" y="906672"/>
                </a:lnTo>
                <a:lnTo>
                  <a:pt x="3706733" y="859885"/>
                </a:lnTo>
                <a:lnTo>
                  <a:pt x="3731512" y="822194"/>
                </a:lnTo>
                <a:lnTo>
                  <a:pt x="3758946" y="793623"/>
                </a:lnTo>
                <a:lnTo>
                  <a:pt x="3801141" y="770366"/>
                </a:lnTo>
                <a:lnTo>
                  <a:pt x="3853433" y="762635"/>
                </a:lnTo>
                <a:lnTo>
                  <a:pt x="4107058" y="762635"/>
                </a:lnTo>
                <a:lnTo>
                  <a:pt x="4088925" y="743900"/>
                </a:lnTo>
                <a:lnTo>
                  <a:pt x="4045219" y="704865"/>
                </a:lnTo>
                <a:lnTo>
                  <a:pt x="4002871" y="673379"/>
                </a:lnTo>
                <a:lnTo>
                  <a:pt x="3961892" y="649478"/>
                </a:lnTo>
                <a:lnTo>
                  <a:pt x="3920148" y="631809"/>
                </a:lnTo>
                <a:lnTo>
                  <a:pt x="3875500" y="619188"/>
                </a:lnTo>
                <a:lnTo>
                  <a:pt x="3827946" y="611616"/>
                </a:lnTo>
                <a:lnTo>
                  <a:pt x="3777487" y="609092"/>
                </a:lnTo>
                <a:close/>
              </a:path>
              <a:path w="4746625" h="2145665">
                <a:moveTo>
                  <a:pt x="4597939" y="1915795"/>
                </a:moveTo>
                <a:lnTo>
                  <a:pt x="4133977" y="1915795"/>
                </a:lnTo>
                <a:lnTo>
                  <a:pt x="4133977" y="2145284"/>
                </a:lnTo>
                <a:lnTo>
                  <a:pt x="4746243" y="2025904"/>
                </a:lnTo>
                <a:lnTo>
                  <a:pt x="4746243" y="1974723"/>
                </a:lnTo>
                <a:lnTo>
                  <a:pt x="4706070" y="1970488"/>
                </a:lnTo>
                <a:lnTo>
                  <a:pt x="4672409" y="1963896"/>
                </a:lnTo>
                <a:lnTo>
                  <a:pt x="4645249" y="1954970"/>
                </a:lnTo>
                <a:lnTo>
                  <a:pt x="4624578" y="1943735"/>
                </a:lnTo>
                <a:lnTo>
                  <a:pt x="4608552" y="1929707"/>
                </a:lnTo>
                <a:lnTo>
                  <a:pt x="4597939" y="1915795"/>
                </a:lnTo>
                <a:close/>
              </a:path>
              <a:path w="4746625" h="2145665">
                <a:moveTo>
                  <a:pt x="4107058" y="762635"/>
                </a:moveTo>
                <a:lnTo>
                  <a:pt x="3853433" y="762635"/>
                </a:lnTo>
                <a:lnTo>
                  <a:pt x="3894111" y="766070"/>
                </a:lnTo>
                <a:lnTo>
                  <a:pt x="3933184" y="776378"/>
                </a:lnTo>
                <a:lnTo>
                  <a:pt x="3970651" y="793562"/>
                </a:lnTo>
                <a:lnTo>
                  <a:pt x="4006516" y="817626"/>
                </a:lnTo>
                <a:lnTo>
                  <a:pt x="4040780" y="848570"/>
                </a:lnTo>
                <a:lnTo>
                  <a:pt x="4073443" y="886400"/>
                </a:lnTo>
                <a:lnTo>
                  <a:pt x="4104508" y="931117"/>
                </a:lnTo>
                <a:lnTo>
                  <a:pt x="4133977" y="982726"/>
                </a:lnTo>
                <a:lnTo>
                  <a:pt x="4133977" y="1745361"/>
                </a:lnTo>
                <a:lnTo>
                  <a:pt x="4099103" y="1802114"/>
                </a:lnTo>
                <a:lnTo>
                  <a:pt x="4063605" y="1850131"/>
                </a:lnTo>
                <a:lnTo>
                  <a:pt x="4027481" y="1889412"/>
                </a:lnTo>
                <a:lnTo>
                  <a:pt x="3990728" y="1919960"/>
                </a:lnTo>
                <a:lnTo>
                  <a:pt x="3953344" y="1941777"/>
                </a:lnTo>
                <a:lnTo>
                  <a:pt x="3915327" y="1954866"/>
                </a:lnTo>
                <a:lnTo>
                  <a:pt x="3876675" y="1959229"/>
                </a:lnTo>
                <a:lnTo>
                  <a:pt x="4096507" y="1959229"/>
                </a:lnTo>
                <a:lnTo>
                  <a:pt x="4133977" y="1915795"/>
                </a:lnTo>
                <a:lnTo>
                  <a:pt x="4597939" y="1915795"/>
                </a:lnTo>
                <a:lnTo>
                  <a:pt x="4595336" y="1912381"/>
                </a:lnTo>
                <a:lnTo>
                  <a:pt x="4577333" y="1867789"/>
                </a:lnTo>
                <a:lnTo>
                  <a:pt x="4570364" y="1802272"/>
                </a:lnTo>
                <a:lnTo>
                  <a:pt x="4568685" y="1745361"/>
                </a:lnTo>
                <a:lnTo>
                  <a:pt x="4568100" y="1672844"/>
                </a:lnTo>
                <a:lnTo>
                  <a:pt x="4568062" y="790448"/>
                </a:lnTo>
                <a:lnTo>
                  <a:pt x="4133977" y="790448"/>
                </a:lnTo>
                <a:lnTo>
                  <a:pt x="4107058" y="762635"/>
                </a:lnTo>
                <a:close/>
              </a:path>
              <a:path w="4746625" h="2145665">
                <a:moveTo>
                  <a:pt x="4568062" y="0"/>
                </a:moveTo>
                <a:lnTo>
                  <a:pt x="3924680" y="0"/>
                </a:lnTo>
                <a:lnTo>
                  <a:pt x="3924680" y="65024"/>
                </a:lnTo>
                <a:lnTo>
                  <a:pt x="3971778" y="66381"/>
                </a:lnTo>
                <a:lnTo>
                  <a:pt x="4010755" y="70453"/>
                </a:lnTo>
                <a:lnTo>
                  <a:pt x="4064254" y="86741"/>
                </a:lnTo>
                <a:lnTo>
                  <a:pt x="4096797" y="114268"/>
                </a:lnTo>
                <a:lnTo>
                  <a:pt x="4120006" y="153416"/>
                </a:lnTo>
                <a:lnTo>
                  <a:pt x="4130516" y="220472"/>
                </a:lnTo>
                <a:lnTo>
                  <a:pt x="4133115" y="278717"/>
                </a:lnTo>
                <a:lnTo>
                  <a:pt x="4133977" y="353441"/>
                </a:lnTo>
                <a:lnTo>
                  <a:pt x="4133977" y="790448"/>
                </a:lnTo>
                <a:lnTo>
                  <a:pt x="4568062" y="790448"/>
                </a:lnTo>
                <a:lnTo>
                  <a:pt x="45680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440" y="459236"/>
            <a:ext cx="8066405" cy="1497965"/>
          </a:xfrm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pc="-5">
                <a:solidFill>
                  <a:srgbClr val="FFFFFF"/>
                </a:solidFill>
              </a:rPr>
              <a:t>：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pc="-5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dirty="0" spc="-5">
                <a:solidFill>
                  <a:srgbClr val="FFFFFF"/>
                </a:solidFill>
              </a:rPr>
              <a:t>；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pc="-5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pc="-5">
                <a:solidFill>
                  <a:srgbClr val="FFFFFF"/>
                </a:solidFill>
              </a:rPr>
              <a:t>＝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dirty="0" spc="-5">
                <a:solidFill>
                  <a:srgbClr val="FFFFFF"/>
                </a:solidFill>
              </a:rPr>
              <a:t>；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pc="-5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dirty="0" spc="-5">
                <a:solidFill>
                  <a:srgbClr val="FFFFFF"/>
                </a:solidFill>
              </a:rPr>
              <a:t>；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pc="-5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pc="-5">
                <a:solidFill>
                  <a:srgbClr val="FFFFFF"/>
                </a:solidFill>
              </a:rPr>
              <a:t>＝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/#;</a:t>
            </a:r>
          </a:p>
          <a:p>
            <a:pPr marL="12700" marR="3554095" indent="711835">
              <a:lnSpc>
                <a:spcPts val="3870"/>
              </a:lnSpc>
              <a:spcBef>
                <a:spcPts val="209"/>
              </a:spcBef>
            </a:pP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pc="-5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pc="-5">
                <a:solidFill>
                  <a:srgbClr val="FFFFFF"/>
                </a:solidFill>
              </a:rPr>
              <a:t>＝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/#,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pc="-5">
                <a:solidFill>
                  <a:srgbClr val="FFFFFF"/>
                </a:solidFill>
                <a:latin typeface="Symbol"/>
                <a:cs typeface="Symbol"/>
              </a:rPr>
              <a:t>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pc="-5">
                <a:solidFill>
                  <a:srgbClr val="FFFFFF"/>
                </a:solidFill>
              </a:rPr>
              <a:t>＝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/#}  1</a:t>
            </a:r>
            <a:r>
              <a:rPr dirty="0" spc="-5">
                <a:solidFill>
                  <a:srgbClr val="FFFFFF"/>
                </a:solidFill>
              </a:rPr>
              <a:t>：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pc="-5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pc="-5">
                <a:solidFill>
                  <a:srgbClr val="FFFFFF"/>
                </a:solidFill>
                <a:latin typeface="Symbol"/>
                <a:cs typeface="Symbol"/>
              </a:rPr>
              <a:t></a:t>
            </a:r>
            <a:r>
              <a:rPr dirty="0" spc="-5">
                <a:solidFill>
                  <a:srgbClr val="FFFFFF"/>
                </a:solidFill>
              </a:rPr>
              <a:t>，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pc="-5">
                <a:latin typeface="Times New Roman"/>
                <a:cs typeface="Times New Roman"/>
              </a:rPr>
              <a:t>2</a:t>
            </a:r>
            <a:r>
              <a:rPr dirty="0" spc="-5"/>
              <a:t>：</a:t>
            </a:r>
            <a:r>
              <a:rPr dirty="0" spc="-5">
                <a:latin typeface="Times New Roman"/>
                <a:cs typeface="Times New Roman"/>
              </a:rPr>
              <a:t>{</a:t>
            </a:r>
            <a:r>
              <a:rPr dirty="0" spc="-5" i="1">
                <a:latin typeface="Times New Roman"/>
                <a:cs typeface="Times New Roman"/>
              </a:rPr>
              <a:t>S</a:t>
            </a:r>
            <a:r>
              <a:rPr dirty="0" spc="-5">
                <a:latin typeface="Symbol"/>
                <a:cs typeface="Symbol"/>
              </a:rPr>
              <a:t>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>
                <a:latin typeface="Symbol"/>
                <a:cs typeface="Symbol"/>
              </a:rPr>
              <a:t></a:t>
            </a:r>
            <a:r>
              <a:rPr dirty="0" spc="-5"/>
              <a:t>＝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 spc="-5"/>
              <a:t>，</a:t>
            </a:r>
            <a:r>
              <a:rPr dirty="0" spc="-5">
                <a:latin typeface="Times New Roman"/>
                <a:cs typeface="Times New Roman"/>
              </a:rPr>
              <a:t>#</a:t>
            </a:r>
            <a:r>
              <a:rPr dirty="0" spc="-5"/>
              <a:t>；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 spc="-5">
                <a:latin typeface="Symbol"/>
                <a:cs typeface="Symbol"/>
              </a:rPr>
              <a:t>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>
                <a:latin typeface="Symbol"/>
                <a:cs typeface="Symbol"/>
              </a:rPr>
              <a:t></a:t>
            </a:r>
            <a:r>
              <a:rPr dirty="0" spc="-5"/>
              <a:t>，</a:t>
            </a:r>
            <a:r>
              <a:rPr dirty="0" spc="-5">
                <a:latin typeface="Times New Roman"/>
                <a:cs typeface="Times New Roman"/>
              </a:rPr>
              <a:t>#</a:t>
            </a:r>
            <a:r>
              <a:rPr dirty="0" spc="-5"/>
              <a:t>｝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pc="-5">
                <a:latin typeface="Times New Roman"/>
                <a:cs typeface="Times New Roman"/>
              </a:rPr>
              <a:t>3</a:t>
            </a:r>
            <a:r>
              <a:rPr dirty="0" spc="-5"/>
              <a:t>：</a:t>
            </a:r>
            <a:r>
              <a:rPr dirty="0" spc="-5">
                <a:latin typeface="Times New Roman"/>
                <a:cs typeface="Times New Roman"/>
              </a:rPr>
              <a:t>{</a:t>
            </a:r>
            <a:r>
              <a:rPr dirty="0" spc="-5" i="1">
                <a:latin typeface="Times New Roman"/>
                <a:cs typeface="Times New Roman"/>
              </a:rPr>
              <a:t>S</a:t>
            </a:r>
            <a:r>
              <a:rPr dirty="0" spc="-5">
                <a:latin typeface="Symbol"/>
                <a:cs typeface="Symbol"/>
              </a:rPr>
              <a:t>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 spc="-5">
                <a:latin typeface="Symbol"/>
                <a:cs typeface="Symbol"/>
              </a:rPr>
              <a:t></a:t>
            </a:r>
            <a:r>
              <a:rPr dirty="0" spc="-5"/>
              <a:t>，</a:t>
            </a:r>
            <a:r>
              <a:rPr dirty="0" spc="-5">
                <a:latin typeface="Times New Roman"/>
                <a:cs typeface="Times New Roman"/>
              </a:rPr>
              <a:t>#}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pc="-10">
                <a:solidFill>
                  <a:srgbClr val="00FFFF"/>
                </a:solidFill>
                <a:latin typeface="Times New Roman"/>
                <a:cs typeface="Times New Roman"/>
              </a:rPr>
              <a:t>4+11</a:t>
            </a:r>
            <a:r>
              <a:rPr dirty="0" spc="-10">
                <a:solidFill>
                  <a:srgbClr val="00FFFF"/>
                </a:solidFill>
              </a:rPr>
              <a:t>：</a:t>
            </a:r>
            <a:r>
              <a:rPr dirty="0" spc="-10">
                <a:solidFill>
                  <a:srgbClr val="00FFFF"/>
                </a:solidFill>
                <a:latin typeface="Times New Roman"/>
                <a:cs typeface="Times New Roman"/>
              </a:rPr>
              <a:t>{</a:t>
            </a:r>
            <a:r>
              <a:rPr dirty="0" spc="-10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pc="-10">
                <a:solidFill>
                  <a:srgbClr val="00FFFF"/>
                </a:solidFill>
                <a:latin typeface="Symbol"/>
                <a:cs typeface="Symbol"/>
              </a:rPr>
              <a:t></a:t>
            </a:r>
            <a:r>
              <a:rPr dirty="0" spc="-10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r>
              <a:rPr dirty="0" spc="-10">
                <a:solidFill>
                  <a:srgbClr val="00FFFF"/>
                </a:solidFill>
                <a:latin typeface="Symbol"/>
                <a:cs typeface="Symbol"/>
              </a:rPr>
              <a:t></a:t>
            </a:r>
            <a:r>
              <a:rPr dirty="0" spc="-10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pc="-10">
                <a:solidFill>
                  <a:srgbClr val="00FFFF"/>
                </a:solidFill>
                <a:latin typeface="Times New Roman"/>
                <a:cs typeface="Times New Roman"/>
              </a:rPr>
              <a:t>,#/=</a:t>
            </a:r>
            <a:r>
              <a:rPr dirty="0" spc="-10">
                <a:solidFill>
                  <a:srgbClr val="00FFFF"/>
                </a:solidFill>
              </a:rPr>
              <a:t>；</a:t>
            </a:r>
            <a:r>
              <a:rPr dirty="0" spc="-10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pc="-10">
                <a:solidFill>
                  <a:srgbClr val="00FFFF"/>
                </a:solidFill>
                <a:latin typeface="Symbol"/>
                <a:cs typeface="Symbol"/>
              </a:rPr>
              <a:t></a:t>
            </a:r>
            <a:r>
              <a:rPr dirty="0" spc="-10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pc="-10">
                <a:solidFill>
                  <a:srgbClr val="00FFFF"/>
                </a:solidFill>
                <a:latin typeface="Times New Roman"/>
                <a:cs typeface="Times New Roman"/>
              </a:rPr>
              <a:t>,#/=</a:t>
            </a:r>
            <a:r>
              <a:rPr dirty="0" spc="-10">
                <a:solidFill>
                  <a:srgbClr val="00FFFF"/>
                </a:solidFill>
              </a:rPr>
              <a:t>；</a:t>
            </a:r>
            <a:r>
              <a:rPr dirty="0" spc="-10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pc="-10">
                <a:solidFill>
                  <a:srgbClr val="00FFFF"/>
                </a:solidFill>
                <a:latin typeface="Symbol"/>
                <a:cs typeface="Symbol"/>
              </a:rPr>
              <a:t></a:t>
            </a:r>
            <a:r>
              <a:rPr dirty="0" spc="-10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r>
              <a:rPr dirty="0" spc="-10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pc="-10">
                <a:solidFill>
                  <a:srgbClr val="00FFFF"/>
                </a:solidFill>
                <a:latin typeface="Times New Roman"/>
                <a:cs typeface="Times New Roman"/>
              </a:rPr>
              <a:t>,#/=</a:t>
            </a:r>
            <a:r>
              <a:rPr dirty="0" spc="-10">
                <a:solidFill>
                  <a:srgbClr val="00FFFF"/>
                </a:solidFill>
              </a:rPr>
              <a:t>；</a:t>
            </a:r>
          </a:p>
          <a:p>
            <a:pPr marL="1257935">
              <a:lnSpc>
                <a:spcPct val="100000"/>
              </a:lnSpc>
              <a:spcBef>
                <a:spcPts val="480"/>
              </a:spcBef>
            </a:pPr>
            <a:r>
              <a:rPr dirty="0" spc="-5" i="1">
                <a:solidFill>
                  <a:srgbClr val="00FFFF"/>
                </a:solidFill>
                <a:latin typeface="Times New Roman"/>
                <a:cs typeface="Times New Roman"/>
              </a:rPr>
              <a:t>L </a:t>
            </a:r>
            <a:r>
              <a:rPr dirty="0">
                <a:solidFill>
                  <a:srgbClr val="00FFFF"/>
                </a:solidFill>
                <a:latin typeface="Symbol"/>
                <a:cs typeface="Symbol"/>
              </a:rPr>
              <a:t></a:t>
            </a:r>
            <a:r>
              <a:rPr dirty="0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r>
              <a:rPr dirty="0">
                <a:solidFill>
                  <a:srgbClr val="00FFFF"/>
                </a:solidFill>
                <a:latin typeface="Times New Roman"/>
                <a:cs typeface="Times New Roman"/>
              </a:rPr>
              <a:t>,#/=}</a:t>
            </a: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5+12</a:t>
            </a:r>
            <a:r>
              <a:rPr dirty="0" spc="-5">
                <a:solidFill>
                  <a:srgbClr val="00FFFF"/>
                </a:solidFill>
              </a:rPr>
              <a:t>：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{</a:t>
            </a:r>
            <a:r>
              <a:rPr dirty="0" spc="-5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pc="-15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FFFF"/>
                </a:solidFill>
                <a:latin typeface="Symbol"/>
                <a:cs typeface="Symbol"/>
              </a:rPr>
              <a:t></a:t>
            </a:r>
            <a:r>
              <a:rPr dirty="0" i="1">
                <a:solidFill>
                  <a:srgbClr val="00FFFF"/>
                </a:solidFill>
                <a:latin typeface="Times New Roman"/>
                <a:cs typeface="Times New Roman"/>
              </a:rPr>
              <a:t>i</a:t>
            </a:r>
            <a:r>
              <a:rPr dirty="0">
                <a:solidFill>
                  <a:srgbClr val="00FFFF"/>
                </a:solidFill>
                <a:latin typeface="Symbol"/>
                <a:cs typeface="Symbol"/>
              </a:rPr>
              <a:t></a:t>
            </a:r>
            <a:r>
              <a:rPr dirty="0">
                <a:solidFill>
                  <a:srgbClr val="00FFFF"/>
                </a:solidFill>
              </a:rPr>
              <a:t>，＝</a:t>
            </a:r>
            <a:r>
              <a:rPr dirty="0">
                <a:solidFill>
                  <a:srgbClr val="00FFFF"/>
                </a:solidFill>
                <a:latin typeface="Times New Roman"/>
                <a:cs typeface="Times New Roman"/>
              </a:rPr>
              <a:t>/#}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pc="-5">
                <a:latin typeface="Times New Roman"/>
                <a:cs typeface="Times New Roman"/>
              </a:rPr>
              <a:t>6</a:t>
            </a:r>
            <a:r>
              <a:rPr dirty="0" spc="-5"/>
              <a:t>：</a:t>
            </a:r>
            <a:r>
              <a:rPr dirty="0" spc="-5">
                <a:latin typeface="Times New Roman"/>
                <a:cs typeface="Times New Roman"/>
              </a:rPr>
              <a:t>{</a:t>
            </a:r>
            <a:r>
              <a:rPr dirty="0" spc="-5" i="1">
                <a:latin typeface="Times New Roman"/>
                <a:cs typeface="Times New Roman"/>
              </a:rPr>
              <a:t>S</a:t>
            </a:r>
            <a:r>
              <a:rPr dirty="0" spc="-5">
                <a:latin typeface="Symbol"/>
                <a:cs typeface="Symbol"/>
              </a:rPr>
              <a:t>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/>
              <a:t>＝</a:t>
            </a:r>
            <a:r>
              <a:rPr dirty="0" spc="-705"/>
              <a:t> </a:t>
            </a:r>
            <a:r>
              <a:rPr dirty="0" spc="-5">
                <a:latin typeface="Symbol"/>
                <a:cs typeface="Symbol"/>
              </a:rPr>
              <a:t></a:t>
            </a:r>
            <a:r>
              <a:rPr dirty="0" spc="-5">
                <a:latin typeface="Times New Roman"/>
                <a:cs typeface="Times New Roman"/>
              </a:rPr>
              <a:t> 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 spc="-5">
                <a:latin typeface="Times New Roman"/>
                <a:cs typeface="Times New Roman"/>
              </a:rPr>
              <a:t>,#</a:t>
            </a:r>
            <a:r>
              <a:rPr dirty="0" spc="-5"/>
              <a:t>；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 spc="-5">
                <a:latin typeface="Symbol"/>
                <a:cs typeface="Symbol"/>
              </a:rPr>
              <a:t>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>
                <a:latin typeface="Times New Roman"/>
                <a:cs typeface="Times New Roman"/>
              </a:rPr>
              <a:t>,#</a:t>
            </a:r>
            <a:r>
              <a:rPr dirty="0" spc="-5"/>
              <a:t>；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>
                <a:latin typeface="Symbol"/>
                <a:cs typeface="Symbol"/>
              </a:rPr>
              <a:t></a:t>
            </a:r>
            <a:r>
              <a:rPr dirty="0" spc="-5">
                <a:latin typeface="Times New Roman"/>
                <a:cs typeface="Times New Roman"/>
              </a:rPr>
              <a:t>*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 spc="-5">
                <a:latin typeface="Times New Roman"/>
                <a:cs typeface="Times New Roman"/>
              </a:rPr>
              <a:t>,#</a:t>
            </a:r>
            <a:r>
              <a:rPr dirty="0" spc="-5"/>
              <a:t>；</a:t>
            </a:r>
            <a:r>
              <a:rPr dirty="0" spc="-5" i="1">
                <a:latin typeface="Times New Roman"/>
                <a:cs typeface="Times New Roman"/>
              </a:rPr>
              <a:t>L </a:t>
            </a:r>
            <a:r>
              <a:rPr dirty="0">
                <a:latin typeface="Symbol"/>
                <a:cs typeface="Symbol"/>
              </a:rPr>
              <a:t></a:t>
            </a:r>
            <a:r>
              <a:rPr dirty="0" i="1">
                <a:latin typeface="Times New Roman"/>
                <a:cs typeface="Times New Roman"/>
              </a:rPr>
              <a:t>i</a:t>
            </a:r>
            <a:r>
              <a:rPr dirty="0">
                <a:latin typeface="Times New Roman"/>
                <a:cs typeface="Times New Roman"/>
              </a:rPr>
              <a:t>,#}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7</a:t>
            </a:r>
            <a:r>
              <a:rPr dirty="0" spc="-5">
                <a:solidFill>
                  <a:srgbClr val="00FFFF"/>
                </a:solidFill>
              </a:rPr>
              <a:t>＋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13</a:t>
            </a:r>
            <a:r>
              <a:rPr dirty="0" spc="-5">
                <a:solidFill>
                  <a:srgbClr val="00FFFF"/>
                </a:solidFill>
              </a:rPr>
              <a:t>：</a:t>
            </a:r>
            <a:r>
              <a:rPr dirty="0" spc="-720">
                <a:solidFill>
                  <a:srgbClr val="00FFFF"/>
                </a:solidFill>
              </a:rPr>
              <a:t> 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{</a:t>
            </a:r>
            <a:r>
              <a:rPr dirty="0" spc="-5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pc="-5">
                <a:solidFill>
                  <a:srgbClr val="00FFFF"/>
                </a:solidFill>
                <a:latin typeface="Symbol"/>
                <a:cs typeface="Symbol"/>
              </a:rPr>
              <a:t>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*</a:t>
            </a:r>
            <a:r>
              <a:rPr dirty="0" spc="-5" i="1">
                <a:solidFill>
                  <a:srgbClr val="00FFFF"/>
                </a:solidFill>
                <a:latin typeface="Times New Roman"/>
                <a:cs typeface="Times New Roman"/>
              </a:rPr>
              <a:t>R </a:t>
            </a:r>
            <a:r>
              <a:rPr dirty="0" spc="-5">
                <a:solidFill>
                  <a:srgbClr val="00FFFF"/>
                </a:solidFill>
                <a:latin typeface="Symbol"/>
                <a:cs typeface="Symbol"/>
              </a:rPr>
              <a:t>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pc="-5">
                <a:solidFill>
                  <a:srgbClr val="00FFFF"/>
                </a:solidFill>
              </a:rPr>
              <a:t>＝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/#}</a:t>
            </a: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8+10</a:t>
            </a:r>
            <a:r>
              <a:rPr dirty="0" spc="-5">
                <a:solidFill>
                  <a:srgbClr val="00FFFF"/>
                </a:solidFill>
              </a:rPr>
              <a:t>：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{</a:t>
            </a:r>
            <a:r>
              <a:rPr dirty="0" spc="-5" i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pc="-5">
                <a:solidFill>
                  <a:srgbClr val="00FFFF"/>
                </a:solidFill>
                <a:latin typeface="Symbol"/>
                <a:cs typeface="Symbol"/>
              </a:rPr>
              <a:t></a:t>
            </a:r>
            <a:r>
              <a:rPr dirty="0" spc="-5" i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pc="-5">
                <a:solidFill>
                  <a:srgbClr val="00FFFF"/>
                </a:solidFill>
                <a:latin typeface="Symbol"/>
                <a:cs typeface="Symbol"/>
              </a:rPr>
              <a:t>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pc="-5">
                <a:solidFill>
                  <a:srgbClr val="00FFFF"/>
                </a:solidFill>
              </a:rPr>
              <a:t>＝</a:t>
            </a:r>
            <a:r>
              <a:rPr dirty="0" spc="-5">
                <a:solidFill>
                  <a:srgbClr val="00FFFF"/>
                </a:solidFill>
                <a:latin typeface="Times New Roman"/>
                <a:cs typeface="Times New Roman"/>
              </a:rPr>
              <a:t>/#}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pc="-5">
                <a:latin typeface="Times New Roman"/>
                <a:cs typeface="Times New Roman"/>
              </a:rPr>
              <a:t>9</a:t>
            </a:r>
            <a:r>
              <a:rPr dirty="0" spc="-5"/>
              <a:t>：</a:t>
            </a:r>
            <a:r>
              <a:rPr dirty="0" spc="-5">
                <a:latin typeface="Times New Roman"/>
                <a:cs typeface="Times New Roman"/>
              </a:rPr>
              <a:t>{</a:t>
            </a:r>
            <a:r>
              <a:rPr dirty="0" spc="-5" i="1">
                <a:latin typeface="Times New Roman"/>
                <a:cs typeface="Times New Roman"/>
              </a:rPr>
              <a:t>S</a:t>
            </a:r>
            <a:r>
              <a:rPr dirty="0" spc="-5">
                <a:latin typeface="Symbol"/>
                <a:cs typeface="Symbol"/>
              </a:rPr>
              <a:t>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/>
              <a:t>＝</a:t>
            </a:r>
            <a:r>
              <a:rPr dirty="0" spc="-695"/>
              <a:t> </a:t>
            </a:r>
            <a:r>
              <a:rPr dirty="0" spc="-5" i="1">
                <a:latin typeface="Times New Roman"/>
                <a:cs typeface="Times New Roman"/>
              </a:rPr>
              <a:t>R </a:t>
            </a:r>
            <a:r>
              <a:rPr dirty="0" spc="-5">
                <a:latin typeface="Symbol"/>
                <a:cs typeface="Symbol"/>
              </a:rPr>
              <a:t></a:t>
            </a:r>
            <a:r>
              <a:rPr dirty="0" spc="-5">
                <a:latin typeface="Times New Roman"/>
                <a:cs typeface="Times New Roman"/>
              </a:rPr>
              <a:t> </a:t>
            </a:r>
            <a:r>
              <a:rPr dirty="0" spc="-5"/>
              <a:t>，</a:t>
            </a:r>
            <a:r>
              <a:rPr dirty="0" spc="-5">
                <a:latin typeface="Times New Roman"/>
                <a:cs typeface="Times New Roman"/>
              </a:rPr>
              <a:t># }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3247" y="26923"/>
            <a:ext cx="8027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47565" algn="l"/>
                <a:tab pos="540956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 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6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3247" y="26923"/>
            <a:ext cx="162941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h5</a:t>
            </a:r>
            <a:r>
              <a:rPr dirty="0" sz="2000" spc="409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语法分析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6726" y="0"/>
            <a:ext cx="5854700" cy="97091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2473960" algn="l"/>
                <a:tab pos="323596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5.7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LALR(1 )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5.7.1	LALR(1</a:t>
            </a:r>
            <a:r>
              <a:rPr dirty="0" u="sng" sz="2000" spc="-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分析实现思想</a:t>
            </a:r>
            <a:endParaRPr sz="2000">
              <a:latin typeface="宋体"/>
              <a:cs typeface="宋体"/>
            </a:endParaRPr>
          </a:p>
          <a:p>
            <a:pPr marL="546735">
              <a:lnSpc>
                <a:spcPct val="100000"/>
              </a:lnSpc>
              <a:spcBef>
                <a:spcPts val="975"/>
              </a:spcBef>
            </a:pP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’)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GO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函数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82612" y="4333811"/>
          <a:ext cx="7650480" cy="2467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3500"/>
                <a:gridCol w="840105"/>
                <a:gridCol w="1087755"/>
                <a:gridCol w="1086485"/>
                <a:gridCol w="1088389"/>
                <a:gridCol w="1085214"/>
                <a:gridCol w="1090295"/>
              </a:tblGrid>
              <a:tr h="4593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＝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999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400" spc="-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4+11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5+12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26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983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82498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2400" spc="-7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400" spc="-7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＋</a:t>
                      </a:r>
                      <a:r>
                        <a:rPr dirty="0" sz="2400" spc="-7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2400" spc="-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4+11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5+12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8+10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7+13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983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400" spc="-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4+11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5+12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8+10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8208264" y="6274308"/>
            <a:ext cx="847725" cy="277495"/>
          </a:xfrm>
          <a:custGeom>
            <a:avLst/>
            <a:gdLst/>
            <a:ahLst/>
            <a:cxnLst/>
            <a:rect l="l" t="t" r="r" b="b"/>
            <a:pathLst>
              <a:path w="847725" h="277495">
                <a:moveTo>
                  <a:pt x="847343" y="0"/>
                </a:moveTo>
                <a:lnTo>
                  <a:pt x="0" y="0"/>
                </a:lnTo>
                <a:lnTo>
                  <a:pt x="0" y="277367"/>
                </a:lnTo>
                <a:lnTo>
                  <a:pt x="847343" y="277367"/>
                </a:lnTo>
                <a:lnTo>
                  <a:pt x="847343" y="242696"/>
                </a:lnTo>
                <a:lnTo>
                  <a:pt x="319658" y="242696"/>
                </a:lnTo>
                <a:lnTo>
                  <a:pt x="319658" y="34670"/>
                </a:lnTo>
                <a:lnTo>
                  <a:pt x="847343" y="34670"/>
                </a:lnTo>
                <a:lnTo>
                  <a:pt x="847343" y="0"/>
                </a:lnTo>
                <a:close/>
              </a:path>
              <a:path w="847725" h="277495">
                <a:moveTo>
                  <a:pt x="847343" y="34670"/>
                </a:moveTo>
                <a:lnTo>
                  <a:pt x="319658" y="34670"/>
                </a:lnTo>
                <a:lnTo>
                  <a:pt x="527684" y="138683"/>
                </a:lnTo>
                <a:lnTo>
                  <a:pt x="319658" y="242696"/>
                </a:lnTo>
                <a:lnTo>
                  <a:pt x="847343" y="242696"/>
                </a:lnTo>
                <a:lnTo>
                  <a:pt x="847343" y="3467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527922" y="6308978"/>
            <a:ext cx="208279" cy="208279"/>
          </a:xfrm>
          <a:custGeom>
            <a:avLst/>
            <a:gdLst/>
            <a:ahLst/>
            <a:cxnLst/>
            <a:rect l="l" t="t" r="r" b="b"/>
            <a:pathLst>
              <a:path w="208279" h="208279">
                <a:moveTo>
                  <a:pt x="0" y="0"/>
                </a:moveTo>
                <a:lnTo>
                  <a:pt x="0" y="208026"/>
                </a:lnTo>
                <a:lnTo>
                  <a:pt x="208025" y="104013"/>
                </a:lnTo>
                <a:lnTo>
                  <a:pt x="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350757" y="6304889"/>
            <a:ext cx="565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A73737"/>
                </a:solidFill>
                <a:latin typeface="宋体"/>
                <a:cs typeface="宋体"/>
                <a:hlinkClick r:id="rId3" action="ppaction://hlinksldjump"/>
              </a:rPr>
              <a:t>分析表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16468" y="5017008"/>
            <a:ext cx="739140" cy="243840"/>
          </a:xfrm>
          <a:custGeom>
            <a:avLst/>
            <a:gdLst/>
            <a:ahLst/>
            <a:cxnLst/>
            <a:rect l="l" t="t" r="r" b="b"/>
            <a:pathLst>
              <a:path w="739140" h="243839">
                <a:moveTo>
                  <a:pt x="739139" y="0"/>
                </a:moveTo>
                <a:lnTo>
                  <a:pt x="0" y="0"/>
                </a:lnTo>
                <a:lnTo>
                  <a:pt x="0" y="243840"/>
                </a:lnTo>
                <a:lnTo>
                  <a:pt x="739139" y="243840"/>
                </a:lnTo>
                <a:lnTo>
                  <a:pt x="739139" y="213360"/>
                </a:lnTo>
                <a:lnTo>
                  <a:pt x="278129" y="213360"/>
                </a:lnTo>
                <a:lnTo>
                  <a:pt x="278129" y="30480"/>
                </a:lnTo>
                <a:lnTo>
                  <a:pt x="739139" y="30480"/>
                </a:lnTo>
                <a:lnTo>
                  <a:pt x="739139" y="0"/>
                </a:lnTo>
                <a:close/>
              </a:path>
              <a:path w="739140" h="243839">
                <a:moveTo>
                  <a:pt x="739139" y="30480"/>
                </a:moveTo>
                <a:lnTo>
                  <a:pt x="278129" y="30480"/>
                </a:lnTo>
                <a:lnTo>
                  <a:pt x="461009" y="121920"/>
                </a:lnTo>
                <a:lnTo>
                  <a:pt x="278129" y="213360"/>
                </a:lnTo>
                <a:lnTo>
                  <a:pt x="739139" y="213360"/>
                </a:lnTo>
                <a:lnTo>
                  <a:pt x="739139" y="30480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594597" y="504748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0"/>
                </a:moveTo>
                <a:lnTo>
                  <a:pt x="0" y="182880"/>
                </a:lnTo>
                <a:lnTo>
                  <a:pt x="182879" y="91439"/>
                </a:lnTo>
                <a:lnTo>
                  <a:pt x="0" y="0"/>
                </a:lnTo>
                <a:close/>
              </a:path>
            </a:pathLst>
          </a:custGeom>
          <a:solidFill>
            <a:srgbClr val="1F79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446389" y="5028641"/>
            <a:ext cx="48133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L</a:t>
            </a:r>
            <a:r>
              <a:rPr dirty="0" sz="1400" spc="-1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R</a:t>
            </a:r>
            <a:r>
              <a:rPr dirty="0" sz="1400" b="1">
                <a:solidFill>
                  <a:srgbClr val="A73737"/>
                </a:solidFill>
                <a:latin typeface="Times New Roman"/>
                <a:cs typeface="Times New Roman"/>
                <a:hlinkClick r:id="rId4" action="ppaction://hlinksldjump"/>
              </a:rPr>
              <a:t>(1)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87375" y="949388"/>
          <a:ext cx="7650480" cy="273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3500"/>
                <a:gridCol w="839469"/>
                <a:gridCol w="1087120"/>
                <a:gridCol w="1085214"/>
                <a:gridCol w="1086485"/>
                <a:gridCol w="1083310"/>
                <a:gridCol w="1087754"/>
              </a:tblGrid>
              <a:tr h="40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＝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618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88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602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spc="-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4+11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5+12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8+10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8850"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3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895348" y="3718305"/>
            <a:ext cx="60280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’)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的合并同心项目</a:t>
            </a:r>
            <a:r>
              <a:rPr dirty="0" sz="2800" spc="5" b="1">
                <a:solidFill>
                  <a:srgbClr val="00FFFF"/>
                </a:solidFill>
                <a:latin typeface="宋体"/>
                <a:cs typeface="宋体"/>
              </a:rPr>
              <a:t>集</a:t>
            </a:r>
            <a:r>
              <a:rPr dirty="0" sz="2800" b="1">
                <a:solidFill>
                  <a:srgbClr val="00FFFF"/>
                </a:solidFill>
                <a:latin typeface="宋体"/>
                <a:cs typeface="宋体"/>
              </a:rPr>
              <a:t>后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GO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函数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wgz</dc:creator>
  <dc:title>5.7  LALR(1 )分析    5.8  LR分析对二义文法的应用     5.9  LR分析的的错误处理与恢复    5.10   语法分析器的自动生成器—YACC</dc:title>
  <dcterms:created xsi:type="dcterms:W3CDTF">2025-05-20T06:45:50Z</dcterms:created>
  <dcterms:modified xsi:type="dcterms:W3CDTF">2025-05-20T06:45:50Z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2025-05-20T00:00:00Z</vt:filetime>
  </property>
</Properties>
</file>