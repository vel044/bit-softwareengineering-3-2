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8458" y="1276857"/>
            <a:ext cx="6787083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66C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5168" y="570941"/>
            <a:ext cx="1809114" cy="68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1597" y="1971547"/>
            <a:ext cx="848080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66C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51750" y="6697989"/>
            <a:ext cx="737234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9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0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4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5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6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z="3800" spc="-15">
                <a:latin typeface="黑体"/>
                <a:cs typeface="黑体"/>
              </a:rPr>
              <a:t>第</a:t>
            </a:r>
            <a:r>
              <a:rPr dirty="0" sz="3800" spc="-955">
                <a:latin typeface="黑体"/>
                <a:cs typeface="黑体"/>
              </a:rPr>
              <a:t> </a:t>
            </a:r>
            <a:r>
              <a:rPr dirty="0" sz="3800"/>
              <a:t>2</a:t>
            </a:r>
            <a:r>
              <a:rPr dirty="0" sz="3800" spc="-10"/>
              <a:t> </a:t>
            </a:r>
            <a:r>
              <a:rPr dirty="0" sz="3800" spc="-15">
                <a:latin typeface="黑体"/>
                <a:cs typeface="黑体"/>
              </a:rPr>
              <a:t>章	</a:t>
            </a:r>
            <a:r>
              <a:rPr dirty="0" sz="3800">
                <a:latin typeface="黑体"/>
                <a:cs typeface="黑体"/>
              </a:rPr>
              <a:t>形式</a:t>
            </a:r>
            <a:r>
              <a:rPr dirty="0" sz="3800" spc="-10">
                <a:latin typeface="黑体"/>
                <a:cs typeface="黑体"/>
              </a:rPr>
              <a:t>语言</a:t>
            </a:r>
            <a:r>
              <a:rPr dirty="0" sz="3800" spc="-15">
                <a:latin typeface="黑体"/>
                <a:cs typeface="黑体"/>
              </a:rPr>
              <a:t>与</a:t>
            </a:r>
            <a:r>
              <a:rPr dirty="0" sz="3800" spc="-10">
                <a:latin typeface="黑体"/>
                <a:cs typeface="黑体"/>
              </a:rPr>
              <a:t>自动</a:t>
            </a:r>
            <a:r>
              <a:rPr dirty="0" sz="3800" spc="-15">
                <a:latin typeface="黑体"/>
                <a:cs typeface="黑体"/>
              </a:rPr>
              <a:t>机</a:t>
            </a:r>
            <a:r>
              <a:rPr dirty="0" sz="3800" spc="-10">
                <a:latin typeface="黑体"/>
                <a:cs typeface="黑体"/>
              </a:rPr>
              <a:t>基</a:t>
            </a:r>
            <a:r>
              <a:rPr dirty="0" sz="3800" spc="-15"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1716" y="2692400"/>
            <a:ext cx="5186045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0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有限自动机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5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正规式与有限自动机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3686555"/>
            <a:ext cx="1228725" cy="513715"/>
          </a:xfrm>
          <a:custGeom>
            <a:avLst/>
            <a:gdLst/>
            <a:ahLst/>
            <a:cxnLst/>
            <a:rect l="l" t="t" r="r" b="b"/>
            <a:pathLst>
              <a:path w="1228725" h="513714">
                <a:moveTo>
                  <a:pt x="921638" y="0"/>
                </a:moveTo>
                <a:lnTo>
                  <a:pt x="921638" y="128397"/>
                </a:lnTo>
                <a:lnTo>
                  <a:pt x="0" y="128397"/>
                </a:lnTo>
                <a:lnTo>
                  <a:pt x="0" y="385191"/>
                </a:lnTo>
                <a:lnTo>
                  <a:pt x="921638" y="385191"/>
                </a:lnTo>
                <a:lnTo>
                  <a:pt x="921638" y="513588"/>
                </a:lnTo>
                <a:lnTo>
                  <a:pt x="1228344" y="256794"/>
                </a:lnTo>
                <a:lnTo>
                  <a:pt x="921638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9955" y="3686555"/>
            <a:ext cx="1228725" cy="513715"/>
          </a:xfrm>
          <a:custGeom>
            <a:avLst/>
            <a:gdLst/>
            <a:ahLst/>
            <a:cxnLst/>
            <a:rect l="l" t="t" r="r" b="b"/>
            <a:pathLst>
              <a:path w="1228725" h="513714">
                <a:moveTo>
                  <a:pt x="0" y="128397"/>
                </a:moveTo>
                <a:lnTo>
                  <a:pt x="921638" y="128397"/>
                </a:lnTo>
                <a:lnTo>
                  <a:pt x="921638" y="0"/>
                </a:lnTo>
                <a:lnTo>
                  <a:pt x="1228344" y="256794"/>
                </a:lnTo>
                <a:lnTo>
                  <a:pt x="921638" y="513588"/>
                </a:lnTo>
                <a:lnTo>
                  <a:pt x="921638" y="385191"/>
                </a:lnTo>
                <a:lnTo>
                  <a:pt x="0" y="385191"/>
                </a:lnTo>
                <a:lnTo>
                  <a:pt x="0" y="128397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25236" y="72644"/>
            <a:ext cx="1750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9740" y="595630"/>
            <a:ext cx="35985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EAEAEA"/>
                </a:solidFill>
                <a:latin typeface="宋体"/>
                <a:cs typeface="宋体"/>
              </a:rPr>
              <a:t>有限自动机</a:t>
            </a:r>
            <a:r>
              <a:rPr dirty="0" sz="3200" spc="-10" b="1">
                <a:solidFill>
                  <a:srgbClr val="EAEAEA"/>
                </a:solidFill>
                <a:latin typeface="宋体"/>
                <a:cs typeface="宋体"/>
              </a:rPr>
              <a:t>（</a:t>
            </a:r>
            <a:r>
              <a:rPr dirty="0" sz="3200" spc="-80" b="1">
                <a:solidFill>
                  <a:srgbClr val="EAEAEA"/>
                </a:solidFill>
                <a:latin typeface="宋体"/>
                <a:cs typeface="宋体"/>
              </a:rPr>
              <a:t> </a:t>
            </a:r>
            <a:r>
              <a:rPr dirty="0" sz="3200" spc="-85" b="1">
                <a:solidFill>
                  <a:srgbClr val="EAEAEA"/>
                </a:solidFill>
                <a:latin typeface="Times New Roman"/>
                <a:cs typeface="Times New Roman"/>
              </a:rPr>
              <a:t>FA</a:t>
            </a:r>
            <a:r>
              <a:rPr dirty="0" sz="3200" spc="-85" b="1">
                <a:solidFill>
                  <a:srgbClr val="EAEAEA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67474" y="1981390"/>
          <a:ext cx="8272780" cy="77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325"/>
                <a:gridCol w="822960"/>
                <a:gridCol w="822960"/>
                <a:gridCol w="822960"/>
                <a:gridCol w="822960"/>
                <a:gridCol w="822960"/>
                <a:gridCol w="822960"/>
                <a:gridCol w="822959"/>
                <a:gridCol w="822959"/>
                <a:gridCol w="823595"/>
              </a:tblGrid>
              <a:tr h="7482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197607" y="3250692"/>
            <a:ext cx="3754120" cy="814069"/>
          </a:xfrm>
          <a:prstGeom prst="rect">
            <a:avLst/>
          </a:prstGeom>
          <a:solidFill>
            <a:srgbClr val="000000"/>
          </a:solidFill>
          <a:ln w="76200">
            <a:solidFill>
              <a:srgbClr val="FF9295"/>
            </a:solidFill>
          </a:ln>
        </p:spPr>
        <p:txBody>
          <a:bodyPr wrap="square" lIns="0" tIns="154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有限状态自动机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6529" y="2743961"/>
            <a:ext cx="190500" cy="489584"/>
          </a:xfrm>
          <a:custGeom>
            <a:avLst/>
            <a:gdLst/>
            <a:ahLst/>
            <a:cxnLst/>
            <a:rect l="l" t="t" r="r" b="b"/>
            <a:pathLst>
              <a:path w="190500" h="489585">
                <a:moveTo>
                  <a:pt x="76208" y="190068"/>
                </a:moveTo>
                <a:lnTo>
                  <a:pt x="70358" y="488568"/>
                </a:lnTo>
                <a:lnTo>
                  <a:pt x="108458" y="489330"/>
                </a:lnTo>
                <a:lnTo>
                  <a:pt x="114309" y="190804"/>
                </a:lnTo>
                <a:lnTo>
                  <a:pt x="76208" y="190068"/>
                </a:lnTo>
                <a:close/>
              </a:path>
              <a:path w="190500" h="489585">
                <a:moveTo>
                  <a:pt x="180399" y="171068"/>
                </a:moveTo>
                <a:lnTo>
                  <a:pt x="76581" y="171068"/>
                </a:lnTo>
                <a:lnTo>
                  <a:pt x="114681" y="171830"/>
                </a:lnTo>
                <a:lnTo>
                  <a:pt x="114309" y="190804"/>
                </a:lnTo>
                <a:lnTo>
                  <a:pt x="190500" y="192277"/>
                </a:lnTo>
                <a:lnTo>
                  <a:pt x="180399" y="171068"/>
                </a:lnTo>
                <a:close/>
              </a:path>
              <a:path w="190500" h="489585">
                <a:moveTo>
                  <a:pt x="76581" y="171068"/>
                </a:moveTo>
                <a:lnTo>
                  <a:pt x="76208" y="190068"/>
                </a:lnTo>
                <a:lnTo>
                  <a:pt x="114309" y="190804"/>
                </a:lnTo>
                <a:lnTo>
                  <a:pt x="114681" y="171830"/>
                </a:lnTo>
                <a:lnTo>
                  <a:pt x="76581" y="171068"/>
                </a:lnTo>
                <a:close/>
              </a:path>
              <a:path w="190500" h="489585">
                <a:moveTo>
                  <a:pt x="98933" y="0"/>
                </a:moveTo>
                <a:lnTo>
                  <a:pt x="0" y="188595"/>
                </a:lnTo>
                <a:lnTo>
                  <a:pt x="76208" y="190068"/>
                </a:lnTo>
                <a:lnTo>
                  <a:pt x="76581" y="171068"/>
                </a:lnTo>
                <a:lnTo>
                  <a:pt x="180399" y="171068"/>
                </a:lnTo>
                <a:lnTo>
                  <a:pt x="989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9931" y="701751"/>
            <a:ext cx="2459990" cy="930275"/>
          </a:xfrm>
          <a:custGeom>
            <a:avLst/>
            <a:gdLst/>
            <a:ahLst/>
            <a:cxnLst/>
            <a:rect l="l" t="t" r="r" b="b"/>
            <a:pathLst>
              <a:path w="2459990" h="930275">
                <a:moveTo>
                  <a:pt x="223792" y="306247"/>
                </a:moveTo>
                <a:lnTo>
                  <a:pt x="226837" y="242957"/>
                </a:lnTo>
                <a:lnTo>
                  <a:pt x="266653" y="185379"/>
                </a:lnTo>
                <a:lnTo>
                  <a:pt x="298659" y="159879"/>
                </a:lnTo>
                <a:lnTo>
                  <a:pt x="337827" y="137183"/>
                </a:lnTo>
                <a:lnTo>
                  <a:pt x="383482" y="117750"/>
                </a:lnTo>
                <a:lnTo>
                  <a:pt x="434946" y="102039"/>
                </a:lnTo>
                <a:lnTo>
                  <a:pt x="491542" y="90508"/>
                </a:lnTo>
                <a:lnTo>
                  <a:pt x="552595" y="83616"/>
                </a:lnTo>
                <a:lnTo>
                  <a:pt x="603769" y="81806"/>
                </a:lnTo>
                <a:lnTo>
                  <a:pt x="654596" y="83496"/>
                </a:lnTo>
                <a:lnTo>
                  <a:pt x="704422" y="88618"/>
                </a:lnTo>
                <a:lnTo>
                  <a:pt x="752597" y="97104"/>
                </a:lnTo>
                <a:lnTo>
                  <a:pt x="798467" y="108889"/>
                </a:lnTo>
                <a:lnTo>
                  <a:pt x="828368" y="85269"/>
                </a:lnTo>
                <a:lnTo>
                  <a:pt x="864890" y="65332"/>
                </a:lnTo>
                <a:lnTo>
                  <a:pt x="906874" y="49260"/>
                </a:lnTo>
                <a:lnTo>
                  <a:pt x="953159" y="37236"/>
                </a:lnTo>
                <a:lnTo>
                  <a:pt x="1002588" y="29444"/>
                </a:lnTo>
                <a:lnTo>
                  <a:pt x="1054001" y="26066"/>
                </a:lnTo>
                <a:lnTo>
                  <a:pt x="1106238" y="27285"/>
                </a:lnTo>
                <a:lnTo>
                  <a:pt x="1158141" y="33284"/>
                </a:lnTo>
                <a:lnTo>
                  <a:pt x="1208550" y="44246"/>
                </a:lnTo>
                <a:lnTo>
                  <a:pt x="1245698" y="56200"/>
                </a:lnTo>
                <a:lnTo>
                  <a:pt x="1279035" y="70916"/>
                </a:lnTo>
                <a:lnTo>
                  <a:pt x="1310317" y="46162"/>
                </a:lnTo>
                <a:lnTo>
                  <a:pt x="1350361" y="26345"/>
                </a:lnTo>
                <a:lnTo>
                  <a:pt x="1397168" y="11813"/>
                </a:lnTo>
                <a:lnTo>
                  <a:pt x="1448737" y="2915"/>
                </a:lnTo>
                <a:lnTo>
                  <a:pt x="1503070" y="0"/>
                </a:lnTo>
                <a:lnTo>
                  <a:pt x="1558167" y="3416"/>
                </a:lnTo>
                <a:lnTo>
                  <a:pt x="1612029" y="13512"/>
                </a:lnTo>
                <a:lnTo>
                  <a:pt x="1659384" y="29403"/>
                </a:lnTo>
                <a:lnTo>
                  <a:pt x="1698643" y="50342"/>
                </a:lnTo>
                <a:lnTo>
                  <a:pt x="1738893" y="30416"/>
                </a:lnTo>
                <a:lnTo>
                  <a:pt x="1784682" y="15455"/>
                </a:lnTo>
                <a:lnTo>
                  <a:pt x="1834442" y="5526"/>
                </a:lnTo>
                <a:lnTo>
                  <a:pt x="1886603" y="701"/>
                </a:lnTo>
                <a:lnTo>
                  <a:pt x="1939599" y="1049"/>
                </a:lnTo>
                <a:lnTo>
                  <a:pt x="1991859" y="6640"/>
                </a:lnTo>
                <a:lnTo>
                  <a:pt x="2041815" y="17544"/>
                </a:lnTo>
                <a:lnTo>
                  <a:pt x="2087898" y="33832"/>
                </a:lnTo>
                <a:lnTo>
                  <a:pt x="2148557" y="71281"/>
                </a:lnTo>
                <a:lnTo>
                  <a:pt x="2181116" y="117017"/>
                </a:lnTo>
                <a:lnTo>
                  <a:pt x="2238487" y="128378"/>
                </a:lnTo>
                <a:lnTo>
                  <a:pt x="2288779" y="144897"/>
                </a:lnTo>
                <a:lnTo>
                  <a:pt x="2331137" y="165804"/>
                </a:lnTo>
                <a:lnTo>
                  <a:pt x="2364711" y="190328"/>
                </a:lnTo>
                <a:lnTo>
                  <a:pt x="2402090" y="247140"/>
                </a:lnTo>
                <a:lnTo>
                  <a:pt x="2404191" y="277888"/>
                </a:lnTo>
                <a:lnTo>
                  <a:pt x="2394095" y="309168"/>
                </a:lnTo>
                <a:lnTo>
                  <a:pt x="2390412" y="316153"/>
                </a:lnTo>
                <a:lnTo>
                  <a:pt x="2385713" y="323011"/>
                </a:lnTo>
                <a:lnTo>
                  <a:pt x="2380125" y="329742"/>
                </a:lnTo>
                <a:lnTo>
                  <a:pt x="2417403" y="359964"/>
                </a:lnTo>
                <a:lnTo>
                  <a:pt x="2442924" y="392192"/>
                </a:lnTo>
                <a:lnTo>
                  <a:pt x="2456890" y="425641"/>
                </a:lnTo>
                <a:lnTo>
                  <a:pt x="2459501" y="459522"/>
                </a:lnTo>
                <a:lnTo>
                  <a:pt x="2450958" y="493049"/>
                </a:lnTo>
                <a:lnTo>
                  <a:pt x="2401213" y="555892"/>
                </a:lnTo>
                <a:lnTo>
                  <a:pt x="2360412" y="583633"/>
                </a:lnTo>
                <a:lnTo>
                  <a:pt x="2309259" y="607872"/>
                </a:lnTo>
                <a:lnTo>
                  <a:pt x="2268209" y="622092"/>
                </a:lnTo>
                <a:lnTo>
                  <a:pt x="2224122" y="633431"/>
                </a:lnTo>
                <a:lnTo>
                  <a:pt x="2177582" y="641769"/>
                </a:lnTo>
                <a:lnTo>
                  <a:pt x="2129173" y="646988"/>
                </a:lnTo>
                <a:lnTo>
                  <a:pt x="2123379" y="677389"/>
                </a:lnTo>
                <a:lnTo>
                  <a:pt x="2082884" y="732228"/>
                </a:lnTo>
                <a:lnTo>
                  <a:pt x="2050056" y="755718"/>
                </a:lnTo>
                <a:lnTo>
                  <a:pt x="2010090" y="775955"/>
                </a:lnTo>
                <a:lnTo>
                  <a:pt x="1963923" y="792464"/>
                </a:lnTo>
                <a:lnTo>
                  <a:pt x="1912490" y="804771"/>
                </a:lnTo>
                <a:lnTo>
                  <a:pt x="1856729" y="812402"/>
                </a:lnTo>
                <a:lnTo>
                  <a:pt x="1797576" y="814882"/>
                </a:lnTo>
                <a:lnTo>
                  <a:pt x="1752390" y="813088"/>
                </a:lnTo>
                <a:lnTo>
                  <a:pt x="1708311" y="808151"/>
                </a:lnTo>
                <a:lnTo>
                  <a:pt x="1665971" y="800166"/>
                </a:lnTo>
                <a:lnTo>
                  <a:pt x="1625999" y="789228"/>
                </a:lnTo>
                <a:lnTo>
                  <a:pt x="1605568" y="816641"/>
                </a:lnTo>
                <a:lnTo>
                  <a:pt x="1544921" y="863883"/>
                </a:lnTo>
                <a:lnTo>
                  <a:pt x="1506188" y="883299"/>
                </a:lnTo>
                <a:lnTo>
                  <a:pt x="1462835" y="899640"/>
                </a:lnTo>
                <a:lnTo>
                  <a:pt x="1415605" y="912698"/>
                </a:lnTo>
                <a:lnTo>
                  <a:pt x="1365237" y="922268"/>
                </a:lnTo>
                <a:lnTo>
                  <a:pt x="1312473" y="928145"/>
                </a:lnTo>
                <a:lnTo>
                  <a:pt x="1258053" y="930123"/>
                </a:lnTo>
                <a:lnTo>
                  <a:pt x="1202718" y="927998"/>
                </a:lnTo>
                <a:lnTo>
                  <a:pt x="1147209" y="921562"/>
                </a:lnTo>
                <a:lnTo>
                  <a:pt x="1085757" y="908870"/>
                </a:lnTo>
                <a:lnTo>
                  <a:pt x="1029830" y="891082"/>
                </a:lnTo>
                <a:lnTo>
                  <a:pt x="980617" y="868627"/>
                </a:lnTo>
                <a:lnTo>
                  <a:pt x="939310" y="841933"/>
                </a:lnTo>
                <a:lnTo>
                  <a:pt x="890330" y="855072"/>
                </a:lnTo>
                <a:lnTo>
                  <a:pt x="839718" y="864763"/>
                </a:lnTo>
                <a:lnTo>
                  <a:pt x="788040" y="871076"/>
                </a:lnTo>
                <a:lnTo>
                  <a:pt x="735860" y="874084"/>
                </a:lnTo>
                <a:lnTo>
                  <a:pt x="683743" y="873859"/>
                </a:lnTo>
                <a:lnTo>
                  <a:pt x="632253" y="870474"/>
                </a:lnTo>
                <a:lnTo>
                  <a:pt x="581955" y="864000"/>
                </a:lnTo>
                <a:lnTo>
                  <a:pt x="533414" y="854510"/>
                </a:lnTo>
                <a:lnTo>
                  <a:pt x="487194" y="842075"/>
                </a:lnTo>
                <a:lnTo>
                  <a:pt x="443861" y="826768"/>
                </a:lnTo>
                <a:lnTo>
                  <a:pt x="403978" y="808661"/>
                </a:lnTo>
                <a:lnTo>
                  <a:pt x="368110" y="787826"/>
                </a:lnTo>
                <a:lnTo>
                  <a:pt x="336822" y="764336"/>
                </a:lnTo>
                <a:lnTo>
                  <a:pt x="332123" y="760272"/>
                </a:lnTo>
                <a:lnTo>
                  <a:pt x="274891" y="760353"/>
                </a:lnTo>
                <a:lnTo>
                  <a:pt x="220882" y="753969"/>
                </a:lnTo>
                <a:lnTo>
                  <a:pt x="171750" y="741794"/>
                </a:lnTo>
                <a:lnTo>
                  <a:pt x="129147" y="724500"/>
                </a:lnTo>
                <a:lnTo>
                  <a:pt x="94726" y="702761"/>
                </a:lnTo>
                <a:lnTo>
                  <a:pt x="57041" y="648639"/>
                </a:lnTo>
                <a:lnTo>
                  <a:pt x="56631" y="620883"/>
                </a:lnTo>
                <a:lnTo>
                  <a:pt x="67757" y="594045"/>
                </a:lnTo>
                <a:lnTo>
                  <a:pt x="89813" y="569040"/>
                </a:lnTo>
                <a:lnTo>
                  <a:pt x="122192" y="546785"/>
                </a:lnTo>
                <a:lnTo>
                  <a:pt x="69987" y="525663"/>
                </a:lnTo>
                <a:lnTo>
                  <a:pt x="31660" y="499099"/>
                </a:lnTo>
                <a:lnTo>
                  <a:pt x="8051" y="468759"/>
                </a:lnTo>
                <a:lnTo>
                  <a:pt x="0" y="436314"/>
                </a:lnTo>
                <a:lnTo>
                  <a:pt x="8345" y="403431"/>
                </a:lnTo>
                <a:lnTo>
                  <a:pt x="33927" y="371779"/>
                </a:lnTo>
                <a:lnTo>
                  <a:pt x="69027" y="347744"/>
                </a:lnTo>
                <a:lnTo>
                  <a:pt x="113366" y="328853"/>
                </a:lnTo>
                <a:lnTo>
                  <a:pt x="164944" y="315772"/>
                </a:lnTo>
                <a:lnTo>
                  <a:pt x="221760" y="309168"/>
                </a:lnTo>
                <a:lnTo>
                  <a:pt x="223792" y="306247"/>
                </a:lnTo>
                <a:close/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27623" y="1914017"/>
            <a:ext cx="89788" cy="897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50509" y="1757045"/>
            <a:ext cx="141477" cy="1413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19114" y="1575942"/>
            <a:ext cx="193039" cy="1930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74790" y="1244853"/>
            <a:ext cx="144145" cy="17780"/>
          </a:xfrm>
          <a:custGeom>
            <a:avLst/>
            <a:gdLst/>
            <a:ahLst/>
            <a:cxnLst/>
            <a:rect l="l" t="t" r="r" b="b"/>
            <a:pathLst>
              <a:path w="144145" h="17780">
                <a:moveTo>
                  <a:pt x="144018" y="17272"/>
                </a:moveTo>
                <a:lnTo>
                  <a:pt x="106477" y="17287"/>
                </a:lnTo>
                <a:lnTo>
                  <a:pt x="69532" y="14351"/>
                </a:lnTo>
                <a:lnTo>
                  <a:pt x="33825" y="8556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82944" y="1449705"/>
            <a:ext cx="63500" cy="8255"/>
          </a:xfrm>
          <a:custGeom>
            <a:avLst/>
            <a:gdLst/>
            <a:ahLst/>
            <a:cxnLst/>
            <a:rect l="l" t="t" r="r" b="b"/>
            <a:pathLst>
              <a:path w="63500" h="8255">
                <a:moveTo>
                  <a:pt x="62991" y="0"/>
                </a:moveTo>
                <a:lnTo>
                  <a:pt x="47666" y="2879"/>
                </a:lnTo>
                <a:lnTo>
                  <a:pt x="32019" y="5222"/>
                </a:lnTo>
                <a:lnTo>
                  <a:pt x="16111" y="7018"/>
                </a:lnTo>
                <a:lnTo>
                  <a:pt x="0" y="8255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51015" y="1502536"/>
            <a:ext cx="38100" cy="37465"/>
          </a:xfrm>
          <a:custGeom>
            <a:avLst/>
            <a:gdLst/>
            <a:ahLst/>
            <a:cxnLst/>
            <a:rect l="l" t="t" r="r" b="b"/>
            <a:pathLst>
              <a:path w="38100" h="37465">
                <a:moveTo>
                  <a:pt x="37973" y="37464"/>
                </a:moveTo>
                <a:lnTo>
                  <a:pt x="27092" y="28467"/>
                </a:lnTo>
                <a:lnTo>
                  <a:pt x="17129" y="19208"/>
                </a:lnTo>
                <a:lnTo>
                  <a:pt x="8094" y="9711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76184" y="1446530"/>
            <a:ext cx="15240" cy="41275"/>
          </a:xfrm>
          <a:custGeom>
            <a:avLst/>
            <a:gdLst/>
            <a:ahLst/>
            <a:cxnLst/>
            <a:rect l="l" t="t" r="r" b="b"/>
            <a:pathLst>
              <a:path w="15240" h="41275">
                <a:moveTo>
                  <a:pt x="15113" y="0"/>
                </a:moveTo>
                <a:lnTo>
                  <a:pt x="12876" y="10447"/>
                </a:lnTo>
                <a:lnTo>
                  <a:pt x="9604" y="20812"/>
                </a:lnTo>
                <a:lnTo>
                  <a:pt x="5308" y="31057"/>
                </a:lnTo>
                <a:lnTo>
                  <a:pt x="0" y="4114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92795" y="1192657"/>
            <a:ext cx="185420" cy="153670"/>
          </a:xfrm>
          <a:custGeom>
            <a:avLst/>
            <a:gdLst/>
            <a:ahLst/>
            <a:cxnLst/>
            <a:rect l="l" t="t" r="r" b="b"/>
            <a:pathLst>
              <a:path w="185420" h="153669">
                <a:moveTo>
                  <a:pt x="0" y="0"/>
                </a:moveTo>
                <a:lnTo>
                  <a:pt x="63122" y="20687"/>
                </a:lnTo>
                <a:lnTo>
                  <a:pt x="114649" y="47636"/>
                </a:lnTo>
                <a:lnTo>
                  <a:pt x="153107" y="79607"/>
                </a:lnTo>
                <a:lnTo>
                  <a:pt x="177019" y="115364"/>
                </a:lnTo>
                <a:lnTo>
                  <a:pt x="184911" y="153669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46618" y="1029208"/>
            <a:ext cx="82550" cy="57785"/>
          </a:xfrm>
          <a:custGeom>
            <a:avLst/>
            <a:gdLst/>
            <a:ahLst/>
            <a:cxnLst/>
            <a:rect l="l" t="t" r="r" b="b"/>
            <a:pathLst>
              <a:path w="82550" h="57784">
                <a:moveTo>
                  <a:pt x="82296" y="0"/>
                </a:moveTo>
                <a:lnTo>
                  <a:pt x="66686" y="16168"/>
                </a:lnTo>
                <a:lnTo>
                  <a:pt x="47625" y="31241"/>
                </a:lnTo>
                <a:lnTo>
                  <a:pt x="25324" y="45077"/>
                </a:lnTo>
                <a:lnTo>
                  <a:pt x="0" y="5753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31429" y="815466"/>
            <a:ext cx="4445" cy="27305"/>
          </a:xfrm>
          <a:custGeom>
            <a:avLst/>
            <a:gdLst/>
            <a:ahLst/>
            <a:cxnLst/>
            <a:rect l="l" t="t" r="r" b="b"/>
            <a:pathLst>
              <a:path w="4445" h="27305">
                <a:moveTo>
                  <a:pt x="0" y="0"/>
                </a:moveTo>
                <a:lnTo>
                  <a:pt x="1996" y="6784"/>
                </a:lnTo>
                <a:lnTo>
                  <a:pt x="3397" y="13604"/>
                </a:lnTo>
                <a:lnTo>
                  <a:pt x="4179" y="20448"/>
                </a:lnTo>
                <a:lnTo>
                  <a:pt x="4318" y="27305"/>
                </a:lnTo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05521" y="749173"/>
            <a:ext cx="42545" cy="34925"/>
          </a:xfrm>
          <a:custGeom>
            <a:avLst/>
            <a:gdLst/>
            <a:ahLst/>
            <a:cxnLst/>
            <a:rect l="l" t="t" r="r" b="b"/>
            <a:pathLst>
              <a:path w="42545" h="34925">
                <a:moveTo>
                  <a:pt x="0" y="34671"/>
                </a:moveTo>
                <a:lnTo>
                  <a:pt x="8733" y="25413"/>
                </a:lnTo>
                <a:lnTo>
                  <a:pt x="18716" y="16525"/>
                </a:lnTo>
                <a:lnTo>
                  <a:pt x="29914" y="8042"/>
                </a:lnTo>
                <a:lnTo>
                  <a:pt x="42291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11059" y="770381"/>
            <a:ext cx="20955" cy="30480"/>
          </a:xfrm>
          <a:custGeom>
            <a:avLst/>
            <a:gdLst/>
            <a:ahLst/>
            <a:cxnLst/>
            <a:rect l="l" t="t" r="r" b="b"/>
            <a:pathLst>
              <a:path w="20954" h="30479">
                <a:moveTo>
                  <a:pt x="0" y="29971"/>
                </a:moveTo>
                <a:lnTo>
                  <a:pt x="3784" y="22234"/>
                </a:lnTo>
                <a:lnTo>
                  <a:pt x="8461" y="14652"/>
                </a:lnTo>
                <a:lnTo>
                  <a:pt x="14019" y="7237"/>
                </a:lnTo>
                <a:lnTo>
                  <a:pt x="20447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48144" y="810513"/>
            <a:ext cx="74295" cy="29209"/>
          </a:xfrm>
          <a:custGeom>
            <a:avLst/>
            <a:gdLst/>
            <a:ahLst/>
            <a:cxnLst/>
            <a:rect l="l" t="t" r="r" b="b"/>
            <a:pathLst>
              <a:path w="74295" h="29209">
                <a:moveTo>
                  <a:pt x="0" y="0"/>
                </a:moveTo>
                <a:lnTo>
                  <a:pt x="19728" y="6328"/>
                </a:lnTo>
                <a:lnTo>
                  <a:pt x="38671" y="13287"/>
                </a:lnTo>
                <a:lnTo>
                  <a:pt x="56757" y="20841"/>
                </a:lnTo>
                <a:lnTo>
                  <a:pt x="73913" y="28956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73723" y="1007999"/>
            <a:ext cx="13335" cy="30480"/>
          </a:xfrm>
          <a:custGeom>
            <a:avLst/>
            <a:gdLst/>
            <a:ahLst/>
            <a:cxnLst/>
            <a:rect l="l" t="t" r="r" b="b"/>
            <a:pathLst>
              <a:path w="13335" h="30480">
                <a:moveTo>
                  <a:pt x="12953" y="30479"/>
                </a:moveTo>
                <a:lnTo>
                  <a:pt x="8858" y="22985"/>
                </a:lnTo>
                <a:lnTo>
                  <a:pt x="5334" y="15382"/>
                </a:lnTo>
                <a:lnTo>
                  <a:pt x="2381" y="7709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467602" y="862964"/>
            <a:ext cx="12509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34441" y="3781227"/>
            <a:ext cx="4109720" cy="148971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工作动作：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读读头所指向的字符；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091" y="5512308"/>
            <a:ext cx="8053070" cy="546100"/>
          </a:xfrm>
          <a:prstGeom prst="rect">
            <a:avLst/>
          </a:prstGeom>
          <a:solidFill>
            <a:srgbClr val="000000"/>
          </a:solidFill>
          <a:ln w="57150">
            <a:solidFill>
              <a:srgbClr val="FFFF9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760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据当前状态和读的字符改变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动机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状态；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4441" y="6220459"/>
            <a:ext cx="32931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将读头向前移动。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880109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5">
                <a:latin typeface="黑体"/>
                <a:cs typeface="黑体"/>
              </a:rPr>
              <a:t>第</a:t>
            </a:r>
            <a:r>
              <a:rPr dirty="0" sz="3800" spc="-960">
                <a:latin typeface="黑体"/>
                <a:cs typeface="黑体"/>
              </a:rPr>
              <a:t> </a:t>
            </a:r>
            <a:r>
              <a:rPr dirty="0" sz="3800"/>
              <a:t>2</a:t>
            </a:r>
            <a:r>
              <a:rPr dirty="0" sz="3800" spc="-10"/>
              <a:t> </a:t>
            </a:r>
            <a:r>
              <a:rPr dirty="0" sz="3800" spc="-15">
                <a:latin typeface="黑体"/>
                <a:cs typeface="黑体"/>
              </a:rPr>
              <a:t>章	</a:t>
            </a:r>
            <a:r>
              <a:rPr dirty="0" sz="3800">
                <a:latin typeface="黑体"/>
                <a:cs typeface="黑体"/>
              </a:rPr>
              <a:t>形式</a:t>
            </a:r>
            <a:r>
              <a:rPr dirty="0" sz="3800" spc="-10">
                <a:latin typeface="黑体"/>
                <a:cs typeface="黑体"/>
              </a:rPr>
              <a:t>语言</a:t>
            </a:r>
            <a:r>
              <a:rPr dirty="0" sz="3800" spc="-15">
                <a:latin typeface="黑体"/>
                <a:cs typeface="黑体"/>
              </a:rPr>
              <a:t>与</a:t>
            </a:r>
            <a:r>
              <a:rPr dirty="0" sz="3800" spc="-10">
                <a:latin typeface="黑体"/>
                <a:cs typeface="黑体"/>
              </a:rPr>
              <a:t>自动</a:t>
            </a:r>
            <a:r>
              <a:rPr dirty="0" sz="3800" spc="-15">
                <a:latin typeface="黑体"/>
                <a:cs typeface="黑体"/>
              </a:rPr>
              <a:t>机</a:t>
            </a:r>
            <a:r>
              <a:rPr dirty="0" sz="3800" spc="-10">
                <a:latin typeface="黑体"/>
                <a:cs typeface="黑体"/>
              </a:rPr>
              <a:t>基</a:t>
            </a:r>
            <a:r>
              <a:rPr dirty="0" sz="3800" spc="-15"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1775" rIns="0" bIns="0" rtlCol="0" vert="horz">
            <a:spAutoFit/>
          </a:bodyPr>
          <a:lstStyle/>
          <a:p>
            <a:pPr lvl="1" marL="1135380" indent="-802005">
              <a:lnSpc>
                <a:spcPct val="100000"/>
              </a:lnSpc>
              <a:spcBef>
                <a:spcPts val="1825"/>
              </a:spcBef>
              <a:buFont typeface="Times New Roman"/>
              <a:buAutoNum type="arabicPeriod" startAt="2"/>
              <a:tabLst>
                <a:tab pos="1136015" algn="l"/>
                <a:tab pos="113665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有限自动机基础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确定的有限状态自动</a:t>
            </a:r>
            <a:r>
              <a:rPr dirty="0" sz="3600" spc="-2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非确定的有限状态自动</a:t>
            </a:r>
            <a:r>
              <a:rPr dirty="0" sz="3600" spc="-2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确定化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4112" y="2980944"/>
            <a:ext cx="932815" cy="658495"/>
          </a:xfrm>
          <a:custGeom>
            <a:avLst/>
            <a:gdLst/>
            <a:ahLst/>
            <a:cxnLst/>
            <a:rect l="l" t="t" r="r" b="b"/>
            <a:pathLst>
              <a:path w="932815" h="658495">
                <a:moveTo>
                  <a:pt x="698919" y="0"/>
                </a:moveTo>
                <a:lnTo>
                  <a:pt x="698919" y="164591"/>
                </a:lnTo>
                <a:lnTo>
                  <a:pt x="0" y="164591"/>
                </a:lnTo>
                <a:lnTo>
                  <a:pt x="0" y="493775"/>
                </a:lnTo>
                <a:lnTo>
                  <a:pt x="698919" y="493775"/>
                </a:lnTo>
                <a:lnTo>
                  <a:pt x="698919" y="658367"/>
                </a:lnTo>
                <a:lnTo>
                  <a:pt x="932688" y="329183"/>
                </a:lnTo>
                <a:lnTo>
                  <a:pt x="698919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4112" y="2980944"/>
            <a:ext cx="932815" cy="658495"/>
          </a:xfrm>
          <a:custGeom>
            <a:avLst/>
            <a:gdLst/>
            <a:ahLst/>
            <a:cxnLst/>
            <a:rect l="l" t="t" r="r" b="b"/>
            <a:pathLst>
              <a:path w="932815" h="658495">
                <a:moveTo>
                  <a:pt x="0" y="164591"/>
                </a:moveTo>
                <a:lnTo>
                  <a:pt x="698919" y="164591"/>
                </a:lnTo>
                <a:lnTo>
                  <a:pt x="698919" y="0"/>
                </a:lnTo>
                <a:lnTo>
                  <a:pt x="932688" y="329183"/>
                </a:lnTo>
                <a:lnTo>
                  <a:pt x="698919" y="658367"/>
                </a:lnTo>
                <a:lnTo>
                  <a:pt x="698919" y="493775"/>
                </a:lnTo>
                <a:lnTo>
                  <a:pt x="0" y="493775"/>
                </a:lnTo>
                <a:lnTo>
                  <a:pt x="0" y="164591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9740" y="687070"/>
            <a:ext cx="6026785" cy="5873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50" spc="25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650" spc="5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50" spc="-25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>
                <a:solidFill>
                  <a:srgbClr val="EAEAEA"/>
                </a:solidFill>
                <a:latin typeface="宋体"/>
                <a:cs typeface="宋体"/>
              </a:rPr>
              <a:t>确定的有限自动机</a:t>
            </a:r>
            <a:r>
              <a:rPr dirty="0" spc="-10">
                <a:solidFill>
                  <a:srgbClr val="EAEAEA"/>
                </a:solidFill>
                <a:latin typeface="宋体"/>
                <a:cs typeface="宋体"/>
              </a:rPr>
              <a:t>（</a:t>
            </a:r>
            <a:r>
              <a:rPr dirty="0" spc="-50">
                <a:solidFill>
                  <a:srgbClr val="EAEAEA"/>
                </a:solidFill>
                <a:latin typeface="宋体"/>
                <a:cs typeface="宋体"/>
              </a:rPr>
              <a:t> </a:t>
            </a:r>
            <a:r>
              <a:rPr dirty="0" spc="-65">
                <a:solidFill>
                  <a:srgbClr val="EAEAEA"/>
                </a:solidFill>
              </a:rPr>
              <a:t>DFA</a:t>
            </a:r>
            <a:r>
              <a:rPr dirty="0" spc="-65">
                <a:solidFill>
                  <a:srgbClr val="EAEAEA"/>
                </a:solidFill>
                <a:latin typeface="宋体"/>
                <a:cs typeface="宋体"/>
              </a:rPr>
              <a:t>）</a:t>
            </a:r>
            <a:endParaRPr sz="365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0031" y="1210432"/>
            <a:ext cx="7923530" cy="5396865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762635">
              <a:lnSpc>
                <a:spcPct val="100000"/>
              </a:lnSpc>
              <a:spcBef>
                <a:spcPts val="1985"/>
              </a:spcBef>
            </a:pPr>
            <a:r>
              <a:rPr dirty="0" sz="2800" spc="-5" b="1">
                <a:solidFill>
                  <a:srgbClr val="EAEAEA"/>
                </a:solidFill>
                <a:latin typeface="Times New Roman"/>
                <a:cs typeface="Times New Roman"/>
              </a:rPr>
              <a:t>( </a:t>
            </a:r>
            <a:r>
              <a:rPr dirty="0" sz="2800" spc="-20" b="1">
                <a:solidFill>
                  <a:srgbClr val="FF99FF"/>
                </a:solidFill>
                <a:latin typeface="Times New Roman"/>
                <a:cs typeface="Times New Roman"/>
              </a:rPr>
              <a:t>DFA</a:t>
            </a:r>
            <a:r>
              <a:rPr dirty="0" sz="2800" spc="-20" b="1">
                <a:solidFill>
                  <a:srgbClr val="EAEAEA"/>
                </a:solidFill>
                <a:latin typeface="宋体"/>
                <a:cs typeface="宋体"/>
              </a:rPr>
              <a:t>：</a:t>
            </a:r>
            <a:r>
              <a:rPr dirty="0" u="heavy" sz="2800" spc="-20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sz="2800" spc="-20" b="1">
                <a:solidFill>
                  <a:srgbClr val="EAEAEA"/>
                </a:solidFill>
                <a:latin typeface="Times New Roman"/>
                <a:cs typeface="Times New Roman"/>
              </a:rPr>
              <a:t>eterministic </a:t>
            </a:r>
            <a:r>
              <a:rPr dirty="0" u="heavy" sz="2800" spc="-5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EAEAEA"/>
                </a:solidFill>
                <a:latin typeface="Times New Roman"/>
                <a:cs typeface="Times New Roman"/>
              </a:rPr>
              <a:t>inite </a:t>
            </a:r>
            <a:r>
              <a:rPr dirty="0" u="heavy" sz="2800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EAEAEA"/>
                </a:solidFill>
                <a:latin typeface="Times New Roman"/>
                <a:cs typeface="Times New Roman"/>
              </a:rPr>
              <a:t>utomaton</a:t>
            </a:r>
            <a:r>
              <a:rPr dirty="0" sz="2800" spc="-75" b="1">
                <a:solidFill>
                  <a:srgbClr val="EAEAEA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EAEAEA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Times New Roman"/>
              <a:cs typeface="Times New Roman"/>
            </a:endParaRPr>
          </a:p>
          <a:p>
            <a:pPr marL="724535" indent="-420370">
              <a:lnSpc>
                <a:spcPct val="100000"/>
              </a:lnSpc>
              <a:spcBef>
                <a:spcPts val="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724535" algn="l"/>
                <a:tab pos="7251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2.24</a:t>
            </a:r>
            <a:endParaRPr sz="3200">
              <a:latin typeface="Times New Roman"/>
              <a:cs typeface="Times New Roman"/>
            </a:endParaRPr>
          </a:p>
          <a:p>
            <a:pPr marL="304800" marR="43180" indent="621665">
              <a:lnSpc>
                <a:spcPct val="100000"/>
              </a:lnSpc>
              <a:spcBef>
                <a:spcPts val="1680"/>
              </a:spcBef>
              <a:tabLst>
                <a:tab pos="6010275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确定的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限自动</a:t>
            </a:r>
            <a:r>
              <a:rPr dirty="0" sz="2800" spc="4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204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一个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五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元组</a:t>
            </a:r>
            <a:endParaRPr sz="2800">
              <a:latin typeface="宋体"/>
              <a:cs typeface="宋体"/>
            </a:endParaRPr>
          </a:p>
          <a:p>
            <a:pPr algn="ctr" marL="256540">
              <a:lnSpc>
                <a:spcPct val="100000"/>
              </a:lnSpc>
              <a:spcBef>
                <a:spcPts val="1770"/>
              </a:spcBef>
              <a:tabLst>
                <a:tab pos="1958975" algn="l"/>
                <a:tab pos="2555240" algn="l"/>
                <a:tab pos="2994025" algn="l"/>
                <a:tab pos="3637279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350" spc="-50" b="1" i="1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26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850900" marR="95250" indent="-443865">
              <a:lnSpc>
                <a:spcPct val="150000"/>
              </a:lnSpc>
              <a:spcBef>
                <a:spcPts val="5"/>
              </a:spcBef>
            </a:pPr>
            <a:r>
              <a:rPr dirty="0" sz="2800" spc="-1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状态的有限集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合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，每个元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素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3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-44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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称为一 个状态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734" y="842869"/>
            <a:ext cx="6703059" cy="1332230"/>
          </a:xfrm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635635" marR="5080" indent="-623570">
              <a:lnSpc>
                <a:spcPct val="146600"/>
              </a:lnSpc>
              <a:spcBef>
                <a:spcPts val="185"/>
              </a:spcBef>
            </a:pPr>
            <a:r>
              <a:rPr dirty="0" sz="2950" spc="-105" i="1">
                <a:solidFill>
                  <a:srgbClr val="FF99FF"/>
                </a:solidFill>
                <a:latin typeface="Symbol"/>
                <a:cs typeface="Symbol"/>
              </a:rPr>
              <a:t></a:t>
            </a:r>
            <a:r>
              <a:rPr dirty="0" sz="2800" spc="-5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输入字符的有限集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或有穷字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母</a:t>
            </a:r>
            <a:r>
              <a:rPr dirty="0" sz="2800" spc="15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每个元素是一个输入字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3242" y="2287707"/>
            <a:ext cx="7760970" cy="403606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1100"/>
              </a:spcBef>
            </a:pPr>
            <a:r>
              <a:rPr dirty="0" sz="2800" spc="-5" b="1" i="1">
                <a:solidFill>
                  <a:srgbClr val="FF99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状态转换函数：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从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25" b="1">
                <a:solidFill>
                  <a:srgbClr val="FFFF00"/>
                </a:solidFill>
                <a:latin typeface="Symbol"/>
                <a:cs typeface="Symbol"/>
              </a:rPr>
              <a:t></a:t>
            </a:r>
            <a:r>
              <a:rPr dirty="0" sz="2950" spc="-2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2800" spc="-25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38784" marR="17780" indent="92710">
              <a:lnSpc>
                <a:spcPts val="4540"/>
              </a:lnSpc>
              <a:spcBef>
                <a:spcPts val="315"/>
              </a:spcBef>
              <a:tabLst>
                <a:tab pos="1512570" algn="l"/>
                <a:tab pos="3505200" algn="l"/>
              </a:tabLst>
            </a:pPr>
            <a:r>
              <a:rPr dirty="0" sz="2800" spc="-5" b="1">
                <a:solidFill>
                  <a:srgbClr val="66CCFF"/>
                </a:solidFill>
                <a:latin typeface="宋体"/>
                <a:cs typeface="宋体"/>
              </a:rPr>
              <a:t>例如</a:t>
            </a:r>
            <a:r>
              <a:rPr dirty="0" sz="2800" spc="-5" b="1">
                <a:solidFill>
                  <a:srgbClr val="66CCFF"/>
                </a:solidFill>
                <a:latin typeface="Times New Roman"/>
                <a:cs typeface="Times New Roman"/>
              </a:rPr>
              <a:t>,	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,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）=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、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3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2950" spc="-3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表示了在状 态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读入字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后转入状态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也称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  <a:p>
            <a:pPr marL="438784">
              <a:lnSpc>
                <a:spcPct val="100000"/>
              </a:lnSpc>
              <a:spcBef>
                <a:spcPts val="82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后继状态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0800" marR="484505" indent="30480">
              <a:lnSpc>
                <a:spcPct val="184600"/>
              </a:lnSpc>
              <a:spcBef>
                <a:spcPts val="1055"/>
              </a:spcBef>
              <a:tabLst>
                <a:tab pos="6185535" algn="l"/>
              </a:tabLst>
            </a:pPr>
            <a:r>
              <a:rPr dirty="0" sz="280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99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的唯一初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（也称开始状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10" b="1" i="1">
                <a:solidFill>
                  <a:srgbClr val="FF99FF"/>
                </a:solidFill>
                <a:latin typeface="Times New Roman"/>
                <a:cs typeface="Times New Roman"/>
              </a:rPr>
              <a:t>Z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：</a:t>
            </a:r>
            <a:r>
              <a:rPr dirty="0" sz="2800" spc="-695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的终态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（或接受状态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集）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2800" spc="5" b="1">
                <a:solidFill>
                  <a:srgbClr val="FFFF00"/>
                </a:solidFill>
                <a:latin typeface="Symbol"/>
                <a:cs typeface="Symbol"/>
              </a:rPr>
              <a:t>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035" y="1494185"/>
            <a:ext cx="3060700" cy="1497330"/>
          </a:xfrm>
          <a:custGeom>
            <a:avLst/>
            <a:gdLst/>
            <a:ahLst/>
            <a:cxnLst/>
            <a:rect l="l" t="t" r="r" b="b"/>
            <a:pathLst>
              <a:path w="3060700" h="1497330">
                <a:moveTo>
                  <a:pt x="2225754" y="819246"/>
                </a:moveTo>
                <a:lnTo>
                  <a:pt x="1686517" y="819246"/>
                </a:lnTo>
                <a:lnTo>
                  <a:pt x="3060149" y="1497299"/>
                </a:lnTo>
                <a:lnTo>
                  <a:pt x="2225754" y="819246"/>
                </a:lnTo>
                <a:close/>
              </a:path>
              <a:path w="3060700" h="1497330">
                <a:moveTo>
                  <a:pt x="1333150" y="0"/>
                </a:moveTo>
                <a:lnTo>
                  <a:pt x="1271588" y="331"/>
                </a:lnTo>
                <a:lnTo>
                  <a:pt x="1209749" y="1583"/>
                </a:lnTo>
                <a:lnTo>
                  <a:pt x="1147720" y="3770"/>
                </a:lnTo>
                <a:lnTo>
                  <a:pt x="1085586" y="6908"/>
                </a:lnTo>
                <a:lnTo>
                  <a:pt x="1023433" y="11013"/>
                </a:lnTo>
                <a:lnTo>
                  <a:pt x="961347" y="16098"/>
                </a:lnTo>
                <a:lnTo>
                  <a:pt x="889682" y="23219"/>
                </a:lnTo>
                <a:lnTo>
                  <a:pt x="820203" y="31494"/>
                </a:lnTo>
                <a:lnTo>
                  <a:pt x="752985" y="40880"/>
                </a:lnTo>
                <a:lnTo>
                  <a:pt x="688106" y="51334"/>
                </a:lnTo>
                <a:lnTo>
                  <a:pt x="625643" y="62811"/>
                </a:lnTo>
                <a:lnTo>
                  <a:pt x="565672" y="75268"/>
                </a:lnTo>
                <a:lnTo>
                  <a:pt x="508270" y="88661"/>
                </a:lnTo>
                <a:lnTo>
                  <a:pt x="453515" y="102948"/>
                </a:lnTo>
                <a:lnTo>
                  <a:pt x="401482" y="118083"/>
                </a:lnTo>
                <a:lnTo>
                  <a:pt x="352249" y="134025"/>
                </a:lnTo>
                <a:lnTo>
                  <a:pt x="305893" y="150729"/>
                </a:lnTo>
                <a:lnTo>
                  <a:pt x="262490" y="168152"/>
                </a:lnTo>
                <a:lnTo>
                  <a:pt x="222118" y="186249"/>
                </a:lnTo>
                <a:lnTo>
                  <a:pt x="184853" y="204979"/>
                </a:lnTo>
                <a:lnTo>
                  <a:pt x="150772" y="224296"/>
                </a:lnTo>
                <a:lnTo>
                  <a:pt x="92469" y="264521"/>
                </a:lnTo>
                <a:lnTo>
                  <a:pt x="47824" y="306576"/>
                </a:lnTo>
                <a:lnTo>
                  <a:pt x="17452" y="350112"/>
                </a:lnTo>
                <a:lnTo>
                  <a:pt x="1967" y="394780"/>
                </a:lnTo>
                <a:lnTo>
                  <a:pt x="0" y="417431"/>
                </a:lnTo>
                <a:lnTo>
                  <a:pt x="1985" y="440233"/>
                </a:lnTo>
                <a:lnTo>
                  <a:pt x="18119" y="486122"/>
                </a:lnTo>
                <a:lnTo>
                  <a:pt x="50985" y="532099"/>
                </a:lnTo>
                <a:lnTo>
                  <a:pt x="91735" y="570243"/>
                </a:lnTo>
                <a:lnTo>
                  <a:pt x="142846" y="606334"/>
                </a:lnTo>
                <a:lnTo>
                  <a:pt x="203631" y="640251"/>
                </a:lnTo>
                <a:lnTo>
                  <a:pt x="273405" y="671874"/>
                </a:lnTo>
                <a:lnTo>
                  <a:pt x="311449" y="686787"/>
                </a:lnTo>
                <a:lnTo>
                  <a:pt x="351483" y="701081"/>
                </a:lnTo>
                <a:lnTo>
                  <a:pt x="393421" y="714741"/>
                </a:lnTo>
                <a:lnTo>
                  <a:pt x="437179" y="727752"/>
                </a:lnTo>
                <a:lnTo>
                  <a:pt x="482669" y="740099"/>
                </a:lnTo>
                <a:lnTo>
                  <a:pt x="529807" y="751766"/>
                </a:lnTo>
                <a:lnTo>
                  <a:pt x="578506" y="762739"/>
                </a:lnTo>
                <a:lnTo>
                  <a:pt x="628681" y="773003"/>
                </a:lnTo>
                <a:lnTo>
                  <a:pt x="680247" y="782543"/>
                </a:lnTo>
                <a:lnTo>
                  <a:pt x="733117" y="791342"/>
                </a:lnTo>
                <a:lnTo>
                  <a:pt x="787205" y="799387"/>
                </a:lnTo>
                <a:lnTo>
                  <a:pt x="842427" y="806663"/>
                </a:lnTo>
                <a:lnTo>
                  <a:pt x="898697" y="813153"/>
                </a:lnTo>
                <a:lnTo>
                  <a:pt x="955928" y="818844"/>
                </a:lnTo>
                <a:lnTo>
                  <a:pt x="1014035" y="823719"/>
                </a:lnTo>
                <a:lnTo>
                  <a:pt x="1072932" y="827765"/>
                </a:lnTo>
                <a:lnTo>
                  <a:pt x="1132534" y="830965"/>
                </a:lnTo>
                <a:lnTo>
                  <a:pt x="1192755" y="833305"/>
                </a:lnTo>
                <a:lnTo>
                  <a:pt x="1253509" y="834769"/>
                </a:lnTo>
                <a:lnTo>
                  <a:pt x="1314710" y="835344"/>
                </a:lnTo>
                <a:lnTo>
                  <a:pt x="1376274" y="835012"/>
                </a:lnTo>
                <a:lnTo>
                  <a:pt x="1438113" y="833761"/>
                </a:lnTo>
                <a:lnTo>
                  <a:pt x="1500143" y="831573"/>
                </a:lnTo>
                <a:lnTo>
                  <a:pt x="1562277" y="828435"/>
                </a:lnTo>
                <a:lnTo>
                  <a:pt x="1624430" y="824331"/>
                </a:lnTo>
                <a:lnTo>
                  <a:pt x="1686517" y="819246"/>
                </a:lnTo>
                <a:lnTo>
                  <a:pt x="2225754" y="819246"/>
                </a:lnTo>
                <a:lnTo>
                  <a:pt x="2136986" y="747110"/>
                </a:lnTo>
                <a:lnTo>
                  <a:pt x="2205665" y="729045"/>
                </a:lnTo>
                <a:lnTo>
                  <a:pt x="2269743" y="709749"/>
                </a:lnTo>
                <a:lnTo>
                  <a:pt x="2329130" y="689307"/>
                </a:lnTo>
                <a:lnTo>
                  <a:pt x="2383738" y="667804"/>
                </a:lnTo>
                <a:lnTo>
                  <a:pt x="2433479" y="645326"/>
                </a:lnTo>
                <a:lnTo>
                  <a:pt x="2478263" y="621958"/>
                </a:lnTo>
                <a:lnTo>
                  <a:pt x="2518003" y="597786"/>
                </a:lnTo>
                <a:lnTo>
                  <a:pt x="2552609" y="572895"/>
                </a:lnTo>
                <a:lnTo>
                  <a:pt x="2581994" y="547370"/>
                </a:lnTo>
                <a:lnTo>
                  <a:pt x="2624743" y="494763"/>
                </a:lnTo>
                <a:lnTo>
                  <a:pt x="2645541" y="440647"/>
                </a:lnTo>
                <a:lnTo>
                  <a:pt x="2647488" y="413237"/>
                </a:lnTo>
                <a:lnTo>
                  <a:pt x="2643680" y="385706"/>
                </a:lnTo>
                <a:lnTo>
                  <a:pt x="2618452" y="330625"/>
                </a:lnTo>
                <a:lnTo>
                  <a:pt x="2577815" y="283923"/>
                </a:lnTo>
                <a:lnTo>
                  <a:pt x="2531798" y="246790"/>
                </a:lnTo>
                <a:lnTo>
                  <a:pt x="2475764" y="211771"/>
                </a:lnTo>
                <a:lnTo>
                  <a:pt x="2410399" y="178986"/>
                </a:lnTo>
                <a:lnTo>
                  <a:pt x="2374431" y="163469"/>
                </a:lnTo>
                <a:lnTo>
                  <a:pt x="2336388" y="148556"/>
                </a:lnTo>
                <a:lnTo>
                  <a:pt x="2296355" y="134262"/>
                </a:lnTo>
                <a:lnTo>
                  <a:pt x="2254417" y="120602"/>
                </a:lnTo>
                <a:lnTo>
                  <a:pt x="2210661" y="107591"/>
                </a:lnTo>
                <a:lnTo>
                  <a:pt x="2165172" y="95244"/>
                </a:lnTo>
                <a:lnTo>
                  <a:pt x="2118036" y="83577"/>
                </a:lnTo>
                <a:lnTo>
                  <a:pt x="2069338" y="72604"/>
                </a:lnTo>
                <a:lnTo>
                  <a:pt x="2019164" y="62340"/>
                </a:lnTo>
                <a:lnTo>
                  <a:pt x="1967600" y="52801"/>
                </a:lnTo>
                <a:lnTo>
                  <a:pt x="1914731" y="44001"/>
                </a:lnTo>
                <a:lnTo>
                  <a:pt x="1860644" y="35956"/>
                </a:lnTo>
                <a:lnTo>
                  <a:pt x="1805423" y="28681"/>
                </a:lnTo>
                <a:lnTo>
                  <a:pt x="1749155" y="22190"/>
                </a:lnTo>
                <a:lnTo>
                  <a:pt x="1691925" y="16500"/>
                </a:lnTo>
                <a:lnTo>
                  <a:pt x="1633820" y="11624"/>
                </a:lnTo>
                <a:lnTo>
                  <a:pt x="1574924" y="7579"/>
                </a:lnTo>
                <a:lnTo>
                  <a:pt x="1515323" y="4378"/>
                </a:lnTo>
                <a:lnTo>
                  <a:pt x="1455103" y="2038"/>
                </a:lnTo>
                <a:lnTo>
                  <a:pt x="1394351" y="574"/>
                </a:lnTo>
                <a:lnTo>
                  <a:pt x="133315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5035" y="1494185"/>
            <a:ext cx="3060700" cy="1497330"/>
          </a:xfrm>
          <a:custGeom>
            <a:avLst/>
            <a:gdLst/>
            <a:ahLst/>
            <a:cxnLst/>
            <a:rect l="l" t="t" r="r" b="b"/>
            <a:pathLst>
              <a:path w="3060700" h="1497330">
                <a:moveTo>
                  <a:pt x="3060149" y="1497299"/>
                </a:moveTo>
                <a:lnTo>
                  <a:pt x="1686517" y="819246"/>
                </a:lnTo>
                <a:lnTo>
                  <a:pt x="1624430" y="824331"/>
                </a:lnTo>
                <a:lnTo>
                  <a:pt x="1562277" y="828435"/>
                </a:lnTo>
                <a:lnTo>
                  <a:pt x="1500143" y="831573"/>
                </a:lnTo>
                <a:lnTo>
                  <a:pt x="1438113" y="833761"/>
                </a:lnTo>
                <a:lnTo>
                  <a:pt x="1376274" y="835012"/>
                </a:lnTo>
                <a:lnTo>
                  <a:pt x="1314710" y="835344"/>
                </a:lnTo>
                <a:lnTo>
                  <a:pt x="1253509" y="834769"/>
                </a:lnTo>
                <a:lnTo>
                  <a:pt x="1192755" y="833305"/>
                </a:lnTo>
                <a:lnTo>
                  <a:pt x="1132534" y="830965"/>
                </a:lnTo>
                <a:lnTo>
                  <a:pt x="1072932" y="827765"/>
                </a:lnTo>
                <a:lnTo>
                  <a:pt x="1014035" y="823719"/>
                </a:lnTo>
                <a:lnTo>
                  <a:pt x="955928" y="818844"/>
                </a:lnTo>
                <a:lnTo>
                  <a:pt x="898697" y="813153"/>
                </a:lnTo>
                <a:lnTo>
                  <a:pt x="842427" y="806663"/>
                </a:lnTo>
                <a:lnTo>
                  <a:pt x="787205" y="799387"/>
                </a:lnTo>
                <a:lnTo>
                  <a:pt x="733117" y="791342"/>
                </a:lnTo>
                <a:lnTo>
                  <a:pt x="680247" y="782543"/>
                </a:lnTo>
                <a:lnTo>
                  <a:pt x="628681" y="773003"/>
                </a:lnTo>
                <a:lnTo>
                  <a:pt x="578506" y="762739"/>
                </a:lnTo>
                <a:lnTo>
                  <a:pt x="529807" y="751766"/>
                </a:lnTo>
                <a:lnTo>
                  <a:pt x="482669" y="740099"/>
                </a:lnTo>
                <a:lnTo>
                  <a:pt x="437179" y="727752"/>
                </a:lnTo>
                <a:lnTo>
                  <a:pt x="393421" y="714741"/>
                </a:lnTo>
                <a:lnTo>
                  <a:pt x="351483" y="701081"/>
                </a:lnTo>
                <a:lnTo>
                  <a:pt x="311449" y="686787"/>
                </a:lnTo>
                <a:lnTo>
                  <a:pt x="273405" y="671874"/>
                </a:lnTo>
                <a:lnTo>
                  <a:pt x="237437" y="656357"/>
                </a:lnTo>
                <a:lnTo>
                  <a:pt x="172072" y="623572"/>
                </a:lnTo>
                <a:lnTo>
                  <a:pt x="116038" y="588553"/>
                </a:lnTo>
                <a:lnTo>
                  <a:pt x="70022" y="551420"/>
                </a:lnTo>
                <a:lnTo>
                  <a:pt x="32422" y="509121"/>
                </a:lnTo>
                <a:lnTo>
                  <a:pt x="7999" y="463145"/>
                </a:lnTo>
                <a:lnTo>
                  <a:pt x="0" y="417431"/>
                </a:lnTo>
                <a:lnTo>
                  <a:pt x="1967" y="394780"/>
                </a:lnTo>
                <a:lnTo>
                  <a:pt x="17452" y="350112"/>
                </a:lnTo>
                <a:lnTo>
                  <a:pt x="47824" y="306576"/>
                </a:lnTo>
                <a:lnTo>
                  <a:pt x="92469" y="264521"/>
                </a:lnTo>
                <a:lnTo>
                  <a:pt x="150772" y="224296"/>
                </a:lnTo>
                <a:lnTo>
                  <a:pt x="184853" y="204979"/>
                </a:lnTo>
                <a:lnTo>
                  <a:pt x="222118" y="186249"/>
                </a:lnTo>
                <a:lnTo>
                  <a:pt x="262490" y="168152"/>
                </a:lnTo>
                <a:lnTo>
                  <a:pt x="305893" y="150729"/>
                </a:lnTo>
                <a:lnTo>
                  <a:pt x="352249" y="134025"/>
                </a:lnTo>
                <a:lnTo>
                  <a:pt x="401482" y="118083"/>
                </a:lnTo>
                <a:lnTo>
                  <a:pt x="453515" y="102948"/>
                </a:lnTo>
                <a:lnTo>
                  <a:pt x="508270" y="88661"/>
                </a:lnTo>
                <a:lnTo>
                  <a:pt x="565672" y="75268"/>
                </a:lnTo>
                <a:lnTo>
                  <a:pt x="625643" y="62811"/>
                </a:lnTo>
                <a:lnTo>
                  <a:pt x="688106" y="51334"/>
                </a:lnTo>
                <a:lnTo>
                  <a:pt x="752985" y="40880"/>
                </a:lnTo>
                <a:lnTo>
                  <a:pt x="820203" y="31494"/>
                </a:lnTo>
                <a:lnTo>
                  <a:pt x="889682" y="23219"/>
                </a:lnTo>
                <a:lnTo>
                  <a:pt x="961347" y="16098"/>
                </a:lnTo>
                <a:lnTo>
                  <a:pt x="1023433" y="11013"/>
                </a:lnTo>
                <a:lnTo>
                  <a:pt x="1085586" y="6908"/>
                </a:lnTo>
                <a:lnTo>
                  <a:pt x="1147720" y="3770"/>
                </a:lnTo>
                <a:lnTo>
                  <a:pt x="1209749" y="1583"/>
                </a:lnTo>
                <a:lnTo>
                  <a:pt x="1271588" y="331"/>
                </a:lnTo>
                <a:lnTo>
                  <a:pt x="1333150" y="0"/>
                </a:lnTo>
                <a:lnTo>
                  <a:pt x="1394351" y="574"/>
                </a:lnTo>
                <a:lnTo>
                  <a:pt x="1455103" y="2038"/>
                </a:lnTo>
                <a:lnTo>
                  <a:pt x="1515323" y="4378"/>
                </a:lnTo>
                <a:lnTo>
                  <a:pt x="1574924" y="7579"/>
                </a:lnTo>
                <a:lnTo>
                  <a:pt x="1633820" y="11624"/>
                </a:lnTo>
                <a:lnTo>
                  <a:pt x="1691925" y="16500"/>
                </a:lnTo>
                <a:lnTo>
                  <a:pt x="1749155" y="22190"/>
                </a:lnTo>
                <a:lnTo>
                  <a:pt x="1805423" y="28681"/>
                </a:lnTo>
                <a:lnTo>
                  <a:pt x="1860644" y="35956"/>
                </a:lnTo>
                <a:lnTo>
                  <a:pt x="1914731" y="44001"/>
                </a:lnTo>
                <a:lnTo>
                  <a:pt x="1967600" y="52801"/>
                </a:lnTo>
                <a:lnTo>
                  <a:pt x="2019164" y="62340"/>
                </a:lnTo>
                <a:lnTo>
                  <a:pt x="2069338" y="72604"/>
                </a:lnTo>
                <a:lnTo>
                  <a:pt x="2118036" y="83577"/>
                </a:lnTo>
                <a:lnTo>
                  <a:pt x="2165172" y="95244"/>
                </a:lnTo>
                <a:lnTo>
                  <a:pt x="2210661" y="107591"/>
                </a:lnTo>
                <a:lnTo>
                  <a:pt x="2254417" y="120602"/>
                </a:lnTo>
                <a:lnTo>
                  <a:pt x="2296355" y="134262"/>
                </a:lnTo>
                <a:lnTo>
                  <a:pt x="2336388" y="148556"/>
                </a:lnTo>
                <a:lnTo>
                  <a:pt x="2374431" y="163469"/>
                </a:lnTo>
                <a:lnTo>
                  <a:pt x="2410399" y="178986"/>
                </a:lnTo>
                <a:lnTo>
                  <a:pt x="2475764" y="211771"/>
                </a:lnTo>
                <a:lnTo>
                  <a:pt x="2531798" y="246790"/>
                </a:lnTo>
                <a:lnTo>
                  <a:pt x="2577815" y="283923"/>
                </a:lnTo>
                <a:lnTo>
                  <a:pt x="2618452" y="330625"/>
                </a:lnTo>
                <a:lnTo>
                  <a:pt x="2643680" y="385706"/>
                </a:lnTo>
                <a:lnTo>
                  <a:pt x="2647488" y="413237"/>
                </a:lnTo>
                <a:lnTo>
                  <a:pt x="2645541" y="440647"/>
                </a:lnTo>
                <a:lnTo>
                  <a:pt x="2624743" y="494763"/>
                </a:lnTo>
                <a:lnTo>
                  <a:pt x="2581994" y="547370"/>
                </a:lnTo>
                <a:lnTo>
                  <a:pt x="2552609" y="572895"/>
                </a:lnTo>
                <a:lnTo>
                  <a:pt x="2518003" y="597786"/>
                </a:lnTo>
                <a:lnTo>
                  <a:pt x="2478263" y="621958"/>
                </a:lnTo>
                <a:lnTo>
                  <a:pt x="2433479" y="645326"/>
                </a:lnTo>
                <a:lnTo>
                  <a:pt x="2383738" y="667804"/>
                </a:lnTo>
                <a:lnTo>
                  <a:pt x="2329130" y="689307"/>
                </a:lnTo>
                <a:lnTo>
                  <a:pt x="2269743" y="709749"/>
                </a:lnTo>
                <a:lnTo>
                  <a:pt x="2205665" y="729045"/>
                </a:lnTo>
                <a:lnTo>
                  <a:pt x="2136986" y="747110"/>
                </a:lnTo>
                <a:lnTo>
                  <a:pt x="3060149" y="1497299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9740" y="804748"/>
            <a:ext cx="369125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>
                <a:solidFill>
                  <a:srgbClr val="EAEAEA"/>
                </a:solidFill>
                <a:latin typeface="宋体"/>
                <a:cs typeface="宋体"/>
              </a:rPr>
              <a:t>二</a:t>
            </a:r>
            <a:r>
              <a:rPr dirty="0" spc="5">
                <a:solidFill>
                  <a:srgbClr val="EAEAEA"/>
                </a:solidFill>
                <a:latin typeface="宋体"/>
                <a:cs typeface="宋体"/>
              </a:rPr>
              <a:t>.</a:t>
            </a:r>
            <a:r>
              <a:rPr dirty="0" spc="-85">
                <a:solidFill>
                  <a:srgbClr val="EAEAEA"/>
                </a:solidFill>
                <a:latin typeface="宋体"/>
                <a:cs typeface="宋体"/>
              </a:rPr>
              <a:t> </a:t>
            </a:r>
            <a:r>
              <a:rPr dirty="0" u="heavy" spc="-8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</a:rPr>
              <a:t>DFA</a:t>
            </a:r>
            <a:r>
              <a:rPr dirty="0" u="heavy" spc="-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</a:rPr>
              <a:t>的等价表示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65950" y="1702435"/>
            <a:ext cx="1808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13888" y="1810511"/>
            <a:ext cx="833627" cy="289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13888" y="1810511"/>
            <a:ext cx="833755" cy="289560"/>
          </a:xfrm>
          <a:custGeom>
            <a:avLst/>
            <a:gdLst/>
            <a:ahLst/>
            <a:cxnLst/>
            <a:rect l="l" t="t" r="r" b="b"/>
            <a:pathLst>
              <a:path w="833754" h="289560">
                <a:moveTo>
                  <a:pt x="0" y="144779"/>
                </a:moveTo>
                <a:lnTo>
                  <a:pt x="169925" y="0"/>
                </a:lnTo>
                <a:lnTo>
                  <a:pt x="169925" y="72389"/>
                </a:lnTo>
                <a:lnTo>
                  <a:pt x="663701" y="72389"/>
                </a:lnTo>
                <a:lnTo>
                  <a:pt x="663701" y="0"/>
                </a:lnTo>
                <a:lnTo>
                  <a:pt x="833627" y="144779"/>
                </a:lnTo>
                <a:lnTo>
                  <a:pt x="663701" y="289560"/>
                </a:lnTo>
                <a:lnTo>
                  <a:pt x="663701" y="217170"/>
                </a:lnTo>
                <a:lnTo>
                  <a:pt x="169925" y="217170"/>
                </a:lnTo>
                <a:lnTo>
                  <a:pt x="169925" y="289560"/>
                </a:lnTo>
                <a:lnTo>
                  <a:pt x="0" y="144779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96355" y="1810511"/>
            <a:ext cx="833627" cy="289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96355" y="1810511"/>
            <a:ext cx="833755" cy="289560"/>
          </a:xfrm>
          <a:custGeom>
            <a:avLst/>
            <a:gdLst/>
            <a:ahLst/>
            <a:cxnLst/>
            <a:rect l="l" t="t" r="r" b="b"/>
            <a:pathLst>
              <a:path w="833754" h="289560">
                <a:moveTo>
                  <a:pt x="0" y="144779"/>
                </a:moveTo>
                <a:lnTo>
                  <a:pt x="169926" y="0"/>
                </a:lnTo>
                <a:lnTo>
                  <a:pt x="169926" y="72389"/>
                </a:lnTo>
                <a:lnTo>
                  <a:pt x="663701" y="72389"/>
                </a:lnTo>
                <a:lnTo>
                  <a:pt x="663701" y="0"/>
                </a:lnTo>
                <a:lnTo>
                  <a:pt x="833627" y="144779"/>
                </a:lnTo>
                <a:lnTo>
                  <a:pt x="663701" y="289560"/>
                </a:lnTo>
                <a:lnTo>
                  <a:pt x="663701" y="217170"/>
                </a:lnTo>
                <a:lnTo>
                  <a:pt x="169926" y="217170"/>
                </a:lnTo>
                <a:lnTo>
                  <a:pt x="169926" y="289560"/>
                </a:lnTo>
                <a:lnTo>
                  <a:pt x="0" y="144779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862" y="2515361"/>
            <a:ext cx="8402320" cy="3880485"/>
          </a:xfrm>
          <a:custGeom>
            <a:avLst/>
            <a:gdLst/>
            <a:ahLst/>
            <a:cxnLst/>
            <a:rect l="l" t="t" r="r" b="b"/>
            <a:pathLst>
              <a:path w="8402320" h="3880485">
                <a:moveTo>
                  <a:pt x="0" y="3880104"/>
                </a:moveTo>
                <a:lnTo>
                  <a:pt x="8401812" y="3880104"/>
                </a:lnTo>
                <a:lnTo>
                  <a:pt x="8401812" y="0"/>
                </a:lnTo>
                <a:lnTo>
                  <a:pt x="0" y="0"/>
                </a:lnTo>
                <a:lnTo>
                  <a:pt x="0" y="38801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5142" y="1702435"/>
            <a:ext cx="5231765" cy="1991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1535" algn="l"/>
              </a:tabLst>
            </a:pP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形式定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义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状态转换图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2.20:</a:t>
            </a:r>
            <a:endParaRPr sz="32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  <a:spcBef>
                <a:spcPts val="1690"/>
              </a:spcBef>
              <a:tabLst>
                <a:tab pos="1529715" algn="l"/>
              </a:tabLst>
            </a:pPr>
            <a:r>
              <a:rPr dirty="0" sz="2800" spc="-75" b="1">
                <a:solidFill>
                  <a:srgbClr val="CCEBFF"/>
                </a:solidFill>
                <a:latin typeface="Times New Roman"/>
                <a:cs typeface="Times New Roman"/>
              </a:rPr>
              <a:t>DFA	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M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{0,1,2,3}, 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}, 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800" spc="-35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4894" y="4356353"/>
            <a:ext cx="1448435" cy="196151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131600"/>
              </a:lnSpc>
              <a:spcBef>
                <a:spcPts val="185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56075" y="4356353"/>
            <a:ext cx="1447800" cy="196151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131600"/>
              </a:lnSpc>
              <a:spcBef>
                <a:spcPts val="185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39261" y="3734561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44973" y="3734561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 h="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82461" y="3734561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 h="0">
                <a:moveTo>
                  <a:pt x="0" y="0"/>
                </a:moveTo>
                <a:lnTo>
                  <a:pt x="400812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30161" y="3734561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 h="0">
                <a:moveTo>
                  <a:pt x="0" y="0"/>
                </a:moveTo>
                <a:lnTo>
                  <a:pt x="400812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821429" y="375704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87595" y="3742080"/>
            <a:ext cx="20637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65" b="1" i="1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02401" y="3138241"/>
            <a:ext cx="1424305" cy="101028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  <a:tabLst>
                <a:tab pos="570865" algn="l"/>
              </a:tabLst>
            </a:pP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0 ,	{3}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700"/>
              </a:spcBef>
              <a:tabLst>
                <a:tab pos="72517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34861" y="4630673"/>
            <a:ext cx="248920" cy="1466215"/>
          </a:xfrm>
          <a:custGeom>
            <a:avLst/>
            <a:gdLst/>
            <a:ahLst/>
            <a:cxnLst/>
            <a:rect l="l" t="t" r="r" b="b"/>
            <a:pathLst>
              <a:path w="248920" h="1466214">
                <a:moveTo>
                  <a:pt x="0" y="0"/>
                </a:moveTo>
                <a:lnTo>
                  <a:pt x="48339" y="9630"/>
                </a:lnTo>
                <a:lnTo>
                  <a:pt x="87820" y="35893"/>
                </a:lnTo>
                <a:lnTo>
                  <a:pt x="114442" y="74848"/>
                </a:lnTo>
                <a:lnTo>
                  <a:pt x="124205" y="122555"/>
                </a:lnTo>
                <a:lnTo>
                  <a:pt x="124205" y="610488"/>
                </a:lnTo>
                <a:lnTo>
                  <a:pt x="133969" y="658195"/>
                </a:lnTo>
                <a:lnTo>
                  <a:pt x="160591" y="697150"/>
                </a:lnTo>
                <a:lnTo>
                  <a:pt x="200072" y="723413"/>
                </a:lnTo>
                <a:lnTo>
                  <a:pt x="248412" y="733044"/>
                </a:lnTo>
                <a:lnTo>
                  <a:pt x="200072" y="742674"/>
                </a:lnTo>
                <a:lnTo>
                  <a:pt x="160591" y="768937"/>
                </a:lnTo>
                <a:lnTo>
                  <a:pt x="133969" y="807892"/>
                </a:lnTo>
                <a:lnTo>
                  <a:pt x="124205" y="855598"/>
                </a:lnTo>
                <a:lnTo>
                  <a:pt x="124205" y="1343469"/>
                </a:lnTo>
                <a:lnTo>
                  <a:pt x="114442" y="1391196"/>
                </a:lnTo>
                <a:lnTo>
                  <a:pt x="87820" y="1430172"/>
                </a:lnTo>
                <a:lnTo>
                  <a:pt x="48339" y="1456451"/>
                </a:lnTo>
                <a:lnTo>
                  <a:pt x="0" y="14660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776973" y="5222849"/>
            <a:ext cx="144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0842" y="728548"/>
            <a:ext cx="3238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4160" indent="-25209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31250"/>
              <a:buFont typeface="Wingdings"/>
              <a:buChar char=""/>
              <a:tabLst>
                <a:tab pos="264795" algn="l"/>
              </a:tabLst>
            </a:pP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状态转换图表示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5798" y="1552397"/>
            <a:ext cx="728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D</a:t>
            </a:r>
            <a:r>
              <a:rPr dirty="0" sz="2800" spc="-225" b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3659" y="1552397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状态图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2289" y="2385186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1908" y="2385186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状态结点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6589" y="3198340"/>
            <a:ext cx="23558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95" b="1" i="1">
                <a:solidFill>
                  <a:srgbClr val="CCEBFF"/>
                </a:solidFill>
                <a:latin typeface="Symbol"/>
                <a:cs typeface="Symbol"/>
              </a:rPr>
              <a:t>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37252" y="3217544"/>
            <a:ext cx="27597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弧上标记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边权</a:t>
            </a:r>
            <a:r>
              <a:rPr dirty="0" sz="2800" b="1">
                <a:solidFill>
                  <a:srgbClr val="CCEBFF"/>
                </a:solidFill>
                <a:latin typeface="宋体"/>
                <a:cs typeface="宋体"/>
              </a:rPr>
              <a:t>值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0597" y="4049344"/>
            <a:ext cx="144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9923" y="4049344"/>
            <a:ext cx="2522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带权值的有向边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1189" y="4882133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92017" y="5714491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91917" y="2192273"/>
            <a:ext cx="5568950" cy="0"/>
          </a:xfrm>
          <a:custGeom>
            <a:avLst/>
            <a:gdLst/>
            <a:ahLst/>
            <a:cxnLst/>
            <a:rect l="l" t="t" r="r" b="b"/>
            <a:pathLst>
              <a:path w="5568950" h="0">
                <a:moveTo>
                  <a:pt x="0" y="0"/>
                </a:moveTo>
                <a:lnTo>
                  <a:pt x="556869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91917" y="1486661"/>
            <a:ext cx="5568950" cy="0"/>
          </a:xfrm>
          <a:custGeom>
            <a:avLst/>
            <a:gdLst/>
            <a:ahLst/>
            <a:cxnLst/>
            <a:rect l="l" t="t" r="r" b="b"/>
            <a:pathLst>
              <a:path w="5568950" h="0">
                <a:moveTo>
                  <a:pt x="0" y="0"/>
                </a:moveTo>
                <a:lnTo>
                  <a:pt x="556869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76322" y="6384797"/>
            <a:ext cx="5568950" cy="0"/>
          </a:xfrm>
          <a:custGeom>
            <a:avLst/>
            <a:gdLst/>
            <a:ahLst/>
            <a:cxnLst/>
            <a:rect l="l" t="t" r="r" b="b"/>
            <a:pathLst>
              <a:path w="5568950" h="0">
                <a:moveTo>
                  <a:pt x="0" y="0"/>
                </a:moveTo>
                <a:lnTo>
                  <a:pt x="556869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95465" y="4877561"/>
            <a:ext cx="645160" cy="533400"/>
          </a:xfrm>
          <a:custGeom>
            <a:avLst/>
            <a:gdLst/>
            <a:ahLst/>
            <a:cxnLst/>
            <a:rect l="l" t="t" r="r" b="b"/>
            <a:pathLst>
              <a:path w="645159" h="533400">
                <a:moveTo>
                  <a:pt x="0" y="266700"/>
                </a:moveTo>
                <a:lnTo>
                  <a:pt x="4217" y="223433"/>
                </a:lnTo>
                <a:lnTo>
                  <a:pt x="16428" y="182392"/>
                </a:lnTo>
                <a:lnTo>
                  <a:pt x="35970" y="144124"/>
                </a:lnTo>
                <a:lnTo>
                  <a:pt x="62179" y="109179"/>
                </a:lnTo>
                <a:lnTo>
                  <a:pt x="94392" y="78105"/>
                </a:lnTo>
                <a:lnTo>
                  <a:pt x="131947" y="51450"/>
                </a:lnTo>
                <a:lnTo>
                  <a:pt x="174181" y="29763"/>
                </a:lnTo>
                <a:lnTo>
                  <a:pt x="220431" y="13594"/>
                </a:lnTo>
                <a:lnTo>
                  <a:pt x="270033" y="3489"/>
                </a:lnTo>
                <a:lnTo>
                  <a:pt x="322326" y="0"/>
                </a:lnTo>
                <a:lnTo>
                  <a:pt x="374618" y="3489"/>
                </a:lnTo>
                <a:lnTo>
                  <a:pt x="424220" y="13594"/>
                </a:lnTo>
                <a:lnTo>
                  <a:pt x="470470" y="29763"/>
                </a:lnTo>
                <a:lnTo>
                  <a:pt x="512704" y="51450"/>
                </a:lnTo>
                <a:lnTo>
                  <a:pt x="550259" y="78105"/>
                </a:lnTo>
                <a:lnTo>
                  <a:pt x="582472" y="109179"/>
                </a:lnTo>
                <a:lnTo>
                  <a:pt x="608681" y="144124"/>
                </a:lnTo>
                <a:lnTo>
                  <a:pt x="628223" y="182392"/>
                </a:lnTo>
                <a:lnTo>
                  <a:pt x="640434" y="223433"/>
                </a:lnTo>
                <a:lnTo>
                  <a:pt x="644652" y="266700"/>
                </a:lnTo>
                <a:lnTo>
                  <a:pt x="640434" y="309966"/>
                </a:lnTo>
                <a:lnTo>
                  <a:pt x="628223" y="351007"/>
                </a:lnTo>
                <a:lnTo>
                  <a:pt x="608681" y="389275"/>
                </a:lnTo>
                <a:lnTo>
                  <a:pt x="582472" y="424220"/>
                </a:lnTo>
                <a:lnTo>
                  <a:pt x="550259" y="455294"/>
                </a:lnTo>
                <a:lnTo>
                  <a:pt x="512704" y="481949"/>
                </a:lnTo>
                <a:lnTo>
                  <a:pt x="470470" y="503636"/>
                </a:lnTo>
                <a:lnTo>
                  <a:pt x="424220" y="519805"/>
                </a:lnTo>
                <a:lnTo>
                  <a:pt x="374618" y="529910"/>
                </a:lnTo>
                <a:lnTo>
                  <a:pt x="322326" y="533400"/>
                </a:lnTo>
                <a:lnTo>
                  <a:pt x="270033" y="529910"/>
                </a:lnTo>
                <a:lnTo>
                  <a:pt x="220431" y="519805"/>
                </a:lnTo>
                <a:lnTo>
                  <a:pt x="174181" y="503636"/>
                </a:lnTo>
                <a:lnTo>
                  <a:pt x="131947" y="481949"/>
                </a:lnTo>
                <a:lnTo>
                  <a:pt x="94392" y="455294"/>
                </a:lnTo>
                <a:lnTo>
                  <a:pt x="62179" y="424220"/>
                </a:lnTo>
                <a:lnTo>
                  <a:pt x="35970" y="389275"/>
                </a:lnTo>
                <a:lnTo>
                  <a:pt x="16428" y="351007"/>
                </a:lnTo>
                <a:lnTo>
                  <a:pt x="4217" y="309966"/>
                </a:lnTo>
                <a:lnTo>
                  <a:pt x="0" y="266700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542785" y="4921758"/>
            <a:ext cx="35242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spc="1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1241" sz="2550" spc="1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endParaRPr baseline="-21241" sz="2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58865" y="5082413"/>
            <a:ext cx="736600" cy="114300"/>
          </a:xfrm>
          <a:custGeom>
            <a:avLst/>
            <a:gdLst/>
            <a:ahLst/>
            <a:cxnLst/>
            <a:rect l="l" t="t" r="r" b="b"/>
            <a:pathLst>
              <a:path w="736600" h="114300">
                <a:moveTo>
                  <a:pt x="547624" y="0"/>
                </a:moveTo>
                <a:lnTo>
                  <a:pt x="546649" y="38133"/>
                </a:lnTo>
                <a:lnTo>
                  <a:pt x="565658" y="38607"/>
                </a:lnTo>
                <a:lnTo>
                  <a:pt x="564769" y="76581"/>
                </a:lnTo>
                <a:lnTo>
                  <a:pt x="545666" y="76581"/>
                </a:lnTo>
                <a:lnTo>
                  <a:pt x="544703" y="114300"/>
                </a:lnTo>
                <a:lnTo>
                  <a:pt x="682701" y="76581"/>
                </a:lnTo>
                <a:lnTo>
                  <a:pt x="564769" y="76581"/>
                </a:lnTo>
                <a:lnTo>
                  <a:pt x="545678" y="76108"/>
                </a:lnTo>
                <a:lnTo>
                  <a:pt x="684429" y="76108"/>
                </a:lnTo>
                <a:lnTo>
                  <a:pt x="736600" y="61849"/>
                </a:lnTo>
                <a:lnTo>
                  <a:pt x="547624" y="0"/>
                </a:lnTo>
                <a:close/>
              </a:path>
              <a:path w="736600" h="114300">
                <a:moveTo>
                  <a:pt x="546649" y="38133"/>
                </a:moveTo>
                <a:lnTo>
                  <a:pt x="545678" y="76108"/>
                </a:lnTo>
                <a:lnTo>
                  <a:pt x="564769" y="76581"/>
                </a:lnTo>
                <a:lnTo>
                  <a:pt x="565658" y="38607"/>
                </a:lnTo>
                <a:lnTo>
                  <a:pt x="546649" y="38133"/>
                </a:lnTo>
                <a:close/>
              </a:path>
              <a:path w="736600" h="114300">
                <a:moveTo>
                  <a:pt x="1016" y="24511"/>
                </a:moveTo>
                <a:lnTo>
                  <a:pt x="0" y="62611"/>
                </a:lnTo>
                <a:lnTo>
                  <a:pt x="545678" y="76108"/>
                </a:lnTo>
                <a:lnTo>
                  <a:pt x="546649" y="38133"/>
                </a:lnTo>
                <a:lnTo>
                  <a:pt x="1016" y="24511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119621" y="5698997"/>
            <a:ext cx="645160" cy="533400"/>
          </a:xfrm>
          <a:custGeom>
            <a:avLst/>
            <a:gdLst/>
            <a:ahLst/>
            <a:cxnLst/>
            <a:rect l="l" t="t" r="r" b="b"/>
            <a:pathLst>
              <a:path w="645159" h="533400">
                <a:moveTo>
                  <a:pt x="0" y="266699"/>
                </a:moveTo>
                <a:lnTo>
                  <a:pt x="4217" y="223439"/>
                </a:lnTo>
                <a:lnTo>
                  <a:pt x="16428" y="182402"/>
                </a:lnTo>
                <a:lnTo>
                  <a:pt x="35970" y="144135"/>
                </a:lnTo>
                <a:lnTo>
                  <a:pt x="62179" y="109190"/>
                </a:lnTo>
                <a:lnTo>
                  <a:pt x="94392" y="78114"/>
                </a:lnTo>
                <a:lnTo>
                  <a:pt x="131947" y="51457"/>
                </a:lnTo>
                <a:lnTo>
                  <a:pt x="174181" y="29768"/>
                </a:lnTo>
                <a:lnTo>
                  <a:pt x="220431" y="13596"/>
                </a:lnTo>
                <a:lnTo>
                  <a:pt x="270033" y="3490"/>
                </a:lnTo>
                <a:lnTo>
                  <a:pt x="322325" y="0"/>
                </a:lnTo>
                <a:lnTo>
                  <a:pt x="374618" y="3490"/>
                </a:lnTo>
                <a:lnTo>
                  <a:pt x="424220" y="13596"/>
                </a:lnTo>
                <a:lnTo>
                  <a:pt x="470470" y="29768"/>
                </a:lnTo>
                <a:lnTo>
                  <a:pt x="512704" y="51457"/>
                </a:lnTo>
                <a:lnTo>
                  <a:pt x="550259" y="78114"/>
                </a:lnTo>
                <a:lnTo>
                  <a:pt x="582472" y="109190"/>
                </a:lnTo>
                <a:lnTo>
                  <a:pt x="608681" y="144135"/>
                </a:lnTo>
                <a:lnTo>
                  <a:pt x="628223" y="182402"/>
                </a:lnTo>
                <a:lnTo>
                  <a:pt x="640434" y="223439"/>
                </a:lnTo>
                <a:lnTo>
                  <a:pt x="644651" y="266699"/>
                </a:lnTo>
                <a:lnTo>
                  <a:pt x="640434" y="309960"/>
                </a:lnTo>
                <a:lnTo>
                  <a:pt x="628223" y="350997"/>
                </a:lnTo>
                <a:lnTo>
                  <a:pt x="608681" y="389264"/>
                </a:lnTo>
                <a:lnTo>
                  <a:pt x="582472" y="424209"/>
                </a:lnTo>
                <a:lnTo>
                  <a:pt x="550259" y="455285"/>
                </a:lnTo>
                <a:lnTo>
                  <a:pt x="512704" y="481942"/>
                </a:lnTo>
                <a:lnTo>
                  <a:pt x="470470" y="503631"/>
                </a:lnTo>
                <a:lnTo>
                  <a:pt x="424220" y="519803"/>
                </a:lnTo>
                <a:lnTo>
                  <a:pt x="374618" y="529909"/>
                </a:lnTo>
                <a:lnTo>
                  <a:pt x="322325" y="533399"/>
                </a:lnTo>
                <a:lnTo>
                  <a:pt x="270033" y="529909"/>
                </a:lnTo>
                <a:lnTo>
                  <a:pt x="220431" y="519803"/>
                </a:lnTo>
                <a:lnTo>
                  <a:pt x="174181" y="503631"/>
                </a:lnTo>
                <a:lnTo>
                  <a:pt x="131947" y="481942"/>
                </a:lnTo>
                <a:lnTo>
                  <a:pt x="94392" y="455285"/>
                </a:lnTo>
                <a:lnTo>
                  <a:pt x="62179" y="424209"/>
                </a:lnTo>
                <a:lnTo>
                  <a:pt x="35970" y="389264"/>
                </a:lnTo>
                <a:lnTo>
                  <a:pt x="16428" y="350997"/>
                </a:lnTo>
                <a:lnTo>
                  <a:pt x="4217" y="309960"/>
                </a:lnTo>
                <a:lnTo>
                  <a:pt x="0" y="266699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327140" y="5742228"/>
            <a:ext cx="22796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 i="1">
                <a:solidFill>
                  <a:srgbClr val="CCEBFF"/>
                </a:solidFill>
                <a:latin typeface="Times New Roman"/>
                <a:cs typeface="Times New Roman"/>
              </a:rPr>
              <a:t>Z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29705" y="5627370"/>
            <a:ext cx="817244" cy="675640"/>
          </a:xfrm>
          <a:custGeom>
            <a:avLst/>
            <a:gdLst/>
            <a:ahLst/>
            <a:cxnLst/>
            <a:rect l="l" t="t" r="r" b="b"/>
            <a:pathLst>
              <a:path w="817245" h="675639">
                <a:moveTo>
                  <a:pt x="0" y="337565"/>
                </a:moveTo>
                <a:lnTo>
                  <a:pt x="3182" y="295221"/>
                </a:lnTo>
                <a:lnTo>
                  <a:pt x="12475" y="254447"/>
                </a:lnTo>
                <a:lnTo>
                  <a:pt x="27494" y="215558"/>
                </a:lnTo>
                <a:lnTo>
                  <a:pt x="47857" y="178872"/>
                </a:lnTo>
                <a:lnTo>
                  <a:pt x="73182" y="144705"/>
                </a:lnTo>
                <a:lnTo>
                  <a:pt x="103085" y="113373"/>
                </a:lnTo>
                <a:lnTo>
                  <a:pt x="137183" y="85192"/>
                </a:lnTo>
                <a:lnTo>
                  <a:pt x="175094" y="60479"/>
                </a:lnTo>
                <a:lnTo>
                  <a:pt x="216434" y="39550"/>
                </a:lnTo>
                <a:lnTo>
                  <a:pt x="260821" y="22721"/>
                </a:lnTo>
                <a:lnTo>
                  <a:pt x="307871" y="10309"/>
                </a:lnTo>
                <a:lnTo>
                  <a:pt x="357202" y="2630"/>
                </a:lnTo>
                <a:lnTo>
                  <a:pt x="408432" y="0"/>
                </a:lnTo>
                <a:lnTo>
                  <a:pt x="459661" y="2630"/>
                </a:lnTo>
                <a:lnTo>
                  <a:pt x="508992" y="10309"/>
                </a:lnTo>
                <a:lnTo>
                  <a:pt x="556042" y="22721"/>
                </a:lnTo>
                <a:lnTo>
                  <a:pt x="600429" y="39550"/>
                </a:lnTo>
                <a:lnTo>
                  <a:pt x="641769" y="60479"/>
                </a:lnTo>
                <a:lnTo>
                  <a:pt x="679680" y="85192"/>
                </a:lnTo>
                <a:lnTo>
                  <a:pt x="713778" y="113373"/>
                </a:lnTo>
                <a:lnTo>
                  <a:pt x="743681" y="144705"/>
                </a:lnTo>
                <a:lnTo>
                  <a:pt x="769006" y="178872"/>
                </a:lnTo>
                <a:lnTo>
                  <a:pt x="789369" y="215558"/>
                </a:lnTo>
                <a:lnTo>
                  <a:pt x="804388" y="254447"/>
                </a:lnTo>
                <a:lnTo>
                  <a:pt x="813681" y="295221"/>
                </a:lnTo>
                <a:lnTo>
                  <a:pt x="816864" y="337565"/>
                </a:lnTo>
                <a:lnTo>
                  <a:pt x="813681" y="379910"/>
                </a:lnTo>
                <a:lnTo>
                  <a:pt x="804388" y="420684"/>
                </a:lnTo>
                <a:lnTo>
                  <a:pt x="789369" y="459573"/>
                </a:lnTo>
                <a:lnTo>
                  <a:pt x="769006" y="496259"/>
                </a:lnTo>
                <a:lnTo>
                  <a:pt x="743681" y="530426"/>
                </a:lnTo>
                <a:lnTo>
                  <a:pt x="713778" y="561758"/>
                </a:lnTo>
                <a:lnTo>
                  <a:pt x="679680" y="589939"/>
                </a:lnTo>
                <a:lnTo>
                  <a:pt x="641769" y="614652"/>
                </a:lnTo>
                <a:lnTo>
                  <a:pt x="600429" y="635581"/>
                </a:lnTo>
                <a:lnTo>
                  <a:pt x="556042" y="652410"/>
                </a:lnTo>
                <a:lnTo>
                  <a:pt x="508992" y="664822"/>
                </a:lnTo>
                <a:lnTo>
                  <a:pt x="459661" y="672501"/>
                </a:lnTo>
                <a:lnTo>
                  <a:pt x="408432" y="675131"/>
                </a:lnTo>
                <a:lnTo>
                  <a:pt x="357202" y="672501"/>
                </a:lnTo>
                <a:lnTo>
                  <a:pt x="307871" y="664822"/>
                </a:lnTo>
                <a:lnTo>
                  <a:pt x="260821" y="652410"/>
                </a:lnTo>
                <a:lnTo>
                  <a:pt x="216434" y="635581"/>
                </a:lnTo>
                <a:lnTo>
                  <a:pt x="175094" y="614652"/>
                </a:lnTo>
                <a:lnTo>
                  <a:pt x="137183" y="589939"/>
                </a:lnTo>
                <a:lnTo>
                  <a:pt x="103085" y="561758"/>
                </a:lnTo>
                <a:lnTo>
                  <a:pt x="73182" y="530426"/>
                </a:lnTo>
                <a:lnTo>
                  <a:pt x="47857" y="496259"/>
                </a:lnTo>
                <a:lnTo>
                  <a:pt x="27494" y="459573"/>
                </a:lnTo>
                <a:lnTo>
                  <a:pt x="12475" y="420684"/>
                </a:lnTo>
                <a:lnTo>
                  <a:pt x="3182" y="379910"/>
                </a:lnTo>
                <a:lnTo>
                  <a:pt x="0" y="337565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1129" y="2219325"/>
            <a:ext cx="857250" cy="114300"/>
          </a:xfrm>
          <a:custGeom>
            <a:avLst/>
            <a:gdLst/>
            <a:ahLst/>
            <a:cxnLst/>
            <a:rect l="l" t="t" r="r" b="b"/>
            <a:pathLst>
              <a:path w="857250" h="114300">
                <a:moveTo>
                  <a:pt x="743978" y="0"/>
                </a:moveTo>
                <a:lnTo>
                  <a:pt x="743096" y="38166"/>
                </a:lnTo>
                <a:lnTo>
                  <a:pt x="762152" y="38608"/>
                </a:lnTo>
                <a:lnTo>
                  <a:pt x="761263" y="76708"/>
                </a:lnTo>
                <a:lnTo>
                  <a:pt x="742205" y="76708"/>
                </a:lnTo>
                <a:lnTo>
                  <a:pt x="741337" y="114300"/>
                </a:lnTo>
                <a:lnTo>
                  <a:pt x="821095" y="76708"/>
                </a:lnTo>
                <a:lnTo>
                  <a:pt x="761263" y="76708"/>
                </a:lnTo>
                <a:lnTo>
                  <a:pt x="742216" y="76266"/>
                </a:lnTo>
                <a:lnTo>
                  <a:pt x="822032" y="76266"/>
                </a:lnTo>
                <a:lnTo>
                  <a:pt x="856932" y="59816"/>
                </a:lnTo>
                <a:lnTo>
                  <a:pt x="743978" y="0"/>
                </a:lnTo>
                <a:close/>
              </a:path>
              <a:path w="857250" h="114300">
                <a:moveTo>
                  <a:pt x="743096" y="38166"/>
                </a:moveTo>
                <a:lnTo>
                  <a:pt x="742216" y="76266"/>
                </a:lnTo>
                <a:lnTo>
                  <a:pt x="761263" y="76708"/>
                </a:lnTo>
                <a:lnTo>
                  <a:pt x="762152" y="38608"/>
                </a:lnTo>
                <a:lnTo>
                  <a:pt x="743096" y="38166"/>
                </a:lnTo>
                <a:close/>
              </a:path>
              <a:path w="857250" h="114300">
                <a:moveTo>
                  <a:pt x="889" y="20954"/>
                </a:moveTo>
                <a:lnTo>
                  <a:pt x="0" y="59054"/>
                </a:lnTo>
                <a:lnTo>
                  <a:pt x="742216" y="76266"/>
                </a:lnTo>
                <a:lnTo>
                  <a:pt x="743096" y="38166"/>
                </a:lnTo>
                <a:lnTo>
                  <a:pt x="889" y="20954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99738" y="4659629"/>
            <a:ext cx="878205" cy="878205"/>
          </a:xfrm>
          <a:custGeom>
            <a:avLst/>
            <a:gdLst/>
            <a:ahLst/>
            <a:cxnLst/>
            <a:rect l="l" t="t" r="r" b="b"/>
            <a:pathLst>
              <a:path w="878204" h="878204">
                <a:moveTo>
                  <a:pt x="438912" y="0"/>
                </a:moveTo>
                <a:lnTo>
                  <a:pt x="391080" y="2574"/>
                </a:lnTo>
                <a:lnTo>
                  <a:pt x="344743" y="10121"/>
                </a:lnTo>
                <a:lnTo>
                  <a:pt x="300167" y="22372"/>
                </a:lnTo>
                <a:lnTo>
                  <a:pt x="257619" y="39059"/>
                </a:lnTo>
                <a:lnTo>
                  <a:pt x="217367" y="59915"/>
                </a:lnTo>
                <a:lnTo>
                  <a:pt x="179679" y="84673"/>
                </a:lnTo>
                <a:lnTo>
                  <a:pt x="144822" y="113064"/>
                </a:lnTo>
                <a:lnTo>
                  <a:pt x="113064" y="144822"/>
                </a:lnTo>
                <a:lnTo>
                  <a:pt x="84673" y="179679"/>
                </a:lnTo>
                <a:lnTo>
                  <a:pt x="59915" y="217367"/>
                </a:lnTo>
                <a:lnTo>
                  <a:pt x="39059" y="257619"/>
                </a:lnTo>
                <a:lnTo>
                  <a:pt x="22372" y="300167"/>
                </a:lnTo>
                <a:lnTo>
                  <a:pt x="10121" y="344743"/>
                </a:lnTo>
                <a:lnTo>
                  <a:pt x="2574" y="391080"/>
                </a:lnTo>
                <a:lnTo>
                  <a:pt x="0" y="438912"/>
                </a:lnTo>
                <a:lnTo>
                  <a:pt x="2574" y="486743"/>
                </a:lnTo>
                <a:lnTo>
                  <a:pt x="10121" y="533080"/>
                </a:lnTo>
                <a:lnTo>
                  <a:pt x="22372" y="577656"/>
                </a:lnTo>
                <a:lnTo>
                  <a:pt x="39059" y="620204"/>
                </a:lnTo>
                <a:lnTo>
                  <a:pt x="59915" y="660456"/>
                </a:lnTo>
                <a:lnTo>
                  <a:pt x="84673" y="698144"/>
                </a:lnTo>
                <a:lnTo>
                  <a:pt x="113064" y="733001"/>
                </a:lnTo>
                <a:lnTo>
                  <a:pt x="144822" y="764759"/>
                </a:lnTo>
                <a:lnTo>
                  <a:pt x="179679" y="793150"/>
                </a:lnTo>
                <a:lnTo>
                  <a:pt x="217367" y="817908"/>
                </a:lnTo>
                <a:lnTo>
                  <a:pt x="257619" y="838764"/>
                </a:lnTo>
                <a:lnTo>
                  <a:pt x="300167" y="855451"/>
                </a:lnTo>
                <a:lnTo>
                  <a:pt x="344743" y="867702"/>
                </a:lnTo>
                <a:lnTo>
                  <a:pt x="391080" y="875249"/>
                </a:lnTo>
                <a:lnTo>
                  <a:pt x="438912" y="877824"/>
                </a:lnTo>
                <a:lnTo>
                  <a:pt x="486743" y="875249"/>
                </a:lnTo>
                <a:lnTo>
                  <a:pt x="533080" y="867702"/>
                </a:lnTo>
                <a:lnTo>
                  <a:pt x="577656" y="855451"/>
                </a:lnTo>
                <a:lnTo>
                  <a:pt x="620204" y="838764"/>
                </a:lnTo>
                <a:lnTo>
                  <a:pt x="660456" y="817908"/>
                </a:lnTo>
                <a:lnTo>
                  <a:pt x="698144" y="793150"/>
                </a:lnTo>
                <a:lnTo>
                  <a:pt x="733001" y="764759"/>
                </a:lnTo>
                <a:lnTo>
                  <a:pt x="764759" y="733001"/>
                </a:lnTo>
                <a:lnTo>
                  <a:pt x="793150" y="698144"/>
                </a:lnTo>
                <a:lnTo>
                  <a:pt x="817908" y="660456"/>
                </a:lnTo>
                <a:lnTo>
                  <a:pt x="838764" y="620204"/>
                </a:lnTo>
                <a:lnTo>
                  <a:pt x="855451" y="577656"/>
                </a:lnTo>
                <a:lnTo>
                  <a:pt x="867702" y="533080"/>
                </a:lnTo>
                <a:lnTo>
                  <a:pt x="875249" y="486743"/>
                </a:lnTo>
                <a:lnTo>
                  <a:pt x="877824" y="438912"/>
                </a:lnTo>
                <a:lnTo>
                  <a:pt x="875249" y="391080"/>
                </a:lnTo>
                <a:lnTo>
                  <a:pt x="867702" y="344743"/>
                </a:lnTo>
                <a:lnTo>
                  <a:pt x="855451" y="300167"/>
                </a:lnTo>
                <a:lnTo>
                  <a:pt x="838764" y="257619"/>
                </a:lnTo>
                <a:lnTo>
                  <a:pt x="817908" y="217367"/>
                </a:lnTo>
                <a:lnTo>
                  <a:pt x="793150" y="179679"/>
                </a:lnTo>
                <a:lnTo>
                  <a:pt x="764759" y="144822"/>
                </a:lnTo>
                <a:lnTo>
                  <a:pt x="733001" y="113064"/>
                </a:lnTo>
                <a:lnTo>
                  <a:pt x="698144" y="84673"/>
                </a:lnTo>
                <a:lnTo>
                  <a:pt x="660456" y="59915"/>
                </a:lnTo>
                <a:lnTo>
                  <a:pt x="620204" y="39059"/>
                </a:lnTo>
                <a:lnTo>
                  <a:pt x="577656" y="22372"/>
                </a:lnTo>
                <a:lnTo>
                  <a:pt x="533080" y="10121"/>
                </a:lnTo>
                <a:lnTo>
                  <a:pt x="486743" y="2574"/>
                </a:lnTo>
                <a:lnTo>
                  <a:pt x="43891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99738" y="4659629"/>
            <a:ext cx="878205" cy="878205"/>
          </a:xfrm>
          <a:custGeom>
            <a:avLst/>
            <a:gdLst/>
            <a:ahLst/>
            <a:cxnLst/>
            <a:rect l="l" t="t" r="r" b="b"/>
            <a:pathLst>
              <a:path w="878204" h="878204">
                <a:moveTo>
                  <a:pt x="0" y="438912"/>
                </a:moveTo>
                <a:lnTo>
                  <a:pt x="2574" y="391080"/>
                </a:lnTo>
                <a:lnTo>
                  <a:pt x="10121" y="344743"/>
                </a:lnTo>
                <a:lnTo>
                  <a:pt x="22372" y="300167"/>
                </a:lnTo>
                <a:lnTo>
                  <a:pt x="39059" y="257619"/>
                </a:lnTo>
                <a:lnTo>
                  <a:pt x="59915" y="217367"/>
                </a:lnTo>
                <a:lnTo>
                  <a:pt x="84673" y="179679"/>
                </a:lnTo>
                <a:lnTo>
                  <a:pt x="113064" y="144822"/>
                </a:lnTo>
                <a:lnTo>
                  <a:pt x="144822" y="113064"/>
                </a:lnTo>
                <a:lnTo>
                  <a:pt x="179679" y="84673"/>
                </a:lnTo>
                <a:lnTo>
                  <a:pt x="217367" y="59915"/>
                </a:lnTo>
                <a:lnTo>
                  <a:pt x="257619" y="39059"/>
                </a:lnTo>
                <a:lnTo>
                  <a:pt x="300167" y="22372"/>
                </a:lnTo>
                <a:lnTo>
                  <a:pt x="344743" y="10121"/>
                </a:lnTo>
                <a:lnTo>
                  <a:pt x="391080" y="2574"/>
                </a:lnTo>
                <a:lnTo>
                  <a:pt x="438912" y="0"/>
                </a:lnTo>
                <a:lnTo>
                  <a:pt x="486743" y="2574"/>
                </a:lnTo>
                <a:lnTo>
                  <a:pt x="533080" y="10121"/>
                </a:lnTo>
                <a:lnTo>
                  <a:pt x="577656" y="22372"/>
                </a:lnTo>
                <a:lnTo>
                  <a:pt x="620204" y="39059"/>
                </a:lnTo>
                <a:lnTo>
                  <a:pt x="660456" y="59915"/>
                </a:lnTo>
                <a:lnTo>
                  <a:pt x="698144" y="84673"/>
                </a:lnTo>
                <a:lnTo>
                  <a:pt x="733001" y="113064"/>
                </a:lnTo>
                <a:lnTo>
                  <a:pt x="764759" y="144822"/>
                </a:lnTo>
                <a:lnTo>
                  <a:pt x="793150" y="179679"/>
                </a:lnTo>
                <a:lnTo>
                  <a:pt x="817908" y="217367"/>
                </a:lnTo>
                <a:lnTo>
                  <a:pt x="838764" y="257619"/>
                </a:lnTo>
                <a:lnTo>
                  <a:pt x="855451" y="300167"/>
                </a:lnTo>
                <a:lnTo>
                  <a:pt x="867702" y="344743"/>
                </a:lnTo>
                <a:lnTo>
                  <a:pt x="875249" y="391080"/>
                </a:lnTo>
                <a:lnTo>
                  <a:pt x="877824" y="438912"/>
                </a:lnTo>
                <a:lnTo>
                  <a:pt x="875249" y="486743"/>
                </a:lnTo>
                <a:lnTo>
                  <a:pt x="867702" y="533080"/>
                </a:lnTo>
                <a:lnTo>
                  <a:pt x="855451" y="577656"/>
                </a:lnTo>
                <a:lnTo>
                  <a:pt x="838764" y="620204"/>
                </a:lnTo>
                <a:lnTo>
                  <a:pt x="817908" y="660456"/>
                </a:lnTo>
                <a:lnTo>
                  <a:pt x="793150" y="698144"/>
                </a:lnTo>
                <a:lnTo>
                  <a:pt x="764759" y="733001"/>
                </a:lnTo>
                <a:lnTo>
                  <a:pt x="733001" y="764759"/>
                </a:lnTo>
                <a:lnTo>
                  <a:pt x="698144" y="793150"/>
                </a:lnTo>
                <a:lnTo>
                  <a:pt x="660456" y="817908"/>
                </a:lnTo>
                <a:lnTo>
                  <a:pt x="620204" y="838764"/>
                </a:lnTo>
                <a:lnTo>
                  <a:pt x="577656" y="855451"/>
                </a:lnTo>
                <a:lnTo>
                  <a:pt x="533080" y="867702"/>
                </a:lnTo>
                <a:lnTo>
                  <a:pt x="486743" y="875249"/>
                </a:lnTo>
                <a:lnTo>
                  <a:pt x="438912" y="877824"/>
                </a:lnTo>
                <a:lnTo>
                  <a:pt x="391080" y="875249"/>
                </a:lnTo>
                <a:lnTo>
                  <a:pt x="344743" y="867702"/>
                </a:lnTo>
                <a:lnTo>
                  <a:pt x="300167" y="855451"/>
                </a:lnTo>
                <a:lnTo>
                  <a:pt x="257619" y="838764"/>
                </a:lnTo>
                <a:lnTo>
                  <a:pt x="217367" y="817908"/>
                </a:lnTo>
                <a:lnTo>
                  <a:pt x="179679" y="793150"/>
                </a:lnTo>
                <a:lnTo>
                  <a:pt x="144822" y="764759"/>
                </a:lnTo>
                <a:lnTo>
                  <a:pt x="113064" y="733001"/>
                </a:lnTo>
                <a:lnTo>
                  <a:pt x="84673" y="698144"/>
                </a:lnTo>
                <a:lnTo>
                  <a:pt x="59915" y="660456"/>
                </a:lnTo>
                <a:lnTo>
                  <a:pt x="39059" y="620204"/>
                </a:lnTo>
                <a:lnTo>
                  <a:pt x="22372" y="577656"/>
                </a:lnTo>
                <a:lnTo>
                  <a:pt x="10121" y="533080"/>
                </a:lnTo>
                <a:lnTo>
                  <a:pt x="2574" y="486743"/>
                </a:lnTo>
                <a:lnTo>
                  <a:pt x="0" y="4389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96161" y="1992629"/>
            <a:ext cx="631190" cy="629920"/>
          </a:xfrm>
          <a:custGeom>
            <a:avLst/>
            <a:gdLst/>
            <a:ahLst/>
            <a:cxnLst/>
            <a:rect l="l" t="t" r="r" b="b"/>
            <a:pathLst>
              <a:path w="631189" h="629919">
                <a:moveTo>
                  <a:pt x="0" y="314706"/>
                </a:moveTo>
                <a:lnTo>
                  <a:pt x="3420" y="268188"/>
                </a:lnTo>
                <a:lnTo>
                  <a:pt x="13355" y="223794"/>
                </a:lnTo>
                <a:lnTo>
                  <a:pt x="29317" y="182009"/>
                </a:lnTo>
                <a:lnTo>
                  <a:pt x="50819" y="143320"/>
                </a:lnTo>
                <a:lnTo>
                  <a:pt x="77373" y="108213"/>
                </a:lnTo>
                <a:lnTo>
                  <a:pt x="108491" y="77173"/>
                </a:lnTo>
                <a:lnTo>
                  <a:pt x="143685" y="50687"/>
                </a:lnTo>
                <a:lnTo>
                  <a:pt x="182467" y="29240"/>
                </a:lnTo>
                <a:lnTo>
                  <a:pt x="224350" y="13319"/>
                </a:lnTo>
                <a:lnTo>
                  <a:pt x="268846" y="3410"/>
                </a:lnTo>
                <a:lnTo>
                  <a:pt x="315468" y="0"/>
                </a:lnTo>
                <a:lnTo>
                  <a:pt x="362089" y="3410"/>
                </a:lnTo>
                <a:lnTo>
                  <a:pt x="406585" y="13319"/>
                </a:lnTo>
                <a:lnTo>
                  <a:pt x="448468" y="29240"/>
                </a:lnTo>
                <a:lnTo>
                  <a:pt x="487250" y="50687"/>
                </a:lnTo>
                <a:lnTo>
                  <a:pt x="522444" y="77173"/>
                </a:lnTo>
                <a:lnTo>
                  <a:pt x="553562" y="108213"/>
                </a:lnTo>
                <a:lnTo>
                  <a:pt x="580116" y="143320"/>
                </a:lnTo>
                <a:lnTo>
                  <a:pt x="601618" y="182009"/>
                </a:lnTo>
                <a:lnTo>
                  <a:pt x="617580" y="223794"/>
                </a:lnTo>
                <a:lnTo>
                  <a:pt x="627515" y="268188"/>
                </a:lnTo>
                <a:lnTo>
                  <a:pt x="630936" y="314706"/>
                </a:lnTo>
                <a:lnTo>
                  <a:pt x="627515" y="361223"/>
                </a:lnTo>
                <a:lnTo>
                  <a:pt x="617580" y="405617"/>
                </a:lnTo>
                <a:lnTo>
                  <a:pt x="601618" y="447402"/>
                </a:lnTo>
                <a:lnTo>
                  <a:pt x="580116" y="486091"/>
                </a:lnTo>
                <a:lnTo>
                  <a:pt x="553562" y="521198"/>
                </a:lnTo>
                <a:lnTo>
                  <a:pt x="522444" y="552238"/>
                </a:lnTo>
                <a:lnTo>
                  <a:pt x="487250" y="578724"/>
                </a:lnTo>
                <a:lnTo>
                  <a:pt x="448468" y="600171"/>
                </a:lnTo>
                <a:lnTo>
                  <a:pt x="406585" y="616092"/>
                </a:lnTo>
                <a:lnTo>
                  <a:pt x="362089" y="626001"/>
                </a:lnTo>
                <a:lnTo>
                  <a:pt x="315468" y="629412"/>
                </a:lnTo>
                <a:lnTo>
                  <a:pt x="268846" y="626001"/>
                </a:lnTo>
                <a:lnTo>
                  <a:pt x="224350" y="616092"/>
                </a:lnTo>
                <a:lnTo>
                  <a:pt x="182467" y="600171"/>
                </a:lnTo>
                <a:lnTo>
                  <a:pt x="143685" y="578724"/>
                </a:lnTo>
                <a:lnTo>
                  <a:pt x="108491" y="552238"/>
                </a:lnTo>
                <a:lnTo>
                  <a:pt x="77373" y="521198"/>
                </a:lnTo>
                <a:lnTo>
                  <a:pt x="50819" y="486091"/>
                </a:lnTo>
                <a:lnTo>
                  <a:pt x="29317" y="447402"/>
                </a:lnTo>
                <a:lnTo>
                  <a:pt x="13355" y="405617"/>
                </a:lnTo>
                <a:lnTo>
                  <a:pt x="3420" y="361223"/>
                </a:lnTo>
                <a:lnTo>
                  <a:pt x="0" y="314706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08252" y="206908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32326" y="1992629"/>
            <a:ext cx="631190" cy="629920"/>
          </a:xfrm>
          <a:custGeom>
            <a:avLst/>
            <a:gdLst/>
            <a:ahLst/>
            <a:cxnLst/>
            <a:rect l="l" t="t" r="r" b="b"/>
            <a:pathLst>
              <a:path w="631189" h="629919">
                <a:moveTo>
                  <a:pt x="0" y="314706"/>
                </a:moveTo>
                <a:lnTo>
                  <a:pt x="3420" y="268188"/>
                </a:lnTo>
                <a:lnTo>
                  <a:pt x="13355" y="223794"/>
                </a:lnTo>
                <a:lnTo>
                  <a:pt x="29317" y="182009"/>
                </a:lnTo>
                <a:lnTo>
                  <a:pt x="50819" y="143320"/>
                </a:lnTo>
                <a:lnTo>
                  <a:pt x="77373" y="108213"/>
                </a:lnTo>
                <a:lnTo>
                  <a:pt x="108491" y="77173"/>
                </a:lnTo>
                <a:lnTo>
                  <a:pt x="143685" y="50687"/>
                </a:lnTo>
                <a:lnTo>
                  <a:pt x="182467" y="29240"/>
                </a:lnTo>
                <a:lnTo>
                  <a:pt x="224350" y="13319"/>
                </a:lnTo>
                <a:lnTo>
                  <a:pt x="268846" y="3410"/>
                </a:lnTo>
                <a:lnTo>
                  <a:pt x="315468" y="0"/>
                </a:lnTo>
                <a:lnTo>
                  <a:pt x="362089" y="3410"/>
                </a:lnTo>
                <a:lnTo>
                  <a:pt x="406585" y="13319"/>
                </a:lnTo>
                <a:lnTo>
                  <a:pt x="448468" y="29240"/>
                </a:lnTo>
                <a:lnTo>
                  <a:pt x="487250" y="50687"/>
                </a:lnTo>
                <a:lnTo>
                  <a:pt x="522444" y="77173"/>
                </a:lnTo>
                <a:lnTo>
                  <a:pt x="553562" y="108213"/>
                </a:lnTo>
                <a:lnTo>
                  <a:pt x="580116" y="143320"/>
                </a:lnTo>
                <a:lnTo>
                  <a:pt x="601618" y="182009"/>
                </a:lnTo>
                <a:lnTo>
                  <a:pt x="617580" y="223794"/>
                </a:lnTo>
                <a:lnTo>
                  <a:pt x="627515" y="268188"/>
                </a:lnTo>
                <a:lnTo>
                  <a:pt x="630936" y="314706"/>
                </a:lnTo>
                <a:lnTo>
                  <a:pt x="627515" y="361223"/>
                </a:lnTo>
                <a:lnTo>
                  <a:pt x="617580" y="405617"/>
                </a:lnTo>
                <a:lnTo>
                  <a:pt x="601618" y="447402"/>
                </a:lnTo>
                <a:lnTo>
                  <a:pt x="580116" y="486091"/>
                </a:lnTo>
                <a:lnTo>
                  <a:pt x="553562" y="521198"/>
                </a:lnTo>
                <a:lnTo>
                  <a:pt x="522444" y="552238"/>
                </a:lnTo>
                <a:lnTo>
                  <a:pt x="487250" y="578724"/>
                </a:lnTo>
                <a:lnTo>
                  <a:pt x="448468" y="600171"/>
                </a:lnTo>
                <a:lnTo>
                  <a:pt x="406585" y="616092"/>
                </a:lnTo>
                <a:lnTo>
                  <a:pt x="362089" y="626001"/>
                </a:lnTo>
                <a:lnTo>
                  <a:pt x="315468" y="629412"/>
                </a:lnTo>
                <a:lnTo>
                  <a:pt x="268846" y="626001"/>
                </a:lnTo>
                <a:lnTo>
                  <a:pt x="224350" y="616092"/>
                </a:lnTo>
                <a:lnTo>
                  <a:pt x="182467" y="600171"/>
                </a:lnTo>
                <a:lnTo>
                  <a:pt x="143685" y="578724"/>
                </a:lnTo>
                <a:lnTo>
                  <a:pt x="108491" y="552238"/>
                </a:lnTo>
                <a:lnTo>
                  <a:pt x="77373" y="521198"/>
                </a:lnTo>
                <a:lnTo>
                  <a:pt x="50819" y="486091"/>
                </a:lnTo>
                <a:lnTo>
                  <a:pt x="29317" y="447402"/>
                </a:lnTo>
                <a:lnTo>
                  <a:pt x="13355" y="405617"/>
                </a:lnTo>
                <a:lnTo>
                  <a:pt x="3420" y="361223"/>
                </a:lnTo>
                <a:lnTo>
                  <a:pt x="0" y="314706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345685" y="206908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6161" y="4793741"/>
            <a:ext cx="631190" cy="628015"/>
          </a:xfrm>
          <a:custGeom>
            <a:avLst/>
            <a:gdLst/>
            <a:ahLst/>
            <a:cxnLst/>
            <a:rect l="l" t="t" r="r" b="b"/>
            <a:pathLst>
              <a:path w="631189" h="628014">
                <a:moveTo>
                  <a:pt x="0" y="313943"/>
                </a:moveTo>
                <a:lnTo>
                  <a:pt x="3420" y="267558"/>
                </a:lnTo>
                <a:lnTo>
                  <a:pt x="13355" y="223284"/>
                </a:lnTo>
                <a:lnTo>
                  <a:pt x="29317" y="181606"/>
                </a:lnTo>
                <a:lnTo>
                  <a:pt x="50819" y="143012"/>
                </a:lnTo>
                <a:lnTo>
                  <a:pt x="77373" y="107986"/>
                </a:lnTo>
                <a:lnTo>
                  <a:pt x="108491" y="77015"/>
                </a:lnTo>
                <a:lnTo>
                  <a:pt x="143685" y="50586"/>
                </a:lnTo>
                <a:lnTo>
                  <a:pt x="182467" y="29183"/>
                </a:lnTo>
                <a:lnTo>
                  <a:pt x="224350" y="13294"/>
                </a:lnTo>
                <a:lnTo>
                  <a:pt x="268846" y="3404"/>
                </a:lnTo>
                <a:lnTo>
                  <a:pt x="315468" y="0"/>
                </a:lnTo>
                <a:lnTo>
                  <a:pt x="362089" y="3404"/>
                </a:lnTo>
                <a:lnTo>
                  <a:pt x="406585" y="13294"/>
                </a:lnTo>
                <a:lnTo>
                  <a:pt x="448468" y="29183"/>
                </a:lnTo>
                <a:lnTo>
                  <a:pt x="487250" y="50586"/>
                </a:lnTo>
                <a:lnTo>
                  <a:pt x="522444" y="77015"/>
                </a:lnTo>
                <a:lnTo>
                  <a:pt x="553562" y="107986"/>
                </a:lnTo>
                <a:lnTo>
                  <a:pt x="580116" y="143012"/>
                </a:lnTo>
                <a:lnTo>
                  <a:pt x="601618" y="181606"/>
                </a:lnTo>
                <a:lnTo>
                  <a:pt x="617580" y="223284"/>
                </a:lnTo>
                <a:lnTo>
                  <a:pt x="627515" y="267558"/>
                </a:lnTo>
                <a:lnTo>
                  <a:pt x="630936" y="313943"/>
                </a:lnTo>
                <a:lnTo>
                  <a:pt x="627515" y="360329"/>
                </a:lnTo>
                <a:lnTo>
                  <a:pt x="617580" y="404603"/>
                </a:lnTo>
                <a:lnTo>
                  <a:pt x="601618" y="446281"/>
                </a:lnTo>
                <a:lnTo>
                  <a:pt x="580116" y="484875"/>
                </a:lnTo>
                <a:lnTo>
                  <a:pt x="553562" y="519901"/>
                </a:lnTo>
                <a:lnTo>
                  <a:pt x="522444" y="550872"/>
                </a:lnTo>
                <a:lnTo>
                  <a:pt x="487250" y="577301"/>
                </a:lnTo>
                <a:lnTo>
                  <a:pt x="448468" y="598704"/>
                </a:lnTo>
                <a:lnTo>
                  <a:pt x="406585" y="614593"/>
                </a:lnTo>
                <a:lnTo>
                  <a:pt x="362089" y="624483"/>
                </a:lnTo>
                <a:lnTo>
                  <a:pt x="315468" y="627887"/>
                </a:lnTo>
                <a:lnTo>
                  <a:pt x="268846" y="624483"/>
                </a:lnTo>
                <a:lnTo>
                  <a:pt x="224350" y="614593"/>
                </a:lnTo>
                <a:lnTo>
                  <a:pt x="182467" y="598704"/>
                </a:lnTo>
                <a:lnTo>
                  <a:pt x="143685" y="577301"/>
                </a:lnTo>
                <a:lnTo>
                  <a:pt x="108491" y="550872"/>
                </a:lnTo>
                <a:lnTo>
                  <a:pt x="77373" y="519901"/>
                </a:lnTo>
                <a:lnTo>
                  <a:pt x="50819" y="484875"/>
                </a:lnTo>
                <a:lnTo>
                  <a:pt x="29317" y="446281"/>
                </a:lnTo>
                <a:lnTo>
                  <a:pt x="13355" y="404603"/>
                </a:lnTo>
                <a:lnTo>
                  <a:pt x="3420" y="360329"/>
                </a:lnTo>
                <a:lnTo>
                  <a:pt x="0" y="313943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08252" y="48699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14038" y="4773929"/>
            <a:ext cx="631190" cy="629920"/>
          </a:xfrm>
          <a:custGeom>
            <a:avLst/>
            <a:gdLst/>
            <a:ahLst/>
            <a:cxnLst/>
            <a:rect l="l" t="t" r="r" b="b"/>
            <a:pathLst>
              <a:path w="631189" h="629920">
                <a:moveTo>
                  <a:pt x="0" y="314706"/>
                </a:moveTo>
                <a:lnTo>
                  <a:pt x="3420" y="268188"/>
                </a:lnTo>
                <a:lnTo>
                  <a:pt x="13355" y="223794"/>
                </a:lnTo>
                <a:lnTo>
                  <a:pt x="29317" y="182009"/>
                </a:lnTo>
                <a:lnTo>
                  <a:pt x="50819" y="143320"/>
                </a:lnTo>
                <a:lnTo>
                  <a:pt x="77373" y="108213"/>
                </a:lnTo>
                <a:lnTo>
                  <a:pt x="108491" y="77173"/>
                </a:lnTo>
                <a:lnTo>
                  <a:pt x="143685" y="50687"/>
                </a:lnTo>
                <a:lnTo>
                  <a:pt x="182467" y="29240"/>
                </a:lnTo>
                <a:lnTo>
                  <a:pt x="224350" y="13319"/>
                </a:lnTo>
                <a:lnTo>
                  <a:pt x="268846" y="3410"/>
                </a:lnTo>
                <a:lnTo>
                  <a:pt x="315467" y="0"/>
                </a:lnTo>
                <a:lnTo>
                  <a:pt x="362089" y="3410"/>
                </a:lnTo>
                <a:lnTo>
                  <a:pt x="406585" y="13319"/>
                </a:lnTo>
                <a:lnTo>
                  <a:pt x="448468" y="29240"/>
                </a:lnTo>
                <a:lnTo>
                  <a:pt x="487250" y="50687"/>
                </a:lnTo>
                <a:lnTo>
                  <a:pt x="522444" y="77173"/>
                </a:lnTo>
                <a:lnTo>
                  <a:pt x="553562" y="108213"/>
                </a:lnTo>
                <a:lnTo>
                  <a:pt x="580116" y="143320"/>
                </a:lnTo>
                <a:lnTo>
                  <a:pt x="601618" y="182009"/>
                </a:lnTo>
                <a:lnTo>
                  <a:pt x="617580" y="223794"/>
                </a:lnTo>
                <a:lnTo>
                  <a:pt x="627515" y="268188"/>
                </a:lnTo>
                <a:lnTo>
                  <a:pt x="630936" y="314706"/>
                </a:lnTo>
                <a:lnTo>
                  <a:pt x="627515" y="361223"/>
                </a:lnTo>
                <a:lnTo>
                  <a:pt x="617580" y="405617"/>
                </a:lnTo>
                <a:lnTo>
                  <a:pt x="601618" y="447402"/>
                </a:lnTo>
                <a:lnTo>
                  <a:pt x="580116" y="486091"/>
                </a:lnTo>
                <a:lnTo>
                  <a:pt x="553562" y="521198"/>
                </a:lnTo>
                <a:lnTo>
                  <a:pt x="522444" y="552238"/>
                </a:lnTo>
                <a:lnTo>
                  <a:pt x="487250" y="578724"/>
                </a:lnTo>
                <a:lnTo>
                  <a:pt x="448468" y="600171"/>
                </a:lnTo>
                <a:lnTo>
                  <a:pt x="406585" y="616092"/>
                </a:lnTo>
                <a:lnTo>
                  <a:pt x="362089" y="626001"/>
                </a:lnTo>
                <a:lnTo>
                  <a:pt x="315467" y="629412"/>
                </a:lnTo>
                <a:lnTo>
                  <a:pt x="268846" y="626001"/>
                </a:lnTo>
                <a:lnTo>
                  <a:pt x="224350" y="616092"/>
                </a:lnTo>
                <a:lnTo>
                  <a:pt x="182467" y="600171"/>
                </a:lnTo>
                <a:lnTo>
                  <a:pt x="143685" y="578724"/>
                </a:lnTo>
                <a:lnTo>
                  <a:pt x="108491" y="552238"/>
                </a:lnTo>
                <a:lnTo>
                  <a:pt x="77373" y="521198"/>
                </a:lnTo>
                <a:lnTo>
                  <a:pt x="50819" y="486091"/>
                </a:lnTo>
                <a:lnTo>
                  <a:pt x="29317" y="447402"/>
                </a:lnTo>
                <a:lnTo>
                  <a:pt x="13355" y="405617"/>
                </a:lnTo>
                <a:lnTo>
                  <a:pt x="3420" y="361223"/>
                </a:lnTo>
                <a:lnTo>
                  <a:pt x="0" y="314706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326382" y="485101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27098" y="2221992"/>
            <a:ext cx="2205355" cy="114300"/>
          </a:xfrm>
          <a:custGeom>
            <a:avLst/>
            <a:gdLst/>
            <a:ahLst/>
            <a:cxnLst/>
            <a:rect l="l" t="t" r="r" b="b"/>
            <a:pathLst>
              <a:path w="2205354" h="114300">
                <a:moveTo>
                  <a:pt x="2090927" y="0"/>
                </a:moveTo>
                <a:lnTo>
                  <a:pt x="2090927" y="114300"/>
                </a:lnTo>
                <a:lnTo>
                  <a:pt x="2167128" y="76200"/>
                </a:lnTo>
                <a:lnTo>
                  <a:pt x="2109978" y="76200"/>
                </a:lnTo>
                <a:lnTo>
                  <a:pt x="2109978" y="38100"/>
                </a:lnTo>
                <a:lnTo>
                  <a:pt x="2167128" y="38100"/>
                </a:lnTo>
                <a:lnTo>
                  <a:pt x="2090927" y="0"/>
                </a:lnTo>
                <a:close/>
              </a:path>
              <a:path w="2205354" h="114300">
                <a:moveTo>
                  <a:pt x="20909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090927" y="76200"/>
                </a:lnTo>
                <a:lnTo>
                  <a:pt x="2090927" y="38100"/>
                </a:lnTo>
                <a:close/>
              </a:path>
              <a:path w="2205354" h="114300">
                <a:moveTo>
                  <a:pt x="2167128" y="38100"/>
                </a:moveTo>
                <a:lnTo>
                  <a:pt x="2109978" y="38100"/>
                </a:lnTo>
                <a:lnTo>
                  <a:pt x="2109978" y="76200"/>
                </a:lnTo>
                <a:lnTo>
                  <a:pt x="2167128" y="76200"/>
                </a:lnTo>
                <a:lnTo>
                  <a:pt x="2205228" y="57150"/>
                </a:lnTo>
                <a:lnTo>
                  <a:pt x="2167128" y="381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813050" y="172796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02454" y="2621914"/>
            <a:ext cx="114300" cy="2037714"/>
          </a:xfrm>
          <a:custGeom>
            <a:avLst/>
            <a:gdLst/>
            <a:ahLst/>
            <a:cxnLst/>
            <a:rect l="l" t="t" r="r" b="b"/>
            <a:pathLst>
              <a:path w="114300" h="2037714">
                <a:moveTo>
                  <a:pt x="0" y="1922907"/>
                </a:moveTo>
                <a:lnTo>
                  <a:pt x="56007" y="2037715"/>
                </a:lnTo>
                <a:lnTo>
                  <a:pt x="104736" y="1942592"/>
                </a:lnTo>
                <a:lnTo>
                  <a:pt x="75946" y="1942592"/>
                </a:lnTo>
                <a:lnTo>
                  <a:pt x="37846" y="1942338"/>
                </a:lnTo>
                <a:lnTo>
                  <a:pt x="38032" y="1923245"/>
                </a:lnTo>
                <a:lnTo>
                  <a:pt x="0" y="1922907"/>
                </a:lnTo>
                <a:close/>
              </a:path>
              <a:path w="114300" h="2037714">
                <a:moveTo>
                  <a:pt x="38032" y="1923245"/>
                </a:moveTo>
                <a:lnTo>
                  <a:pt x="37846" y="1942338"/>
                </a:lnTo>
                <a:lnTo>
                  <a:pt x="75946" y="1942592"/>
                </a:lnTo>
                <a:lnTo>
                  <a:pt x="76131" y="1923583"/>
                </a:lnTo>
                <a:lnTo>
                  <a:pt x="38032" y="1923245"/>
                </a:lnTo>
                <a:close/>
              </a:path>
              <a:path w="114300" h="2037714">
                <a:moveTo>
                  <a:pt x="76131" y="1923583"/>
                </a:moveTo>
                <a:lnTo>
                  <a:pt x="75946" y="1942592"/>
                </a:lnTo>
                <a:lnTo>
                  <a:pt x="104736" y="1942592"/>
                </a:lnTo>
                <a:lnTo>
                  <a:pt x="114300" y="1923923"/>
                </a:lnTo>
                <a:lnTo>
                  <a:pt x="76131" y="1923583"/>
                </a:lnTo>
                <a:close/>
              </a:path>
              <a:path w="114300" h="2037714">
                <a:moveTo>
                  <a:pt x="56769" y="0"/>
                </a:moveTo>
                <a:lnTo>
                  <a:pt x="38032" y="1923245"/>
                </a:lnTo>
                <a:lnTo>
                  <a:pt x="76131" y="1923583"/>
                </a:lnTo>
                <a:lnTo>
                  <a:pt x="94869" y="254"/>
                </a:lnTo>
                <a:lnTo>
                  <a:pt x="56769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642230" y="33666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11273" y="2495042"/>
            <a:ext cx="2386330" cy="2336800"/>
          </a:xfrm>
          <a:custGeom>
            <a:avLst/>
            <a:gdLst/>
            <a:ahLst/>
            <a:cxnLst/>
            <a:rect l="l" t="t" r="r" b="b"/>
            <a:pathLst>
              <a:path w="2386329" h="2336800">
                <a:moveTo>
                  <a:pt x="1269" y="2146299"/>
                </a:moveTo>
                <a:lnTo>
                  <a:pt x="0" y="2336799"/>
                </a:lnTo>
                <a:lnTo>
                  <a:pt x="101990" y="2184399"/>
                </a:lnTo>
                <a:lnTo>
                  <a:pt x="68325" y="2184399"/>
                </a:lnTo>
                <a:lnTo>
                  <a:pt x="32257" y="2171699"/>
                </a:lnTo>
                <a:lnTo>
                  <a:pt x="37597" y="2154748"/>
                </a:lnTo>
                <a:lnTo>
                  <a:pt x="1269" y="2146299"/>
                </a:lnTo>
                <a:close/>
              </a:path>
              <a:path w="2386329" h="2336800">
                <a:moveTo>
                  <a:pt x="37597" y="2154748"/>
                </a:moveTo>
                <a:lnTo>
                  <a:pt x="32257" y="2171699"/>
                </a:lnTo>
                <a:lnTo>
                  <a:pt x="68325" y="2184399"/>
                </a:lnTo>
                <a:lnTo>
                  <a:pt x="74341" y="2163293"/>
                </a:lnTo>
                <a:lnTo>
                  <a:pt x="37597" y="2154748"/>
                </a:lnTo>
                <a:close/>
              </a:path>
              <a:path w="2386329" h="2336800">
                <a:moveTo>
                  <a:pt x="74341" y="2163293"/>
                </a:moveTo>
                <a:lnTo>
                  <a:pt x="68325" y="2184399"/>
                </a:lnTo>
                <a:lnTo>
                  <a:pt x="101990" y="2184399"/>
                </a:lnTo>
                <a:lnTo>
                  <a:pt x="110489" y="2171699"/>
                </a:lnTo>
                <a:lnTo>
                  <a:pt x="74341" y="2163293"/>
                </a:lnTo>
                <a:close/>
              </a:path>
              <a:path w="2386329" h="2336800">
                <a:moveTo>
                  <a:pt x="156862" y="1866899"/>
                </a:moveTo>
                <a:lnTo>
                  <a:pt x="134238" y="1866899"/>
                </a:lnTo>
                <a:lnTo>
                  <a:pt x="130937" y="1879599"/>
                </a:lnTo>
                <a:lnTo>
                  <a:pt x="127507" y="1892299"/>
                </a:lnTo>
                <a:lnTo>
                  <a:pt x="123698" y="1892299"/>
                </a:lnTo>
                <a:lnTo>
                  <a:pt x="119761" y="1904999"/>
                </a:lnTo>
                <a:lnTo>
                  <a:pt x="115443" y="1917699"/>
                </a:lnTo>
                <a:lnTo>
                  <a:pt x="108076" y="1943099"/>
                </a:lnTo>
                <a:lnTo>
                  <a:pt x="101092" y="1955799"/>
                </a:lnTo>
                <a:lnTo>
                  <a:pt x="88900" y="1993899"/>
                </a:lnTo>
                <a:lnTo>
                  <a:pt x="77469" y="2031999"/>
                </a:lnTo>
                <a:lnTo>
                  <a:pt x="66293" y="2070099"/>
                </a:lnTo>
                <a:lnTo>
                  <a:pt x="54101" y="2108199"/>
                </a:lnTo>
                <a:lnTo>
                  <a:pt x="47498" y="2133599"/>
                </a:lnTo>
                <a:lnTo>
                  <a:pt x="40258" y="2146299"/>
                </a:lnTo>
                <a:lnTo>
                  <a:pt x="37597" y="2154748"/>
                </a:lnTo>
                <a:lnTo>
                  <a:pt x="74341" y="2163293"/>
                </a:lnTo>
                <a:lnTo>
                  <a:pt x="75564" y="2158999"/>
                </a:lnTo>
                <a:lnTo>
                  <a:pt x="83312" y="2146299"/>
                </a:lnTo>
                <a:lnTo>
                  <a:pt x="90424" y="2120899"/>
                </a:lnTo>
                <a:lnTo>
                  <a:pt x="102869" y="2082799"/>
                </a:lnTo>
                <a:lnTo>
                  <a:pt x="114173" y="2044699"/>
                </a:lnTo>
                <a:lnTo>
                  <a:pt x="125221" y="2006599"/>
                </a:lnTo>
                <a:lnTo>
                  <a:pt x="137159" y="1968499"/>
                </a:lnTo>
                <a:lnTo>
                  <a:pt x="143763" y="1955799"/>
                </a:lnTo>
                <a:lnTo>
                  <a:pt x="150875" y="1930399"/>
                </a:lnTo>
                <a:lnTo>
                  <a:pt x="159003" y="1904999"/>
                </a:lnTo>
                <a:lnTo>
                  <a:pt x="166243" y="1892299"/>
                </a:lnTo>
                <a:lnTo>
                  <a:pt x="169290" y="1879599"/>
                </a:lnTo>
                <a:lnTo>
                  <a:pt x="163575" y="1879599"/>
                </a:lnTo>
                <a:lnTo>
                  <a:pt x="156862" y="1866899"/>
                </a:lnTo>
                <a:close/>
              </a:path>
              <a:path w="2386329" h="2336800">
                <a:moveTo>
                  <a:pt x="174878" y="1866899"/>
                </a:moveTo>
                <a:lnTo>
                  <a:pt x="156862" y="1866899"/>
                </a:lnTo>
                <a:lnTo>
                  <a:pt x="163575" y="1879599"/>
                </a:lnTo>
                <a:lnTo>
                  <a:pt x="171029" y="1879599"/>
                </a:lnTo>
                <a:lnTo>
                  <a:pt x="173250" y="1875473"/>
                </a:lnTo>
                <a:lnTo>
                  <a:pt x="174878" y="1866899"/>
                </a:lnTo>
                <a:close/>
              </a:path>
              <a:path w="2386329" h="2336800">
                <a:moveTo>
                  <a:pt x="173250" y="1875473"/>
                </a:moveTo>
                <a:lnTo>
                  <a:pt x="171029" y="1879599"/>
                </a:lnTo>
                <a:lnTo>
                  <a:pt x="172465" y="1879599"/>
                </a:lnTo>
                <a:lnTo>
                  <a:pt x="173250" y="1875473"/>
                </a:lnTo>
                <a:close/>
              </a:path>
              <a:path w="2386329" h="2336800">
                <a:moveTo>
                  <a:pt x="177863" y="1866899"/>
                </a:moveTo>
                <a:lnTo>
                  <a:pt x="174878" y="1866899"/>
                </a:lnTo>
                <a:lnTo>
                  <a:pt x="173250" y="1875473"/>
                </a:lnTo>
                <a:lnTo>
                  <a:pt x="177863" y="1866899"/>
                </a:lnTo>
                <a:close/>
              </a:path>
              <a:path w="2386329" h="2336800">
                <a:moveTo>
                  <a:pt x="149627" y="1854199"/>
                </a:moveTo>
                <a:lnTo>
                  <a:pt x="139953" y="1854199"/>
                </a:lnTo>
                <a:lnTo>
                  <a:pt x="137159" y="1866899"/>
                </a:lnTo>
                <a:lnTo>
                  <a:pt x="152066" y="1866899"/>
                </a:lnTo>
                <a:lnTo>
                  <a:pt x="149627" y="1854199"/>
                </a:lnTo>
                <a:close/>
              </a:path>
              <a:path w="2386329" h="2336800">
                <a:moveTo>
                  <a:pt x="150240" y="1854199"/>
                </a:moveTo>
                <a:lnTo>
                  <a:pt x="149627" y="1854199"/>
                </a:lnTo>
                <a:lnTo>
                  <a:pt x="152066" y="1866899"/>
                </a:lnTo>
                <a:lnTo>
                  <a:pt x="179705" y="1866899"/>
                </a:lnTo>
                <a:lnTo>
                  <a:pt x="180107" y="1864534"/>
                </a:lnTo>
                <a:lnTo>
                  <a:pt x="150240" y="1854199"/>
                </a:lnTo>
                <a:close/>
              </a:path>
              <a:path w="2386329" h="2336800">
                <a:moveTo>
                  <a:pt x="180107" y="1864534"/>
                </a:moveTo>
                <a:lnTo>
                  <a:pt x="179705" y="1866899"/>
                </a:lnTo>
                <a:lnTo>
                  <a:pt x="186689" y="1866899"/>
                </a:lnTo>
                <a:lnTo>
                  <a:pt x="180107" y="1864534"/>
                </a:lnTo>
                <a:close/>
              </a:path>
              <a:path w="2386329" h="2336800">
                <a:moveTo>
                  <a:pt x="188087" y="1854199"/>
                </a:moveTo>
                <a:lnTo>
                  <a:pt x="187325" y="1854199"/>
                </a:lnTo>
                <a:lnTo>
                  <a:pt x="186694" y="1866813"/>
                </a:lnTo>
                <a:lnTo>
                  <a:pt x="186944" y="1866899"/>
                </a:lnTo>
                <a:lnTo>
                  <a:pt x="188087" y="1854199"/>
                </a:lnTo>
                <a:close/>
              </a:path>
              <a:path w="2386329" h="2336800">
                <a:moveTo>
                  <a:pt x="187325" y="1854199"/>
                </a:moveTo>
                <a:lnTo>
                  <a:pt x="181863" y="1854199"/>
                </a:lnTo>
                <a:lnTo>
                  <a:pt x="180107" y="1864534"/>
                </a:lnTo>
                <a:lnTo>
                  <a:pt x="186694" y="1866813"/>
                </a:lnTo>
                <a:lnTo>
                  <a:pt x="187325" y="1854199"/>
                </a:lnTo>
                <a:close/>
              </a:path>
              <a:path w="2386329" h="2336800">
                <a:moveTo>
                  <a:pt x="181863" y="1854199"/>
                </a:moveTo>
                <a:lnTo>
                  <a:pt x="150240" y="1854199"/>
                </a:lnTo>
                <a:lnTo>
                  <a:pt x="180107" y="1864534"/>
                </a:lnTo>
                <a:lnTo>
                  <a:pt x="181863" y="1854199"/>
                </a:lnTo>
                <a:close/>
              </a:path>
              <a:path w="2386329" h="2336800">
                <a:moveTo>
                  <a:pt x="151764" y="1841499"/>
                </a:moveTo>
                <a:lnTo>
                  <a:pt x="144906" y="1841499"/>
                </a:lnTo>
                <a:lnTo>
                  <a:pt x="142494" y="1854199"/>
                </a:lnTo>
                <a:lnTo>
                  <a:pt x="150875" y="1854199"/>
                </a:lnTo>
                <a:lnTo>
                  <a:pt x="151764" y="1841499"/>
                </a:lnTo>
                <a:close/>
              </a:path>
              <a:path w="2386329" h="2336800">
                <a:moveTo>
                  <a:pt x="152145" y="1841499"/>
                </a:moveTo>
                <a:lnTo>
                  <a:pt x="151764" y="1841499"/>
                </a:lnTo>
                <a:lnTo>
                  <a:pt x="150875" y="1854199"/>
                </a:lnTo>
                <a:lnTo>
                  <a:pt x="152145" y="1841499"/>
                </a:lnTo>
                <a:close/>
              </a:path>
              <a:path w="2386329" h="2336800">
                <a:moveTo>
                  <a:pt x="187706" y="1841499"/>
                </a:moveTo>
                <a:lnTo>
                  <a:pt x="152145" y="1841499"/>
                </a:lnTo>
                <a:lnTo>
                  <a:pt x="151002" y="1854199"/>
                </a:lnTo>
                <a:lnTo>
                  <a:pt x="185165" y="1854199"/>
                </a:lnTo>
                <a:lnTo>
                  <a:pt x="187706" y="1841499"/>
                </a:lnTo>
                <a:close/>
              </a:path>
              <a:path w="2386329" h="2336800">
                <a:moveTo>
                  <a:pt x="192150" y="1841499"/>
                </a:moveTo>
                <a:lnTo>
                  <a:pt x="187706" y="1841499"/>
                </a:lnTo>
                <a:lnTo>
                  <a:pt x="185165" y="1854199"/>
                </a:lnTo>
                <a:lnTo>
                  <a:pt x="189864" y="1854199"/>
                </a:lnTo>
                <a:lnTo>
                  <a:pt x="192150" y="1841499"/>
                </a:lnTo>
                <a:close/>
              </a:path>
              <a:path w="2386329" h="2336800">
                <a:moveTo>
                  <a:pt x="192150" y="1841499"/>
                </a:moveTo>
                <a:lnTo>
                  <a:pt x="189864" y="1854199"/>
                </a:lnTo>
                <a:lnTo>
                  <a:pt x="189992" y="1854199"/>
                </a:lnTo>
                <a:lnTo>
                  <a:pt x="192150" y="1841499"/>
                </a:lnTo>
                <a:close/>
              </a:path>
              <a:path w="2386329" h="2336800">
                <a:moveTo>
                  <a:pt x="155575" y="1828799"/>
                </a:moveTo>
                <a:lnTo>
                  <a:pt x="150621" y="1828799"/>
                </a:lnTo>
                <a:lnTo>
                  <a:pt x="146938" y="1841499"/>
                </a:lnTo>
                <a:lnTo>
                  <a:pt x="152400" y="1841499"/>
                </a:lnTo>
                <a:lnTo>
                  <a:pt x="155575" y="1828799"/>
                </a:lnTo>
                <a:close/>
              </a:path>
              <a:path w="2386329" h="2336800">
                <a:moveTo>
                  <a:pt x="156082" y="1828799"/>
                </a:moveTo>
                <a:lnTo>
                  <a:pt x="155575" y="1828799"/>
                </a:lnTo>
                <a:lnTo>
                  <a:pt x="152400" y="1841499"/>
                </a:lnTo>
                <a:lnTo>
                  <a:pt x="153796" y="1841499"/>
                </a:lnTo>
                <a:lnTo>
                  <a:pt x="156082" y="1828799"/>
                </a:lnTo>
                <a:close/>
              </a:path>
              <a:path w="2386329" h="2336800">
                <a:moveTo>
                  <a:pt x="157099" y="1828799"/>
                </a:moveTo>
                <a:lnTo>
                  <a:pt x="156082" y="1828799"/>
                </a:lnTo>
                <a:lnTo>
                  <a:pt x="153796" y="1841499"/>
                </a:lnTo>
                <a:lnTo>
                  <a:pt x="176149" y="1841499"/>
                </a:lnTo>
                <a:lnTo>
                  <a:pt x="157099" y="1828799"/>
                </a:lnTo>
                <a:close/>
              </a:path>
              <a:path w="2386329" h="2336800">
                <a:moveTo>
                  <a:pt x="194690" y="1828799"/>
                </a:moveTo>
                <a:lnTo>
                  <a:pt x="157099" y="1828799"/>
                </a:lnTo>
                <a:lnTo>
                  <a:pt x="176149" y="1841499"/>
                </a:lnTo>
                <a:lnTo>
                  <a:pt x="193928" y="1841499"/>
                </a:lnTo>
                <a:lnTo>
                  <a:pt x="194690" y="1828799"/>
                </a:lnTo>
                <a:close/>
              </a:path>
              <a:path w="2386329" h="2336800">
                <a:moveTo>
                  <a:pt x="196850" y="1828799"/>
                </a:moveTo>
                <a:lnTo>
                  <a:pt x="194690" y="1828799"/>
                </a:lnTo>
                <a:lnTo>
                  <a:pt x="193928" y="1841499"/>
                </a:lnTo>
                <a:lnTo>
                  <a:pt x="195199" y="1841499"/>
                </a:lnTo>
                <a:lnTo>
                  <a:pt x="196850" y="1828799"/>
                </a:lnTo>
                <a:close/>
              </a:path>
              <a:path w="2386329" h="2336800">
                <a:moveTo>
                  <a:pt x="167512" y="1803399"/>
                </a:moveTo>
                <a:lnTo>
                  <a:pt x="164592" y="1803399"/>
                </a:lnTo>
                <a:lnTo>
                  <a:pt x="161036" y="1816099"/>
                </a:lnTo>
                <a:lnTo>
                  <a:pt x="156463" y="1816099"/>
                </a:lnTo>
                <a:lnTo>
                  <a:pt x="153924" y="1828799"/>
                </a:lnTo>
                <a:lnTo>
                  <a:pt x="159003" y="1828799"/>
                </a:lnTo>
                <a:lnTo>
                  <a:pt x="162559" y="1816099"/>
                </a:lnTo>
                <a:lnTo>
                  <a:pt x="167512" y="1803399"/>
                </a:lnTo>
                <a:close/>
              </a:path>
              <a:path w="2386329" h="2336800">
                <a:moveTo>
                  <a:pt x="556387" y="1295399"/>
                </a:moveTo>
                <a:lnTo>
                  <a:pt x="509015" y="1295399"/>
                </a:lnTo>
                <a:lnTo>
                  <a:pt x="502157" y="1308099"/>
                </a:lnTo>
                <a:lnTo>
                  <a:pt x="494664" y="1320799"/>
                </a:lnTo>
                <a:lnTo>
                  <a:pt x="486918" y="1320799"/>
                </a:lnTo>
                <a:lnTo>
                  <a:pt x="478536" y="1333499"/>
                </a:lnTo>
                <a:lnTo>
                  <a:pt x="460501" y="1358899"/>
                </a:lnTo>
                <a:lnTo>
                  <a:pt x="423290" y="1409699"/>
                </a:lnTo>
                <a:lnTo>
                  <a:pt x="385571" y="1460499"/>
                </a:lnTo>
                <a:lnTo>
                  <a:pt x="347725" y="1498599"/>
                </a:lnTo>
                <a:lnTo>
                  <a:pt x="308990" y="1549399"/>
                </a:lnTo>
                <a:lnTo>
                  <a:pt x="288670" y="1587499"/>
                </a:lnTo>
                <a:lnTo>
                  <a:pt x="275844" y="1625599"/>
                </a:lnTo>
                <a:lnTo>
                  <a:pt x="269113" y="1638299"/>
                </a:lnTo>
                <a:lnTo>
                  <a:pt x="262508" y="1663699"/>
                </a:lnTo>
                <a:lnTo>
                  <a:pt x="258952" y="1676399"/>
                </a:lnTo>
                <a:lnTo>
                  <a:pt x="255015" y="1689099"/>
                </a:lnTo>
                <a:lnTo>
                  <a:pt x="250444" y="1701799"/>
                </a:lnTo>
                <a:lnTo>
                  <a:pt x="245490" y="1701799"/>
                </a:lnTo>
                <a:lnTo>
                  <a:pt x="239775" y="1714499"/>
                </a:lnTo>
                <a:lnTo>
                  <a:pt x="233299" y="1727199"/>
                </a:lnTo>
                <a:lnTo>
                  <a:pt x="177037" y="1777999"/>
                </a:lnTo>
                <a:lnTo>
                  <a:pt x="173355" y="1777999"/>
                </a:lnTo>
                <a:lnTo>
                  <a:pt x="172465" y="1790699"/>
                </a:lnTo>
                <a:lnTo>
                  <a:pt x="162559" y="1816099"/>
                </a:lnTo>
                <a:lnTo>
                  <a:pt x="159003" y="1828799"/>
                </a:lnTo>
                <a:lnTo>
                  <a:pt x="195071" y="1828799"/>
                </a:lnTo>
                <a:lnTo>
                  <a:pt x="193115" y="1816099"/>
                </a:lnTo>
                <a:lnTo>
                  <a:pt x="188944" y="1816099"/>
                </a:lnTo>
                <a:lnTo>
                  <a:pt x="183106" y="1803399"/>
                </a:lnTo>
                <a:lnTo>
                  <a:pt x="203962" y="1803399"/>
                </a:lnTo>
                <a:lnTo>
                  <a:pt x="208533" y="1790699"/>
                </a:lnTo>
                <a:lnTo>
                  <a:pt x="215569" y="1790699"/>
                </a:lnTo>
                <a:lnTo>
                  <a:pt x="262000" y="1739899"/>
                </a:lnTo>
                <a:lnTo>
                  <a:pt x="270890" y="1739899"/>
                </a:lnTo>
                <a:lnTo>
                  <a:pt x="278511" y="1727199"/>
                </a:lnTo>
                <a:lnTo>
                  <a:pt x="295020" y="1689099"/>
                </a:lnTo>
                <a:lnTo>
                  <a:pt x="305815" y="1650999"/>
                </a:lnTo>
                <a:lnTo>
                  <a:pt x="312038" y="1625599"/>
                </a:lnTo>
                <a:lnTo>
                  <a:pt x="319024" y="1612899"/>
                </a:lnTo>
                <a:lnTo>
                  <a:pt x="322961" y="1600199"/>
                </a:lnTo>
                <a:lnTo>
                  <a:pt x="327278" y="1587499"/>
                </a:lnTo>
                <a:lnTo>
                  <a:pt x="332231" y="1587499"/>
                </a:lnTo>
                <a:lnTo>
                  <a:pt x="338455" y="1574799"/>
                </a:lnTo>
                <a:lnTo>
                  <a:pt x="377317" y="1523999"/>
                </a:lnTo>
                <a:lnTo>
                  <a:pt x="415417" y="1485899"/>
                </a:lnTo>
                <a:lnTo>
                  <a:pt x="453263" y="1435099"/>
                </a:lnTo>
                <a:lnTo>
                  <a:pt x="499999" y="1371599"/>
                </a:lnTo>
                <a:lnTo>
                  <a:pt x="524637" y="1333499"/>
                </a:lnTo>
                <a:lnTo>
                  <a:pt x="531621" y="1333499"/>
                </a:lnTo>
                <a:lnTo>
                  <a:pt x="538733" y="1320799"/>
                </a:lnTo>
                <a:lnTo>
                  <a:pt x="544957" y="1308099"/>
                </a:lnTo>
                <a:lnTo>
                  <a:pt x="550799" y="1308099"/>
                </a:lnTo>
                <a:lnTo>
                  <a:pt x="556387" y="1295399"/>
                </a:lnTo>
                <a:close/>
              </a:path>
              <a:path w="2386329" h="2336800">
                <a:moveTo>
                  <a:pt x="200787" y="1816099"/>
                </a:moveTo>
                <a:lnTo>
                  <a:pt x="193115" y="1816099"/>
                </a:lnTo>
                <a:lnTo>
                  <a:pt x="195071" y="1828799"/>
                </a:lnTo>
                <a:lnTo>
                  <a:pt x="198755" y="1828799"/>
                </a:lnTo>
                <a:lnTo>
                  <a:pt x="200787" y="1816099"/>
                </a:lnTo>
                <a:close/>
              </a:path>
              <a:path w="2386329" h="2336800">
                <a:moveTo>
                  <a:pt x="206435" y="1800694"/>
                </a:moveTo>
                <a:lnTo>
                  <a:pt x="203962" y="1803399"/>
                </a:lnTo>
                <a:lnTo>
                  <a:pt x="183106" y="1803399"/>
                </a:lnTo>
                <a:lnTo>
                  <a:pt x="188944" y="1816099"/>
                </a:lnTo>
                <a:lnTo>
                  <a:pt x="203200" y="1816099"/>
                </a:lnTo>
                <a:lnTo>
                  <a:pt x="206435" y="1800694"/>
                </a:lnTo>
                <a:close/>
              </a:path>
              <a:path w="2386329" h="2336800">
                <a:moveTo>
                  <a:pt x="208533" y="1790699"/>
                </a:moveTo>
                <a:lnTo>
                  <a:pt x="203962" y="1803399"/>
                </a:lnTo>
                <a:lnTo>
                  <a:pt x="206435" y="1800694"/>
                </a:lnTo>
                <a:lnTo>
                  <a:pt x="208533" y="1790699"/>
                </a:lnTo>
                <a:close/>
              </a:path>
              <a:path w="2386329" h="2336800">
                <a:moveTo>
                  <a:pt x="215569" y="1790699"/>
                </a:moveTo>
                <a:lnTo>
                  <a:pt x="208533" y="1790699"/>
                </a:lnTo>
                <a:lnTo>
                  <a:pt x="206435" y="1800694"/>
                </a:lnTo>
                <a:lnTo>
                  <a:pt x="215569" y="1790699"/>
                </a:lnTo>
                <a:close/>
              </a:path>
              <a:path w="2386329" h="2336800">
                <a:moveTo>
                  <a:pt x="577723" y="1269999"/>
                </a:moveTo>
                <a:lnTo>
                  <a:pt x="527431" y="1269999"/>
                </a:lnTo>
                <a:lnTo>
                  <a:pt x="521715" y="1282699"/>
                </a:lnTo>
                <a:lnTo>
                  <a:pt x="515493" y="1295399"/>
                </a:lnTo>
                <a:lnTo>
                  <a:pt x="561213" y="1295399"/>
                </a:lnTo>
                <a:lnTo>
                  <a:pt x="570483" y="1282699"/>
                </a:lnTo>
                <a:lnTo>
                  <a:pt x="577723" y="1269999"/>
                </a:lnTo>
                <a:close/>
              </a:path>
              <a:path w="2386329" h="2336800">
                <a:moveTo>
                  <a:pt x="601090" y="1269999"/>
                </a:moveTo>
                <a:lnTo>
                  <a:pt x="580517" y="1269999"/>
                </a:lnTo>
                <a:lnTo>
                  <a:pt x="594106" y="1282699"/>
                </a:lnTo>
                <a:lnTo>
                  <a:pt x="601090" y="1269999"/>
                </a:lnTo>
                <a:close/>
              </a:path>
              <a:path w="2386329" h="2336800">
                <a:moveTo>
                  <a:pt x="572388" y="1244599"/>
                </a:moveTo>
                <a:lnTo>
                  <a:pt x="551180" y="1244599"/>
                </a:lnTo>
                <a:lnTo>
                  <a:pt x="542670" y="1257299"/>
                </a:lnTo>
                <a:lnTo>
                  <a:pt x="533019" y="1269999"/>
                </a:lnTo>
                <a:lnTo>
                  <a:pt x="572769" y="1269999"/>
                </a:lnTo>
                <a:lnTo>
                  <a:pt x="572643" y="1257299"/>
                </a:lnTo>
                <a:lnTo>
                  <a:pt x="571881" y="1257299"/>
                </a:lnTo>
                <a:lnTo>
                  <a:pt x="572452" y="1247775"/>
                </a:lnTo>
                <a:lnTo>
                  <a:pt x="572388" y="1244599"/>
                </a:lnTo>
                <a:close/>
              </a:path>
              <a:path w="2386329" h="2336800">
                <a:moveTo>
                  <a:pt x="572573" y="1245754"/>
                </a:moveTo>
                <a:lnTo>
                  <a:pt x="572643" y="1257299"/>
                </a:lnTo>
                <a:lnTo>
                  <a:pt x="572769" y="1269999"/>
                </a:lnTo>
                <a:lnTo>
                  <a:pt x="586358" y="1269999"/>
                </a:lnTo>
                <a:lnTo>
                  <a:pt x="587215" y="1268523"/>
                </a:lnTo>
                <a:lnTo>
                  <a:pt x="579246" y="1257299"/>
                </a:lnTo>
                <a:lnTo>
                  <a:pt x="574420" y="1257299"/>
                </a:lnTo>
                <a:lnTo>
                  <a:pt x="572573" y="1245754"/>
                </a:lnTo>
                <a:close/>
              </a:path>
              <a:path w="2386329" h="2336800">
                <a:moveTo>
                  <a:pt x="587215" y="1268523"/>
                </a:moveTo>
                <a:lnTo>
                  <a:pt x="586358" y="1269999"/>
                </a:lnTo>
                <a:lnTo>
                  <a:pt x="588263" y="1269999"/>
                </a:lnTo>
                <a:lnTo>
                  <a:pt x="587215" y="1268523"/>
                </a:lnTo>
                <a:close/>
              </a:path>
              <a:path w="2386329" h="2336800">
                <a:moveTo>
                  <a:pt x="593725" y="1257299"/>
                </a:moveTo>
                <a:lnTo>
                  <a:pt x="587215" y="1268523"/>
                </a:lnTo>
                <a:lnTo>
                  <a:pt x="588263" y="1269999"/>
                </a:lnTo>
                <a:lnTo>
                  <a:pt x="590550" y="1269999"/>
                </a:lnTo>
                <a:lnTo>
                  <a:pt x="592582" y="1262742"/>
                </a:lnTo>
                <a:lnTo>
                  <a:pt x="593725" y="1257299"/>
                </a:lnTo>
                <a:close/>
              </a:path>
              <a:path w="2386329" h="2336800">
                <a:moveTo>
                  <a:pt x="592582" y="1262742"/>
                </a:moveTo>
                <a:lnTo>
                  <a:pt x="590550" y="1269999"/>
                </a:lnTo>
                <a:lnTo>
                  <a:pt x="591057" y="1269999"/>
                </a:lnTo>
                <a:lnTo>
                  <a:pt x="592582" y="1262742"/>
                </a:lnTo>
                <a:close/>
              </a:path>
              <a:path w="2386329" h="2336800">
                <a:moveTo>
                  <a:pt x="610869" y="1257299"/>
                </a:moveTo>
                <a:lnTo>
                  <a:pt x="594106" y="1257299"/>
                </a:lnTo>
                <a:lnTo>
                  <a:pt x="591057" y="1269999"/>
                </a:lnTo>
                <a:lnTo>
                  <a:pt x="609219" y="1269999"/>
                </a:lnTo>
                <a:lnTo>
                  <a:pt x="610869" y="1257299"/>
                </a:lnTo>
                <a:close/>
              </a:path>
              <a:path w="2386329" h="2336800">
                <a:moveTo>
                  <a:pt x="593725" y="1257299"/>
                </a:moveTo>
                <a:lnTo>
                  <a:pt x="579246" y="1257299"/>
                </a:lnTo>
                <a:lnTo>
                  <a:pt x="587215" y="1268523"/>
                </a:lnTo>
                <a:lnTo>
                  <a:pt x="593725" y="1257299"/>
                </a:lnTo>
                <a:close/>
              </a:path>
              <a:path w="2386329" h="2336800">
                <a:moveTo>
                  <a:pt x="594106" y="1257299"/>
                </a:moveTo>
                <a:lnTo>
                  <a:pt x="593725" y="1257299"/>
                </a:lnTo>
                <a:lnTo>
                  <a:pt x="592582" y="1262742"/>
                </a:lnTo>
                <a:lnTo>
                  <a:pt x="594106" y="1257299"/>
                </a:lnTo>
                <a:close/>
              </a:path>
              <a:path w="2386329" h="2336800">
                <a:moveTo>
                  <a:pt x="572452" y="1247775"/>
                </a:moveTo>
                <a:lnTo>
                  <a:pt x="571881" y="1257299"/>
                </a:lnTo>
                <a:lnTo>
                  <a:pt x="572643" y="1257299"/>
                </a:lnTo>
                <a:lnTo>
                  <a:pt x="572452" y="1247775"/>
                </a:lnTo>
                <a:close/>
              </a:path>
              <a:path w="2386329" h="2336800">
                <a:moveTo>
                  <a:pt x="572534" y="1246414"/>
                </a:moveTo>
                <a:lnTo>
                  <a:pt x="572452" y="1247775"/>
                </a:lnTo>
                <a:lnTo>
                  <a:pt x="572643" y="1257299"/>
                </a:lnTo>
                <a:lnTo>
                  <a:pt x="572534" y="1246414"/>
                </a:lnTo>
                <a:close/>
              </a:path>
              <a:path w="2386329" h="2336800">
                <a:moveTo>
                  <a:pt x="576199" y="1244599"/>
                </a:moveTo>
                <a:lnTo>
                  <a:pt x="572643" y="1244599"/>
                </a:lnTo>
                <a:lnTo>
                  <a:pt x="572679" y="1246414"/>
                </a:lnTo>
                <a:lnTo>
                  <a:pt x="574420" y="1257299"/>
                </a:lnTo>
                <a:lnTo>
                  <a:pt x="608964" y="1257299"/>
                </a:lnTo>
                <a:lnTo>
                  <a:pt x="576199" y="1244599"/>
                </a:lnTo>
                <a:close/>
              </a:path>
              <a:path w="2386329" h="2336800">
                <a:moveTo>
                  <a:pt x="610488" y="1244599"/>
                </a:moveTo>
                <a:lnTo>
                  <a:pt x="576199" y="1244599"/>
                </a:lnTo>
                <a:lnTo>
                  <a:pt x="608964" y="1257299"/>
                </a:lnTo>
                <a:lnTo>
                  <a:pt x="610234" y="1257299"/>
                </a:lnTo>
                <a:lnTo>
                  <a:pt x="610488" y="1244599"/>
                </a:lnTo>
                <a:close/>
              </a:path>
              <a:path w="2386329" h="2336800">
                <a:moveTo>
                  <a:pt x="615823" y="1244599"/>
                </a:moveTo>
                <a:lnTo>
                  <a:pt x="610488" y="1244599"/>
                </a:lnTo>
                <a:lnTo>
                  <a:pt x="610234" y="1257299"/>
                </a:lnTo>
                <a:lnTo>
                  <a:pt x="612775" y="1257299"/>
                </a:lnTo>
                <a:lnTo>
                  <a:pt x="615823" y="1244599"/>
                </a:lnTo>
                <a:close/>
              </a:path>
              <a:path w="2386329" h="2336800">
                <a:moveTo>
                  <a:pt x="572388" y="1244599"/>
                </a:moveTo>
                <a:lnTo>
                  <a:pt x="572452" y="1247775"/>
                </a:lnTo>
                <a:lnTo>
                  <a:pt x="572524" y="1245446"/>
                </a:lnTo>
                <a:lnTo>
                  <a:pt x="572388" y="1244599"/>
                </a:lnTo>
                <a:close/>
              </a:path>
              <a:path w="2386329" h="2336800">
                <a:moveTo>
                  <a:pt x="572515" y="1244599"/>
                </a:moveTo>
                <a:lnTo>
                  <a:pt x="572524" y="1245446"/>
                </a:lnTo>
                <a:lnTo>
                  <a:pt x="572515" y="1244599"/>
                </a:lnTo>
                <a:close/>
              </a:path>
              <a:path w="2386329" h="2336800">
                <a:moveTo>
                  <a:pt x="581406" y="1231899"/>
                </a:moveTo>
                <a:lnTo>
                  <a:pt x="565150" y="1231899"/>
                </a:lnTo>
                <a:lnTo>
                  <a:pt x="558673" y="1244599"/>
                </a:lnTo>
                <a:lnTo>
                  <a:pt x="578612" y="1244599"/>
                </a:lnTo>
                <a:lnTo>
                  <a:pt x="581406" y="1231899"/>
                </a:lnTo>
                <a:close/>
              </a:path>
              <a:path w="2386329" h="2336800">
                <a:moveTo>
                  <a:pt x="700405" y="1142999"/>
                </a:moveTo>
                <a:lnTo>
                  <a:pt x="643382" y="1142999"/>
                </a:lnTo>
                <a:lnTo>
                  <a:pt x="631189" y="1155699"/>
                </a:lnTo>
                <a:lnTo>
                  <a:pt x="617601" y="1168399"/>
                </a:lnTo>
                <a:lnTo>
                  <a:pt x="611377" y="1168399"/>
                </a:lnTo>
                <a:lnTo>
                  <a:pt x="607059" y="1181099"/>
                </a:lnTo>
                <a:lnTo>
                  <a:pt x="602995" y="1193799"/>
                </a:lnTo>
                <a:lnTo>
                  <a:pt x="595883" y="1206499"/>
                </a:lnTo>
                <a:lnTo>
                  <a:pt x="592836" y="1206499"/>
                </a:lnTo>
                <a:lnTo>
                  <a:pt x="590042" y="1219199"/>
                </a:lnTo>
                <a:lnTo>
                  <a:pt x="581406" y="1231899"/>
                </a:lnTo>
                <a:lnTo>
                  <a:pt x="578612" y="1244599"/>
                </a:lnTo>
                <a:lnTo>
                  <a:pt x="608964" y="1244599"/>
                </a:lnTo>
                <a:lnTo>
                  <a:pt x="608076" y="1231899"/>
                </a:lnTo>
                <a:lnTo>
                  <a:pt x="627126" y="1231899"/>
                </a:lnTo>
                <a:lnTo>
                  <a:pt x="630174" y="1219199"/>
                </a:lnTo>
                <a:lnTo>
                  <a:pt x="637158" y="1206499"/>
                </a:lnTo>
                <a:lnTo>
                  <a:pt x="641095" y="1193799"/>
                </a:lnTo>
                <a:lnTo>
                  <a:pt x="639318" y="1193799"/>
                </a:lnTo>
                <a:lnTo>
                  <a:pt x="653923" y="1181099"/>
                </a:lnTo>
                <a:lnTo>
                  <a:pt x="667257" y="1181099"/>
                </a:lnTo>
                <a:lnTo>
                  <a:pt x="679323" y="1168399"/>
                </a:lnTo>
                <a:lnTo>
                  <a:pt x="690244" y="1155699"/>
                </a:lnTo>
                <a:lnTo>
                  <a:pt x="700405" y="1142999"/>
                </a:lnTo>
                <a:close/>
              </a:path>
              <a:path w="2386329" h="2336800">
                <a:moveTo>
                  <a:pt x="627126" y="1231899"/>
                </a:moveTo>
                <a:lnTo>
                  <a:pt x="608076" y="1231899"/>
                </a:lnTo>
                <a:lnTo>
                  <a:pt x="608964" y="1244599"/>
                </a:lnTo>
                <a:lnTo>
                  <a:pt x="619506" y="1244599"/>
                </a:lnTo>
                <a:lnTo>
                  <a:pt x="627126" y="1231899"/>
                </a:lnTo>
                <a:close/>
              </a:path>
              <a:path w="2386329" h="2336800">
                <a:moveTo>
                  <a:pt x="822959" y="1003300"/>
                </a:moveTo>
                <a:lnTo>
                  <a:pt x="777367" y="1003300"/>
                </a:lnTo>
                <a:lnTo>
                  <a:pt x="767588" y="1016000"/>
                </a:lnTo>
                <a:lnTo>
                  <a:pt x="756412" y="1028700"/>
                </a:lnTo>
                <a:lnTo>
                  <a:pt x="746251" y="1041400"/>
                </a:lnTo>
                <a:lnTo>
                  <a:pt x="736981" y="1054100"/>
                </a:lnTo>
                <a:lnTo>
                  <a:pt x="728344" y="1054100"/>
                </a:lnTo>
                <a:lnTo>
                  <a:pt x="712343" y="1079500"/>
                </a:lnTo>
                <a:lnTo>
                  <a:pt x="697230" y="1092200"/>
                </a:lnTo>
                <a:lnTo>
                  <a:pt x="681482" y="1117599"/>
                </a:lnTo>
                <a:lnTo>
                  <a:pt x="673226" y="1117599"/>
                </a:lnTo>
                <a:lnTo>
                  <a:pt x="664209" y="1130299"/>
                </a:lnTo>
                <a:lnTo>
                  <a:pt x="654303" y="1142999"/>
                </a:lnTo>
                <a:lnTo>
                  <a:pt x="709676" y="1142999"/>
                </a:lnTo>
                <a:lnTo>
                  <a:pt x="726439" y="1117599"/>
                </a:lnTo>
                <a:lnTo>
                  <a:pt x="741680" y="1104900"/>
                </a:lnTo>
                <a:lnTo>
                  <a:pt x="757174" y="1079500"/>
                </a:lnTo>
                <a:lnTo>
                  <a:pt x="765556" y="1079500"/>
                </a:lnTo>
                <a:lnTo>
                  <a:pt x="774319" y="1066800"/>
                </a:lnTo>
                <a:lnTo>
                  <a:pt x="783717" y="1054100"/>
                </a:lnTo>
                <a:lnTo>
                  <a:pt x="794131" y="1041400"/>
                </a:lnTo>
                <a:lnTo>
                  <a:pt x="803401" y="1028700"/>
                </a:lnTo>
                <a:lnTo>
                  <a:pt x="811402" y="1028700"/>
                </a:lnTo>
                <a:lnTo>
                  <a:pt x="818388" y="1016000"/>
                </a:lnTo>
                <a:lnTo>
                  <a:pt x="828801" y="1016000"/>
                </a:lnTo>
                <a:lnTo>
                  <a:pt x="828849" y="1015830"/>
                </a:lnTo>
                <a:lnTo>
                  <a:pt x="822959" y="1003300"/>
                </a:lnTo>
                <a:close/>
              </a:path>
              <a:path w="2386329" h="2336800">
                <a:moveTo>
                  <a:pt x="854582" y="1003300"/>
                </a:moveTo>
                <a:lnTo>
                  <a:pt x="832357" y="1003300"/>
                </a:lnTo>
                <a:lnTo>
                  <a:pt x="828849" y="1015830"/>
                </a:lnTo>
                <a:lnTo>
                  <a:pt x="828928" y="1016000"/>
                </a:lnTo>
                <a:lnTo>
                  <a:pt x="850519" y="1016000"/>
                </a:lnTo>
                <a:lnTo>
                  <a:pt x="854582" y="1003300"/>
                </a:lnTo>
                <a:close/>
              </a:path>
              <a:path w="2386329" h="2336800">
                <a:moveTo>
                  <a:pt x="832357" y="1003300"/>
                </a:moveTo>
                <a:lnTo>
                  <a:pt x="822959" y="1003300"/>
                </a:lnTo>
                <a:lnTo>
                  <a:pt x="828849" y="1015830"/>
                </a:lnTo>
                <a:lnTo>
                  <a:pt x="832357" y="1003300"/>
                </a:lnTo>
                <a:close/>
              </a:path>
              <a:path w="2386329" h="2336800">
                <a:moveTo>
                  <a:pt x="819403" y="990600"/>
                </a:moveTo>
                <a:lnTo>
                  <a:pt x="794003" y="990600"/>
                </a:lnTo>
                <a:lnTo>
                  <a:pt x="786130" y="1003300"/>
                </a:lnTo>
                <a:lnTo>
                  <a:pt x="819912" y="1003300"/>
                </a:lnTo>
                <a:lnTo>
                  <a:pt x="819552" y="991305"/>
                </a:lnTo>
                <a:lnTo>
                  <a:pt x="819403" y="990600"/>
                </a:lnTo>
                <a:close/>
              </a:path>
              <a:path w="2386329" h="2336800">
                <a:moveTo>
                  <a:pt x="819552" y="991305"/>
                </a:moveTo>
                <a:lnTo>
                  <a:pt x="819912" y="1003300"/>
                </a:lnTo>
                <a:lnTo>
                  <a:pt x="822070" y="1003300"/>
                </a:lnTo>
                <a:lnTo>
                  <a:pt x="819552" y="991305"/>
                </a:lnTo>
                <a:close/>
              </a:path>
              <a:path w="2386329" h="2336800">
                <a:moveTo>
                  <a:pt x="870331" y="965200"/>
                </a:moveTo>
                <a:lnTo>
                  <a:pt x="843661" y="965200"/>
                </a:lnTo>
                <a:lnTo>
                  <a:pt x="847598" y="977900"/>
                </a:lnTo>
                <a:lnTo>
                  <a:pt x="855980" y="977900"/>
                </a:lnTo>
                <a:lnTo>
                  <a:pt x="856869" y="990600"/>
                </a:lnTo>
                <a:lnTo>
                  <a:pt x="819531" y="990600"/>
                </a:lnTo>
                <a:lnTo>
                  <a:pt x="819552" y="991305"/>
                </a:lnTo>
                <a:lnTo>
                  <a:pt x="822070" y="1003300"/>
                </a:lnTo>
                <a:lnTo>
                  <a:pt x="856742" y="1003300"/>
                </a:lnTo>
                <a:lnTo>
                  <a:pt x="863726" y="990600"/>
                </a:lnTo>
                <a:lnTo>
                  <a:pt x="866901" y="977900"/>
                </a:lnTo>
                <a:lnTo>
                  <a:pt x="870331" y="965200"/>
                </a:lnTo>
                <a:close/>
              </a:path>
              <a:path w="2386329" h="2336800">
                <a:moveTo>
                  <a:pt x="822832" y="977900"/>
                </a:moveTo>
                <a:lnTo>
                  <a:pt x="807465" y="977900"/>
                </a:lnTo>
                <a:lnTo>
                  <a:pt x="800862" y="990600"/>
                </a:lnTo>
                <a:lnTo>
                  <a:pt x="821817" y="990600"/>
                </a:lnTo>
                <a:lnTo>
                  <a:pt x="822832" y="977900"/>
                </a:lnTo>
                <a:close/>
              </a:path>
              <a:path w="2386329" h="2336800">
                <a:moveTo>
                  <a:pt x="823204" y="978039"/>
                </a:moveTo>
                <a:lnTo>
                  <a:pt x="822325" y="990600"/>
                </a:lnTo>
                <a:lnTo>
                  <a:pt x="856742" y="990600"/>
                </a:lnTo>
                <a:lnTo>
                  <a:pt x="823204" y="978039"/>
                </a:lnTo>
                <a:close/>
              </a:path>
              <a:path w="2386329" h="2336800">
                <a:moveTo>
                  <a:pt x="855980" y="977900"/>
                </a:moveTo>
                <a:lnTo>
                  <a:pt x="823213" y="977900"/>
                </a:lnTo>
                <a:lnTo>
                  <a:pt x="823204" y="978039"/>
                </a:lnTo>
                <a:lnTo>
                  <a:pt x="856742" y="990600"/>
                </a:lnTo>
                <a:lnTo>
                  <a:pt x="855980" y="977900"/>
                </a:lnTo>
                <a:close/>
              </a:path>
              <a:path w="2386329" h="2336800">
                <a:moveTo>
                  <a:pt x="823213" y="977900"/>
                </a:moveTo>
                <a:lnTo>
                  <a:pt x="822832" y="977900"/>
                </a:lnTo>
                <a:lnTo>
                  <a:pt x="823204" y="978039"/>
                </a:lnTo>
                <a:lnTo>
                  <a:pt x="823213" y="977900"/>
                </a:lnTo>
                <a:close/>
              </a:path>
              <a:path w="2386329" h="2336800">
                <a:moveTo>
                  <a:pt x="829182" y="965200"/>
                </a:moveTo>
                <a:lnTo>
                  <a:pt x="821817" y="965200"/>
                </a:lnTo>
                <a:lnTo>
                  <a:pt x="818514" y="977900"/>
                </a:lnTo>
                <a:lnTo>
                  <a:pt x="826643" y="977900"/>
                </a:lnTo>
                <a:lnTo>
                  <a:pt x="829182" y="965200"/>
                </a:lnTo>
                <a:close/>
              </a:path>
              <a:path w="2386329" h="2336800">
                <a:moveTo>
                  <a:pt x="843661" y="965200"/>
                </a:moveTo>
                <a:lnTo>
                  <a:pt x="829182" y="965200"/>
                </a:lnTo>
                <a:lnTo>
                  <a:pt x="826643" y="977900"/>
                </a:lnTo>
                <a:lnTo>
                  <a:pt x="847598" y="977900"/>
                </a:lnTo>
                <a:lnTo>
                  <a:pt x="843661" y="965200"/>
                </a:lnTo>
                <a:close/>
              </a:path>
              <a:path w="2386329" h="2336800">
                <a:moveTo>
                  <a:pt x="920876" y="901700"/>
                </a:moveTo>
                <a:lnTo>
                  <a:pt x="860298" y="901700"/>
                </a:lnTo>
                <a:lnTo>
                  <a:pt x="851788" y="914400"/>
                </a:lnTo>
                <a:lnTo>
                  <a:pt x="845693" y="927100"/>
                </a:lnTo>
                <a:lnTo>
                  <a:pt x="840486" y="939800"/>
                </a:lnTo>
                <a:lnTo>
                  <a:pt x="835913" y="952500"/>
                </a:lnTo>
                <a:lnTo>
                  <a:pt x="832231" y="965200"/>
                </a:lnTo>
                <a:lnTo>
                  <a:pt x="874776" y="965200"/>
                </a:lnTo>
                <a:lnTo>
                  <a:pt x="879982" y="952500"/>
                </a:lnTo>
                <a:lnTo>
                  <a:pt x="886332" y="939800"/>
                </a:lnTo>
                <a:lnTo>
                  <a:pt x="893190" y="927100"/>
                </a:lnTo>
                <a:lnTo>
                  <a:pt x="894842" y="927100"/>
                </a:lnTo>
                <a:lnTo>
                  <a:pt x="909065" y="914400"/>
                </a:lnTo>
                <a:lnTo>
                  <a:pt x="915288" y="914400"/>
                </a:lnTo>
                <a:lnTo>
                  <a:pt x="920876" y="901700"/>
                </a:lnTo>
                <a:close/>
              </a:path>
              <a:path w="2386329" h="2336800">
                <a:moveTo>
                  <a:pt x="883284" y="889000"/>
                </a:moveTo>
                <a:lnTo>
                  <a:pt x="873632" y="889000"/>
                </a:lnTo>
                <a:lnTo>
                  <a:pt x="865505" y="901700"/>
                </a:lnTo>
                <a:lnTo>
                  <a:pt x="886078" y="901700"/>
                </a:lnTo>
                <a:lnTo>
                  <a:pt x="883284" y="889000"/>
                </a:lnTo>
                <a:close/>
              </a:path>
              <a:path w="2386329" h="2336800">
                <a:moveTo>
                  <a:pt x="940307" y="889000"/>
                </a:moveTo>
                <a:lnTo>
                  <a:pt x="883284" y="889000"/>
                </a:lnTo>
                <a:lnTo>
                  <a:pt x="886078" y="901700"/>
                </a:lnTo>
                <a:lnTo>
                  <a:pt x="932561" y="901700"/>
                </a:lnTo>
                <a:lnTo>
                  <a:pt x="939063" y="891540"/>
                </a:lnTo>
                <a:lnTo>
                  <a:pt x="940307" y="889000"/>
                </a:lnTo>
                <a:close/>
              </a:path>
              <a:path w="2386329" h="2336800">
                <a:moveTo>
                  <a:pt x="939063" y="891540"/>
                </a:moveTo>
                <a:lnTo>
                  <a:pt x="932561" y="901700"/>
                </a:lnTo>
                <a:lnTo>
                  <a:pt x="934084" y="901700"/>
                </a:lnTo>
                <a:lnTo>
                  <a:pt x="939063" y="891540"/>
                </a:lnTo>
                <a:close/>
              </a:path>
              <a:path w="2386329" h="2336800">
                <a:moveTo>
                  <a:pt x="940688" y="889000"/>
                </a:moveTo>
                <a:lnTo>
                  <a:pt x="940307" y="889000"/>
                </a:lnTo>
                <a:lnTo>
                  <a:pt x="939063" y="891540"/>
                </a:lnTo>
                <a:lnTo>
                  <a:pt x="940688" y="889000"/>
                </a:lnTo>
                <a:close/>
              </a:path>
              <a:path w="2386329" h="2336800">
                <a:moveTo>
                  <a:pt x="883690" y="886533"/>
                </a:moveTo>
                <a:lnTo>
                  <a:pt x="881126" y="889000"/>
                </a:lnTo>
                <a:lnTo>
                  <a:pt x="883665" y="889000"/>
                </a:lnTo>
                <a:lnTo>
                  <a:pt x="883690" y="886533"/>
                </a:lnTo>
                <a:close/>
              </a:path>
              <a:path w="2386329" h="2336800">
                <a:moveTo>
                  <a:pt x="914019" y="876300"/>
                </a:moveTo>
                <a:lnTo>
                  <a:pt x="894333" y="876300"/>
                </a:lnTo>
                <a:lnTo>
                  <a:pt x="883690" y="886533"/>
                </a:lnTo>
                <a:lnTo>
                  <a:pt x="883665" y="889000"/>
                </a:lnTo>
                <a:lnTo>
                  <a:pt x="921638" y="889000"/>
                </a:lnTo>
                <a:lnTo>
                  <a:pt x="914019" y="876300"/>
                </a:lnTo>
                <a:close/>
              </a:path>
              <a:path w="2386329" h="2336800">
                <a:moveTo>
                  <a:pt x="924687" y="863600"/>
                </a:moveTo>
                <a:lnTo>
                  <a:pt x="919733" y="863600"/>
                </a:lnTo>
                <a:lnTo>
                  <a:pt x="910892" y="871156"/>
                </a:lnTo>
                <a:lnTo>
                  <a:pt x="915162" y="876300"/>
                </a:lnTo>
                <a:lnTo>
                  <a:pt x="914019" y="876300"/>
                </a:lnTo>
                <a:lnTo>
                  <a:pt x="921638" y="889000"/>
                </a:lnTo>
                <a:lnTo>
                  <a:pt x="925830" y="889000"/>
                </a:lnTo>
                <a:lnTo>
                  <a:pt x="932180" y="876300"/>
                </a:lnTo>
                <a:lnTo>
                  <a:pt x="934033" y="873490"/>
                </a:lnTo>
                <a:lnTo>
                  <a:pt x="924687" y="863600"/>
                </a:lnTo>
                <a:close/>
              </a:path>
              <a:path w="2386329" h="2336800">
                <a:moveTo>
                  <a:pt x="934033" y="873490"/>
                </a:moveTo>
                <a:lnTo>
                  <a:pt x="932180" y="876300"/>
                </a:lnTo>
                <a:lnTo>
                  <a:pt x="925830" y="889000"/>
                </a:lnTo>
                <a:lnTo>
                  <a:pt x="948689" y="889000"/>
                </a:lnTo>
                <a:lnTo>
                  <a:pt x="934033" y="873490"/>
                </a:lnTo>
                <a:close/>
              </a:path>
              <a:path w="2386329" h="2336800">
                <a:moveTo>
                  <a:pt x="956272" y="863600"/>
                </a:moveTo>
                <a:lnTo>
                  <a:pt x="940562" y="863600"/>
                </a:lnTo>
                <a:lnTo>
                  <a:pt x="934033" y="873490"/>
                </a:lnTo>
                <a:lnTo>
                  <a:pt x="948689" y="889000"/>
                </a:lnTo>
                <a:lnTo>
                  <a:pt x="951611" y="889000"/>
                </a:lnTo>
                <a:lnTo>
                  <a:pt x="955577" y="876300"/>
                </a:lnTo>
                <a:lnTo>
                  <a:pt x="957151" y="876300"/>
                </a:lnTo>
                <a:lnTo>
                  <a:pt x="956272" y="863600"/>
                </a:lnTo>
                <a:close/>
              </a:path>
              <a:path w="2386329" h="2336800">
                <a:moveTo>
                  <a:pt x="894333" y="876300"/>
                </a:moveTo>
                <a:lnTo>
                  <a:pt x="883793" y="876300"/>
                </a:lnTo>
                <a:lnTo>
                  <a:pt x="883690" y="886533"/>
                </a:lnTo>
                <a:lnTo>
                  <a:pt x="894333" y="876300"/>
                </a:lnTo>
                <a:close/>
              </a:path>
              <a:path w="2386329" h="2336800">
                <a:moveTo>
                  <a:pt x="904367" y="863600"/>
                </a:moveTo>
                <a:lnTo>
                  <a:pt x="892301" y="863600"/>
                </a:lnTo>
                <a:lnTo>
                  <a:pt x="888364" y="876300"/>
                </a:lnTo>
                <a:lnTo>
                  <a:pt x="901445" y="876300"/>
                </a:lnTo>
                <a:lnTo>
                  <a:pt x="904367" y="863600"/>
                </a:lnTo>
                <a:close/>
              </a:path>
              <a:path w="2386329" h="2336800">
                <a:moveTo>
                  <a:pt x="904620" y="863600"/>
                </a:moveTo>
                <a:lnTo>
                  <a:pt x="904367" y="863600"/>
                </a:lnTo>
                <a:lnTo>
                  <a:pt x="901445" y="876300"/>
                </a:lnTo>
                <a:lnTo>
                  <a:pt x="905981" y="865238"/>
                </a:lnTo>
                <a:lnTo>
                  <a:pt x="904620" y="863600"/>
                </a:lnTo>
                <a:close/>
              </a:path>
              <a:path w="2386329" h="2336800">
                <a:moveTo>
                  <a:pt x="905981" y="865238"/>
                </a:moveTo>
                <a:lnTo>
                  <a:pt x="901445" y="876300"/>
                </a:lnTo>
                <a:lnTo>
                  <a:pt x="904875" y="876300"/>
                </a:lnTo>
                <a:lnTo>
                  <a:pt x="910892" y="871156"/>
                </a:lnTo>
                <a:lnTo>
                  <a:pt x="905981" y="865238"/>
                </a:lnTo>
                <a:close/>
              </a:path>
              <a:path w="2386329" h="2336800">
                <a:moveTo>
                  <a:pt x="910892" y="871156"/>
                </a:moveTo>
                <a:lnTo>
                  <a:pt x="904875" y="876300"/>
                </a:lnTo>
                <a:lnTo>
                  <a:pt x="915162" y="876300"/>
                </a:lnTo>
                <a:lnTo>
                  <a:pt x="910892" y="871156"/>
                </a:lnTo>
                <a:close/>
              </a:path>
              <a:path w="2386329" h="2336800">
                <a:moveTo>
                  <a:pt x="940562" y="863600"/>
                </a:moveTo>
                <a:lnTo>
                  <a:pt x="924687" y="863600"/>
                </a:lnTo>
                <a:lnTo>
                  <a:pt x="934033" y="873490"/>
                </a:lnTo>
                <a:lnTo>
                  <a:pt x="940562" y="863600"/>
                </a:lnTo>
                <a:close/>
              </a:path>
              <a:path w="2386329" h="2336800">
                <a:moveTo>
                  <a:pt x="919733" y="863600"/>
                </a:moveTo>
                <a:lnTo>
                  <a:pt x="906652" y="863600"/>
                </a:lnTo>
                <a:lnTo>
                  <a:pt x="905981" y="865238"/>
                </a:lnTo>
                <a:lnTo>
                  <a:pt x="910892" y="871156"/>
                </a:lnTo>
                <a:lnTo>
                  <a:pt x="919733" y="863600"/>
                </a:lnTo>
                <a:close/>
              </a:path>
              <a:path w="2386329" h="2336800">
                <a:moveTo>
                  <a:pt x="906652" y="863600"/>
                </a:moveTo>
                <a:lnTo>
                  <a:pt x="904620" y="863600"/>
                </a:lnTo>
                <a:lnTo>
                  <a:pt x="905981" y="865238"/>
                </a:lnTo>
                <a:lnTo>
                  <a:pt x="906652" y="863600"/>
                </a:lnTo>
                <a:close/>
              </a:path>
              <a:path w="2386329" h="2336800">
                <a:moveTo>
                  <a:pt x="927607" y="850900"/>
                </a:moveTo>
                <a:lnTo>
                  <a:pt x="904620" y="850900"/>
                </a:lnTo>
                <a:lnTo>
                  <a:pt x="897636" y="863600"/>
                </a:lnTo>
                <a:lnTo>
                  <a:pt x="924051" y="863600"/>
                </a:lnTo>
                <a:lnTo>
                  <a:pt x="927607" y="850900"/>
                </a:lnTo>
                <a:close/>
              </a:path>
              <a:path w="2386329" h="2336800">
                <a:moveTo>
                  <a:pt x="928624" y="850900"/>
                </a:moveTo>
                <a:lnTo>
                  <a:pt x="927607" y="850900"/>
                </a:lnTo>
                <a:lnTo>
                  <a:pt x="924051" y="863600"/>
                </a:lnTo>
                <a:lnTo>
                  <a:pt x="924559" y="863600"/>
                </a:lnTo>
                <a:lnTo>
                  <a:pt x="928624" y="850900"/>
                </a:lnTo>
                <a:close/>
              </a:path>
              <a:path w="2386329" h="2336800">
                <a:moveTo>
                  <a:pt x="928624" y="850900"/>
                </a:moveTo>
                <a:lnTo>
                  <a:pt x="924559" y="863600"/>
                </a:lnTo>
                <a:lnTo>
                  <a:pt x="926845" y="863600"/>
                </a:lnTo>
                <a:lnTo>
                  <a:pt x="928624" y="850900"/>
                </a:lnTo>
                <a:close/>
              </a:path>
              <a:path w="2386329" h="2336800">
                <a:moveTo>
                  <a:pt x="947449" y="850900"/>
                </a:moveTo>
                <a:lnTo>
                  <a:pt x="928624" y="850900"/>
                </a:lnTo>
                <a:lnTo>
                  <a:pt x="926845" y="863600"/>
                </a:lnTo>
                <a:lnTo>
                  <a:pt x="951357" y="863600"/>
                </a:lnTo>
                <a:lnTo>
                  <a:pt x="952185" y="861974"/>
                </a:lnTo>
                <a:lnTo>
                  <a:pt x="947449" y="850900"/>
                </a:lnTo>
                <a:close/>
              </a:path>
              <a:path w="2386329" h="2336800">
                <a:moveTo>
                  <a:pt x="952185" y="861974"/>
                </a:moveTo>
                <a:lnTo>
                  <a:pt x="951357" y="863600"/>
                </a:lnTo>
                <a:lnTo>
                  <a:pt x="952881" y="863600"/>
                </a:lnTo>
                <a:lnTo>
                  <a:pt x="952185" y="861974"/>
                </a:lnTo>
                <a:close/>
              </a:path>
              <a:path w="2386329" h="2336800">
                <a:moveTo>
                  <a:pt x="957833" y="850900"/>
                </a:moveTo>
                <a:lnTo>
                  <a:pt x="947449" y="850900"/>
                </a:lnTo>
                <a:lnTo>
                  <a:pt x="952185" y="861974"/>
                </a:lnTo>
                <a:lnTo>
                  <a:pt x="957833" y="850900"/>
                </a:lnTo>
                <a:close/>
              </a:path>
              <a:path w="2386329" h="2336800">
                <a:moveTo>
                  <a:pt x="1073150" y="723900"/>
                </a:moveTo>
                <a:lnTo>
                  <a:pt x="1043558" y="723900"/>
                </a:lnTo>
                <a:lnTo>
                  <a:pt x="1033907" y="736600"/>
                </a:lnTo>
                <a:lnTo>
                  <a:pt x="1023112" y="749300"/>
                </a:lnTo>
                <a:lnTo>
                  <a:pt x="1010793" y="749300"/>
                </a:lnTo>
                <a:lnTo>
                  <a:pt x="996950" y="762000"/>
                </a:lnTo>
                <a:lnTo>
                  <a:pt x="985265" y="774700"/>
                </a:lnTo>
                <a:lnTo>
                  <a:pt x="974470" y="787400"/>
                </a:lnTo>
                <a:lnTo>
                  <a:pt x="964564" y="800100"/>
                </a:lnTo>
                <a:lnTo>
                  <a:pt x="955294" y="800100"/>
                </a:lnTo>
                <a:lnTo>
                  <a:pt x="946657" y="812800"/>
                </a:lnTo>
                <a:lnTo>
                  <a:pt x="938911" y="812800"/>
                </a:lnTo>
                <a:lnTo>
                  <a:pt x="931544" y="825500"/>
                </a:lnTo>
                <a:lnTo>
                  <a:pt x="919099" y="838200"/>
                </a:lnTo>
                <a:lnTo>
                  <a:pt x="913764" y="838200"/>
                </a:lnTo>
                <a:lnTo>
                  <a:pt x="908938" y="850900"/>
                </a:lnTo>
                <a:lnTo>
                  <a:pt x="964564" y="850900"/>
                </a:lnTo>
                <a:lnTo>
                  <a:pt x="980694" y="838200"/>
                </a:lnTo>
                <a:lnTo>
                  <a:pt x="989964" y="825500"/>
                </a:lnTo>
                <a:lnTo>
                  <a:pt x="999870" y="812800"/>
                </a:lnTo>
                <a:lnTo>
                  <a:pt x="1010412" y="800100"/>
                </a:lnTo>
                <a:lnTo>
                  <a:pt x="1035176" y="787400"/>
                </a:lnTo>
                <a:lnTo>
                  <a:pt x="1046733" y="774700"/>
                </a:lnTo>
                <a:lnTo>
                  <a:pt x="1056894" y="762000"/>
                </a:lnTo>
                <a:lnTo>
                  <a:pt x="1064768" y="762000"/>
                </a:lnTo>
                <a:lnTo>
                  <a:pt x="1064768" y="749300"/>
                </a:lnTo>
                <a:lnTo>
                  <a:pt x="1065149" y="736600"/>
                </a:lnTo>
                <a:lnTo>
                  <a:pt x="1070737" y="736600"/>
                </a:lnTo>
                <a:lnTo>
                  <a:pt x="1073150" y="723900"/>
                </a:lnTo>
                <a:close/>
              </a:path>
              <a:path w="2386329" h="2336800">
                <a:moveTo>
                  <a:pt x="1068070" y="736600"/>
                </a:moveTo>
                <a:lnTo>
                  <a:pt x="1065149" y="736600"/>
                </a:lnTo>
                <a:lnTo>
                  <a:pt x="1064768" y="749300"/>
                </a:lnTo>
                <a:lnTo>
                  <a:pt x="1064768" y="762000"/>
                </a:lnTo>
                <a:lnTo>
                  <a:pt x="1065021" y="762000"/>
                </a:lnTo>
                <a:lnTo>
                  <a:pt x="1072007" y="749300"/>
                </a:lnTo>
                <a:lnTo>
                  <a:pt x="1072769" y="749300"/>
                </a:lnTo>
                <a:lnTo>
                  <a:pt x="1068070" y="736600"/>
                </a:lnTo>
                <a:close/>
              </a:path>
              <a:path w="2386329" h="2336800">
                <a:moveTo>
                  <a:pt x="1101344" y="749300"/>
                </a:moveTo>
                <a:lnTo>
                  <a:pt x="1072007" y="749300"/>
                </a:lnTo>
                <a:lnTo>
                  <a:pt x="1065021" y="762000"/>
                </a:lnTo>
                <a:lnTo>
                  <a:pt x="1100708" y="762000"/>
                </a:lnTo>
                <a:lnTo>
                  <a:pt x="1101344" y="749300"/>
                </a:lnTo>
                <a:close/>
              </a:path>
              <a:path w="2386329" h="2336800">
                <a:moveTo>
                  <a:pt x="1068324" y="736600"/>
                </a:moveTo>
                <a:lnTo>
                  <a:pt x="1068070" y="736600"/>
                </a:lnTo>
                <a:lnTo>
                  <a:pt x="1072769" y="749300"/>
                </a:lnTo>
                <a:lnTo>
                  <a:pt x="1102868" y="749300"/>
                </a:lnTo>
                <a:lnTo>
                  <a:pt x="1068324" y="736600"/>
                </a:lnTo>
                <a:close/>
              </a:path>
              <a:path w="2386329" h="2336800">
                <a:moveTo>
                  <a:pt x="1106296" y="736600"/>
                </a:moveTo>
                <a:lnTo>
                  <a:pt x="1068324" y="736600"/>
                </a:lnTo>
                <a:lnTo>
                  <a:pt x="1102868" y="749300"/>
                </a:lnTo>
                <a:lnTo>
                  <a:pt x="1104900" y="749300"/>
                </a:lnTo>
                <a:lnTo>
                  <a:pt x="1106296" y="736600"/>
                </a:lnTo>
                <a:close/>
              </a:path>
              <a:path w="2386329" h="2336800">
                <a:moveTo>
                  <a:pt x="1215517" y="647700"/>
                </a:moveTo>
                <a:lnTo>
                  <a:pt x="1139952" y="647700"/>
                </a:lnTo>
                <a:lnTo>
                  <a:pt x="1132586" y="660400"/>
                </a:lnTo>
                <a:lnTo>
                  <a:pt x="1126363" y="660400"/>
                </a:lnTo>
                <a:lnTo>
                  <a:pt x="1117092" y="673100"/>
                </a:lnTo>
                <a:lnTo>
                  <a:pt x="1107820" y="673100"/>
                </a:lnTo>
                <a:lnTo>
                  <a:pt x="1099058" y="685800"/>
                </a:lnTo>
                <a:lnTo>
                  <a:pt x="1091692" y="698500"/>
                </a:lnTo>
                <a:lnTo>
                  <a:pt x="1085342" y="711200"/>
                </a:lnTo>
                <a:lnTo>
                  <a:pt x="1097533" y="711200"/>
                </a:lnTo>
                <a:lnTo>
                  <a:pt x="1100836" y="723900"/>
                </a:lnTo>
                <a:lnTo>
                  <a:pt x="1104900" y="723900"/>
                </a:lnTo>
                <a:lnTo>
                  <a:pt x="1106551" y="736600"/>
                </a:lnTo>
                <a:lnTo>
                  <a:pt x="1106296" y="736600"/>
                </a:lnTo>
                <a:lnTo>
                  <a:pt x="1104900" y="749300"/>
                </a:lnTo>
                <a:lnTo>
                  <a:pt x="1108456" y="749300"/>
                </a:lnTo>
                <a:lnTo>
                  <a:pt x="1112393" y="736600"/>
                </a:lnTo>
                <a:lnTo>
                  <a:pt x="1123442" y="723900"/>
                </a:lnTo>
                <a:lnTo>
                  <a:pt x="1130934" y="711200"/>
                </a:lnTo>
                <a:lnTo>
                  <a:pt x="1139570" y="698500"/>
                </a:lnTo>
                <a:lnTo>
                  <a:pt x="1146302" y="698500"/>
                </a:lnTo>
                <a:lnTo>
                  <a:pt x="1153033" y="685800"/>
                </a:lnTo>
                <a:lnTo>
                  <a:pt x="1168653" y="685800"/>
                </a:lnTo>
                <a:lnTo>
                  <a:pt x="1177544" y="673100"/>
                </a:lnTo>
                <a:lnTo>
                  <a:pt x="1196213" y="660400"/>
                </a:lnTo>
                <a:lnTo>
                  <a:pt x="1215517" y="647700"/>
                </a:lnTo>
                <a:close/>
              </a:path>
              <a:path w="2386329" h="2336800">
                <a:moveTo>
                  <a:pt x="1104900" y="723900"/>
                </a:moveTo>
                <a:lnTo>
                  <a:pt x="1073150" y="723900"/>
                </a:lnTo>
                <a:lnTo>
                  <a:pt x="1070737" y="736600"/>
                </a:lnTo>
                <a:lnTo>
                  <a:pt x="1106551" y="736600"/>
                </a:lnTo>
                <a:lnTo>
                  <a:pt x="1104900" y="723900"/>
                </a:lnTo>
                <a:close/>
              </a:path>
              <a:path w="2386329" h="2336800">
                <a:moveTo>
                  <a:pt x="1080262" y="711200"/>
                </a:moveTo>
                <a:lnTo>
                  <a:pt x="1066419" y="711200"/>
                </a:lnTo>
                <a:lnTo>
                  <a:pt x="1059561" y="723900"/>
                </a:lnTo>
                <a:lnTo>
                  <a:pt x="1076198" y="723900"/>
                </a:lnTo>
                <a:lnTo>
                  <a:pt x="1080262" y="711200"/>
                </a:lnTo>
                <a:close/>
              </a:path>
              <a:path w="2386329" h="2336800">
                <a:moveTo>
                  <a:pt x="1097533" y="711200"/>
                </a:moveTo>
                <a:lnTo>
                  <a:pt x="1080262" y="711200"/>
                </a:lnTo>
                <a:lnTo>
                  <a:pt x="1076198" y="723900"/>
                </a:lnTo>
                <a:lnTo>
                  <a:pt x="1100836" y="723900"/>
                </a:lnTo>
                <a:lnTo>
                  <a:pt x="1097533" y="711200"/>
                </a:lnTo>
                <a:close/>
              </a:path>
              <a:path w="2386329" h="2336800">
                <a:moveTo>
                  <a:pt x="2185542" y="88900"/>
                </a:moveTo>
                <a:lnTo>
                  <a:pt x="2064130" y="88900"/>
                </a:lnTo>
                <a:lnTo>
                  <a:pt x="2021077" y="114300"/>
                </a:lnTo>
                <a:lnTo>
                  <a:pt x="1978405" y="127000"/>
                </a:lnTo>
                <a:lnTo>
                  <a:pt x="1935988" y="152400"/>
                </a:lnTo>
                <a:lnTo>
                  <a:pt x="1851533" y="177800"/>
                </a:lnTo>
                <a:lnTo>
                  <a:pt x="1809114" y="203200"/>
                </a:lnTo>
                <a:lnTo>
                  <a:pt x="1787778" y="203200"/>
                </a:lnTo>
                <a:lnTo>
                  <a:pt x="1766189" y="215900"/>
                </a:lnTo>
                <a:lnTo>
                  <a:pt x="1760601" y="215900"/>
                </a:lnTo>
                <a:lnTo>
                  <a:pt x="1654937" y="279400"/>
                </a:lnTo>
                <a:lnTo>
                  <a:pt x="1445260" y="431800"/>
                </a:lnTo>
                <a:lnTo>
                  <a:pt x="1341246" y="495300"/>
                </a:lnTo>
                <a:lnTo>
                  <a:pt x="1327403" y="508000"/>
                </a:lnTo>
                <a:lnTo>
                  <a:pt x="1312926" y="520700"/>
                </a:lnTo>
                <a:lnTo>
                  <a:pt x="1298194" y="520700"/>
                </a:lnTo>
                <a:lnTo>
                  <a:pt x="1283589" y="533400"/>
                </a:lnTo>
                <a:lnTo>
                  <a:pt x="1274699" y="546100"/>
                </a:lnTo>
                <a:lnTo>
                  <a:pt x="1266825" y="558800"/>
                </a:lnTo>
                <a:lnTo>
                  <a:pt x="1252474" y="571500"/>
                </a:lnTo>
                <a:lnTo>
                  <a:pt x="1238758" y="584200"/>
                </a:lnTo>
                <a:lnTo>
                  <a:pt x="1232281" y="584200"/>
                </a:lnTo>
                <a:lnTo>
                  <a:pt x="1225677" y="596900"/>
                </a:lnTo>
                <a:lnTo>
                  <a:pt x="1211071" y="609600"/>
                </a:lnTo>
                <a:lnTo>
                  <a:pt x="1202944" y="609600"/>
                </a:lnTo>
                <a:lnTo>
                  <a:pt x="1193673" y="622300"/>
                </a:lnTo>
                <a:lnTo>
                  <a:pt x="1156589" y="647700"/>
                </a:lnTo>
                <a:lnTo>
                  <a:pt x="1224661" y="647700"/>
                </a:lnTo>
                <a:lnTo>
                  <a:pt x="1233932" y="635000"/>
                </a:lnTo>
                <a:lnTo>
                  <a:pt x="1242059" y="635000"/>
                </a:lnTo>
                <a:lnTo>
                  <a:pt x="1250061" y="622300"/>
                </a:lnTo>
                <a:lnTo>
                  <a:pt x="1258443" y="622300"/>
                </a:lnTo>
                <a:lnTo>
                  <a:pt x="1266570" y="609600"/>
                </a:lnTo>
                <a:lnTo>
                  <a:pt x="1280414" y="596900"/>
                </a:lnTo>
                <a:lnTo>
                  <a:pt x="1293876" y="584200"/>
                </a:lnTo>
                <a:lnTo>
                  <a:pt x="1300352" y="571500"/>
                </a:lnTo>
                <a:lnTo>
                  <a:pt x="1306449" y="571500"/>
                </a:lnTo>
                <a:lnTo>
                  <a:pt x="1319021" y="558800"/>
                </a:lnTo>
                <a:lnTo>
                  <a:pt x="1333119" y="546100"/>
                </a:lnTo>
                <a:lnTo>
                  <a:pt x="1347977" y="533400"/>
                </a:lnTo>
                <a:lnTo>
                  <a:pt x="1363090" y="533400"/>
                </a:lnTo>
                <a:lnTo>
                  <a:pt x="1571116" y="381000"/>
                </a:lnTo>
                <a:lnTo>
                  <a:pt x="1676146" y="317500"/>
                </a:lnTo>
                <a:lnTo>
                  <a:pt x="1781683" y="241300"/>
                </a:lnTo>
                <a:lnTo>
                  <a:pt x="1798954" y="241300"/>
                </a:lnTo>
                <a:lnTo>
                  <a:pt x="1821434" y="228600"/>
                </a:lnTo>
                <a:lnTo>
                  <a:pt x="1843786" y="228600"/>
                </a:lnTo>
                <a:lnTo>
                  <a:pt x="1865756" y="215900"/>
                </a:lnTo>
                <a:lnTo>
                  <a:pt x="1908937" y="203200"/>
                </a:lnTo>
                <a:lnTo>
                  <a:pt x="1951354" y="177800"/>
                </a:lnTo>
                <a:lnTo>
                  <a:pt x="1993518" y="165100"/>
                </a:lnTo>
                <a:lnTo>
                  <a:pt x="2035302" y="139700"/>
                </a:lnTo>
                <a:lnTo>
                  <a:pt x="2077465" y="127000"/>
                </a:lnTo>
                <a:lnTo>
                  <a:pt x="2098421" y="114300"/>
                </a:lnTo>
                <a:lnTo>
                  <a:pt x="2119629" y="114300"/>
                </a:lnTo>
                <a:lnTo>
                  <a:pt x="2185542" y="88900"/>
                </a:lnTo>
                <a:close/>
              </a:path>
              <a:path w="2386329" h="2336800">
                <a:moveTo>
                  <a:pt x="2374646" y="0"/>
                </a:moveTo>
                <a:lnTo>
                  <a:pt x="2308479" y="25400"/>
                </a:lnTo>
                <a:lnTo>
                  <a:pt x="2275459" y="25400"/>
                </a:lnTo>
                <a:lnTo>
                  <a:pt x="2209038" y="50800"/>
                </a:lnTo>
                <a:lnTo>
                  <a:pt x="2175637" y="50800"/>
                </a:lnTo>
                <a:lnTo>
                  <a:pt x="2108073" y="76200"/>
                </a:lnTo>
                <a:lnTo>
                  <a:pt x="2086102" y="88900"/>
                </a:lnTo>
                <a:lnTo>
                  <a:pt x="2218690" y="88900"/>
                </a:lnTo>
                <a:lnTo>
                  <a:pt x="2285491" y="63500"/>
                </a:lnTo>
                <a:lnTo>
                  <a:pt x="2319147" y="63500"/>
                </a:lnTo>
                <a:lnTo>
                  <a:pt x="2386329" y="38100"/>
                </a:lnTo>
                <a:lnTo>
                  <a:pt x="2374646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70150" y="284690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25524" y="2622042"/>
            <a:ext cx="114300" cy="2171700"/>
          </a:xfrm>
          <a:custGeom>
            <a:avLst/>
            <a:gdLst/>
            <a:ahLst/>
            <a:cxnLst/>
            <a:rect l="l" t="t" r="r" b="b"/>
            <a:pathLst>
              <a:path w="114300" h="2171700">
                <a:moveTo>
                  <a:pt x="38100" y="2057400"/>
                </a:moveTo>
                <a:lnTo>
                  <a:pt x="0" y="2057400"/>
                </a:lnTo>
                <a:lnTo>
                  <a:pt x="57150" y="2171700"/>
                </a:lnTo>
                <a:lnTo>
                  <a:pt x="104775" y="2076450"/>
                </a:lnTo>
                <a:lnTo>
                  <a:pt x="38100" y="2076450"/>
                </a:lnTo>
                <a:lnTo>
                  <a:pt x="38100" y="2057400"/>
                </a:lnTo>
                <a:close/>
              </a:path>
              <a:path w="114300" h="2171700">
                <a:moveTo>
                  <a:pt x="762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76200" y="2076450"/>
                </a:lnTo>
                <a:lnTo>
                  <a:pt x="76200" y="0"/>
                </a:lnTo>
                <a:close/>
              </a:path>
              <a:path w="114300" h="2171700">
                <a:moveTo>
                  <a:pt x="114300" y="2057400"/>
                </a:moveTo>
                <a:lnTo>
                  <a:pt x="76200" y="2057400"/>
                </a:lnTo>
                <a:lnTo>
                  <a:pt x="76200" y="2076450"/>
                </a:lnTo>
                <a:lnTo>
                  <a:pt x="104775" y="2076450"/>
                </a:lnTo>
                <a:lnTo>
                  <a:pt x="114300" y="205740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93698" y="336511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27098" y="5117591"/>
            <a:ext cx="2072639" cy="114300"/>
          </a:xfrm>
          <a:custGeom>
            <a:avLst/>
            <a:gdLst/>
            <a:ahLst/>
            <a:cxnLst/>
            <a:rect l="l" t="t" r="r" b="b"/>
            <a:pathLst>
              <a:path w="2072639" h="114300">
                <a:moveTo>
                  <a:pt x="1958339" y="0"/>
                </a:moveTo>
                <a:lnTo>
                  <a:pt x="1958339" y="114299"/>
                </a:lnTo>
                <a:lnTo>
                  <a:pt x="2034539" y="76199"/>
                </a:lnTo>
                <a:lnTo>
                  <a:pt x="1977389" y="76199"/>
                </a:lnTo>
                <a:lnTo>
                  <a:pt x="1977389" y="38099"/>
                </a:lnTo>
                <a:lnTo>
                  <a:pt x="2034539" y="38099"/>
                </a:lnTo>
                <a:lnTo>
                  <a:pt x="1958339" y="0"/>
                </a:lnTo>
                <a:close/>
              </a:path>
              <a:path w="2072639" h="114300">
                <a:moveTo>
                  <a:pt x="195833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958339" y="76199"/>
                </a:lnTo>
                <a:lnTo>
                  <a:pt x="1958339" y="38099"/>
                </a:lnTo>
                <a:close/>
              </a:path>
              <a:path w="2072639" h="114300">
                <a:moveTo>
                  <a:pt x="2034539" y="38099"/>
                </a:moveTo>
                <a:lnTo>
                  <a:pt x="1977389" y="38099"/>
                </a:lnTo>
                <a:lnTo>
                  <a:pt x="1977389" y="76199"/>
                </a:lnTo>
                <a:lnTo>
                  <a:pt x="2034539" y="76199"/>
                </a:lnTo>
                <a:lnTo>
                  <a:pt x="2072639" y="57149"/>
                </a:lnTo>
                <a:lnTo>
                  <a:pt x="2034539" y="38099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19732" y="2627502"/>
            <a:ext cx="2386330" cy="2336800"/>
          </a:xfrm>
          <a:custGeom>
            <a:avLst/>
            <a:gdLst/>
            <a:ahLst/>
            <a:cxnLst/>
            <a:rect l="l" t="t" r="r" b="b"/>
            <a:pathLst>
              <a:path w="2386329" h="2336800">
                <a:moveTo>
                  <a:pt x="1229741" y="1701800"/>
                </a:moveTo>
                <a:lnTo>
                  <a:pt x="1152398" y="1701800"/>
                </a:lnTo>
                <a:lnTo>
                  <a:pt x="1136395" y="1714500"/>
                </a:lnTo>
                <a:lnTo>
                  <a:pt x="1127887" y="1727200"/>
                </a:lnTo>
                <a:lnTo>
                  <a:pt x="1119886" y="1739900"/>
                </a:lnTo>
                <a:lnTo>
                  <a:pt x="1105916" y="1752600"/>
                </a:lnTo>
                <a:lnTo>
                  <a:pt x="1092454" y="1765300"/>
                </a:lnTo>
                <a:lnTo>
                  <a:pt x="1086231" y="1765300"/>
                </a:lnTo>
                <a:lnTo>
                  <a:pt x="1080008" y="1778000"/>
                </a:lnTo>
                <a:lnTo>
                  <a:pt x="1067308" y="1790700"/>
                </a:lnTo>
                <a:lnTo>
                  <a:pt x="1053338" y="1790700"/>
                </a:lnTo>
                <a:lnTo>
                  <a:pt x="1023238" y="1816100"/>
                </a:lnTo>
                <a:lnTo>
                  <a:pt x="919607" y="1892300"/>
                </a:lnTo>
                <a:lnTo>
                  <a:pt x="815340" y="1955800"/>
                </a:lnTo>
                <a:lnTo>
                  <a:pt x="710311" y="2032000"/>
                </a:lnTo>
                <a:lnTo>
                  <a:pt x="604647" y="2095500"/>
                </a:lnTo>
                <a:lnTo>
                  <a:pt x="610235" y="2095500"/>
                </a:lnTo>
                <a:lnTo>
                  <a:pt x="587501" y="2108200"/>
                </a:lnTo>
                <a:lnTo>
                  <a:pt x="565023" y="2108200"/>
                </a:lnTo>
                <a:lnTo>
                  <a:pt x="542798" y="2120900"/>
                </a:lnTo>
                <a:lnTo>
                  <a:pt x="520700" y="2120900"/>
                </a:lnTo>
                <a:lnTo>
                  <a:pt x="477519" y="2146300"/>
                </a:lnTo>
                <a:lnTo>
                  <a:pt x="435101" y="2159000"/>
                </a:lnTo>
                <a:lnTo>
                  <a:pt x="392938" y="2184400"/>
                </a:lnTo>
                <a:lnTo>
                  <a:pt x="308991" y="2209800"/>
                </a:lnTo>
                <a:lnTo>
                  <a:pt x="288036" y="2222500"/>
                </a:lnTo>
                <a:lnTo>
                  <a:pt x="266700" y="2235200"/>
                </a:lnTo>
                <a:lnTo>
                  <a:pt x="233934" y="2235200"/>
                </a:lnTo>
                <a:lnTo>
                  <a:pt x="134366" y="2273300"/>
                </a:lnTo>
                <a:lnTo>
                  <a:pt x="100965" y="2273300"/>
                </a:lnTo>
                <a:lnTo>
                  <a:pt x="0" y="2311400"/>
                </a:lnTo>
                <a:lnTo>
                  <a:pt x="11684" y="2336800"/>
                </a:lnTo>
                <a:lnTo>
                  <a:pt x="44957" y="2336800"/>
                </a:lnTo>
                <a:lnTo>
                  <a:pt x="110743" y="2311400"/>
                </a:lnTo>
                <a:lnTo>
                  <a:pt x="144018" y="2311400"/>
                </a:lnTo>
                <a:lnTo>
                  <a:pt x="278384" y="2260600"/>
                </a:lnTo>
                <a:lnTo>
                  <a:pt x="300355" y="2260600"/>
                </a:lnTo>
                <a:lnTo>
                  <a:pt x="322199" y="2247900"/>
                </a:lnTo>
                <a:lnTo>
                  <a:pt x="365379" y="2235200"/>
                </a:lnTo>
                <a:lnTo>
                  <a:pt x="408050" y="2209800"/>
                </a:lnTo>
                <a:lnTo>
                  <a:pt x="492632" y="2184400"/>
                </a:lnTo>
                <a:lnTo>
                  <a:pt x="534924" y="2159000"/>
                </a:lnTo>
                <a:lnTo>
                  <a:pt x="555879" y="2159000"/>
                </a:lnTo>
                <a:lnTo>
                  <a:pt x="598678" y="2133600"/>
                </a:lnTo>
                <a:lnTo>
                  <a:pt x="625856" y="2133600"/>
                </a:lnTo>
                <a:lnTo>
                  <a:pt x="731393" y="2057400"/>
                </a:lnTo>
                <a:lnTo>
                  <a:pt x="836549" y="1993900"/>
                </a:lnTo>
                <a:lnTo>
                  <a:pt x="1045210" y="1841500"/>
                </a:lnTo>
                <a:lnTo>
                  <a:pt x="1059053" y="1841500"/>
                </a:lnTo>
                <a:lnTo>
                  <a:pt x="1073531" y="1828800"/>
                </a:lnTo>
                <a:lnTo>
                  <a:pt x="1102868" y="1803400"/>
                </a:lnTo>
                <a:lnTo>
                  <a:pt x="1111631" y="1803400"/>
                </a:lnTo>
                <a:lnTo>
                  <a:pt x="1119632" y="1790700"/>
                </a:lnTo>
                <a:lnTo>
                  <a:pt x="1133983" y="1778000"/>
                </a:lnTo>
                <a:lnTo>
                  <a:pt x="1147699" y="1765300"/>
                </a:lnTo>
                <a:lnTo>
                  <a:pt x="1154176" y="1752600"/>
                </a:lnTo>
                <a:lnTo>
                  <a:pt x="1160780" y="1752600"/>
                </a:lnTo>
                <a:lnTo>
                  <a:pt x="1167384" y="1739900"/>
                </a:lnTo>
                <a:lnTo>
                  <a:pt x="1175258" y="1739900"/>
                </a:lnTo>
                <a:lnTo>
                  <a:pt x="1192657" y="1727200"/>
                </a:lnTo>
                <a:lnTo>
                  <a:pt x="1229741" y="1701800"/>
                </a:lnTo>
                <a:close/>
              </a:path>
              <a:path w="2386329" h="2336800">
                <a:moveTo>
                  <a:pt x="1280160" y="1600200"/>
                </a:moveTo>
                <a:lnTo>
                  <a:pt x="1274064" y="1600200"/>
                </a:lnTo>
                <a:lnTo>
                  <a:pt x="1269111" y="1612900"/>
                </a:lnTo>
                <a:lnTo>
                  <a:pt x="1255522" y="1638300"/>
                </a:lnTo>
                <a:lnTo>
                  <a:pt x="1246886" y="1651000"/>
                </a:lnTo>
                <a:lnTo>
                  <a:pt x="1233424" y="1651000"/>
                </a:lnTo>
                <a:lnTo>
                  <a:pt x="1226185" y="1663700"/>
                </a:lnTo>
                <a:lnTo>
                  <a:pt x="1208913" y="1663700"/>
                </a:lnTo>
                <a:lnTo>
                  <a:pt x="1190117" y="1676400"/>
                </a:lnTo>
                <a:lnTo>
                  <a:pt x="1170940" y="1689100"/>
                </a:lnTo>
                <a:lnTo>
                  <a:pt x="1161795" y="1701800"/>
                </a:lnTo>
                <a:lnTo>
                  <a:pt x="1238504" y="1701800"/>
                </a:lnTo>
                <a:lnTo>
                  <a:pt x="1246378" y="1689100"/>
                </a:lnTo>
                <a:lnTo>
                  <a:pt x="1253870" y="1689100"/>
                </a:lnTo>
                <a:lnTo>
                  <a:pt x="1260094" y="1676400"/>
                </a:lnTo>
                <a:lnTo>
                  <a:pt x="1277239" y="1676400"/>
                </a:lnTo>
                <a:lnTo>
                  <a:pt x="1278636" y="1663700"/>
                </a:lnTo>
                <a:lnTo>
                  <a:pt x="1300988" y="1638300"/>
                </a:lnTo>
                <a:lnTo>
                  <a:pt x="1295527" y="1638300"/>
                </a:lnTo>
                <a:lnTo>
                  <a:pt x="1293876" y="1625600"/>
                </a:lnTo>
                <a:lnTo>
                  <a:pt x="1281557" y="1625600"/>
                </a:lnTo>
                <a:lnTo>
                  <a:pt x="1280922" y="1612900"/>
                </a:lnTo>
                <a:lnTo>
                  <a:pt x="1279779" y="1612900"/>
                </a:lnTo>
                <a:lnTo>
                  <a:pt x="1280160" y="1600200"/>
                </a:lnTo>
                <a:close/>
              </a:path>
              <a:path w="2386329" h="2336800">
                <a:moveTo>
                  <a:pt x="1252220" y="1638300"/>
                </a:moveTo>
                <a:lnTo>
                  <a:pt x="1245108" y="1651000"/>
                </a:lnTo>
                <a:lnTo>
                  <a:pt x="1246886" y="1651000"/>
                </a:lnTo>
                <a:lnTo>
                  <a:pt x="1252220" y="1638300"/>
                </a:lnTo>
                <a:close/>
              </a:path>
              <a:path w="2386329" h="2336800">
                <a:moveTo>
                  <a:pt x="1306068" y="1625600"/>
                </a:moveTo>
                <a:lnTo>
                  <a:pt x="1293876" y="1625600"/>
                </a:lnTo>
                <a:lnTo>
                  <a:pt x="1295527" y="1638300"/>
                </a:lnTo>
                <a:lnTo>
                  <a:pt x="1300988" y="1638300"/>
                </a:lnTo>
                <a:lnTo>
                  <a:pt x="1306068" y="1625600"/>
                </a:lnTo>
                <a:close/>
              </a:path>
              <a:path w="2386329" h="2336800">
                <a:moveTo>
                  <a:pt x="1319657" y="1625600"/>
                </a:moveTo>
                <a:lnTo>
                  <a:pt x="1306068" y="1625600"/>
                </a:lnTo>
                <a:lnTo>
                  <a:pt x="1300988" y="1638300"/>
                </a:lnTo>
                <a:lnTo>
                  <a:pt x="1313053" y="1638300"/>
                </a:lnTo>
                <a:lnTo>
                  <a:pt x="1319657" y="1625600"/>
                </a:lnTo>
                <a:close/>
              </a:path>
              <a:path w="2386329" h="2336800">
                <a:moveTo>
                  <a:pt x="1313434" y="1612900"/>
                </a:moveTo>
                <a:lnTo>
                  <a:pt x="1280922" y="1612900"/>
                </a:lnTo>
                <a:lnTo>
                  <a:pt x="1281557" y="1625600"/>
                </a:lnTo>
                <a:lnTo>
                  <a:pt x="1310259" y="1625600"/>
                </a:lnTo>
                <a:lnTo>
                  <a:pt x="1313434" y="1612900"/>
                </a:lnTo>
                <a:close/>
              </a:path>
              <a:path w="2386329" h="2336800">
                <a:moveTo>
                  <a:pt x="1342897" y="1612900"/>
                </a:moveTo>
                <a:lnTo>
                  <a:pt x="1313434" y="1612900"/>
                </a:lnTo>
                <a:lnTo>
                  <a:pt x="1310259" y="1625600"/>
                </a:lnTo>
                <a:lnTo>
                  <a:pt x="1334389" y="1625600"/>
                </a:lnTo>
                <a:lnTo>
                  <a:pt x="1342897" y="1612900"/>
                </a:lnTo>
                <a:close/>
              </a:path>
              <a:path w="2386329" h="2336800">
                <a:moveTo>
                  <a:pt x="1284478" y="1587500"/>
                </a:moveTo>
                <a:lnTo>
                  <a:pt x="1283462" y="1587500"/>
                </a:lnTo>
                <a:lnTo>
                  <a:pt x="1281557" y="1600200"/>
                </a:lnTo>
                <a:lnTo>
                  <a:pt x="1280160" y="1600200"/>
                </a:lnTo>
                <a:lnTo>
                  <a:pt x="1279779" y="1612900"/>
                </a:lnTo>
                <a:lnTo>
                  <a:pt x="1317752" y="1612900"/>
                </a:lnTo>
                <a:lnTo>
                  <a:pt x="1317752" y="1612760"/>
                </a:lnTo>
                <a:lnTo>
                  <a:pt x="1283462" y="1600200"/>
                </a:lnTo>
                <a:lnTo>
                  <a:pt x="1284478" y="1587500"/>
                </a:lnTo>
                <a:close/>
              </a:path>
              <a:path w="2386329" h="2336800">
                <a:moveTo>
                  <a:pt x="1317752" y="1612760"/>
                </a:moveTo>
                <a:lnTo>
                  <a:pt x="1317752" y="1612900"/>
                </a:lnTo>
                <a:lnTo>
                  <a:pt x="1318133" y="1612900"/>
                </a:lnTo>
                <a:lnTo>
                  <a:pt x="1317752" y="1612760"/>
                </a:lnTo>
                <a:close/>
              </a:path>
              <a:path w="2386329" h="2336800">
                <a:moveTo>
                  <a:pt x="1317752" y="1611388"/>
                </a:moveTo>
                <a:lnTo>
                  <a:pt x="1317752" y="1612760"/>
                </a:lnTo>
                <a:lnTo>
                  <a:pt x="1318133" y="1612900"/>
                </a:lnTo>
                <a:lnTo>
                  <a:pt x="1318387" y="1612900"/>
                </a:lnTo>
                <a:lnTo>
                  <a:pt x="1317752" y="1611388"/>
                </a:lnTo>
                <a:close/>
              </a:path>
              <a:path w="2386329" h="2336800">
                <a:moveTo>
                  <a:pt x="1317752" y="1600200"/>
                </a:moveTo>
                <a:lnTo>
                  <a:pt x="1317752" y="1611388"/>
                </a:lnTo>
                <a:lnTo>
                  <a:pt x="1318387" y="1612900"/>
                </a:lnTo>
                <a:lnTo>
                  <a:pt x="1317752" y="1600200"/>
                </a:lnTo>
                <a:close/>
              </a:path>
              <a:path w="2386329" h="2336800">
                <a:moveTo>
                  <a:pt x="1320419" y="1600200"/>
                </a:moveTo>
                <a:lnTo>
                  <a:pt x="1317752" y="1600200"/>
                </a:lnTo>
                <a:lnTo>
                  <a:pt x="1318387" y="1612900"/>
                </a:lnTo>
                <a:lnTo>
                  <a:pt x="1318641" y="1612900"/>
                </a:lnTo>
                <a:lnTo>
                  <a:pt x="1320419" y="1600200"/>
                </a:lnTo>
                <a:close/>
              </a:path>
              <a:path w="2386329" h="2336800">
                <a:moveTo>
                  <a:pt x="1447672" y="1524000"/>
                </a:moveTo>
                <a:lnTo>
                  <a:pt x="1386585" y="1524000"/>
                </a:lnTo>
                <a:lnTo>
                  <a:pt x="1376045" y="1536700"/>
                </a:lnTo>
                <a:lnTo>
                  <a:pt x="1351280" y="1562100"/>
                </a:lnTo>
                <a:lnTo>
                  <a:pt x="1339722" y="1574800"/>
                </a:lnTo>
                <a:lnTo>
                  <a:pt x="1329563" y="1574800"/>
                </a:lnTo>
                <a:lnTo>
                  <a:pt x="1321462" y="1587262"/>
                </a:lnTo>
                <a:lnTo>
                  <a:pt x="1321562" y="1600200"/>
                </a:lnTo>
                <a:lnTo>
                  <a:pt x="1320419" y="1600200"/>
                </a:lnTo>
                <a:lnTo>
                  <a:pt x="1318641" y="1612900"/>
                </a:lnTo>
                <a:lnTo>
                  <a:pt x="1352550" y="1612900"/>
                </a:lnTo>
                <a:lnTo>
                  <a:pt x="1363345" y="1600200"/>
                </a:lnTo>
                <a:lnTo>
                  <a:pt x="1375664" y="1587500"/>
                </a:lnTo>
                <a:lnTo>
                  <a:pt x="1389507" y="1574800"/>
                </a:lnTo>
                <a:lnTo>
                  <a:pt x="1401191" y="1562100"/>
                </a:lnTo>
                <a:lnTo>
                  <a:pt x="1411985" y="1562100"/>
                </a:lnTo>
                <a:lnTo>
                  <a:pt x="1421892" y="1549400"/>
                </a:lnTo>
                <a:lnTo>
                  <a:pt x="1431163" y="1536700"/>
                </a:lnTo>
                <a:lnTo>
                  <a:pt x="1439671" y="1536700"/>
                </a:lnTo>
                <a:lnTo>
                  <a:pt x="1447672" y="1524000"/>
                </a:lnTo>
                <a:close/>
              </a:path>
              <a:path w="2386329" h="2336800">
                <a:moveTo>
                  <a:pt x="1308862" y="1587500"/>
                </a:moveTo>
                <a:lnTo>
                  <a:pt x="1284478" y="1587500"/>
                </a:lnTo>
                <a:lnTo>
                  <a:pt x="1283462" y="1600200"/>
                </a:lnTo>
                <a:lnTo>
                  <a:pt x="1317752" y="1612760"/>
                </a:lnTo>
                <a:lnTo>
                  <a:pt x="1317752" y="1611388"/>
                </a:lnTo>
                <a:lnTo>
                  <a:pt x="1313053" y="1600200"/>
                </a:lnTo>
                <a:lnTo>
                  <a:pt x="1305560" y="1600200"/>
                </a:lnTo>
                <a:lnTo>
                  <a:pt x="1308862" y="1587500"/>
                </a:lnTo>
                <a:close/>
              </a:path>
              <a:path w="2386329" h="2336800">
                <a:moveTo>
                  <a:pt x="1317752" y="1600200"/>
                </a:moveTo>
                <a:lnTo>
                  <a:pt x="1313053" y="1600200"/>
                </a:lnTo>
                <a:lnTo>
                  <a:pt x="1317752" y="1611388"/>
                </a:lnTo>
                <a:lnTo>
                  <a:pt x="1317752" y="1600200"/>
                </a:lnTo>
                <a:close/>
              </a:path>
              <a:path w="2386329" h="2336800">
                <a:moveTo>
                  <a:pt x="1283462" y="1587500"/>
                </a:moveTo>
                <a:lnTo>
                  <a:pt x="1281049" y="1600200"/>
                </a:lnTo>
                <a:lnTo>
                  <a:pt x="1281557" y="1600200"/>
                </a:lnTo>
                <a:lnTo>
                  <a:pt x="1283462" y="1587500"/>
                </a:lnTo>
                <a:close/>
              </a:path>
              <a:path w="2386329" h="2336800">
                <a:moveTo>
                  <a:pt x="1321462" y="1587262"/>
                </a:moveTo>
                <a:lnTo>
                  <a:pt x="1321308" y="1587500"/>
                </a:lnTo>
                <a:lnTo>
                  <a:pt x="1308862" y="1587500"/>
                </a:lnTo>
                <a:lnTo>
                  <a:pt x="1305560" y="1600200"/>
                </a:lnTo>
                <a:lnTo>
                  <a:pt x="1321562" y="1600200"/>
                </a:lnTo>
                <a:lnTo>
                  <a:pt x="1321462" y="1587262"/>
                </a:lnTo>
                <a:close/>
              </a:path>
              <a:path w="2386329" h="2336800">
                <a:moveTo>
                  <a:pt x="1316228" y="1574800"/>
                </a:moveTo>
                <a:lnTo>
                  <a:pt x="1291844" y="1574800"/>
                </a:lnTo>
                <a:lnTo>
                  <a:pt x="1287018" y="1587500"/>
                </a:lnTo>
                <a:lnTo>
                  <a:pt x="1321308" y="1587500"/>
                </a:lnTo>
                <a:lnTo>
                  <a:pt x="1321462" y="1587262"/>
                </a:lnTo>
                <a:lnTo>
                  <a:pt x="1316228" y="1574800"/>
                </a:lnTo>
                <a:close/>
              </a:path>
              <a:path w="2386329" h="2336800">
                <a:moveTo>
                  <a:pt x="1481835" y="1485900"/>
                </a:moveTo>
                <a:lnTo>
                  <a:pt x="1428622" y="1485900"/>
                </a:lnTo>
                <a:lnTo>
                  <a:pt x="1421765" y="1498600"/>
                </a:lnTo>
                <a:lnTo>
                  <a:pt x="1414018" y="1498600"/>
                </a:lnTo>
                <a:lnTo>
                  <a:pt x="1405635" y="1511300"/>
                </a:lnTo>
                <a:lnTo>
                  <a:pt x="1396492" y="1524000"/>
                </a:lnTo>
                <a:lnTo>
                  <a:pt x="1454784" y="1524000"/>
                </a:lnTo>
                <a:lnTo>
                  <a:pt x="1461262" y="1511300"/>
                </a:lnTo>
                <a:lnTo>
                  <a:pt x="1472565" y="1498600"/>
                </a:lnTo>
                <a:lnTo>
                  <a:pt x="1481835" y="1485900"/>
                </a:lnTo>
                <a:close/>
              </a:path>
              <a:path w="2386329" h="2336800">
                <a:moveTo>
                  <a:pt x="1448054" y="1447800"/>
                </a:moveTo>
                <a:lnTo>
                  <a:pt x="1438656" y="1447800"/>
                </a:lnTo>
                <a:lnTo>
                  <a:pt x="1430528" y="1460500"/>
                </a:lnTo>
                <a:lnTo>
                  <a:pt x="1427353" y="1473200"/>
                </a:lnTo>
                <a:lnTo>
                  <a:pt x="1429766" y="1473200"/>
                </a:lnTo>
                <a:lnTo>
                  <a:pt x="1432179" y="1485900"/>
                </a:lnTo>
                <a:lnTo>
                  <a:pt x="1435100" y="1485900"/>
                </a:lnTo>
                <a:lnTo>
                  <a:pt x="1445895" y="1473200"/>
                </a:lnTo>
                <a:lnTo>
                  <a:pt x="1452367" y="1463392"/>
                </a:lnTo>
                <a:lnTo>
                  <a:pt x="1448054" y="1447800"/>
                </a:lnTo>
                <a:close/>
              </a:path>
              <a:path w="2386329" h="2336800">
                <a:moveTo>
                  <a:pt x="1452367" y="1463392"/>
                </a:moveTo>
                <a:lnTo>
                  <a:pt x="1445895" y="1473200"/>
                </a:lnTo>
                <a:lnTo>
                  <a:pt x="1435100" y="1485900"/>
                </a:lnTo>
                <a:lnTo>
                  <a:pt x="1458595" y="1485900"/>
                </a:lnTo>
                <a:lnTo>
                  <a:pt x="1452367" y="1463392"/>
                </a:lnTo>
                <a:close/>
              </a:path>
              <a:path w="2386329" h="2336800">
                <a:moveTo>
                  <a:pt x="1466469" y="1447800"/>
                </a:moveTo>
                <a:lnTo>
                  <a:pt x="1464691" y="1447800"/>
                </a:lnTo>
                <a:lnTo>
                  <a:pt x="1460500" y="1460500"/>
                </a:lnTo>
                <a:lnTo>
                  <a:pt x="1454277" y="1460500"/>
                </a:lnTo>
                <a:lnTo>
                  <a:pt x="1452367" y="1463392"/>
                </a:lnTo>
                <a:lnTo>
                  <a:pt x="1458595" y="1485900"/>
                </a:lnTo>
                <a:lnTo>
                  <a:pt x="1462151" y="1485900"/>
                </a:lnTo>
                <a:lnTo>
                  <a:pt x="1472819" y="1473200"/>
                </a:lnTo>
                <a:lnTo>
                  <a:pt x="1470914" y="1473200"/>
                </a:lnTo>
                <a:lnTo>
                  <a:pt x="1464691" y="1460500"/>
                </a:lnTo>
                <a:lnTo>
                  <a:pt x="1466469" y="1447800"/>
                </a:lnTo>
                <a:close/>
              </a:path>
              <a:path w="2386329" h="2336800">
                <a:moveTo>
                  <a:pt x="1477645" y="1473200"/>
                </a:moveTo>
                <a:lnTo>
                  <a:pt x="1472819" y="1473200"/>
                </a:lnTo>
                <a:lnTo>
                  <a:pt x="1462151" y="1485900"/>
                </a:lnTo>
                <a:lnTo>
                  <a:pt x="1470914" y="1485900"/>
                </a:lnTo>
                <a:lnTo>
                  <a:pt x="1477645" y="1473200"/>
                </a:lnTo>
                <a:close/>
              </a:path>
              <a:path w="2386329" h="2336800">
                <a:moveTo>
                  <a:pt x="1494028" y="1473200"/>
                </a:moveTo>
                <a:lnTo>
                  <a:pt x="1477645" y="1473200"/>
                </a:lnTo>
                <a:lnTo>
                  <a:pt x="1470914" y="1485900"/>
                </a:lnTo>
                <a:lnTo>
                  <a:pt x="1488694" y="1485900"/>
                </a:lnTo>
                <a:lnTo>
                  <a:pt x="1494028" y="1473200"/>
                </a:lnTo>
                <a:close/>
              </a:path>
              <a:path w="2386329" h="2336800">
                <a:moveTo>
                  <a:pt x="1502791" y="1447800"/>
                </a:moveTo>
                <a:lnTo>
                  <a:pt x="1466469" y="1447800"/>
                </a:lnTo>
                <a:lnTo>
                  <a:pt x="1464691" y="1460500"/>
                </a:lnTo>
                <a:lnTo>
                  <a:pt x="1470914" y="1473200"/>
                </a:lnTo>
                <a:lnTo>
                  <a:pt x="1481201" y="1473200"/>
                </a:lnTo>
                <a:lnTo>
                  <a:pt x="1491742" y="1460500"/>
                </a:lnTo>
                <a:lnTo>
                  <a:pt x="1502791" y="1460500"/>
                </a:lnTo>
                <a:lnTo>
                  <a:pt x="1502791" y="1447800"/>
                </a:lnTo>
                <a:close/>
              </a:path>
              <a:path w="2386329" h="2336800">
                <a:moveTo>
                  <a:pt x="1502156" y="1460500"/>
                </a:moveTo>
                <a:lnTo>
                  <a:pt x="1491742" y="1460500"/>
                </a:lnTo>
                <a:lnTo>
                  <a:pt x="1481201" y="1473200"/>
                </a:lnTo>
                <a:lnTo>
                  <a:pt x="1499616" y="1473200"/>
                </a:lnTo>
                <a:lnTo>
                  <a:pt x="1502156" y="1460500"/>
                </a:lnTo>
                <a:close/>
              </a:path>
              <a:path w="2386329" h="2336800">
                <a:moveTo>
                  <a:pt x="1464691" y="1447800"/>
                </a:moveTo>
                <a:lnTo>
                  <a:pt x="1448054" y="1447800"/>
                </a:lnTo>
                <a:lnTo>
                  <a:pt x="1452367" y="1463392"/>
                </a:lnTo>
                <a:lnTo>
                  <a:pt x="1454277" y="1460500"/>
                </a:lnTo>
                <a:lnTo>
                  <a:pt x="1460500" y="1460500"/>
                </a:lnTo>
                <a:lnTo>
                  <a:pt x="1464691" y="1447800"/>
                </a:lnTo>
                <a:close/>
              </a:path>
              <a:path w="2386329" h="2336800">
                <a:moveTo>
                  <a:pt x="1512316" y="1447800"/>
                </a:moveTo>
                <a:lnTo>
                  <a:pt x="1502791" y="1447800"/>
                </a:lnTo>
                <a:lnTo>
                  <a:pt x="1502791" y="1460500"/>
                </a:lnTo>
                <a:lnTo>
                  <a:pt x="1504950" y="1460500"/>
                </a:lnTo>
                <a:lnTo>
                  <a:pt x="1512316" y="1447800"/>
                </a:lnTo>
                <a:close/>
              </a:path>
              <a:path w="2386329" h="2336800">
                <a:moveTo>
                  <a:pt x="1463167" y="1435100"/>
                </a:moveTo>
                <a:lnTo>
                  <a:pt x="1460245" y="1435100"/>
                </a:lnTo>
                <a:lnTo>
                  <a:pt x="1445514" y="1447800"/>
                </a:lnTo>
                <a:lnTo>
                  <a:pt x="1453769" y="1447800"/>
                </a:lnTo>
                <a:lnTo>
                  <a:pt x="1463167" y="1435100"/>
                </a:lnTo>
                <a:close/>
              </a:path>
              <a:path w="2386329" h="2336800">
                <a:moveTo>
                  <a:pt x="1495552" y="1435100"/>
                </a:moveTo>
                <a:lnTo>
                  <a:pt x="1463167" y="1435100"/>
                </a:lnTo>
                <a:lnTo>
                  <a:pt x="1453769" y="1447800"/>
                </a:lnTo>
                <a:lnTo>
                  <a:pt x="1496568" y="1447800"/>
                </a:lnTo>
                <a:lnTo>
                  <a:pt x="1495552" y="1435100"/>
                </a:lnTo>
                <a:close/>
              </a:path>
              <a:path w="2386329" h="2336800">
                <a:moveTo>
                  <a:pt x="1525270" y="1435100"/>
                </a:moveTo>
                <a:lnTo>
                  <a:pt x="1495552" y="1435100"/>
                </a:lnTo>
                <a:lnTo>
                  <a:pt x="1496568" y="1447800"/>
                </a:lnTo>
                <a:lnTo>
                  <a:pt x="1523110" y="1447800"/>
                </a:lnTo>
                <a:lnTo>
                  <a:pt x="1525270" y="1435100"/>
                </a:lnTo>
                <a:close/>
              </a:path>
              <a:path w="2386329" h="2336800">
                <a:moveTo>
                  <a:pt x="1557273" y="1371600"/>
                </a:moveTo>
                <a:lnTo>
                  <a:pt x="1515998" y="1371600"/>
                </a:lnTo>
                <a:lnTo>
                  <a:pt x="1506473" y="1397000"/>
                </a:lnTo>
                <a:lnTo>
                  <a:pt x="1500505" y="1409700"/>
                </a:lnTo>
                <a:lnTo>
                  <a:pt x="1493012" y="1422400"/>
                </a:lnTo>
                <a:lnTo>
                  <a:pt x="1483487" y="1422400"/>
                </a:lnTo>
                <a:lnTo>
                  <a:pt x="1470787" y="1435100"/>
                </a:lnTo>
                <a:lnTo>
                  <a:pt x="1526794" y="1435100"/>
                </a:lnTo>
                <a:lnTo>
                  <a:pt x="1534287" y="1422400"/>
                </a:lnTo>
                <a:lnTo>
                  <a:pt x="1540637" y="1409700"/>
                </a:lnTo>
                <a:lnTo>
                  <a:pt x="1545970" y="1397000"/>
                </a:lnTo>
                <a:lnTo>
                  <a:pt x="1550543" y="1384300"/>
                </a:lnTo>
                <a:lnTo>
                  <a:pt x="1557273" y="1371600"/>
                </a:lnTo>
                <a:close/>
              </a:path>
              <a:path w="2386329" h="2336800">
                <a:moveTo>
                  <a:pt x="1499362" y="1409700"/>
                </a:moveTo>
                <a:lnTo>
                  <a:pt x="1491107" y="1422400"/>
                </a:lnTo>
                <a:lnTo>
                  <a:pt x="1493012" y="1422400"/>
                </a:lnTo>
                <a:lnTo>
                  <a:pt x="1499362" y="1409700"/>
                </a:lnTo>
                <a:close/>
              </a:path>
              <a:path w="2386329" h="2336800">
                <a:moveTo>
                  <a:pt x="1528826" y="1346200"/>
                </a:moveTo>
                <a:lnTo>
                  <a:pt x="1526794" y="1346200"/>
                </a:lnTo>
                <a:lnTo>
                  <a:pt x="1524889" y="1358900"/>
                </a:lnTo>
                <a:lnTo>
                  <a:pt x="1519555" y="1371600"/>
                </a:lnTo>
                <a:lnTo>
                  <a:pt x="1533144" y="1371600"/>
                </a:lnTo>
                <a:lnTo>
                  <a:pt x="1531873" y="1358900"/>
                </a:lnTo>
                <a:lnTo>
                  <a:pt x="1529207" y="1358900"/>
                </a:lnTo>
                <a:lnTo>
                  <a:pt x="1528826" y="1346200"/>
                </a:lnTo>
                <a:close/>
              </a:path>
              <a:path w="2386329" h="2336800">
                <a:moveTo>
                  <a:pt x="1563116" y="1358900"/>
                </a:moveTo>
                <a:lnTo>
                  <a:pt x="1531873" y="1358900"/>
                </a:lnTo>
                <a:lnTo>
                  <a:pt x="1533144" y="1371600"/>
                </a:lnTo>
                <a:lnTo>
                  <a:pt x="1561592" y="1371600"/>
                </a:lnTo>
                <a:lnTo>
                  <a:pt x="1563116" y="1358900"/>
                </a:lnTo>
                <a:close/>
              </a:path>
              <a:path w="2386329" h="2336800">
                <a:moveTo>
                  <a:pt x="1579245" y="1358900"/>
                </a:moveTo>
                <a:lnTo>
                  <a:pt x="1563116" y="1358900"/>
                </a:lnTo>
                <a:lnTo>
                  <a:pt x="1561592" y="1371600"/>
                </a:lnTo>
                <a:lnTo>
                  <a:pt x="1573276" y="1371600"/>
                </a:lnTo>
                <a:lnTo>
                  <a:pt x="1579245" y="1358900"/>
                </a:lnTo>
                <a:close/>
              </a:path>
              <a:path w="2386329" h="2336800">
                <a:moveTo>
                  <a:pt x="1528826" y="1346200"/>
                </a:moveTo>
                <a:lnTo>
                  <a:pt x="1529207" y="1358900"/>
                </a:lnTo>
                <a:lnTo>
                  <a:pt x="1529715" y="1358900"/>
                </a:lnTo>
                <a:lnTo>
                  <a:pt x="1528826" y="1346200"/>
                </a:lnTo>
                <a:close/>
              </a:path>
              <a:path w="2386329" h="2336800">
                <a:moveTo>
                  <a:pt x="1609090" y="1333500"/>
                </a:moveTo>
                <a:lnTo>
                  <a:pt x="1563751" y="1333500"/>
                </a:lnTo>
                <a:lnTo>
                  <a:pt x="1565783" y="1346200"/>
                </a:lnTo>
                <a:lnTo>
                  <a:pt x="1528826" y="1346200"/>
                </a:lnTo>
                <a:lnTo>
                  <a:pt x="1529715" y="1358900"/>
                </a:lnTo>
                <a:lnTo>
                  <a:pt x="1592326" y="1358900"/>
                </a:lnTo>
                <a:lnTo>
                  <a:pt x="1600327" y="1346200"/>
                </a:lnTo>
                <a:lnTo>
                  <a:pt x="1609090" y="1333500"/>
                </a:lnTo>
                <a:close/>
              </a:path>
              <a:path w="2386329" h="2336800">
                <a:moveTo>
                  <a:pt x="1555369" y="1333500"/>
                </a:moveTo>
                <a:lnTo>
                  <a:pt x="1532382" y="1333500"/>
                </a:lnTo>
                <a:lnTo>
                  <a:pt x="1531112" y="1346200"/>
                </a:lnTo>
                <a:lnTo>
                  <a:pt x="1565529" y="1346200"/>
                </a:lnTo>
                <a:lnTo>
                  <a:pt x="1555369" y="1333500"/>
                </a:lnTo>
                <a:close/>
              </a:path>
              <a:path w="2386329" h="2336800">
                <a:moveTo>
                  <a:pt x="1563751" y="1333500"/>
                </a:moveTo>
                <a:lnTo>
                  <a:pt x="1555369" y="1333500"/>
                </a:lnTo>
                <a:lnTo>
                  <a:pt x="1565529" y="1346200"/>
                </a:lnTo>
                <a:lnTo>
                  <a:pt x="1565783" y="1346200"/>
                </a:lnTo>
                <a:lnTo>
                  <a:pt x="1563751" y="1333500"/>
                </a:lnTo>
                <a:close/>
              </a:path>
              <a:path w="2386329" h="2336800">
                <a:moveTo>
                  <a:pt x="1768729" y="1181100"/>
                </a:moveTo>
                <a:lnTo>
                  <a:pt x="1696212" y="1181100"/>
                </a:lnTo>
                <a:lnTo>
                  <a:pt x="1685925" y="1193800"/>
                </a:lnTo>
                <a:lnTo>
                  <a:pt x="1676654" y="1206500"/>
                </a:lnTo>
                <a:lnTo>
                  <a:pt x="1660017" y="1219200"/>
                </a:lnTo>
                <a:lnTo>
                  <a:pt x="1644777" y="1244600"/>
                </a:lnTo>
                <a:lnTo>
                  <a:pt x="1629156" y="1257300"/>
                </a:lnTo>
                <a:lnTo>
                  <a:pt x="1620901" y="1270000"/>
                </a:lnTo>
                <a:lnTo>
                  <a:pt x="1612138" y="1282700"/>
                </a:lnTo>
                <a:lnTo>
                  <a:pt x="1602740" y="1295400"/>
                </a:lnTo>
                <a:lnTo>
                  <a:pt x="1592198" y="1295400"/>
                </a:lnTo>
                <a:lnTo>
                  <a:pt x="1582928" y="1308100"/>
                </a:lnTo>
                <a:lnTo>
                  <a:pt x="1574800" y="1320800"/>
                </a:lnTo>
                <a:lnTo>
                  <a:pt x="1568069" y="1320800"/>
                </a:lnTo>
                <a:lnTo>
                  <a:pt x="1562100" y="1333500"/>
                </a:lnTo>
                <a:lnTo>
                  <a:pt x="1618869" y="1333500"/>
                </a:lnTo>
                <a:lnTo>
                  <a:pt x="1629918" y="1320800"/>
                </a:lnTo>
                <a:lnTo>
                  <a:pt x="1640205" y="1308100"/>
                </a:lnTo>
                <a:lnTo>
                  <a:pt x="1649476" y="1295400"/>
                </a:lnTo>
                <a:lnTo>
                  <a:pt x="1658112" y="1282700"/>
                </a:lnTo>
                <a:lnTo>
                  <a:pt x="1673987" y="1270000"/>
                </a:lnTo>
                <a:lnTo>
                  <a:pt x="1689227" y="1244600"/>
                </a:lnTo>
                <a:lnTo>
                  <a:pt x="1704975" y="1231900"/>
                </a:lnTo>
                <a:lnTo>
                  <a:pt x="1713230" y="1219200"/>
                </a:lnTo>
                <a:lnTo>
                  <a:pt x="1722120" y="1219200"/>
                </a:lnTo>
                <a:lnTo>
                  <a:pt x="1732153" y="1206500"/>
                </a:lnTo>
                <a:lnTo>
                  <a:pt x="1743075" y="1193800"/>
                </a:lnTo>
                <a:lnTo>
                  <a:pt x="1755140" y="1193800"/>
                </a:lnTo>
                <a:lnTo>
                  <a:pt x="1768729" y="1181100"/>
                </a:lnTo>
                <a:close/>
              </a:path>
              <a:path w="2386329" h="2336800">
                <a:moveTo>
                  <a:pt x="1804923" y="1104900"/>
                </a:moveTo>
                <a:lnTo>
                  <a:pt x="1780667" y="1104900"/>
                </a:lnTo>
                <a:lnTo>
                  <a:pt x="1782953" y="1117600"/>
                </a:lnTo>
                <a:lnTo>
                  <a:pt x="1756283" y="1117600"/>
                </a:lnTo>
                <a:lnTo>
                  <a:pt x="1749297" y="1143000"/>
                </a:lnTo>
                <a:lnTo>
                  <a:pt x="1747139" y="1143000"/>
                </a:lnTo>
                <a:lnTo>
                  <a:pt x="1740916" y="1155700"/>
                </a:lnTo>
                <a:lnTo>
                  <a:pt x="1732533" y="1155700"/>
                </a:lnTo>
                <a:lnTo>
                  <a:pt x="1719198" y="1168400"/>
                </a:lnTo>
                <a:lnTo>
                  <a:pt x="1707007" y="1181100"/>
                </a:lnTo>
                <a:lnTo>
                  <a:pt x="1771395" y="1181100"/>
                </a:lnTo>
                <a:lnTo>
                  <a:pt x="1773555" y="1168400"/>
                </a:lnTo>
                <a:lnTo>
                  <a:pt x="1779396" y="1168400"/>
                </a:lnTo>
                <a:lnTo>
                  <a:pt x="1783460" y="1155700"/>
                </a:lnTo>
                <a:lnTo>
                  <a:pt x="1740916" y="1155700"/>
                </a:lnTo>
                <a:lnTo>
                  <a:pt x="1744434" y="1145351"/>
                </a:lnTo>
                <a:lnTo>
                  <a:pt x="1789255" y="1145351"/>
                </a:lnTo>
                <a:lnTo>
                  <a:pt x="1790572" y="1143000"/>
                </a:lnTo>
                <a:lnTo>
                  <a:pt x="1793620" y="1130300"/>
                </a:lnTo>
                <a:lnTo>
                  <a:pt x="1801241" y="1117600"/>
                </a:lnTo>
                <a:lnTo>
                  <a:pt x="1804923" y="1104900"/>
                </a:lnTo>
                <a:close/>
              </a:path>
              <a:path w="2386329" h="2336800">
                <a:moveTo>
                  <a:pt x="1747139" y="1143000"/>
                </a:moveTo>
                <a:lnTo>
                  <a:pt x="1744434" y="1145351"/>
                </a:lnTo>
                <a:lnTo>
                  <a:pt x="1740916" y="1155700"/>
                </a:lnTo>
                <a:lnTo>
                  <a:pt x="1747139" y="1143000"/>
                </a:lnTo>
                <a:close/>
              </a:path>
              <a:path w="2386329" h="2336800">
                <a:moveTo>
                  <a:pt x="1747139" y="1143000"/>
                </a:moveTo>
                <a:lnTo>
                  <a:pt x="1745233" y="1143000"/>
                </a:lnTo>
                <a:lnTo>
                  <a:pt x="1744434" y="1145351"/>
                </a:lnTo>
                <a:lnTo>
                  <a:pt x="1747139" y="1143000"/>
                </a:lnTo>
                <a:close/>
              </a:path>
              <a:path w="2386329" h="2336800">
                <a:moveTo>
                  <a:pt x="1775968" y="1092200"/>
                </a:moveTo>
                <a:lnTo>
                  <a:pt x="1770633" y="1092200"/>
                </a:lnTo>
                <a:lnTo>
                  <a:pt x="1762252" y="1104900"/>
                </a:lnTo>
                <a:lnTo>
                  <a:pt x="1759331" y="1117600"/>
                </a:lnTo>
                <a:lnTo>
                  <a:pt x="1782953" y="1117600"/>
                </a:lnTo>
                <a:lnTo>
                  <a:pt x="1780667" y="1104900"/>
                </a:lnTo>
                <a:lnTo>
                  <a:pt x="1776348" y="1104900"/>
                </a:lnTo>
                <a:lnTo>
                  <a:pt x="1775968" y="1092200"/>
                </a:lnTo>
                <a:close/>
              </a:path>
              <a:path w="2386329" h="2336800">
                <a:moveTo>
                  <a:pt x="1816862" y="1104900"/>
                </a:moveTo>
                <a:lnTo>
                  <a:pt x="1804923" y="1104900"/>
                </a:lnTo>
                <a:lnTo>
                  <a:pt x="1801241" y="1117600"/>
                </a:lnTo>
                <a:lnTo>
                  <a:pt x="1816100" y="1117600"/>
                </a:lnTo>
                <a:lnTo>
                  <a:pt x="1816862" y="1104900"/>
                </a:lnTo>
                <a:close/>
              </a:path>
              <a:path w="2386329" h="2336800">
                <a:moveTo>
                  <a:pt x="1810258" y="1092200"/>
                </a:moveTo>
                <a:lnTo>
                  <a:pt x="1775968" y="1092200"/>
                </a:lnTo>
                <a:lnTo>
                  <a:pt x="1776348" y="1104900"/>
                </a:lnTo>
                <a:lnTo>
                  <a:pt x="1809750" y="1104900"/>
                </a:lnTo>
                <a:lnTo>
                  <a:pt x="1810258" y="1092200"/>
                </a:lnTo>
                <a:close/>
              </a:path>
              <a:path w="2386329" h="2336800">
                <a:moveTo>
                  <a:pt x="1812163" y="1092200"/>
                </a:moveTo>
                <a:lnTo>
                  <a:pt x="1810258" y="1092200"/>
                </a:lnTo>
                <a:lnTo>
                  <a:pt x="1809750" y="1104900"/>
                </a:lnTo>
                <a:lnTo>
                  <a:pt x="1812163" y="1092200"/>
                </a:lnTo>
                <a:close/>
              </a:path>
              <a:path w="2386329" h="2336800">
                <a:moveTo>
                  <a:pt x="1812163" y="1092200"/>
                </a:moveTo>
                <a:lnTo>
                  <a:pt x="1809750" y="1104900"/>
                </a:lnTo>
                <a:lnTo>
                  <a:pt x="1810004" y="1104900"/>
                </a:lnTo>
                <a:lnTo>
                  <a:pt x="1812163" y="1092200"/>
                </a:lnTo>
                <a:close/>
              </a:path>
              <a:path w="2386329" h="2336800">
                <a:moveTo>
                  <a:pt x="1843532" y="1079500"/>
                </a:moveTo>
                <a:lnTo>
                  <a:pt x="1814830" y="1079500"/>
                </a:lnTo>
                <a:lnTo>
                  <a:pt x="1814957" y="1092200"/>
                </a:lnTo>
                <a:lnTo>
                  <a:pt x="1812163" y="1092200"/>
                </a:lnTo>
                <a:lnTo>
                  <a:pt x="1810004" y="1104900"/>
                </a:lnTo>
                <a:lnTo>
                  <a:pt x="1827657" y="1104900"/>
                </a:lnTo>
                <a:lnTo>
                  <a:pt x="1835022" y="1092200"/>
                </a:lnTo>
                <a:lnTo>
                  <a:pt x="1843532" y="1079500"/>
                </a:lnTo>
                <a:close/>
              </a:path>
              <a:path w="2386329" h="2336800">
                <a:moveTo>
                  <a:pt x="1776730" y="1079500"/>
                </a:moveTo>
                <a:lnTo>
                  <a:pt x="1775587" y="1079500"/>
                </a:lnTo>
                <a:lnTo>
                  <a:pt x="1773682" y="1092200"/>
                </a:lnTo>
                <a:lnTo>
                  <a:pt x="1776095" y="1092200"/>
                </a:lnTo>
                <a:lnTo>
                  <a:pt x="1776730" y="1079500"/>
                </a:lnTo>
                <a:close/>
              </a:path>
              <a:path w="2386329" h="2336800">
                <a:moveTo>
                  <a:pt x="1776983" y="1079500"/>
                </a:moveTo>
                <a:lnTo>
                  <a:pt x="1776730" y="1079500"/>
                </a:lnTo>
                <a:lnTo>
                  <a:pt x="1776095" y="1092200"/>
                </a:lnTo>
                <a:lnTo>
                  <a:pt x="1777619" y="1092200"/>
                </a:lnTo>
                <a:lnTo>
                  <a:pt x="1776983" y="1079500"/>
                </a:lnTo>
                <a:close/>
              </a:path>
              <a:path w="2386329" h="2336800">
                <a:moveTo>
                  <a:pt x="1805813" y="1079500"/>
                </a:moveTo>
                <a:lnTo>
                  <a:pt x="1776983" y="1079500"/>
                </a:lnTo>
                <a:lnTo>
                  <a:pt x="1777619" y="1092200"/>
                </a:lnTo>
                <a:lnTo>
                  <a:pt x="1812670" y="1092200"/>
                </a:lnTo>
                <a:lnTo>
                  <a:pt x="1805813" y="1079500"/>
                </a:lnTo>
                <a:close/>
              </a:path>
              <a:path w="2386329" h="2336800">
                <a:moveTo>
                  <a:pt x="1814830" y="1079500"/>
                </a:moveTo>
                <a:lnTo>
                  <a:pt x="1805813" y="1079500"/>
                </a:lnTo>
                <a:lnTo>
                  <a:pt x="1812670" y="1092200"/>
                </a:lnTo>
                <a:lnTo>
                  <a:pt x="1814957" y="1092200"/>
                </a:lnTo>
                <a:lnTo>
                  <a:pt x="1814830" y="1079500"/>
                </a:lnTo>
                <a:close/>
              </a:path>
              <a:path w="2386329" h="2336800">
                <a:moveTo>
                  <a:pt x="1805940" y="1066800"/>
                </a:moveTo>
                <a:lnTo>
                  <a:pt x="1785366" y="1066800"/>
                </a:lnTo>
                <a:lnTo>
                  <a:pt x="1780920" y="1079500"/>
                </a:lnTo>
                <a:lnTo>
                  <a:pt x="1802383" y="1079500"/>
                </a:lnTo>
                <a:lnTo>
                  <a:pt x="1807106" y="1069451"/>
                </a:lnTo>
                <a:lnTo>
                  <a:pt x="1805940" y="1066800"/>
                </a:lnTo>
                <a:close/>
              </a:path>
              <a:path w="2386329" h="2336800">
                <a:moveTo>
                  <a:pt x="1807106" y="1069451"/>
                </a:moveTo>
                <a:lnTo>
                  <a:pt x="1802383" y="1079500"/>
                </a:lnTo>
                <a:lnTo>
                  <a:pt x="1811528" y="1079500"/>
                </a:lnTo>
                <a:lnTo>
                  <a:pt x="1807106" y="1069451"/>
                </a:lnTo>
                <a:close/>
              </a:path>
              <a:path w="2386329" h="2336800">
                <a:moveTo>
                  <a:pt x="1876933" y="1041400"/>
                </a:moveTo>
                <a:lnTo>
                  <a:pt x="1829689" y="1041400"/>
                </a:lnTo>
                <a:lnTo>
                  <a:pt x="1824735" y="1054100"/>
                </a:lnTo>
                <a:lnTo>
                  <a:pt x="1815719" y="1054100"/>
                </a:lnTo>
                <a:lnTo>
                  <a:pt x="1808353" y="1066800"/>
                </a:lnTo>
                <a:lnTo>
                  <a:pt x="1807106" y="1069451"/>
                </a:lnTo>
                <a:lnTo>
                  <a:pt x="1811528" y="1079500"/>
                </a:lnTo>
                <a:lnTo>
                  <a:pt x="1853183" y="1079500"/>
                </a:lnTo>
                <a:lnTo>
                  <a:pt x="1858645" y="1066800"/>
                </a:lnTo>
                <a:lnTo>
                  <a:pt x="1870583" y="1054100"/>
                </a:lnTo>
                <a:lnTo>
                  <a:pt x="1876933" y="1041400"/>
                </a:lnTo>
                <a:close/>
              </a:path>
              <a:path w="2386329" h="2336800">
                <a:moveTo>
                  <a:pt x="2127504" y="660400"/>
                </a:moveTo>
                <a:lnTo>
                  <a:pt x="2087371" y="660400"/>
                </a:lnTo>
                <a:lnTo>
                  <a:pt x="2080641" y="685800"/>
                </a:lnTo>
                <a:lnTo>
                  <a:pt x="2074418" y="711200"/>
                </a:lnTo>
                <a:lnTo>
                  <a:pt x="2067433" y="736600"/>
                </a:lnTo>
                <a:lnTo>
                  <a:pt x="2063369" y="749300"/>
                </a:lnTo>
                <a:lnTo>
                  <a:pt x="2059178" y="749300"/>
                </a:lnTo>
                <a:lnTo>
                  <a:pt x="2054225" y="762000"/>
                </a:lnTo>
                <a:lnTo>
                  <a:pt x="2048002" y="774700"/>
                </a:lnTo>
                <a:lnTo>
                  <a:pt x="2009140" y="812800"/>
                </a:lnTo>
                <a:lnTo>
                  <a:pt x="1933194" y="914400"/>
                </a:lnTo>
                <a:lnTo>
                  <a:pt x="1894967" y="965200"/>
                </a:lnTo>
                <a:lnTo>
                  <a:pt x="1885950" y="977900"/>
                </a:lnTo>
                <a:lnTo>
                  <a:pt x="1877187" y="977900"/>
                </a:lnTo>
                <a:lnTo>
                  <a:pt x="1868932" y="990600"/>
                </a:lnTo>
                <a:lnTo>
                  <a:pt x="1861439" y="1003300"/>
                </a:lnTo>
                <a:lnTo>
                  <a:pt x="1854200" y="1016000"/>
                </a:lnTo>
                <a:lnTo>
                  <a:pt x="1835277" y="1041400"/>
                </a:lnTo>
                <a:lnTo>
                  <a:pt x="1883918" y="1041400"/>
                </a:lnTo>
                <a:lnTo>
                  <a:pt x="1891283" y="1028700"/>
                </a:lnTo>
                <a:lnTo>
                  <a:pt x="1899158" y="1016000"/>
                </a:lnTo>
                <a:lnTo>
                  <a:pt x="1907413" y="1003300"/>
                </a:lnTo>
                <a:lnTo>
                  <a:pt x="1916176" y="990600"/>
                </a:lnTo>
                <a:lnTo>
                  <a:pt x="1925446" y="977900"/>
                </a:lnTo>
                <a:lnTo>
                  <a:pt x="1944243" y="965200"/>
                </a:lnTo>
                <a:lnTo>
                  <a:pt x="2000758" y="889000"/>
                </a:lnTo>
                <a:lnTo>
                  <a:pt x="2038731" y="838200"/>
                </a:lnTo>
                <a:lnTo>
                  <a:pt x="2077339" y="800100"/>
                </a:lnTo>
                <a:lnTo>
                  <a:pt x="2084832" y="787400"/>
                </a:lnTo>
                <a:lnTo>
                  <a:pt x="2102739" y="749300"/>
                </a:lnTo>
                <a:lnTo>
                  <a:pt x="2117344" y="698500"/>
                </a:lnTo>
                <a:lnTo>
                  <a:pt x="2123947" y="673100"/>
                </a:lnTo>
                <a:lnTo>
                  <a:pt x="2127504" y="660400"/>
                </a:lnTo>
                <a:close/>
              </a:path>
              <a:path w="2386329" h="2336800">
                <a:moveTo>
                  <a:pt x="2221610" y="533400"/>
                </a:moveTo>
                <a:lnTo>
                  <a:pt x="2180590" y="533400"/>
                </a:lnTo>
                <a:lnTo>
                  <a:pt x="2177796" y="546100"/>
                </a:lnTo>
                <a:lnTo>
                  <a:pt x="2182495" y="546100"/>
                </a:lnTo>
                <a:lnTo>
                  <a:pt x="2124456" y="596900"/>
                </a:lnTo>
                <a:lnTo>
                  <a:pt x="2101469" y="635000"/>
                </a:lnTo>
                <a:lnTo>
                  <a:pt x="2091435" y="660400"/>
                </a:lnTo>
                <a:lnTo>
                  <a:pt x="2131441" y="660400"/>
                </a:lnTo>
                <a:lnTo>
                  <a:pt x="2135885" y="647700"/>
                </a:lnTo>
                <a:lnTo>
                  <a:pt x="2140966" y="635000"/>
                </a:lnTo>
                <a:lnTo>
                  <a:pt x="2146554" y="635000"/>
                </a:lnTo>
                <a:lnTo>
                  <a:pt x="2153031" y="622300"/>
                </a:lnTo>
                <a:lnTo>
                  <a:pt x="2211451" y="558800"/>
                </a:lnTo>
                <a:lnTo>
                  <a:pt x="2213991" y="558800"/>
                </a:lnTo>
                <a:lnTo>
                  <a:pt x="2219325" y="546100"/>
                </a:lnTo>
                <a:lnTo>
                  <a:pt x="2221610" y="533400"/>
                </a:lnTo>
                <a:close/>
              </a:path>
              <a:path w="2386329" h="2336800">
                <a:moveTo>
                  <a:pt x="2193143" y="520700"/>
                </a:moveTo>
                <a:lnTo>
                  <a:pt x="2185670" y="520700"/>
                </a:lnTo>
                <a:lnTo>
                  <a:pt x="2183257" y="533400"/>
                </a:lnTo>
                <a:lnTo>
                  <a:pt x="2197290" y="533400"/>
                </a:lnTo>
                <a:lnTo>
                  <a:pt x="2193143" y="520700"/>
                </a:lnTo>
                <a:close/>
              </a:path>
              <a:path w="2386329" h="2336800">
                <a:moveTo>
                  <a:pt x="2210381" y="495567"/>
                </a:moveTo>
                <a:lnTo>
                  <a:pt x="2196792" y="507383"/>
                </a:lnTo>
                <a:lnTo>
                  <a:pt x="2196719" y="508000"/>
                </a:lnTo>
                <a:lnTo>
                  <a:pt x="2191766" y="508000"/>
                </a:lnTo>
                <a:lnTo>
                  <a:pt x="2191131" y="520700"/>
                </a:lnTo>
                <a:lnTo>
                  <a:pt x="2193143" y="520700"/>
                </a:lnTo>
                <a:lnTo>
                  <a:pt x="2197290" y="533400"/>
                </a:lnTo>
                <a:lnTo>
                  <a:pt x="2223897" y="533400"/>
                </a:lnTo>
                <a:lnTo>
                  <a:pt x="2227453" y="520700"/>
                </a:lnTo>
                <a:lnTo>
                  <a:pt x="2227870" y="518885"/>
                </a:lnTo>
                <a:lnTo>
                  <a:pt x="2210381" y="495567"/>
                </a:lnTo>
                <a:close/>
              </a:path>
              <a:path w="2386329" h="2336800">
                <a:moveTo>
                  <a:pt x="2227870" y="518885"/>
                </a:moveTo>
                <a:lnTo>
                  <a:pt x="2227453" y="520700"/>
                </a:lnTo>
                <a:lnTo>
                  <a:pt x="2223897" y="533400"/>
                </a:lnTo>
                <a:lnTo>
                  <a:pt x="2227707" y="533400"/>
                </a:lnTo>
                <a:lnTo>
                  <a:pt x="2228215" y="520700"/>
                </a:lnTo>
                <a:lnTo>
                  <a:pt x="2229231" y="520700"/>
                </a:lnTo>
                <a:lnTo>
                  <a:pt x="2227870" y="518885"/>
                </a:lnTo>
                <a:close/>
              </a:path>
              <a:path w="2386329" h="2336800">
                <a:moveTo>
                  <a:pt x="2191766" y="508000"/>
                </a:moveTo>
                <a:lnTo>
                  <a:pt x="2189480" y="508000"/>
                </a:lnTo>
                <a:lnTo>
                  <a:pt x="2187575" y="520700"/>
                </a:lnTo>
                <a:lnTo>
                  <a:pt x="2191131" y="520700"/>
                </a:lnTo>
                <a:lnTo>
                  <a:pt x="2191766" y="508000"/>
                </a:lnTo>
                <a:close/>
              </a:path>
              <a:path w="2386329" h="2336800">
                <a:moveTo>
                  <a:pt x="2230882" y="508000"/>
                </a:moveTo>
                <a:lnTo>
                  <a:pt x="2230373" y="508000"/>
                </a:lnTo>
                <a:lnTo>
                  <a:pt x="2227870" y="518885"/>
                </a:lnTo>
                <a:lnTo>
                  <a:pt x="2229231" y="520700"/>
                </a:lnTo>
                <a:lnTo>
                  <a:pt x="2230882" y="508000"/>
                </a:lnTo>
                <a:close/>
              </a:path>
              <a:path w="2386329" h="2336800">
                <a:moveTo>
                  <a:pt x="2241296" y="495300"/>
                </a:moveTo>
                <a:lnTo>
                  <a:pt x="2234310" y="495300"/>
                </a:lnTo>
                <a:lnTo>
                  <a:pt x="2233072" y="504824"/>
                </a:lnTo>
                <a:lnTo>
                  <a:pt x="2232787" y="508000"/>
                </a:lnTo>
                <a:lnTo>
                  <a:pt x="2230882" y="508000"/>
                </a:lnTo>
                <a:lnTo>
                  <a:pt x="2229358" y="520700"/>
                </a:lnTo>
                <a:lnTo>
                  <a:pt x="2232533" y="520700"/>
                </a:lnTo>
                <a:lnTo>
                  <a:pt x="2235454" y="508000"/>
                </a:lnTo>
                <a:lnTo>
                  <a:pt x="2241296" y="495300"/>
                </a:lnTo>
                <a:close/>
              </a:path>
              <a:path w="2386329" h="2336800">
                <a:moveTo>
                  <a:pt x="2233930" y="495300"/>
                </a:moveTo>
                <a:lnTo>
                  <a:pt x="2210689" y="495300"/>
                </a:lnTo>
                <a:lnTo>
                  <a:pt x="2210381" y="495567"/>
                </a:lnTo>
                <a:lnTo>
                  <a:pt x="2227870" y="518885"/>
                </a:lnTo>
                <a:lnTo>
                  <a:pt x="2230373" y="508000"/>
                </a:lnTo>
                <a:lnTo>
                  <a:pt x="2232660" y="508000"/>
                </a:lnTo>
                <a:lnTo>
                  <a:pt x="2233072" y="504824"/>
                </a:lnTo>
                <a:lnTo>
                  <a:pt x="2233930" y="495300"/>
                </a:lnTo>
                <a:close/>
              </a:path>
              <a:path w="2386329" h="2336800">
                <a:moveTo>
                  <a:pt x="2194306" y="495300"/>
                </a:moveTo>
                <a:lnTo>
                  <a:pt x="2191258" y="508000"/>
                </a:lnTo>
                <a:lnTo>
                  <a:pt x="2192401" y="508000"/>
                </a:lnTo>
                <a:lnTo>
                  <a:pt x="2194306" y="495300"/>
                </a:lnTo>
                <a:close/>
              </a:path>
              <a:path w="2386329" h="2336800">
                <a:moveTo>
                  <a:pt x="2198243" y="495300"/>
                </a:moveTo>
                <a:lnTo>
                  <a:pt x="2194306" y="495300"/>
                </a:lnTo>
                <a:lnTo>
                  <a:pt x="2192401" y="508000"/>
                </a:lnTo>
                <a:lnTo>
                  <a:pt x="2196084" y="508000"/>
                </a:lnTo>
                <a:lnTo>
                  <a:pt x="2196792" y="507383"/>
                </a:lnTo>
                <a:lnTo>
                  <a:pt x="2198243" y="495300"/>
                </a:lnTo>
                <a:close/>
              </a:path>
              <a:path w="2386329" h="2336800">
                <a:moveTo>
                  <a:pt x="2196792" y="507383"/>
                </a:moveTo>
                <a:lnTo>
                  <a:pt x="2196084" y="508000"/>
                </a:lnTo>
                <a:lnTo>
                  <a:pt x="2196719" y="508000"/>
                </a:lnTo>
                <a:lnTo>
                  <a:pt x="2196792" y="507383"/>
                </a:lnTo>
                <a:close/>
              </a:path>
              <a:path w="2386329" h="2336800">
                <a:moveTo>
                  <a:pt x="2233072" y="504824"/>
                </a:moveTo>
                <a:lnTo>
                  <a:pt x="2232660" y="508000"/>
                </a:lnTo>
                <a:lnTo>
                  <a:pt x="2232787" y="508000"/>
                </a:lnTo>
                <a:lnTo>
                  <a:pt x="2233072" y="504824"/>
                </a:lnTo>
                <a:close/>
              </a:path>
              <a:path w="2386329" h="2336800">
                <a:moveTo>
                  <a:pt x="2210181" y="495300"/>
                </a:moveTo>
                <a:lnTo>
                  <a:pt x="2198243" y="495300"/>
                </a:lnTo>
                <a:lnTo>
                  <a:pt x="2196792" y="507383"/>
                </a:lnTo>
                <a:lnTo>
                  <a:pt x="2210381" y="495567"/>
                </a:lnTo>
                <a:lnTo>
                  <a:pt x="2210181" y="495300"/>
                </a:lnTo>
                <a:close/>
              </a:path>
              <a:path w="2386329" h="2336800">
                <a:moveTo>
                  <a:pt x="2234310" y="495300"/>
                </a:moveTo>
                <a:lnTo>
                  <a:pt x="2233930" y="495300"/>
                </a:lnTo>
                <a:lnTo>
                  <a:pt x="2233072" y="504824"/>
                </a:lnTo>
                <a:lnTo>
                  <a:pt x="2234310" y="495300"/>
                </a:lnTo>
                <a:close/>
              </a:path>
              <a:path w="2386329" h="2336800">
                <a:moveTo>
                  <a:pt x="2210689" y="495300"/>
                </a:moveTo>
                <a:lnTo>
                  <a:pt x="2210181" y="495300"/>
                </a:lnTo>
                <a:lnTo>
                  <a:pt x="2210381" y="495567"/>
                </a:lnTo>
                <a:lnTo>
                  <a:pt x="2210689" y="495300"/>
                </a:lnTo>
                <a:close/>
              </a:path>
              <a:path w="2386329" h="2336800">
                <a:moveTo>
                  <a:pt x="2198370" y="482600"/>
                </a:moveTo>
                <a:lnTo>
                  <a:pt x="2197862" y="482600"/>
                </a:lnTo>
                <a:lnTo>
                  <a:pt x="2196592" y="495300"/>
                </a:lnTo>
                <a:lnTo>
                  <a:pt x="2197354" y="495300"/>
                </a:lnTo>
                <a:lnTo>
                  <a:pt x="2198370" y="482600"/>
                </a:lnTo>
                <a:close/>
              </a:path>
              <a:path w="2386329" h="2336800">
                <a:moveTo>
                  <a:pt x="2199259" y="482600"/>
                </a:moveTo>
                <a:lnTo>
                  <a:pt x="2198370" y="482600"/>
                </a:lnTo>
                <a:lnTo>
                  <a:pt x="2197354" y="495300"/>
                </a:lnTo>
                <a:lnTo>
                  <a:pt x="2201037" y="495300"/>
                </a:lnTo>
                <a:lnTo>
                  <a:pt x="2203924" y="484192"/>
                </a:lnTo>
                <a:lnTo>
                  <a:pt x="2199259" y="482600"/>
                </a:lnTo>
                <a:close/>
              </a:path>
              <a:path w="2386329" h="2336800">
                <a:moveTo>
                  <a:pt x="2203924" y="484192"/>
                </a:moveTo>
                <a:lnTo>
                  <a:pt x="2201037" y="495300"/>
                </a:lnTo>
                <a:lnTo>
                  <a:pt x="2236470" y="495300"/>
                </a:lnTo>
                <a:lnTo>
                  <a:pt x="2203924" y="484192"/>
                </a:lnTo>
                <a:close/>
              </a:path>
              <a:path w="2386329" h="2336800">
                <a:moveTo>
                  <a:pt x="2236602" y="482600"/>
                </a:moveTo>
                <a:lnTo>
                  <a:pt x="2204339" y="482600"/>
                </a:lnTo>
                <a:lnTo>
                  <a:pt x="2203924" y="484192"/>
                </a:lnTo>
                <a:lnTo>
                  <a:pt x="2236470" y="495300"/>
                </a:lnTo>
                <a:lnTo>
                  <a:pt x="2236602" y="482600"/>
                </a:lnTo>
                <a:close/>
              </a:path>
              <a:path w="2386329" h="2336800">
                <a:moveTo>
                  <a:pt x="2251837" y="469900"/>
                </a:moveTo>
                <a:lnTo>
                  <a:pt x="2228899" y="469900"/>
                </a:lnTo>
                <a:lnTo>
                  <a:pt x="2233882" y="482600"/>
                </a:lnTo>
                <a:lnTo>
                  <a:pt x="2236602" y="482600"/>
                </a:lnTo>
                <a:lnTo>
                  <a:pt x="2236597" y="495300"/>
                </a:lnTo>
                <a:lnTo>
                  <a:pt x="2243582" y="495300"/>
                </a:lnTo>
                <a:lnTo>
                  <a:pt x="2251837" y="469900"/>
                </a:lnTo>
                <a:close/>
              </a:path>
              <a:path w="2386329" h="2336800">
                <a:moveTo>
                  <a:pt x="2204339" y="482600"/>
                </a:moveTo>
                <a:lnTo>
                  <a:pt x="2199259" y="482600"/>
                </a:lnTo>
                <a:lnTo>
                  <a:pt x="2203924" y="484192"/>
                </a:lnTo>
                <a:lnTo>
                  <a:pt x="2204339" y="482600"/>
                </a:lnTo>
                <a:close/>
              </a:path>
              <a:path w="2386329" h="2336800">
                <a:moveTo>
                  <a:pt x="2211070" y="469900"/>
                </a:moveTo>
                <a:lnTo>
                  <a:pt x="2202580" y="469900"/>
                </a:lnTo>
                <a:lnTo>
                  <a:pt x="2199385" y="482600"/>
                </a:lnTo>
                <a:lnTo>
                  <a:pt x="2208657" y="482600"/>
                </a:lnTo>
                <a:lnTo>
                  <a:pt x="2211070" y="469900"/>
                </a:lnTo>
                <a:close/>
              </a:path>
              <a:path w="2386329" h="2336800">
                <a:moveTo>
                  <a:pt x="2228899" y="469900"/>
                </a:moveTo>
                <a:lnTo>
                  <a:pt x="2211070" y="469900"/>
                </a:lnTo>
                <a:lnTo>
                  <a:pt x="2208657" y="482600"/>
                </a:lnTo>
                <a:lnTo>
                  <a:pt x="2233882" y="482600"/>
                </a:lnTo>
                <a:lnTo>
                  <a:pt x="2228899" y="469900"/>
                </a:lnTo>
                <a:close/>
              </a:path>
              <a:path w="2386329" h="2336800">
                <a:moveTo>
                  <a:pt x="2311016" y="177356"/>
                </a:moveTo>
                <a:lnTo>
                  <a:pt x="2303145" y="203200"/>
                </a:lnTo>
                <a:lnTo>
                  <a:pt x="2296033" y="215900"/>
                </a:lnTo>
                <a:lnTo>
                  <a:pt x="2283587" y="254000"/>
                </a:lnTo>
                <a:lnTo>
                  <a:pt x="2272284" y="292100"/>
                </a:lnTo>
                <a:lnTo>
                  <a:pt x="2261108" y="330200"/>
                </a:lnTo>
                <a:lnTo>
                  <a:pt x="2249297" y="368300"/>
                </a:lnTo>
                <a:lnTo>
                  <a:pt x="2242820" y="393700"/>
                </a:lnTo>
                <a:lnTo>
                  <a:pt x="2235072" y="419100"/>
                </a:lnTo>
                <a:lnTo>
                  <a:pt x="2226945" y="431800"/>
                </a:lnTo>
                <a:lnTo>
                  <a:pt x="2223262" y="444500"/>
                </a:lnTo>
                <a:lnTo>
                  <a:pt x="2219833" y="444500"/>
                </a:lnTo>
                <a:lnTo>
                  <a:pt x="2216658" y="457200"/>
                </a:lnTo>
                <a:lnTo>
                  <a:pt x="2213610" y="469900"/>
                </a:lnTo>
                <a:lnTo>
                  <a:pt x="2255012" y="469900"/>
                </a:lnTo>
                <a:lnTo>
                  <a:pt x="2258568" y="457200"/>
                </a:lnTo>
                <a:lnTo>
                  <a:pt x="2262251" y="444500"/>
                </a:lnTo>
                <a:lnTo>
                  <a:pt x="2266315" y="431800"/>
                </a:lnTo>
                <a:lnTo>
                  <a:pt x="2270506" y="431800"/>
                </a:lnTo>
                <a:lnTo>
                  <a:pt x="2278253" y="406400"/>
                </a:lnTo>
                <a:lnTo>
                  <a:pt x="2285238" y="381000"/>
                </a:lnTo>
                <a:lnTo>
                  <a:pt x="2297557" y="342900"/>
                </a:lnTo>
                <a:lnTo>
                  <a:pt x="2320163" y="266700"/>
                </a:lnTo>
                <a:lnTo>
                  <a:pt x="2332228" y="228600"/>
                </a:lnTo>
                <a:lnTo>
                  <a:pt x="2338832" y="215900"/>
                </a:lnTo>
                <a:lnTo>
                  <a:pt x="2346197" y="190500"/>
                </a:lnTo>
                <a:lnTo>
                  <a:pt x="2346449" y="189702"/>
                </a:lnTo>
                <a:lnTo>
                  <a:pt x="2311016" y="177356"/>
                </a:lnTo>
                <a:close/>
              </a:path>
              <a:path w="2386329" h="2336800">
                <a:moveTo>
                  <a:pt x="2385472" y="152400"/>
                </a:moveTo>
                <a:lnTo>
                  <a:pt x="2318004" y="152400"/>
                </a:lnTo>
                <a:lnTo>
                  <a:pt x="2354198" y="165100"/>
                </a:lnTo>
                <a:lnTo>
                  <a:pt x="2346449" y="189702"/>
                </a:lnTo>
                <a:lnTo>
                  <a:pt x="2385187" y="203200"/>
                </a:lnTo>
                <a:lnTo>
                  <a:pt x="2385472" y="152400"/>
                </a:lnTo>
                <a:close/>
              </a:path>
              <a:path w="2386329" h="2336800">
                <a:moveTo>
                  <a:pt x="2318004" y="152400"/>
                </a:moveTo>
                <a:lnTo>
                  <a:pt x="2311016" y="177356"/>
                </a:lnTo>
                <a:lnTo>
                  <a:pt x="2346449" y="189702"/>
                </a:lnTo>
                <a:lnTo>
                  <a:pt x="2354198" y="165100"/>
                </a:lnTo>
                <a:lnTo>
                  <a:pt x="2318004" y="152400"/>
                </a:lnTo>
                <a:close/>
              </a:path>
              <a:path w="2386329" h="2336800">
                <a:moveTo>
                  <a:pt x="2386330" y="0"/>
                </a:moveTo>
                <a:lnTo>
                  <a:pt x="2275840" y="165100"/>
                </a:lnTo>
                <a:lnTo>
                  <a:pt x="2311016" y="177356"/>
                </a:lnTo>
                <a:lnTo>
                  <a:pt x="2318004" y="152400"/>
                </a:lnTo>
                <a:lnTo>
                  <a:pt x="2385472" y="152400"/>
                </a:lnTo>
                <a:lnTo>
                  <a:pt x="238633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060954" y="36253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65450" y="467664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842" y="728548"/>
            <a:ext cx="3238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4160" indent="-25209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31250"/>
              <a:buFont typeface="Wingdings"/>
              <a:buChar char=""/>
              <a:tabLst>
                <a:tab pos="264795" algn="l"/>
              </a:tabLst>
            </a:pP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状态转换图表示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134100" y="545591"/>
            <a:ext cx="3009900" cy="4401820"/>
          </a:xfrm>
          <a:custGeom>
            <a:avLst/>
            <a:gdLst/>
            <a:ahLst/>
            <a:cxnLst/>
            <a:rect l="l" t="t" r="r" b="b"/>
            <a:pathLst>
              <a:path w="3009900" h="4401820">
                <a:moveTo>
                  <a:pt x="0" y="4401311"/>
                </a:moveTo>
                <a:lnTo>
                  <a:pt x="3009900" y="4401311"/>
                </a:lnTo>
                <a:lnTo>
                  <a:pt x="3009900" y="0"/>
                </a:lnTo>
                <a:lnTo>
                  <a:pt x="0" y="0"/>
                </a:lnTo>
                <a:lnTo>
                  <a:pt x="0" y="4401311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213728" y="490279"/>
            <a:ext cx="2545715" cy="442531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753110" algn="l"/>
              </a:tabLst>
            </a:pPr>
            <a:r>
              <a:rPr dirty="0" sz="2400" spc="-65" b="1">
                <a:solidFill>
                  <a:srgbClr val="CCEBFF"/>
                </a:solidFill>
                <a:latin typeface="Times New Roman"/>
                <a:cs typeface="Times New Roman"/>
              </a:rPr>
              <a:t>DFA	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sz="2400" spc="-75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=({0,1,2,3},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15"/>
              </a:spcBef>
              <a:tabLst>
                <a:tab pos="1270000" algn="l"/>
              </a:tabLst>
            </a:pP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}, 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,	0 ,</a:t>
            </a:r>
            <a:r>
              <a:rPr dirty="0" sz="2400" spc="-3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CCEBFF"/>
                </a:solidFill>
                <a:latin typeface="Times New Roman"/>
                <a:cs typeface="Times New Roman"/>
              </a:rPr>
              <a:t>{3}</a:t>
            </a:r>
            <a:r>
              <a:rPr dirty="0" sz="24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65100" marR="949960">
              <a:lnSpc>
                <a:spcPct val="120000"/>
              </a:lnSpc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=2</a:t>
            </a:r>
            <a:endParaRPr sz="2400">
              <a:latin typeface="Times New Roman"/>
              <a:cs typeface="Times New Roman"/>
            </a:endParaRPr>
          </a:p>
          <a:p>
            <a:pPr algn="just" marL="165100" marR="949960">
              <a:lnSpc>
                <a:spcPct val="120000"/>
              </a:lnSpc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59453" y="402564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12258" y="499427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751326" y="4412741"/>
            <a:ext cx="703580" cy="706755"/>
          </a:xfrm>
          <a:custGeom>
            <a:avLst/>
            <a:gdLst/>
            <a:ahLst/>
            <a:cxnLst/>
            <a:rect l="l" t="t" r="r" b="b"/>
            <a:pathLst>
              <a:path w="703579" h="706754">
                <a:moveTo>
                  <a:pt x="352678" y="0"/>
                </a:moveTo>
                <a:lnTo>
                  <a:pt x="302513" y="4698"/>
                </a:lnTo>
                <a:lnTo>
                  <a:pt x="253619" y="17779"/>
                </a:lnTo>
                <a:lnTo>
                  <a:pt x="206756" y="38353"/>
                </a:lnTo>
                <a:lnTo>
                  <a:pt x="162813" y="65404"/>
                </a:lnTo>
                <a:lnTo>
                  <a:pt x="109474" y="110616"/>
                </a:lnTo>
                <a:lnTo>
                  <a:pt x="75311" y="149478"/>
                </a:lnTo>
                <a:lnTo>
                  <a:pt x="46354" y="192404"/>
                </a:lnTo>
                <a:lnTo>
                  <a:pt x="23495" y="238632"/>
                </a:lnTo>
                <a:lnTo>
                  <a:pt x="7874" y="287019"/>
                </a:lnTo>
                <a:lnTo>
                  <a:pt x="508" y="337057"/>
                </a:lnTo>
                <a:lnTo>
                  <a:pt x="0" y="353567"/>
                </a:lnTo>
                <a:lnTo>
                  <a:pt x="381" y="370077"/>
                </a:lnTo>
                <a:lnTo>
                  <a:pt x="4952" y="419099"/>
                </a:lnTo>
                <a:lnTo>
                  <a:pt x="18923" y="481964"/>
                </a:lnTo>
                <a:lnTo>
                  <a:pt x="40639" y="540765"/>
                </a:lnTo>
                <a:lnTo>
                  <a:pt x="68794" y="593851"/>
                </a:lnTo>
                <a:lnTo>
                  <a:pt x="93345" y="628141"/>
                </a:lnTo>
                <a:lnTo>
                  <a:pt x="120903" y="657859"/>
                </a:lnTo>
                <a:lnTo>
                  <a:pt x="151002" y="681481"/>
                </a:lnTo>
                <a:lnTo>
                  <a:pt x="194690" y="701674"/>
                </a:lnTo>
                <a:lnTo>
                  <a:pt x="227711" y="706500"/>
                </a:lnTo>
                <a:lnTo>
                  <a:pt x="229488" y="668400"/>
                </a:lnTo>
                <a:lnTo>
                  <a:pt x="219710" y="667892"/>
                </a:lnTo>
                <a:lnTo>
                  <a:pt x="211709" y="666622"/>
                </a:lnTo>
                <a:lnTo>
                  <a:pt x="170941" y="648969"/>
                </a:lnTo>
                <a:lnTo>
                  <a:pt x="138175" y="621410"/>
                </a:lnTo>
                <a:lnTo>
                  <a:pt x="100202" y="572261"/>
                </a:lnTo>
                <a:lnTo>
                  <a:pt x="74802" y="524128"/>
                </a:lnTo>
                <a:lnTo>
                  <a:pt x="55118" y="470026"/>
                </a:lnTo>
                <a:lnTo>
                  <a:pt x="42418" y="412114"/>
                </a:lnTo>
                <a:lnTo>
                  <a:pt x="38353" y="367791"/>
                </a:lnTo>
                <a:lnTo>
                  <a:pt x="38100" y="352932"/>
                </a:lnTo>
                <a:lnTo>
                  <a:pt x="38608" y="338200"/>
                </a:lnTo>
                <a:lnTo>
                  <a:pt x="45212" y="294893"/>
                </a:lnTo>
                <a:lnTo>
                  <a:pt x="59182" y="252094"/>
                </a:lnTo>
                <a:lnTo>
                  <a:pt x="79628" y="211073"/>
                </a:lnTo>
                <a:lnTo>
                  <a:pt x="105918" y="172211"/>
                </a:lnTo>
                <a:lnTo>
                  <a:pt x="137540" y="136397"/>
                </a:lnTo>
                <a:lnTo>
                  <a:pt x="172847" y="105409"/>
                </a:lnTo>
                <a:lnTo>
                  <a:pt x="211709" y="79247"/>
                </a:lnTo>
                <a:lnTo>
                  <a:pt x="252984" y="58800"/>
                </a:lnTo>
                <a:lnTo>
                  <a:pt x="295910" y="44957"/>
                </a:lnTo>
                <a:lnTo>
                  <a:pt x="339344" y="38480"/>
                </a:lnTo>
                <a:lnTo>
                  <a:pt x="353822" y="38099"/>
                </a:lnTo>
                <a:lnTo>
                  <a:pt x="534870" y="38099"/>
                </a:lnTo>
                <a:lnTo>
                  <a:pt x="510794" y="28447"/>
                </a:lnTo>
                <a:lnTo>
                  <a:pt x="449707" y="10667"/>
                </a:lnTo>
                <a:lnTo>
                  <a:pt x="401827" y="2793"/>
                </a:lnTo>
                <a:lnTo>
                  <a:pt x="369188" y="253"/>
                </a:lnTo>
                <a:lnTo>
                  <a:pt x="352678" y="0"/>
                </a:lnTo>
                <a:close/>
              </a:path>
              <a:path w="703579" h="706754">
                <a:moveTo>
                  <a:pt x="595757" y="139572"/>
                </a:moveTo>
                <a:lnTo>
                  <a:pt x="687451" y="228599"/>
                </a:lnTo>
                <a:lnTo>
                  <a:pt x="695224" y="167512"/>
                </a:lnTo>
                <a:lnTo>
                  <a:pt x="646557" y="167512"/>
                </a:lnTo>
                <a:lnTo>
                  <a:pt x="643763" y="163448"/>
                </a:lnTo>
                <a:lnTo>
                  <a:pt x="637286" y="155066"/>
                </a:lnTo>
                <a:lnTo>
                  <a:pt x="631744" y="148844"/>
                </a:lnTo>
                <a:lnTo>
                  <a:pt x="595757" y="139572"/>
                </a:lnTo>
                <a:close/>
              </a:path>
              <a:path w="703579" h="706754">
                <a:moveTo>
                  <a:pt x="631744" y="148844"/>
                </a:moveTo>
                <a:lnTo>
                  <a:pt x="637286" y="155066"/>
                </a:lnTo>
                <a:lnTo>
                  <a:pt x="643763" y="163448"/>
                </a:lnTo>
                <a:lnTo>
                  <a:pt x="646557" y="167512"/>
                </a:lnTo>
                <a:lnTo>
                  <a:pt x="662191" y="156688"/>
                </a:lnTo>
                <a:lnTo>
                  <a:pt x="631744" y="148844"/>
                </a:lnTo>
                <a:close/>
              </a:path>
              <a:path w="703579" h="706754">
                <a:moveTo>
                  <a:pt x="703579" y="101853"/>
                </a:moveTo>
                <a:lnTo>
                  <a:pt x="674351" y="140705"/>
                </a:lnTo>
                <a:lnTo>
                  <a:pt x="677926" y="145795"/>
                </a:lnTo>
                <a:lnTo>
                  <a:pt x="662473" y="156493"/>
                </a:lnTo>
                <a:lnTo>
                  <a:pt x="662304" y="156717"/>
                </a:lnTo>
                <a:lnTo>
                  <a:pt x="662149" y="156717"/>
                </a:lnTo>
                <a:lnTo>
                  <a:pt x="646557" y="167512"/>
                </a:lnTo>
                <a:lnTo>
                  <a:pt x="695224" y="167512"/>
                </a:lnTo>
                <a:lnTo>
                  <a:pt x="696598" y="156717"/>
                </a:lnTo>
                <a:lnTo>
                  <a:pt x="662304" y="156717"/>
                </a:lnTo>
                <a:lnTo>
                  <a:pt x="696602" y="156688"/>
                </a:lnTo>
                <a:lnTo>
                  <a:pt x="703579" y="101853"/>
                </a:lnTo>
                <a:close/>
              </a:path>
              <a:path w="703579" h="706754">
                <a:moveTo>
                  <a:pt x="534870" y="38099"/>
                </a:moveTo>
                <a:lnTo>
                  <a:pt x="353822" y="38099"/>
                </a:lnTo>
                <a:lnTo>
                  <a:pt x="368553" y="38353"/>
                </a:lnTo>
                <a:lnTo>
                  <a:pt x="383413" y="39242"/>
                </a:lnTo>
                <a:lnTo>
                  <a:pt x="442595" y="48132"/>
                </a:lnTo>
                <a:lnTo>
                  <a:pt x="498856" y="64642"/>
                </a:lnTo>
                <a:lnTo>
                  <a:pt x="550163" y="87629"/>
                </a:lnTo>
                <a:lnTo>
                  <a:pt x="594868" y="115569"/>
                </a:lnTo>
                <a:lnTo>
                  <a:pt x="630047" y="146938"/>
                </a:lnTo>
                <a:lnTo>
                  <a:pt x="631744" y="148844"/>
                </a:lnTo>
                <a:lnTo>
                  <a:pt x="662191" y="156688"/>
                </a:lnTo>
                <a:lnTo>
                  <a:pt x="662473" y="156493"/>
                </a:lnTo>
                <a:lnTo>
                  <a:pt x="674351" y="140705"/>
                </a:lnTo>
                <a:lnTo>
                  <a:pt x="673735" y="139826"/>
                </a:lnTo>
                <a:lnTo>
                  <a:pt x="647826" y="110743"/>
                </a:lnTo>
                <a:lnTo>
                  <a:pt x="616203" y="84073"/>
                </a:lnTo>
                <a:lnTo>
                  <a:pt x="566927" y="53339"/>
                </a:lnTo>
                <a:lnTo>
                  <a:pt x="539623" y="40004"/>
                </a:lnTo>
                <a:lnTo>
                  <a:pt x="534870" y="38099"/>
                </a:lnTo>
                <a:close/>
              </a:path>
              <a:path w="703579" h="706754">
                <a:moveTo>
                  <a:pt x="674351" y="140705"/>
                </a:moveTo>
                <a:lnTo>
                  <a:pt x="662473" y="156493"/>
                </a:lnTo>
                <a:lnTo>
                  <a:pt x="677926" y="145795"/>
                </a:lnTo>
                <a:lnTo>
                  <a:pt x="674351" y="140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39920" y="5081015"/>
            <a:ext cx="686435" cy="704850"/>
          </a:xfrm>
          <a:custGeom>
            <a:avLst/>
            <a:gdLst/>
            <a:ahLst/>
            <a:cxnLst/>
            <a:rect l="l" t="t" r="r" b="b"/>
            <a:pathLst>
              <a:path w="686435" h="704850">
                <a:moveTo>
                  <a:pt x="68474" y="569970"/>
                </a:moveTo>
                <a:lnTo>
                  <a:pt x="34519" y="586863"/>
                </a:lnTo>
                <a:lnTo>
                  <a:pt x="36702" y="590943"/>
                </a:lnTo>
                <a:lnTo>
                  <a:pt x="38100" y="592658"/>
                </a:lnTo>
                <a:lnTo>
                  <a:pt x="71246" y="620788"/>
                </a:lnTo>
                <a:lnTo>
                  <a:pt x="120627" y="651522"/>
                </a:lnTo>
                <a:lnTo>
                  <a:pt x="176529" y="676351"/>
                </a:lnTo>
                <a:lnTo>
                  <a:pt x="237489" y="694143"/>
                </a:lnTo>
                <a:lnTo>
                  <a:pt x="285114" y="702106"/>
                </a:lnTo>
                <a:lnTo>
                  <a:pt x="334263" y="704837"/>
                </a:lnTo>
                <a:lnTo>
                  <a:pt x="351027" y="704291"/>
                </a:lnTo>
                <a:lnTo>
                  <a:pt x="400684" y="696683"/>
                </a:lnTo>
                <a:lnTo>
                  <a:pt x="448944" y="681050"/>
                </a:lnTo>
                <a:lnTo>
                  <a:pt x="479648" y="666762"/>
                </a:lnTo>
                <a:lnTo>
                  <a:pt x="332993" y="666762"/>
                </a:lnTo>
                <a:lnTo>
                  <a:pt x="318388" y="666470"/>
                </a:lnTo>
                <a:lnTo>
                  <a:pt x="273938" y="662241"/>
                </a:lnTo>
                <a:lnTo>
                  <a:pt x="216026" y="649338"/>
                </a:lnTo>
                <a:lnTo>
                  <a:pt x="162051" y="629462"/>
                </a:lnTo>
                <a:lnTo>
                  <a:pt x="114045" y="603770"/>
                </a:lnTo>
                <a:lnTo>
                  <a:pt x="74167" y="574065"/>
                </a:lnTo>
                <a:lnTo>
                  <a:pt x="70909" y="571080"/>
                </a:lnTo>
                <a:lnTo>
                  <a:pt x="69341" y="571080"/>
                </a:lnTo>
                <a:lnTo>
                  <a:pt x="68474" y="569970"/>
                </a:lnTo>
                <a:close/>
              </a:path>
              <a:path w="686435" h="704850">
                <a:moveTo>
                  <a:pt x="458342" y="0"/>
                </a:moveTo>
                <a:lnTo>
                  <a:pt x="456564" y="38099"/>
                </a:lnTo>
                <a:lnTo>
                  <a:pt x="466343" y="38607"/>
                </a:lnTo>
                <a:lnTo>
                  <a:pt x="474344" y="39750"/>
                </a:lnTo>
                <a:lnTo>
                  <a:pt x="515112" y="57530"/>
                </a:lnTo>
                <a:lnTo>
                  <a:pt x="548004" y="84962"/>
                </a:lnTo>
                <a:lnTo>
                  <a:pt x="585851" y="133984"/>
                </a:lnTo>
                <a:lnTo>
                  <a:pt x="611251" y="182117"/>
                </a:lnTo>
                <a:lnTo>
                  <a:pt x="630935" y="235965"/>
                </a:lnTo>
                <a:lnTo>
                  <a:pt x="643635" y="293750"/>
                </a:lnTo>
                <a:lnTo>
                  <a:pt x="647700" y="337946"/>
                </a:lnTo>
                <a:lnTo>
                  <a:pt x="647953" y="352805"/>
                </a:lnTo>
                <a:lnTo>
                  <a:pt x="647445" y="367410"/>
                </a:lnTo>
                <a:lnTo>
                  <a:pt x="640841" y="410717"/>
                </a:lnTo>
                <a:lnTo>
                  <a:pt x="626999" y="453262"/>
                </a:lnTo>
                <a:lnTo>
                  <a:pt x="606678" y="494283"/>
                </a:lnTo>
                <a:lnTo>
                  <a:pt x="580389" y="533006"/>
                </a:lnTo>
                <a:lnTo>
                  <a:pt x="548766" y="568680"/>
                </a:lnTo>
                <a:lnTo>
                  <a:pt x="513588" y="599630"/>
                </a:lnTo>
                <a:lnTo>
                  <a:pt x="474852" y="625830"/>
                </a:lnTo>
                <a:lnTo>
                  <a:pt x="433577" y="646163"/>
                </a:lnTo>
                <a:lnTo>
                  <a:pt x="390905" y="659866"/>
                </a:lnTo>
                <a:lnTo>
                  <a:pt x="347471" y="666356"/>
                </a:lnTo>
                <a:lnTo>
                  <a:pt x="332993" y="666762"/>
                </a:lnTo>
                <a:lnTo>
                  <a:pt x="479648" y="666762"/>
                </a:lnTo>
                <a:lnTo>
                  <a:pt x="523620" y="639571"/>
                </a:lnTo>
                <a:lnTo>
                  <a:pt x="576833" y="594512"/>
                </a:lnTo>
                <a:lnTo>
                  <a:pt x="610996" y="555688"/>
                </a:lnTo>
                <a:lnTo>
                  <a:pt x="639952" y="512851"/>
                </a:lnTo>
                <a:lnTo>
                  <a:pt x="662558" y="466851"/>
                </a:lnTo>
                <a:lnTo>
                  <a:pt x="678179" y="418591"/>
                </a:lnTo>
                <a:lnTo>
                  <a:pt x="685545" y="368680"/>
                </a:lnTo>
                <a:lnTo>
                  <a:pt x="686053" y="352043"/>
                </a:lnTo>
                <a:lnTo>
                  <a:pt x="685672" y="335660"/>
                </a:lnTo>
                <a:lnTo>
                  <a:pt x="681101" y="286765"/>
                </a:lnTo>
                <a:lnTo>
                  <a:pt x="667130" y="224027"/>
                </a:lnTo>
                <a:lnTo>
                  <a:pt x="645413" y="165353"/>
                </a:lnTo>
                <a:lnTo>
                  <a:pt x="617346" y="112521"/>
                </a:lnTo>
                <a:lnTo>
                  <a:pt x="592581" y="77977"/>
                </a:lnTo>
                <a:lnTo>
                  <a:pt x="565150" y="48513"/>
                </a:lnTo>
                <a:lnTo>
                  <a:pt x="535051" y="25018"/>
                </a:lnTo>
                <a:lnTo>
                  <a:pt x="491363" y="4825"/>
                </a:lnTo>
                <a:lnTo>
                  <a:pt x="468249" y="507"/>
                </a:lnTo>
                <a:lnTo>
                  <a:pt x="458342" y="0"/>
                </a:lnTo>
                <a:close/>
              </a:path>
              <a:path w="686435" h="704850">
                <a:moveTo>
                  <a:pt x="253" y="476249"/>
                </a:moveTo>
                <a:lnTo>
                  <a:pt x="0" y="604037"/>
                </a:lnTo>
                <a:lnTo>
                  <a:pt x="34519" y="586863"/>
                </a:lnTo>
                <a:lnTo>
                  <a:pt x="25780" y="570534"/>
                </a:lnTo>
                <a:lnTo>
                  <a:pt x="59435" y="552564"/>
                </a:lnTo>
                <a:lnTo>
                  <a:pt x="101426" y="552564"/>
                </a:lnTo>
                <a:lnTo>
                  <a:pt x="253" y="476249"/>
                </a:lnTo>
                <a:close/>
              </a:path>
              <a:path w="686435" h="704850">
                <a:moveTo>
                  <a:pt x="59435" y="552564"/>
                </a:moveTo>
                <a:lnTo>
                  <a:pt x="25780" y="570534"/>
                </a:lnTo>
                <a:lnTo>
                  <a:pt x="34519" y="586863"/>
                </a:lnTo>
                <a:lnTo>
                  <a:pt x="68474" y="569970"/>
                </a:lnTo>
                <a:lnTo>
                  <a:pt x="65404" y="566038"/>
                </a:lnTo>
                <a:lnTo>
                  <a:pt x="66644" y="566038"/>
                </a:lnTo>
                <a:lnTo>
                  <a:pt x="59435" y="552564"/>
                </a:lnTo>
                <a:close/>
              </a:path>
              <a:path w="686435" h="704850">
                <a:moveTo>
                  <a:pt x="68690" y="569862"/>
                </a:moveTo>
                <a:lnTo>
                  <a:pt x="68474" y="569970"/>
                </a:lnTo>
                <a:lnTo>
                  <a:pt x="69341" y="571080"/>
                </a:lnTo>
                <a:lnTo>
                  <a:pt x="68690" y="569862"/>
                </a:lnTo>
                <a:close/>
              </a:path>
              <a:path w="686435" h="704850">
                <a:moveTo>
                  <a:pt x="69266" y="569576"/>
                </a:moveTo>
                <a:lnTo>
                  <a:pt x="68690" y="569862"/>
                </a:lnTo>
                <a:lnTo>
                  <a:pt x="69341" y="571080"/>
                </a:lnTo>
                <a:lnTo>
                  <a:pt x="70909" y="571080"/>
                </a:lnTo>
                <a:lnTo>
                  <a:pt x="69266" y="569576"/>
                </a:lnTo>
                <a:close/>
              </a:path>
              <a:path w="686435" h="704850">
                <a:moveTo>
                  <a:pt x="65404" y="566038"/>
                </a:moveTo>
                <a:lnTo>
                  <a:pt x="68474" y="569970"/>
                </a:lnTo>
                <a:lnTo>
                  <a:pt x="68690" y="569862"/>
                </a:lnTo>
                <a:lnTo>
                  <a:pt x="67835" y="568265"/>
                </a:lnTo>
                <a:lnTo>
                  <a:pt x="65404" y="566038"/>
                </a:lnTo>
                <a:close/>
              </a:path>
              <a:path w="686435" h="704850">
                <a:moveTo>
                  <a:pt x="67835" y="568265"/>
                </a:moveTo>
                <a:lnTo>
                  <a:pt x="68690" y="569862"/>
                </a:lnTo>
                <a:lnTo>
                  <a:pt x="69266" y="569576"/>
                </a:lnTo>
                <a:lnTo>
                  <a:pt x="67835" y="568265"/>
                </a:lnTo>
                <a:close/>
              </a:path>
              <a:path w="686435" h="704850">
                <a:moveTo>
                  <a:pt x="101426" y="552564"/>
                </a:moveTo>
                <a:lnTo>
                  <a:pt x="59435" y="552564"/>
                </a:lnTo>
                <a:lnTo>
                  <a:pt x="67835" y="568265"/>
                </a:lnTo>
                <a:lnTo>
                  <a:pt x="69266" y="569576"/>
                </a:lnTo>
                <a:lnTo>
                  <a:pt x="102234" y="553173"/>
                </a:lnTo>
                <a:lnTo>
                  <a:pt x="101426" y="552564"/>
                </a:lnTo>
                <a:close/>
              </a:path>
              <a:path w="686435" h="704850">
                <a:moveTo>
                  <a:pt x="66644" y="566038"/>
                </a:moveTo>
                <a:lnTo>
                  <a:pt x="65404" y="566038"/>
                </a:lnTo>
                <a:lnTo>
                  <a:pt x="67835" y="568265"/>
                </a:lnTo>
                <a:lnTo>
                  <a:pt x="66644" y="5660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0485" y="1469917"/>
            <a:ext cx="2189480" cy="833755"/>
          </a:xfrm>
          <a:custGeom>
            <a:avLst/>
            <a:gdLst/>
            <a:ahLst/>
            <a:cxnLst/>
            <a:rect l="l" t="t" r="r" b="b"/>
            <a:pathLst>
              <a:path w="2189479" h="833755">
                <a:moveTo>
                  <a:pt x="1115965" y="0"/>
                </a:moveTo>
                <a:lnTo>
                  <a:pt x="1061527" y="101"/>
                </a:lnTo>
                <a:lnTo>
                  <a:pt x="1007052" y="1235"/>
                </a:lnTo>
                <a:lnTo>
                  <a:pt x="952643" y="3410"/>
                </a:lnTo>
                <a:lnTo>
                  <a:pt x="898407" y="6634"/>
                </a:lnTo>
                <a:lnTo>
                  <a:pt x="844447" y="10913"/>
                </a:lnTo>
                <a:lnTo>
                  <a:pt x="790870" y="16256"/>
                </a:lnTo>
                <a:lnTo>
                  <a:pt x="737781" y="22672"/>
                </a:lnTo>
                <a:lnTo>
                  <a:pt x="685284" y="30167"/>
                </a:lnTo>
                <a:lnTo>
                  <a:pt x="633484" y="38749"/>
                </a:lnTo>
                <a:lnTo>
                  <a:pt x="582487" y="48427"/>
                </a:lnTo>
                <a:lnTo>
                  <a:pt x="532399" y="59208"/>
                </a:lnTo>
                <a:lnTo>
                  <a:pt x="483323" y="71100"/>
                </a:lnTo>
                <a:lnTo>
                  <a:pt x="422560" y="87846"/>
                </a:lnTo>
                <a:lnTo>
                  <a:pt x="365684" y="105863"/>
                </a:lnTo>
                <a:lnTo>
                  <a:pt x="312738" y="125065"/>
                </a:lnTo>
                <a:lnTo>
                  <a:pt x="263766" y="145366"/>
                </a:lnTo>
                <a:lnTo>
                  <a:pt x="218812" y="166681"/>
                </a:lnTo>
                <a:lnTo>
                  <a:pt x="177921" y="188922"/>
                </a:lnTo>
                <a:lnTo>
                  <a:pt x="141137" y="212005"/>
                </a:lnTo>
                <a:lnTo>
                  <a:pt x="108503" y="235843"/>
                </a:lnTo>
                <a:lnTo>
                  <a:pt x="55865" y="285439"/>
                </a:lnTo>
                <a:lnTo>
                  <a:pt x="20360" y="337022"/>
                </a:lnTo>
                <a:lnTo>
                  <a:pt x="2341" y="389905"/>
                </a:lnTo>
                <a:lnTo>
                  <a:pt x="0" y="416618"/>
                </a:lnTo>
                <a:lnTo>
                  <a:pt x="2162" y="443398"/>
                </a:lnTo>
                <a:lnTo>
                  <a:pt x="20175" y="496814"/>
                </a:lnTo>
                <a:lnTo>
                  <a:pt x="56735" y="549464"/>
                </a:lnTo>
                <a:lnTo>
                  <a:pt x="112193" y="600659"/>
                </a:lnTo>
                <a:lnTo>
                  <a:pt x="147120" y="625497"/>
                </a:lnTo>
                <a:lnTo>
                  <a:pt x="186905" y="649712"/>
                </a:lnTo>
                <a:lnTo>
                  <a:pt x="220649" y="667745"/>
                </a:lnTo>
                <a:lnTo>
                  <a:pt x="256429" y="684894"/>
                </a:lnTo>
                <a:lnTo>
                  <a:pt x="294139" y="701151"/>
                </a:lnTo>
                <a:lnTo>
                  <a:pt x="333673" y="716509"/>
                </a:lnTo>
                <a:lnTo>
                  <a:pt x="374928" y="730959"/>
                </a:lnTo>
                <a:lnTo>
                  <a:pt x="417796" y="744493"/>
                </a:lnTo>
                <a:lnTo>
                  <a:pt x="462175" y="757105"/>
                </a:lnTo>
                <a:lnTo>
                  <a:pt x="507957" y="768785"/>
                </a:lnTo>
                <a:lnTo>
                  <a:pt x="555039" y="779527"/>
                </a:lnTo>
                <a:lnTo>
                  <a:pt x="603315" y="789322"/>
                </a:lnTo>
                <a:lnTo>
                  <a:pt x="652681" y="798163"/>
                </a:lnTo>
                <a:lnTo>
                  <a:pt x="703030" y="806041"/>
                </a:lnTo>
                <a:lnTo>
                  <a:pt x="754258" y="812949"/>
                </a:lnTo>
                <a:lnTo>
                  <a:pt x="806260" y="818880"/>
                </a:lnTo>
                <a:lnTo>
                  <a:pt x="858931" y="823824"/>
                </a:lnTo>
                <a:lnTo>
                  <a:pt x="912165" y="827775"/>
                </a:lnTo>
                <a:lnTo>
                  <a:pt x="965858" y="830725"/>
                </a:lnTo>
                <a:lnTo>
                  <a:pt x="1019904" y="832665"/>
                </a:lnTo>
                <a:lnTo>
                  <a:pt x="1074198" y="833589"/>
                </a:lnTo>
                <a:lnTo>
                  <a:pt x="1128636" y="833487"/>
                </a:lnTo>
                <a:lnTo>
                  <a:pt x="1183111" y="832353"/>
                </a:lnTo>
                <a:lnTo>
                  <a:pt x="1237520" y="830178"/>
                </a:lnTo>
                <a:lnTo>
                  <a:pt x="1291757" y="826955"/>
                </a:lnTo>
                <a:lnTo>
                  <a:pt x="1345716" y="822675"/>
                </a:lnTo>
                <a:lnTo>
                  <a:pt x="1399293" y="817332"/>
                </a:lnTo>
                <a:lnTo>
                  <a:pt x="1452382" y="810916"/>
                </a:lnTo>
                <a:lnTo>
                  <a:pt x="1504880" y="803421"/>
                </a:lnTo>
                <a:lnTo>
                  <a:pt x="1556679" y="794839"/>
                </a:lnTo>
                <a:lnTo>
                  <a:pt x="1607676" y="785161"/>
                </a:lnTo>
                <a:lnTo>
                  <a:pt x="1657765" y="774380"/>
                </a:lnTo>
                <a:lnTo>
                  <a:pt x="1706841" y="762488"/>
                </a:lnTo>
                <a:lnTo>
                  <a:pt x="1993226" y="759186"/>
                </a:lnTo>
                <a:lnTo>
                  <a:pt x="2002497" y="650093"/>
                </a:lnTo>
                <a:lnTo>
                  <a:pt x="2049133" y="621369"/>
                </a:lnTo>
                <a:lnTo>
                  <a:pt x="2089116" y="591639"/>
                </a:lnTo>
                <a:lnTo>
                  <a:pt x="2122448" y="561056"/>
                </a:lnTo>
                <a:lnTo>
                  <a:pt x="2149125" y="529775"/>
                </a:lnTo>
                <a:lnTo>
                  <a:pt x="2182518" y="465740"/>
                </a:lnTo>
                <a:lnTo>
                  <a:pt x="2189288" y="400770"/>
                </a:lnTo>
                <a:lnTo>
                  <a:pt x="2182688" y="368321"/>
                </a:lnTo>
                <a:lnTo>
                  <a:pt x="2149516" y="304268"/>
                </a:lnTo>
                <a:lnTo>
                  <a:pt x="2122941" y="272974"/>
                </a:lnTo>
                <a:lnTo>
                  <a:pt x="2089708" y="242374"/>
                </a:lnTo>
                <a:lnTo>
                  <a:pt x="2049813" y="212623"/>
                </a:lnTo>
                <a:lnTo>
                  <a:pt x="2003259" y="183876"/>
                </a:lnTo>
                <a:lnTo>
                  <a:pt x="1969514" y="165843"/>
                </a:lnTo>
                <a:lnTo>
                  <a:pt x="1933734" y="148694"/>
                </a:lnTo>
                <a:lnTo>
                  <a:pt x="1896024" y="132437"/>
                </a:lnTo>
                <a:lnTo>
                  <a:pt x="1856490" y="117080"/>
                </a:lnTo>
                <a:lnTo>
                  <a:pt x="1815236" y="102630"/>
                </a:lnTo>
                <a:lnTo>
                  <a:pt x="1772367" y="89095"/>
                </a:lnTo>
                <a:lnTo>
                  <a:pt x="1727989" y="76483"/>
                </a:lnTo>
                <a:lnTo>
                  <a:pt x="1682206" y="64803"/>
                </a:lnTo>
                <a:lnTo>
                  <a:pt x="1635124" y="54061"/>
                </a:lnTo>
                <a:lnTo>
                  <a:pt x="1586848" y="44266"/>
                </a:lnTo>
                <a:lnTo>
                  <a:pt x="1537482" y="35425"/>
                </a:lnTo>
                <a:lnTo>
                  <a:pt x="1487133" y="27547"/>
                </a:lnTo>
                <a:lnTo>
                  <a:pt x="1435905" y="20639"/>
                </a:lnTo>
                <a:lnTo>
                  <a:pt x="1383903" y="14708"/>
                </a:lnTo>
                <a:lnTo>
                  <a:pt x="1331232" y="9764"/>
                </a:lnTo>
                <a:lnTo>
                  <a:pt x="1277998" y="5813"/>
                </a:lnTo>
                <a:lnTo>
                  <a:pt x="1224305" y="2863"/>
                </a:lnTo>
                <a:lnTo>
                  <a:pt x="1170259" y="923"/>
                </a:lnTo>
                <a:lnTo>
                  <a:pt x="1115965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30485" y="1469917"/>
            <a:ext cx="2189480" cy="833755"/>
          </a:xfrm>
          <a:custGeom>
            <a:avLst/>
            <a:gdLst/>
            <a:ahLst/>
            <a:cxnLst/>
            <a:rect l="l" t="t" r="r" b="b"/>
            <a:pathLst>
              <a:path w="2189479" h="833755">
                <a:moveTo>
                  <a:pt x="1993226" y="759186"/>
                </a:moveTo>
                <a:lnTo>
                  <a:pt x="1706841" y="762488"/>
                </a:lnTo>
                <a:lnTo>
                  <a:pt x="1657765" y="774380"/>
                </a:lnTo>
                <a:lnTo>
                  <a:pt x="1607676" y="785161"/>
                </a:lnTo>
                <a:lnTo>
                  <a:pt x="1556679" y="794839"/>
                </a:lnTo>
                <a:lnTo>
                  <a:pt x="1504880" y="803421"/>
                </a:lnTo>
                <a:lnTo>
                  <a:pt x="1452382" y="810916"/>
                </a:lnTo>
                <a:lnTo>
                  <a:pt x="1399293" y="817332"/>
                </a:lnTo>
                <a:lnTo>
                  <a:pt x="1345716" y="822675"/>
                </a:lnTo>
                <a:lnTo>
                  <a:pt x="1291757" y="826955"/>
                </a:lnTo>
                <a:lnTo>
                  <a:pt x="1237520" y="830178"/>
                </a:lnTo>
                <a:lnTo>
                  <a:pt x="1183111" y="832353"/>
                </a:lnTo>
                <a:lnTo>
                  <a:pt x="1128636" y="833487"/>
                </a:lnTo>
                <a:lnTo>
                  <a:pt x="1074198" y="833589"/>
                </a:lnTo>
                <a:lnTo>
                  <a:pt x="1019904" y="832665"/>
                </a:lnTo>
                <a:lnTo>
                  <a:pt x="965858" y="830725"/>
                </a:lnTo>
                <a:lnTo>
                  <a:pt x="912165" y="827775"/>
                </a:lnTo>
                <a:lnTo>
                  <a:pt x="858931" y="823824"/>
                </a:lnTo>
                <a:lnTo>
                  <a:pt x="806260" y="818880"/>
                </a:lnTo>
                <a:lnTo>
                  <a:pt x="754258" y="812949"/>
                </a:lnTo>
                <a:lnTo>
                  <a:pt x="703030" y="806041"/>
                </a:lnTo>
                <a:lnTo>
                  <a:pt x="652681" y="798163"/>
                </a:lnTo>
                <a:lnTo>
                  <a:pt x="603315" y="789322"/>
                </a:lnTo>
                <a:lnTo>
                  <a:pt x="555039" y="779527"/>
                </a:lnTo>
                <a:lnTo>
                  <a:pt x="507957" y="768785"/>
                </a:lnTo>
                <a:lnTo>
                  <a:pt x="462175" y="757105"/>
                </a:lnTo>
                <a:lnTo>
                  <a:pt x="417796" y="744493"/>
                </a:lnTo>
                <a:lnTo>
                  <a:pt x="374928" y="730959"/>
                </a:lnTo>
                <a:lnTo>
                  <a:pt x="333673" y="716509"/>
                </a:lnTo>
                <a:lnTo>
                  <a:pt x="294139" y="701151"/>
                </a:lnTo>
                <a:lnTo>
                  <a:pt x="256429" y="684894"/>
                </a:lnTo>
                <a:lnTo>
                  <a:pt x="220649" y="667745"/>
                </a:lnTo>
                <a:lnTo>
                  <a:pt x="186905" y="649712"/>
                </a:lnTo>
                <a:lnTo>
                  <a:pt x="147120" y="625497"/>
                </a:lnTo>
                <a:lnTo>
                  <a:pt x="112193" y="600659"/>
                </a:lnTo>
                <a:lnTo>
                  <a:pt x="82080" y="575286"/>
                </a:lnTo>
                <a:lnTo>
                  <a:pt x="36115" y="523278"/>
                </a:lnTo>
                <a:lnTo>
                  <a:pt x="8872" y="470159"/>
                </a:lnTo>
                <a:lnTo>
                  <a:pt x="0" y="416618"/>
                </a:lnTo>
                <a:lnTo>
                  <a:pt x="2341" y="389905"/>
                </a:lnTo>
                <a:lnTo>
                  <a:pt x="20360" y="337022"/>
                </a:lnTo>
                <a:lnTo>
                  <a:pt x="55865" y="285439"/>
                </a:lnTo>
                <a:lnTo>
                  <a:pt x="108503" y="235843"/>
                </a:lnTo>
                <a:lnTo>
                  <a:pt x="141137" y="212005"/>
                </a:lnTo>
                <a:lnTo>
                  <a:pt x="177921" y="188922"/>
                </a:lnTo>
                <a:lnTo>
                  <a:pt x="218812" y="166681"/>
                </a:lnTo>
                <a:lnTo>
                  <a:pt x="263766" y="145366"/>
                </a:lnTo>
                <a:lnTo>
                  <a:pt x="312738" y="125065"/>
                </a:lnTo>
                <a:lnTo>
                  <a:pt x="365684" y="105863"/>
                </a:lnTo>
                <a:lnTo>
                  <a:pt x="422560" y="87846"/>
                </a:lnTo>
                <a:lnTo>
                  <a:pt x="483323" y="71100"/>
                </a:lnTo>
                <a:lnTo>
                  <a:pt x="532399" y="59208"/>
                </a:lnTo>
                <a:lnTo>
                  <a:pt x="582487" y="48427"/>
                </a:lnTo>
                <a:lnTo>
                  <a:pt x="633484" y="38749"/>
                </a:lnTo>
                <a:lnTo>
                  <a:pt x="685284" y="30167"/>
                </a:lnTo>
                <a:lnTo>
                  <a:pt x="737781" y="22672"/>
                </a:lnTo>
                <a:lnTo>
                  <a:pt x="790870" y="16256"/>
                </a:lnTo>
                <a:lnTo>
                  <a:pt x="844447" y="10913"/>
                </a:lnTo>
                <a:lnTo>
                  <a:pt x="898407" y="6634"/>
                </a:lnTo>
                <a:lnTo>
                  <a:pt x="952643" y="3410"/>
                </a:lnTo>
                <a:lnTo>
                  <a:pt x="1007052" y="1235"/>
                </a:lnTo>
                <a:lnTo>
                  <a:pt x="1061527" y="101"/>
                </a:lnTo>
                <a:lnTo>
                  <a:pt x="1115965" y="0"/>
                </a:lnTo>
                <a:lnTo>
                  <a:pt x="1170259" y="923"/>
                </a:lnTo>
                <a:lnTo>
                  <a:pt x="1224305" y="2863"/>
                </a:lnTo>
                <a:lnTo>
                  <a:pt x="1277998" y="5813"/>
                </a:lnTo>
                <a:lnTo>
                  <a:pt x="1331232" y="9764"/>
                </a:lnTo>
                <a:lnTo>
                  <a:pt x="1383903" y="14708"/>
                </a:lnTo>
                <a:lnTo>
                  <a:pt x="1435905" y="20639"/>
                </a:lnTo>
                <a:lnTo>
                  <a:pt x="1487133" y="27547"/>
                </a:lnTo>
                <a:lnTo>
                  <a:pt x="1537482" y="35425"/>
                </a:lnTo>
                <a:lnTo>
                  <a:pt x="1586848" y="44266"/>
                </a:lnTo>
                <a:lnTo>
                  <a:pt x="1635124" y="54061"/>
                </a:lnTo>
                <a:lnTo>
                  <a:pt x="1682206" y="64803"/>
                </a:lnTo>
                <a:lnTo>
                  <a:pt x="1727989" y="76483"/>
                </a:lnTo>
                <a:lnTo>
                  <a:pt x="1772367" y="89095"/>
                </a:lnTo>
                <a:lnTo>
                  <a:pt x="1815236" y="102630"/>
                </a:lnTo>
                <a:lnTo>
                  <a:pt x="1856490" y="117080"/>
                </a:lnTo>
                <a:lnTo>
                  <a:pt x="1896024" y="132437"/>
                </a:lnTo>
                <a:lnTo>
                  <a:pt x="1933734" y="148694"/>
                </a:lnTo>
                <a:lnTo>
                  <a:pt x="1969514" y="165843"/>
                </a:lnTo>
                <a:lnTo>
                  <a:pt x="2003259" y="183876"/>
                </a:lnTo>
                <a:lnTo>
                  <a:pt x="2049813" y="212623"/>
                </a:lnTo>
                <a:lnTo>
                  <a:pt x="2089708" y="242374"/>
                </a:lnTo>
                <a:lnTo>
                  <a:pt x="2122941" y="272974"/>
                </a:lnTo>
                <a:lnTo>
                  <a:pt x="2149516" y="304268"/>
                </a:lnTo>
                <a:lnTo>
                  <a:pt x="2182688" y="368321"/>
                </a:lnTo>
                <a:lnTo>
                  <a:pt x="2189288" y="400770"/>
                </a:lnTo>
                <a:lnTo>
                  <a:pt x="2189231" y="433294"/>
                </a:lnTo>
                <a:lnTo>
                  <a:pt x="2169149" y="497952"/>
                </a:lnTo>
                <a:lnTo>
                  <a:pt x="2122448" y="561056"/>
                </a:lnTo>
                <a:lnTo>
                  <a:pt x="2089116" y="591639"/>
                </a:lnTo>
                <a:lnTo>
                  <a:pt x="2049133" y="621369"/>
                </a:lnTo>
                <a:lnTo>
                  <a:pt x="2002497" y="650093"/>
                </a:lnTo>
                <a:lnTo>
                  <a:pt x="1993226" y="759186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5035" y="1494185"/>
            <a:ext cx="3060700" cy="1497330"/>
          </a:xfrm>
          <a:custGeom>
            <a:avLst/>
            <a:gdLst/>
            <a:ahLst/>
            <a:cxnLst/>
            <a:rect l="l" t="t" r="r" b="b"/>
            <a:pathLst>
              <a:path w="3060700" h="1497330">
                <a:moveTo>
                  <a:pt x="2225754" y="819246"/>
                </a:moveTo>
                <a:lnTo>
                  <a:pt x="1686517" y="819246"/>
                </a:lnTo>
                <a:lnTo>
                  <a:pt x="3060149" y="1497299"/>
                </a:lnTo>
                <a:lnTo>
                  <a:pt x="2225754" y="819246"/>
                </a:lnTo>
                <a:close/>
              </a:path>
              <a:path w="3060700" h="1497330">
                <a:moveTo>
                  <a:pt x="1333150" y="0"/>
                </a:moveTo>
                <a:lnTo>
                  <a:pt x="1271588" y="331"/>
                </a:lnTo>
                <a:lnTo>
                  <a:pt x="1209749" y="1583"/>
                </a:lnTo>
                <a:lnTo>
                  <a:pt x="1147720" y="3770"/>
                </a:lnTo>
                <a:lnTo>
                  <a:pt x="1085586" y="6908"/>
                </a:lnTo>
                <a:lnTo>
                  <a:pt x="1023433" y="11013"/>
                </a:lnTo>
                <a:lnTo>
                  <a:pt x="961347" y="16098"/>
                </a:lnTo>
                <a:lnTo>
                  <a:pt x="889682" y="23219"/>
                </a:lnTo>
                <a:lnTo>
                  <a:pt x="820203" y="31494"/>
                </a:lnTo>
                <a:lnTo>
                  <a:pt x="752985" y="40880"/>
                </a:lnTo>
                <a:lnTo>
                  <a:pt x="688106" y="51334"/>
                </a:lnTo>
                <a:lnTo>
                  <a:pt x="625643" y="62811"/>
                </a:lnTo>
                <a:lnTo>
                  <a:pt x="565672" y="75268"/>
                </a:lnTo>
                <a:lnTo>
                  <a:pt x="508270" y="88661"/>
                </a:lnTo>
                <a:lnTo>
                  <a:pt x="453515" y="102948"/>
                </a:lnTo>
                <a:lnTo>
                  <a:pt x="401482" y="118083"/>
                </a:lnTo>
                <a:lnTo>
                  <a:pt x="352249" y="134025"/>
                </a:lnTo>
                <a:lnTo>
                  <a:pt x="305893" y="150729"/>
                </a:lnTo>
                <a:lnTo>
                  <a:pt x="262490" y="168152"/>
                </a:lnTo>
                <a:lnTo>
                  <a:pt x="222118" y="186249"/>
                </a:lnTo>
                <a:lnTo>
                  <a:pt x="184853" y="204979"/>
                </a:lnTo>
                <a:lnTo>
                  <a:pt x="150772" y="224296"/>
                </a:lnTo>
                <a:lnTo>
                  <a:pt x="92469" y="264521"/>
                </a:lnTo>
                <a:lnTo>
                  <a:pt x="47824" y="306576"/>
                </a:lnTo>
                <a:lnTo>
                  <a:pt x="17452" y="350112"/>
                </a:lnTo>
                <a:lnTo>
                  <a:pt x="1967" y="394780"/>
                </a:lnTo>
                <a:lnTo>
                  <a:pt x="0" y="417431"/>
                </a:lnTo>
                <a:lnTo>
                  <a:pt x="1985" y="440233"/>
                </a:lnTo>
                <a:lnTo>
                  <a:pt x="18119" y="486122"/>
                </a:lnTo>
                <a:lnTo>
                  <a:pt x="50985" y="532099"/>
                </a:lnTo>
                <a:lnTo>
                  <a:pt x="91735" y="570243"/>
                </a:lnTo>
                <a:lnTo>
                  <a:pt x="142846" y="606334"/>
                </a:lnTo>
                <a:lnTo>
                  <a:pt x="203631" y="640251"/>
                </a:lnTo>
                <a:lnTo>
                  <a:pt x="273405" y="671874"/>
                </a:lnTo>
                <a:lnTo>
                  <a:pt x="311449" y="686787"/>
                </a:lnTo>
                <a:lnTo>
                  <a:pt x="351483" y="701081"/>
                </a:lnTo>
                <a:lnTo>
                  <a:pt x="393421" y="714741"/>
                </a:lnTo>
                <a:lnTo>
                  <a:pt x="437179" y="727752"/>
                </a:lnTo>
                <a:lnTo>
                  <a:pt x="482669" y="740099"/>
                </a:lnTo>
                <a:lnTo>
                  <a:pt x="529807" y="751766"/>
                </a:lnTo>
                <a:lnTo>
                  <a:pt x="578506" y="762739"/>
                </a:lnTo>
                <a:lnTo>
                  <a:pt x="628681" y="773003"/>
                </a:lnTo>
                <a:lnTo>
                  <a:pt x="680247" y="782543"/>
                </a:lnTo>
                <a:lnTo>
                  <a:pt x="733117" y="791342"/>
                </a:lnTo>
                <a:lnTo>
                  <a:pt x="787205" y="799387"/>
                </a:lnTo>
                <a:lnTo>
                  <a:pt x="842427" y="806663"/>
                </a:lnTo>
                <a:lnTo>
                  <a:pt x="898697" y="813153"/>
                </a:lnTo>
                <a:lnTo>
                  <a:pt x="955928" y="818844"/>
                </a:lnTo>
                <a:lnTo>
                  <a:pt x="1014035" y="823719"/>
                </a:lnTo>
                <a:lnTo>
                  <a:pt x="1072932" y="827765"/>
                </a:lnTo>
                <a:lnTo>
                  <a:pt x="1132534" y="830965"/>
                </a:lnTo>
                <a:lnTo>
                  <a:pt x="1192755" y="833305"/>
                </a:lnTo>
                <a:lnTo>
                  <a:pt x="1253509" y="834769"/>
                </a:lnTo>
                <a:lnTo>
                  <a:pt x="1314710" y="835344"/>
                </a:lnTo>
                <a:lnTo>
                  <a:pt x="1376274" y="835012"/>
                </a:lnTo>
                <a:lnTo>
                  <a:pt x="1438113" y="833761"/>
                </a:lnTo>
                <a:lnTo>
                  <a:pt x="1500143" y="831573"/>
                </a:lnTo>
                <a:lnTo>
                  <a:pt x="1562277" y="828435"/>
                </a:lnTo>
                <a:lnTo>
                  <a:pt x="1624430" y="824331"/>
                </a:lnTo>
                <a:lnTo>
                  <a:pt x="1686517" y="819246"/>
                </a:lnTo>
                <a:lnTo>
                  <a:pt x="2225754" y="819246"/>
                </a:lnTo>
                <a:lnTo>
                  <a:pt x="2136986" y="747110"/>
                </a:lnTo>
                <a:lnTo>
                  <a:pt x="2205665" y="729045"/>
                </a:lnTo>
                <a:lnTo>
                  <a:pt x="2269743" y="709749"/>
                </a:lnTo>
                <a:lnTo>
                  <a:pt x="2329130" y="689307"/>
                </a:lnTo>
                <a:lnTo>
                  <a:pt x="2383738" y="667804"/>
                </a:lnTo>
                <a:lnTo>
                  <a:pt x="2433479" y="645326"/>
                </a:lnTo>
                <a:lnTo>
                  <a:pt x="2478263" y="621958"/>
                </a:lnTo>
                <a:lnTo>
                  <a:pt x="2518003" y="597786"/>
                </a:lnTo>
                <a:lnTo>
                  <a:pt x="2552609" y="572895"/>
                </a:lnTo>
                <a:lnTo>
                  <a:pt x="2581994" y="547370"/>
                </a:lnTo>
                <a:lnTo>
                  <a:pt x="2624743" y="494763"/>
                </a:lnTo>
                <a:lnTo>
                  <a:pt x="2645541" y="440647"/>
                </a:lnTo>
                <a:lnTo>
                  <a:pt x="2647488" y="413237"/>
                </a:lnTo>
                <a:lnTo>
                  <a:pt x="2643680" y="385706"/>
                </a:lnTo>
                <a:lnTo>
                  <a:pt x="2618452" y="330625"/>
                </a:lnTo>
                <a:lnTo>
                  <a:pt x="2577815" y="283923"/>
                </a:lnTo>
                <a:lnTo>
                  <a:pt x="2531798" y="246790"/>
                </a:lnTo>
                <a:lnTo>
                  <a:pt x="2475764" y="211771"/>
                </a:lnTo>
                <a:lnTo>
                  <a:pt x="2410399" y="178986"/>
                </a:lnTo>
                <a:lnTo>
                  <a:pt x="2374431" y="163469"/>
                </a:lnTo>
                <a:lnTo>
                  <a:pt x="2336388" y="148556"/>
                </a:lnTo>
                <a:lnTo>
                  <a:pt x="2296355" y="134262"/>
                </a:lnTo>
                <a:lnTo>
                  <a:pt x="2254417" y="120602"/>
                </a:lnTo>
                <a:lnTo>
                  <a:pt x="2210661" y="107591"/>
                </a:lnTo>
                <a:lnTo>
                  <a:pt x="2165172" y="95244"/>
                </a:lnTo>
                <a:lnTo>
                  <a:pt x="2118036" y="83577"/>
                </a:lnTo>
                <a:lnTo>
                  <a:pt x="2069338" y="72604"/>
                </a:lnTo>
                <a:lnTo>
                  <a:pt x="2019164" y="62340"/>
                </a:lnTo>
                <a:lnTo>
                  <a:pt x="1967600" y="52801"/>
                </a:lnTo>
                <a:lnTo>
                  <a:pt x="1914731" y="44001"/>
                </a:lnTo>
                <a:lnTo>
                  <a:pt x="1860644" y="35956"/>
                </a:lnTo>
                <a:lnTo>
                  <a:pt x="1805423" y="28681"/>
                </a:lnTo>
                <a:lnTo>
                  <a:pt x="1749155" y="22190"/>
                </a:lnTo>
                <a:lnTo>
                  <a:pt x="1691925" y="16500"/>
                </a:lnTo>
                <a:lnTo>
                  <a:pt x="1633820" y="11624"/>
                </a:lnTo>
                <a:lnTo>
                  <a:pt x="1574924" y="7579"/>
                </a:lnTo>
                <a:lnTo>
                  <a:pt x="1515323" y="4378"/>
                </a:lnTo>
                <a:lnTo>
                  <a:pt x="1455103" y="2038"/>
                </a:lnTo>
                <a:lnTo>
                  <a:pt x="1394351" y="574"/>
                </a:lnTo>
                <a:lnTo>
                  <a:pt x="133315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5035" y="1494185"/>
            <a:ext cx="3060700" cy="1497330"/>
          </a:xfrm>
          <a:custGeom>
            <a:avLst/>
            <a:gdLst/>
            <a:ahLst/>
            <a:cxnLst/>
            <a:rect l="l" t="t" r="r" b="b"/>
            <a:pathLst>
              <a:path w="3060700" h="1497330">
                <a:moveTo>
                  <a:pt x="3060149" y="1497299"/>
                </a:moveTo>
                <a:lnTo>
                  <a:pt x="1686517" y="819246"/>
                </a:lnTo>
                <a:lnTo>
                  <a:pt x="1624430" y="824331"/>
                </a:lnTo>
                <a:lnTo>
                  <a:pt x="1562277" y="828435"/>
                </a:lnTo>
                <a:lnTo>
                  <a:pt x="1500143" y="831573"/>
                </a:lnTo>
                <a:lnTo>
                  <a:pt x="1438113" y="833761"/>
                </a:lnTo>
                <a:lnTo>
                  <a:pt x="1376274" y="835012"/>
                </a:lnTo>
                <a:lnTo>
                  <a:pt x="1314710" y="835344"/>
                </a:lnTo>
                <a:lnTo>
                  <a:pt x="1253509" y="834769"/>
                </a:lnTo>
                <a:lnTo>
                  <a:pt x="1192755" y="833305"/>
                </a:lnTo>
                <a:lnTo>
                  <a:pt x="1132534" y="830965"/>
                </a:lnTo>
                <a:lnTo>
                  <a:pt x="1072932" y="827765"/>
                </a:lnTo>
                <a:lnTo>
                  <a:pt x="1014035" y="823719"/>
                </a:lnTo>
                <a:lnTo>
                  <a:pt x="955928" y="818844"/>
                </a:lnTo>
                <a:lnTo>
                  <a:pt x="898697" y="813153"/>
                </a:lnTo>
                <a:lnTo>
                  <a:pt x="842427" y="806663"/>
                </a:lnTo>
                <a:lnTo>
                  <a:pt x="787205" y="799387"/>
                </a:lnTo>
                <a:lnTo>
                  <a:pt x="733117" y="791342"/>
                </a:lnTo>
                <a:lnTo>
                  <a:pt x="680247" y="782543"/>
                </a:lnTo>
                <a:lnTo>
                  <a:pt x="628681" y="773003"/>
                </a:lnTo>
                <a:lnTo>
                  <a:pt x="578506" y="762739"/>
                </a:lnTo>
                <a:lnTo>
                  <a:pt x="529807" y="751766"/>
                </a:lnTo>
                <a:lnTo>
                  <a:pt x="482669" y="740099"/>
                </a:lnTo>
                <a:lnTo>
                  <a:pt x="437179" y="727752"/>
                </a:lnTo>
                <a:lnTo>
                  <a:pt x="393421" y="714741"/>
                </a:lnTo>
                <a:lnTo>
                  <a:pt x="351483" y="701081"/>
                </a:lnTo>
                <a:lnTo>
                  <a:pt x="311449" y="686787"/>
                </a:lnTo>
                <a:lnTo>
                  <a:pt x="273405" y="671874"/>
                </a:lnTo>
                <a:lnTo>
                  <a:pt x="237437" y="656357"/>
                </a:lnTo>
                <a:lnTo>
                  <a:pt x="172072" y="623572"/>
                </a:lnTo>
                <a:lnTo>
                  <a:pt x="116038" y="588553"/>
                </a:lnTo>
                <a:lnTo>
                  <a:pt x="70022" y="551420"/>
                </a:lnTo>
                <a:lnTo>
                  <a:pt x="32422" y="509121"/>
                </a:lnTo>
                <a:lnTo>
                  <a:pt x="7999" y="463145"/>
                </a:lnTo>
                <a:lnTo>
                  <a:pt x="0" y="417431"/>
                </a:lnTo>
                <a:lnTo>
                  <a:pt x="1967" y="394780"/>
                </a:lnTo>
                <a:lnTo>
                  <a:pt x="17452" y="350112"/>
                </a:lnTo>
                <a:lnTo>
                  <a:pt x="47824" y="306576"/>
                </a:lnTo>
                <a:lnTo>
                  <a:pt x="92469" y="264521"/>
                </a:lnTo>
                <a:lnTo>
                  <a:pt x="150772" y="224296"/>
                </a:lnTo>
                <a:lnTo>
                  <a:pt x="184853" y="204979"/>
                </a:lnTo>
                <a:lnTo>
                  <a:pt x="222118" y="186249"/>
                </a:lnTo>
                <a:lnTo>
                  <a:pt x="262490" y="168152"/>
                </a:lnTo>
                <a:lnTo>
                  <a:pt x="305893" y="150729"/>
                </a:lnTo>
                <a:lnTo>
                  <a:pt x="352249" y="134025"/>
                </a:lnTo>
                <a:lnTo>
                  <a:pt x="401482" y="118083"/>
                </a:lnTo>
                <a:lnTo>
                  <a:pt x="453515" y="102948"/>
                </a:lnTo>
                <a:lnTo>
                  <a:pt x="508270" y="88661"/>
                </a:lnTo>
                <a:lnTo>
                  <a:pt x="565672" y="75268"/>
                </a:lnTo>
                <a:lnTo>
                  <a:pt x="625643" y="62811"/>
                </a:lnTo>
                <a:lnTo>
                  <a:pt x="688106" y="51334"/>
                </a:lnTo>
                <a:lnTo>
                  <a:pt x="752985" y="40880"/>
                </a:lnTo>
                <a:lnTo>
                  <a:pt x="820203" y="31494"/>
                </a:lnTo>
                <a:lnTo>
                  <a:pt x="889682" y="23219"/>
                </a:lnTo>
                <a:lnTo>
                  <a:pt x="961347" y="16098"/>
                </a:lnTo>
                <a:lnTo>
                  <a:pt x="1023433" y="11013"/>
                </a:lnTo>
                <a:lnTo>
                  <a:pt x="1085586" y="6908"/>
                </a:lnTo>
                <a:lnTo>
                  <a:pt x="1147720" y="3770"/>
                </a:lnTo>
                <a:lnTo>
                  <a:pt x="1209749" y="1583"/>
                </a:lnTo>
                <a:lnTo>
                  <a:pt x="1271588" y="331"/>
                </a:lnTo>
                <a:lnTo>
                  <a:pt x="1333150" y="0"/>
                </a:lnTo>
                <a:lnTo>
                  <a:pt x="1394351" y="574"/>
                </a:lnTo>
                <a:lnTo>
                  <a:pt x="1455103" y="2038"/>
                </a:lnTo>
                <a:lnTo>
                  <a:pt x="1515323" y="4378"/>
                </a:lnTo>
                <a:lnTo>
                  <a:pt x="1574924" y="7579"/>
                </a:lnTo>
                <a:lnTo>
                  <a:pt x="1633820" y="11624"/>
                </a:lnTo>
                <a:lnTo>
                  <a:pt x="1691925" y="16500"/>
                </a:lnTo>
                <a:lnTo>
                  <a:pt x="1749155" y="22190"/>
                </a:lnTo>
                <a:lnTo>
                  <a:pt x="1805423" y="28681"/>
                </a:lnTo>
                <a:lnTo>
                  <a:pt x="1860644" y="35956"/>
                </a:lnTo>
                <a:lnTo>
                  <a:pt x="1914731" y="44001"/>
                </a:lnTo>
                <a:lnTo>
                  <a:pt x="1967600" y="52801"/>
                </a:lnTo>
                <a:lnTo>
                  <a:pt x="2019164" y="62340"/>
                </a:lnTo>
                <a:lnTo>
                  <a:pt x="2069338" y="72604"/>
                </a:lnTo>
                <a:lnTo>
                  <a:pt x="2118036" y="83577"/>
                </a:lnTo>
                <a:lnTo>
                  <a:pt x="2165172" y="95244"/>
                </a:lnTo>
                <a:lnTo>
                  <a:pt x="2210661" y="107591"/>
                </a:lnTo>
                <a:lnTo>
                  <a:pt x="2254417" y="120602"/>
                </a:lnTo>
                <a:lnTo>
                  <a:pt x="2296355" y="134262"/>
                </a:lnTo>
                <a:lnTo>
                  <a:pt x="2336388" y="148556"/>
                </a:lnTo>
                <a:lnTo>
                  <a:pt x="2374431" y="163469"/>
                </a:lnTo>
                <a:lnTo>
                  <a:pt x="2410399" y="178986"/>
                </a:lnTo>
                <a:lnTo>
                  <a:pt x="2475764" y="211771"/>
                </a:lnTo>
                <a:lnTo>
                  <a:pt x="2531798" y="246790"/>
                </a:lnTo>
                <a:lnTo>
                  <a:pt x="2577815" y="283923"/>
                </a:lnTo>
                <a:lnTo>
                  <a:pt x="2618452" y="330625"/>
                </a:lnTo>
                <a:lnTo>
                  <a:pt x="2643680" y="385706"/>
                </a:lnTo>
                <a:lnTo>
                  <a:pt x="2647488" y="413237"/>
                </a:lnTo>
                <a:lnTo>
                  <a:pt x="2645541" y="440647"/>
                </a:lnTo>
                <a:lnTo>
                  <a:pt x="2624743" y="494763"/>
                </a:lnTo>
                <a:lnTo>
                  <a:pt x="2581994" y="547370"/>
                </a:lnTo>
                <a:lnTo>
                  <a:pt x="2552609" y="572895"/>
                </a:lnTo>
                <a:lnTo>
                  <a:pt x="2518003" y="597786"/>
                </a:lnTo>
                <a:lnTo>
                  <a:pt x="2478263" y="621958"/>
                </a:lnTo>
                <a:lnTo>
                  <a:pt x="2433479" y="645326"/>
                </a:lnTo>
                <a:lnTo>
                  <a:pt x="2383738" y="667804"/>
                </a:lnTo>
                <a:lnTo>
                  <a:pt x="2329130" y="689307"/>
                </a:lnTo>
                <a:lnTo>
                  <a:pt x="2269743" y="709749"/>
                </a:lnTo>
                <a:lnTo>
                  <a:pt x="2205665" y="729045"/>
                </a:lnTo>
                <a:lnTo>
                  <a:pt x="2136986" y="747110"/>
                </a:lnTo>
                <a:lnTo>
                  <a:pt x="3060149" y="1497299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9740" y="804748"/>
            <a:ext cx="369125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>
                <a:solidFill>
                  <a:srgbClr val="EAEAEA"/>
                </a:solidFill>
                <a:latin typeface="宋体"/>
                <a:cs typeface="宋体"/>
              </a:rPr>
              <a:t>二</a:t>
            </a:r>
            <a:r>
              <a:rPr dirty="0" spc="5">
                <a:solidFill>
                  <a:srgbClr val="EAEAEA"/>
                </a:solidFill>
                <a:latin typeface="宋体"/>
                <a:cs typeface="宋体"/>
              </a:rPr>
              <a:t>.</a:t>
            </a:r>
            <a:r>
              <a:rPr dirty="0" spc="-85">
                <a:solidFill>
                  <a:srgbClr val="EAEAEA"/>
                </a:solidFill>
                <a:latin typeface="宋体"/>
                <a:cs typeface="宋体"/>
              </a:rPr>
              <a:t> </a:t>
            </a:r>
            <a:r>
              <a:rPr dirty="0" u="heavy" spc="-8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</a:rPr>
              <a:t>DFA</a:t>
            </a:r>
            <a:r>
              <a:rPr dirty="0" u="heavy" spc="-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</a:rPr>
              <a:t>的等价表示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5142" y="1702435"/>
            <a:ext cx="5187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153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形式定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5950" y="1702435"/>
            <a:ext cx="1808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71800" y="1810511"/>
            <a:ext cx="851915" cy="289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71800" y="1810511"/>
            <a:ext cx="852169" cy="289560"/>
          </a:xfrm>
          <a:custGeom>
            <a:avLst/>
            <a:gdLst/>
            <a:ahLst/>
            <a:cxnLst/>
            <a:rect l="l" t="t" r="r" b="b"/>
            <a:pathLst>
              <a:path w="852170" h="289560">
                <a:moveTo>
                  <a:pt x="0" y="144779"/>
                </a:moveTo>
                <a:lnTo>
                  <a:pt x="169925" y="0"/>
                </a:lnTo>
                <a:lnTo>
                  <a:pt x="169925" y="72389"/>
                </a:lnTo>
                <a:lnTo>
                  <a:pt x="681989" y="72389"/>
                </a:lnTo>
                <a:lnTo>
                  <a:pt x="681989" y="0"/>
                </a:lnTo>
                <a:lnTo>
                  <a:pt x="851915" y="144779"/>
                </a:lnTo>
                <a:lnTo>
                  <a:pt x="681989" y="289560"/>
                </a:lnTo>
                <a:lnTo>
                  <a:pt x="681989" y="217170"/>
                </a:lnTo>
                <a:lnTo>
                  <a:pt x="169925" y="217170"/>
                </a:lnTo>
                <a:lnTo>
                  <a:pt x="169925" y="289560"/>
                </a:lnTo>
                <a:lnTo>
                  <a:pt x="0" y="144779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19800" y="1810511"/>
            <a:ext cx="851916" cy="289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19800" y="1810511"/>
            <a:ext cx="852169" cy="289560"/>
          </a:xfrm>
          <a:custGeom>
            <a:avLst/>
            <a:gdLst/>
            <a:ahLst/>
            <a:cxnLst/>
            <a:rect l="l" t="t" r="r" b="b"/>
            <a:pathLst>
              <a:path w="852170" h="289560">
                <a:moveTo>
                  <a:pt x="0" y="144779"/>
                </a:moveTo>
                <a:lnTo>
                  <a:pt x="169925" y="0"/>
                </a:lnTo>
                <a:lnTo>
                  <a:pt x="169925" y="72389"/>
                </a:lnTo>
                <a:lnTo>
                  <a:pt x="681990" y="72389"/>
                </a:lnTo>
                <a:lnTo>
                  <a:pt x="681990" y="0"/>
                </a:lnTo>
                <a:lnTo>
                  <a:pt x="851916" y="144779"/>
                </a:lnTo>
                <a:lnTo>
                  <a:pt x="681990" y="289560"/>
                </a:lnTo>
                <a:lnTo>
                  <a:pt x="681990" y="217170"/>
                </a:lnTo>
                <a:lnTo>
                  <a:pt x="169925" y="217170"/>
                </a:lnTo>
                <a:lnTo>
                  <a:pt x="169925" y="289560"/>
                </a:lnTo>
                <a:lnTo>
                  <a:pt x="0" y="144779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9862" y="2515361"/>
            <a:ext cx="8402320" cy="3880485"/>
          </a:xfrm>
          <a:custGeom>
            <a:avLst/>
            <a:gdLst/>
            <a:ahLst/>
            <a:cxnLst/>
            <a:rect l="l" t="t" r="r" b="b"/>
            <a:pathLst>
              <a:path w="8402320" h="3880485">
                <a:moveTo>
                  <a:pt x="0" y="3880104"/>
                </a:moveTo>
                <a:lnTo>
                  <a:pt x="8401812" y="3880104"/>
                </a:lnTo>
                <a:lnTo>
                  <a:pt x="8401812" y="0"/>
                </a:lnTo>
                <a:lnTo>
                  <a:pt x="0" y="0"/>
                </a:lnTo>
                <a:lnTo>
                  <a:pt x="0" y="38801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4040" y="2292859"/>
            <a:ext cx="6648450" cy="1400810"/>
          </a:xfrm>
          <a:prstGeom prst="rect">
            <a:avLst/>
          </a:prstGeom>
        </p:spPr>
        <p:txBody>
          <a:bodyPr wrap="square" lIns="0" tIns="259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2.20:</a:t>
            </a:r>
            <a:endParaRPr sz="3200">
              <a:latin typeface="Times New Roman"/>
              <a:cs typeface="Times New Roman"/>
            </a:endParaRPr>
          </a:p>
          <a:p>
            <a:pPr marL="648335">
              <a:lnSpc>
                <a:spcPct val="100000"/>
              </a:lnSpc>
              <a:spcBef>
                <a:spcPts val="1685"/>
              </a:spcBef>
              <a:tabLst>
                <a:tab pos="1510665" algn="l"/>
                <a:tab pos="5377180" algn="l"/>
              </a:tabLst>
            </a:pPr>
            <a:r>
              <a:rPr dirty="0" sz="2800" spc="-75" b="1">
                <a:solidFill>
                  <a:srgbClr val="CCEBFF"/>
                </a:solidFill>
                <a:latin typeface="Times New Roman"/>
                <a:cs typeface="Times New Roman"/>
              </a:rPr>
              <a:t>DFA	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M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{0,1,2,3}, 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},</a:t>
            </a:r>
            <a:r>
              <a:rPr dirty="0" sz="2800" spc="3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800" spc="20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,	0 ,</a:t>
            </a:r>
            <a:r>
              <a:rPr dirty="0" sz="2800" spc="-8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{3}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4894" y="4356353"/>
            <a:ext cx="1448435" cy="196151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131600"/>
              </a:lnSpc>
              <a:spcBef>
                <a:spcPts val="185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56075" y="4356353"/>
            <a:ext cx="1447800" cy="196151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131600"/>
              </a:lnSpc>
              <a:spcBef>
                <a:spcPts val="185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39261" y="3734561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44973" y="3734561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 h="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82461" y="3734561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 h="0">
                <a:moveTo>
                  <a:pt x="0" y="0"/>
                </a:moveTo>
                <a:lnTo>
                  <a:pt x="400812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30161" y="3734561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 h="0">
                <a:moveTo>
                  <a:pt x="0" y="0"/>
                </a:moveTo>
                <a:lnTo>
                  <a:pt x="400812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21429" y="375704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87595" y="3742080"/>
            <a:ext cx="20637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65" b="1" i="1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43040" y="3757041"/>
            <a:ext cx="9093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8453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34861" y="4630673"/>
            <a:ext cx="248920" cy="1466215"/>
          </a:xfrm>
          <a:custGeom>
            <a:avLst/>
            <a:gdLst/>
            <a:ahLst/>
            <a:cxnLst/>
            <a:rect l="l" t="t" r="r" b="b"/>
            <a:pathLst>
              <a:path w="248920" h="1466214">
                <a:moveTo>
                  <a:pt x="0" y="0"/>
                </a:moveTo>
                <a:lnTo>
                  <a:pt x="48339" y="9630"/>
                </a:lnTo>
                <a:lnTo>
                  <a:pt x="87820" y="35893"/>
                </a:lnTo>
                <a:lnTo>
                  <a:pt x="114442" y="74848"/>
                </a:lnTo>
                <a:lnTo>
                  <a:pt x="124205" y="122555"/>
                </a:lnTo>
                <a:lnTo>
                  <a:pt x="124205" y="610488"/>
                </a:lnTo>
                <a:lnTo>
                  <a:pt x="133969" y="658195"/>
                </a:lnTo>
                <a:lnTo>
                  <a:pt x="160591" y="697150"/>
                </a:lnTo>
                <a:lnTo>
                  <a:pt x="200072" y="723413"/>
                </a:lnTo>
                <a:lnTo>
                  <a:pt x="248412" y="733044"/>
                </a:lnTo>
                <a:lnTo>
                  <a:pt x="200072" y="742674"/>
                </a:lnTo>
                <a:lnTo>
                  <a:pt x="160591" y="768937"/>
                </a:lnTo>
                <a:lnTo>
                  <a:pt x="133969" y="807892"/>
                </a:lnTo>
                <a:lnTo>
                  <a:pt x="124205" y="855598"/>
                </a:lnTo>
                <a:lnTo>
                  <a:pt x="124205" y="1343469"/>
                </a:lnTo>
                <a:lnTo>
                  <a:pt x="114442" y="1391196"/>
                </a:lnTo>
                <a:lnTo>
                  <a:pt x="87820" y="1430172"/>
                </a:lnTo>
                <a:lnTo>
                  <a:pt x="48339" y="1456451"/>
                </a:lnTo>
                <a:lnTo>
                  <a:pt x="0" y="14660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776973" y="5222849"/>
            <a:ext cx="144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0842" y="768172"/>
            <a:ext cx="28695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95"/>
              </a:spcBef>
              <a:buClr>
                <a:srgbClr val="66FFFF"/>
              </a:buClr>
              <a:buSzPct val="119642"/>
              <a:buFont typeface="Wingdings"/>
              <a:buChar char=""/>
              <a:tabLst>
                <a:tab pos="360680" algn="l"/>
              </a:tabLst>
            </a:pPr>
            <a:r>
              <a:rPr dirty="0" u="heavy" sz="2800" spc="-1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状态转换表表示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3717" y="2658617"/>
            <a:ext cx="3904615" cy="0"/>
          </a:xfrm>
          <a:custGeom>
            <a:avLst/>
            <a:gdLst/>
            <a:ahLst/>
            <a:cxnLst/>
            <a:rect l="l" t="t" r="r" b="b"/>
            <a:pathLst>
              <a:path w="3904615" h="0">
                <a:moveTo>
                  <a:pt x="0" y="0"/>
                </a:moveTo>
                <a:lnTo>
                  <a:pt x="3904487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3905" y="2049017"/>
            <a:ext cx="3906520" cy="0"/>
          </a:xfrm>
          <a:custGeom>
            <a:avLst/>
            <a:gdLst/>
            <a:ahLst/>
            <a:cxnLst/>
            <a:rect l="l" t="t" r="r" b="b"/>
            <a:pathLst>
              <a:path w="3906520" h="0">
                <a:moveTo>
                  <a:pt x="0" y="0"/>
                </a:moveTo>
                <a:lnTo>
                  <a:pt x="3906011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10105" y="5897117"/>
            <a:ext cx="3906520" cy="0"/>
          </a:xfrm>
          <a:custGeom>
            <a:avLst/>
            <a:gdLst/>
            <a:ahLst/>
            <a:cxnLst/>
            <a:rect l="l" t="t" r="r" b="b"/>
            <a:pathLst>
              <a:path w="3906520" h="0">
                <a:moveTo>
                  <a:pt x="0" y="0"/>
                </a:moveTo>
                <a:lnTo>
                  <a:pt x="3906011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68117" y="2029205"/>
            <a:ext cx="0" cy="3848100"/>
          </a:xfrm>
          <a:custGeom>
            <a:avLst/>
            <a:gdLst/>
            <a:ahLst/>
            <a:cxnLst/>
            <a:rect l="l" t="t" r="r" b="b"/>
            <a:pathLst>
              <a:path w="0" h="3848100">
                <a:moveTo>
                  <a:pt x="0" y="0"/>
                </a:moveTo>
                <a:lnTo>
                  <a:pt x="0" y="384810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95905" y="2715005"/>
            <a:ext cx="2819400" cy="3124200"/>
          </a:xfrm>
          <a:custGeom>
            <a:avLst/>
            <a:gdLst/>
            <a:ahLst/>
            <a:cxnLst/>
            <a:rect l="l" t="t" r="r" b="b"/>
            <a:pathLst>
              <a:path w="2819400" h="3124200">
                <a:moveTo>
                  <a:pt x="0" y="1562100"/>
                </a:moveTo>
                <a:lnTo>
                  <a:pt x="724" y="1511544"/>
                </a:lnTo>
                <a:lnTo>
                  <a:pt x="2882" y="1461390"/>
                </a:lnTo>
                <a:lnTo>
                  <a:pt x="6453" y="1411661"/>
                </a:lnTo>
                <a:lnTo>
                  <a:pt x="11414" y="1362381"/>
                </a:lnTo>
                <a:lnTo>
                  <a:pt x="17744" y="1313576"/>
                </a:lnTo>
                <a:lnTo>
                  <a:pt x="25420" y="1265268"/>
                </a:lnTo>
                <a:lnTo>
                  <a:pt x="34421" y="1217482"/>
                </a:lnTo>
                <a:lnTo>
                  <a:pt x="44725" y="1170243"/>
                </a:lnTo>
                <a:lnTo>
                  <a:pt x="56310" y="1123575"/>
                </a:lnTo>
                <a:lnTo>
                  <a:pt x="69153" y="1077501"/>
                </a:lnTo>
                <a:lnTo>
                  <a:pt x="83234" y="1032047"/>
                </a:lnTo>
                <a:lnTo>
                  <a:pt x="98531" y="987236"/>
                </a:lnTo>
                <a:lnTo>
                  <a:pt x="115020" y="943093"/>
                </a:lnTo>
                <a:lnTo>
                  <a:pt x="132681" y="899642"/>
                </a:lnTo>
                <a:lnTo>
                  <a:pt x="151492" y="856908"/>
                </a:lnTo>
                <a:lnTo>
                  <a:pt x="171431" y="814913"/>
                </a:lnTo>
                <a:lnTo>
                  <a:pt x="192475" y="773683"/>
                </a:lnTo>
                <a:lnTo>
                  <a:pt x="214603" y="733243"/>
                </a:lnTo>
                <a:lnTo>
                  <a:pt x="237794" y="693615"/>
                </a:lnTo>
                <a:lnTo>
                  <a:pt x="262024" y="654825"/>
                </a:lnTo>
                <a:lnTo>
                  <a:pt x="287273" y="616897"/>
                </a:lnTo>
                <a:lnTo>
                  <a:pt x="313519" y="579854"/>
                </a:lnTo>
                <a:lnTo>
                  <a:pt x="340739" y="543722"/>
                </a:lnTo>
                <a:lnTo>
                  <a:pt x="368911" y="508524"/>
                </a:lnTo>
                <a:lnTo>
                  <a:pt x="398014" y="474285"/>
                </a:lnTo>
                <a:lnTo>
                  <a:pt x="428027" y="441029"/>
                </a:lnTo>
                <a:lnTo>
                  <a:pt x="458926" y="408780"/>
                </a:lnTo>
                <a:lnTo>
                  <a:pt x="490690" y="377563"/>
                </a:lnTo>
                <a:lnTo>
                  <a:pt x="523298" y="347401"/>
                </a:lnTo>
                <a:lnTo>
                  <a:pt x="556726" y="318319"/>
                </a:lnTo>
                <a:lnTo>
                  <a:pt x="590955" y="290341"/>
                </a:lnTo>
                <a:lnTo>
                  <a:pt x="625960" y="263491"/>
                </a:lnTo>
                <a:lnTo>
                  <a:pt x="661722" y="237795"/>
                </a:lnTo>
                <a:lnTo>
                  <a:pt x="698217" y="213275"/>
                </a:lnTo>
                <a:lnTo>
                  <a:pt x="735424" y="189956"/>
                </a:lnTo>
                <a:lnTo>
                  <a:pt x="773322" y="167863"/>
                </a:lnTo>
                <a:lnTo>
                  <a:pt x="811887" y="147019"/>
                </a:lnTo>
                <a:lnTo>
                  <a:pt x="851099" y="127449"/>
                </a:lnTo>
                <a:lnTo>
                  <a:pt x="890935" y="109178"/>
                </a:lnTo>
                <a:lnTo>
                  <a:pt x="931373" y="92229"/>
                </a:lnTo>
                <a:lnTo>
                  <a:pt x="972392" y="76626"/>
                </a:lnTo>
                <a:lnTo>
                  <a:pt x="1013970" y="62394"/>
                </a:lnTo>
                <a:lnTo>
                  <a:pt x="1056084" y="49558"/>
                </a:lnTo>
                <a:lnTo>
                  <a:pt x="1098714" y="38141"/>
                </a:lnTo>
                <a:lnTo>
                  <a:pt x="1141836" y="28167"/>
                </a:lnTo>
                <a:lnTo>
                  <a:pt x="1185430" y="19661"/>
                </a:lnTo>
                <a:lnTo>
                  <a:pt x="1229473" y="12648"/>
                </a:lnTo>
                <a:lnTo>
                  <a:pt x="1273943" y="7150"/>
                </a:lnTo>
                <a:lnTo>
                  <a:pt x="1318819" y="3194"/>
                </a:lnTo>
                <a:lnTo>
                  <a:pt x="1364078" y="802"/>
                </a:lnTo>
                <a:lnTo>
                  <a:pt x="1409699" y="0"/>
                </a:lnTo>
                <a:lnTo>
                  <a:pt x="1455321" y="802"/>
                </a:lnTo>
                <a:lnTo>
                  <a:pt x="1500580" y="3194"/>
                </a:lnTo>
                <a:lnTo>
                  <a:pt x="1545456" y="7150"/>
                </a:lnTo>
                <a:lnTo>
                  <a:pt x="1589926" y="12648"/>
                </a:lnTo>
                <a:lnTo>
                  <a:pt x="1633969" y="19661"/>
                </a:lnTo>
                <a:lnTo>
                  <a:pt x="1677563" y="28167"/>
                </a:lnTo>
                <a:lnTo>
                  <a:pt x="1720685" y="38141"/>
                </a:lnTo>
                <a:lnTo>
                  <a:pt x="1763315" y="49558"/>
                </a:lnTo>
                <a:lnTo>
                  <a:pt x="1805429" y="62394"/>
                </a:lnTo>
                <a:lnTo>
                  <a:pt x="1847007" y="76626"/>
                </a:lnTo>
                <a:lnTo>
                  <a:pt x="1888026" y="92229"/>
                </a:lnTo>
                <a:lnTo>
                  <a:pt x="1928464" y="109178"/>
                </a:lnTo>
                <a:lnTo>
                  <a:pt x="1968300" y="127449"/>
                </a:lnTo>
                <a:lnTo>
                  <a:pt x="2007512" y="147019"/>
                </a:lnTo>
                <a:lnTo>
                  <a:pt x="2046077" y="167863"/>
                </a:lnTo>
                <a:lnTo>
                  <a:pt x="2083975" y="189956"/>
                </a:lnTo>
                <a:lnTo>
                  <a:pt x="2121182" y="213275"/>
                </a:lnTo>
                <a:lnTo>
                  <a:pt x="2157677" y="237795"/>
                </a:lnTo>
                <a:lnTo>
                  <a:pt x="2193439" y="263491"/>
                </a:lnTo>
                <a:lnTo>
                  <a:pt x="2228444" y="290341"/>
                </a:lnTo>
                <a:lnTo>
                  <a:pt x="2262673" y="318319"/>
                </a:lnTo>
                <a:lnTo>
                  <a:pt x="2296101" y="347401"/>
                </a:lnTo>
                <a:lnTo>
                  <a:pt x="2328709" y="377563"/>
                </a:lnTo>
                <a:lnTo>
                  <a:pt x="2360473" y="408780"/>
                </a:lnTo>
                <a:lnTo>
                  <a:pt x="2391372" y="441029"/>
                </a:lnTo>
                <a:lnTo>
                  <a:pt x="2421385" y="474285"/>
                </a:lnTo>
                <a:lnTo>
                  <a:pt x="2450488" y="508524"/>
                </a:lnTo>
                <a:lnTo>
                  <a:pt x="2478660" y="543722"/>
                </a:lnTo>
                <a:lnTo>
                  <a:pt x="2505880" y="579854"/>
                </a:lnTo>
                <a:lnTo>
                  <a:pt x="2532126" y="616897"/>
                </a:lnTo>
                <a:lnTo>
                  <a:pt x="2557375" y="654825"/>
                </a:lnTo>
                <a:lnTo>
                  <a:pt x="2581605" y="693615"/>
                </a:lnTo>
                <a:lnTo>
                  <a:pt x="2604796" y="733243"/>
                </a:lnTo>
                <a:lnTo>
                  <a:pt x="2626924" y="773683"/>
                </a:lnTo>
                <a:lnTo>
                  <a:pt x="2647968" y="814913"/>
                </a:lnTo>
                <a:lnTo>
                  <a:pt x="2667907" y="856908"/>
                </a:lnTo>
                <a:lnTo>
                  <a:pt x="2686718" y="899642"/>
                </a:lnTo>
                <a:lnTo>
                  <a:pt x="2704379" y="943093"/>
                </a:lnTo>
                <a:lnTo>
                  <a:pt x="2720868" y="987236"/>
                </a:lnTo>
                <a:lnTo>
                  <a:pt x="2736165" y="1032047"/>
                </a:lnTo>
                <a:lnTo>
                  <a:pt x="2750246" y="1077501"/>
                </a:lnTo>
                <a:lnTo>
                  <a:pt x="2763089" y="1123575"/>
                </a:lnTo>
                <a:lnTo>
                  <a:pt x="2774674" y="1170243"/>
                </a:lnTo>
                <a:lnTo>
                  <a:pt x="2784978" y="1217482"/>
                </a:lnTo>
                <a:lnTo>
                  <a:pt x="2793979" y="1265268"/>
                </a:lnTo>
                <a:lnTo>
                  <a:pt x="2801655" y="1313576"/>
                </a:lnTo>
                <a:lnTo>
                  <a:pt x="2807985" y="1362381"/>
                </a:lnTo>
                <a:lnTo>
                  <a:pt x="2812946" y="1411661"/>
                </a:lnTo>
                <a:lnTo>
                  <a:pt x="2816517" y="1461390"/>
                </a:lnTo>
                <a:lnTo>
                  <a:pt x="2818675" y="1511544"/>
                </a:lnTo>
                <a:lnTo>
                  <a:pt x="2819399" y="1562100"/>
                </a:lnTo>
                <a:lnTo>
                  <a:pt x="2818675" y="1612655"/>
                </a:lnTo>
                <a:lnTo>
                  <a:pt x="2816517" y="1662809"/>
                </a:lnTo>
                <a:lnTo>
                  <a:pt x="2812946" y="1712538"/>
                </a:lnTo>
                <a:lnTo>
                  <a:pt x="2807985" y="1761818"/>
                </a:lnTo>
                <a:lnTo>
                  <a:pt x="2801655" y="1810623"/>
                </a:lnTo>
                <a:lnTo>
                  <a:pt x="2793979" y="1858931"/>
                </a:lnTo>
                <a:lnTo>
                  <a:pt x="2784978" y="1906717"/>
                </a:lnTo>
                <a:lnTo>
                  <a:pt x="2774674" y="1953956"/>
                </a:lnTo>
                <a:lnTo>
                  <a:pt x="2763089" y="2000624"/>
                </a:lnTo>
                <a:lnTo>
                  <a:pt x="2750246" y="2046698"/>
                </a:lnTo>
                <a:lnTo>
                  <a:pt x="2736165" y="2092152"/>
                </a:lnTo>
                <a:lnTo>
                  <a:pt x="2720868" y="2136963"/>
                </a:lnTo>
                <a:lnTo>
                  <a:pt x="2704379" y="2181106"/>
                </a:lnTo>
                <a:lnTo>
                  <a:pt x="2686718" y="2224557"/>
                </a:lnTo>
                <a:lnTo>
                  <a:pt x="2667907" y="2267291"/>
                </a:lnTo>
                <a:lnTo>
                  <a:pt x="2647968" y="2309286"/>
                </a:lnTo>
                <a:lnTo>
                  <a:pt x="2626924" y="2350516"/>
                </a:lnTo>
                <a:lnTo>
                  <a:pt x="2604796" y="2390956"/>
                </a:lnTo>
                <a:lnTo>
                  <a:pt x="2581605" y="2430584"/>
                </a:lnTo>
                <a:lnTo>
                  <a:pt x="2557375" y="2469374"/>
                </a:lnTo>
                <a:lnTo>
                  <a:pt x="2532126" y="2507302"/>
                </a:lnTo>
                <a:lnTo>
                  <a:pt x="2505880" y="2544345"/>
                </a:lnTo>
                <a:lnTo>
                  <a:pt x="2478660" y="2580477"/>
                </a:lnTo>
                <a:lnTo>
                  <a:pt x="2450488" y="2615675"/>
                </a:lnTo>
                <a:lnTo>
                  <a:pt x="2421385" y="2649914"/>
                </a:lnTo>
                <a:lnTo>
                  <a:pt x="2391372" y="2683170"/>
                </a:lnTo>
                <a:lnTo>
                  <a:pt x="2360473" y="2715419"/>
                </a:lnTo>
                <a:lnTo>
                  <a:pt x="2328709" y="2746636"/>
                </a:lnTo>
                <a:lnTo>
                  <a:pt x="2296101" y="2776798"/>
                </a:lnTo>
                <a:lnTo>
                  <a:pt x="2262673" y="2805880"/>
                </a:lnTo>
                <a:lnTo>
                  <a:pt x="2228444" y="2833858"/>
                </a:lnTo>
                <a:lnTo>
                  <a:pt x="2193439" y="2860708"/>
                </a:lnTo>
                <a:lnTo>
                  <a:pt x="2157677" y="2886404"/>
                </a:lnTo>
                <a:lnTo>
                  <a:pt x="2121182" y="2910924"/>
                </a:lnTo>
                <a:lnTo>
                  <a:pt x="2083975" y="2934243"/>
                </a:lnTo>
                <a:lnTo>
                  <a:pt x="2046077" y="2956336"/>
                </a:lnTo>
                <a:lnTo>
                  <a:pt x="2007512" y="2977180"/>
                </a:lnTo>
                <a:lnTo>
                  <a:pt x="1968300" y="2996750"/>
                </a:lnTo>
                <a:lnTo>
                  <a:pt x="1928464" y="3015021"/>
                </a:lnTo>
                <a:lnTo>
                  <a:pt x="1888026" y="3031970"/>
                </a:lnTo>
                <a:lnTo>
                  <a:pt x="1847007" y="3047573"/>
                </a:lnTo>
                <a:lnTo>
                  <a:pt x="1805429" y="3061805"/>
                </a:lnTo>
                <a:lnTo>
                  <a:pt x="1763315" y="3074641"/>
                </a:lnTo>
                <a:lnTo>
                  <a:pt x="1720685" y="3086058"/>
                </a:lnTo>
                <a:lnTo>
                  <a:pt x="1677563" y="3096032"/>
                </a:lnTo>
                <a:lnTo>
                  <a:pt x="1633969" y="3104538"/>
                </a:lnTo>
                <a:lnTo>
                  <a:pt x="1589926" y="3111551"/>
                </a:lnTo>
                <a:lnTo>
                  <a:pt x="1545456" y="3117049"/>
                </a:lnTo>
                <a:lnTo>
                  <a:pt x="1500580" y="3121005"/>
                </a:lnTo>
                <a:lnTo>
                  <a:pt x="1455321" y="3123397"/>
                </a:lnTo>
                <a:lnTo>
                  <a:pt x="1409699" y="3124200"/>
                </a:lnTo>
                <a:lnTo>
                  <a:pt x="1364078" y="3123397"/>
                </a:lnTo>
                <a:lnTo>
                  <a:pt x="1318819" y="3121005"/>
                </a:lnTo>
                <a:lnTo>
                  <a:pt x="1273943" y="3117049"/>
                </a:lnTo>
                <a:lnTo>
                  <a:pt x="1229473" y="3111551"/>
                </a:lnTo>
                <a:lnTo>
                  <a:pt x="1185430" y="3104538"/>
                </a:lnTo>
                <a:lnTo>
                  <a:pt x="1141836" y="3096032"/>
                </a:lnTo>
                <a:lnTo>
                  <a:pt x="1098714" y="3086058"/>
                </a:lnTo>
                <a:lnTo>
                  <a:pt x="1056084" y="3074641"/>
                </a:lnTo>
                <a:lnTo>
                  <a:pt x="1013970" y="3061805"/>
                </a:lnTo>
                <a:lnTo>
                  <a:pt x="972392" y="3047573"/>
                </a:lnTo>
                <a:lnTo>
                  <a:pt x="931373" y="3031970"/>
                </a:lnTo>
                <a:lnTo>
                  <a:pt x="890935" y="3015021"/>
                </a:lnTo>
                <a:lnTo>
                  <a:pt x="851099" y="2996750"/>
                </a:lnTo>
                <a:lnTo>
                  <a:pt x="811887" y="2977180"/>
                </a:lnTo>
                <a:lnTo>
                  <a:pt x="773322" y="2956336"/>
                </a:lnTo>
                <a:lnTo>
                  <a:pt x="735424" y="2934243"/>
                </a:lnTo>
                <a:lnTo>
                  <a:pt x="698217" y="2910924"/>
                </a:lnTo>
                <a:lnTo>
                  <a:pt x="661722" y="2886404"/>
                </a:lnTo>
                <a:lnTo>
                  <a:pt x="625960" y="2860708"/>
                </a:lnTo>
                <a:lnTo>
                  <a:pt x="590955" y="2833858"/>
                </a:lnTo>
                <a:lnTo>
                  <a:pt x="556726" y="2805880"/>
                </a:lnTo>
                <a:lnTo>
                  <a:pt x="523298" y="2776798"/>
                </a:lnTo>
                <a:lnTo>
                  <a:pt x="490690" y="2746636"/>
                </a:lnTo>
                <a:lnTo>
                  <a:pt x="458926" y="2715419"/>
                </a:lnTo>
                <a:lnTo>
                  <a:pt x="428027" y="2683170"/>
                </a:lnTo>
                <a:lnTo>
                  <a:pt x="398014" y="2649914"/>
                </a:lnTo>
                <a:lnTo>
                  <a:pt x="368911" y="2615675"/>
                </a:lnTo>
                <a:lnTo>
                  <a:pt x="340739" y="2580477"/>
                </a:lnTo>
                <a:lnTo>
                  <a:pt x="313519" y="2544345"/>
                </a:lnTo>
                <a:lnTo>
                  <a:pt x="287273" y="2507302"/>
                </a:lnTo>
                <a:lnTo>
                  <a:pt x="262024" y="2469374"/>
                </a:lnTo>
                <a:lnTo>
                  <a:pt x="237794" y="2430584"/>
                </a:lnTo>
                <a:lnTo>
                  <a:pt x="214603" y="2390956"/>
                </a:lnTo>
                <a:lnTo>
                  <a:pt x="192475" y="2350516"/>
                </a:lnTo>
                <a:lnTo>
                  <a:pt x="171431" y="2309286"/>
                </a:lnTo>
                <a:lnTo>
                  <a:pt x="151492" y="2267291"/>
                </a:lnTo>
                <a:lnTo>
                  <a:pt x="132681" y="2224557"/>
                </a:lnTo>
                <a:lnTo>
                  <a:pt x="115020" y="2181106"/>
                </a:lnTo>
                <a:lnTo>
                  <a:pt x="98531" y="2136963"/>
                </a:lnTo>
                <a:lnTo>
                  <a:pt x="83234" y="2092152"/>
                </a:lnTo>
                <a:lnTo>
                  <a:pt x="69153" y="2046698"/>
                </a:lnTo>
                <a:lnTo>
                  <a:pt x="56310" y="2000624"/>
                </a:lnTo>
                <a:lnTo>
                  <a:pt x="44725" y="1953956"/>
                </a:lnTo>
                <a:lnTo>
                  <a:pt x="34421" y="1906717"/>
                </a:lnTo>
                <a:lnTo>
                  <a:pt x="25420" y="1858931"/>
                </a:lnTo>
                <a:lnTo>
                  <a:pt x="17744" y="1810623"/>
                </a:lnTo>
                <a:lnTo>
                  <a:pt x="11414" y="1761818"/>
                </a:lnTo>
                <a:lnTo>
                  <a:pt x="6453" y="1712538"/>
                </a:lnTo>
                <a:lnTo>
                  <a:pt x="2882" y="1662809"/>
                </a:lnTo>
                <a:lnTo>
                  <a:pt x="724" y="1612655"/>
                </a:lnTo>
                <a:lnTo>
                  <a:pt x="0" y="15621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35575" y="3781044"/>
            <a:ext cx="546480" cy="7665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4869" y="3972686"/>
            <a:ext cx="40481" cy="3832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34355" y="3972686"/>
            <a:ext cx="20239" cy="3832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35575" y="3781044"/>
            <a:ext cx="546735" cy="767080"/>
          </a:xfrm>
          <a:custGeom>
            <a:avLst/>
            <a:gdLst/>
            <a:ahLst/>
            <a:cxnLst/>
            <a:rect l="l" t="t" r="r" b="b"/>
            <a:pathLst>
              <a:path w="546735" h="767079">
                <a:moveTo>
                  <a:pt x="384555" y="0"/>
                </a:moveTo>
                <a:lnTo>
                  <a:pt x="384555" y="191642"/>
                </a:lnTo>
                <a:lnTo>
                  <a:pt x="0" y="191642"/>
                </a:lnTo>
                <a:lnTo>
                  <a:pt x="0" y="574928"/>
                </a:lnTo>
                <a:lnTo>
                  <a:pt x="384555" y="574928"/>
                </a:lnTo>
                <a:lnTo>
                  <a:pt x="384555" y="766571"/>
                </a:lnTo>
                <a:lnTo>
                  <a:pt x="546480" y="383285"/>
                </a:lnTo>
                <a:lnTo>
                  <a:pt x="384555" y="0"/>
                </a:lnTo>
                <a:close/>
              </a:path>
            </a:pathLst>
          </a:custGeom>
          <a:ln w="9525">
            <a:solidFill>
              <a:srgbClr val="99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4869" y="3972686"/>
            <a:ext cx="40640" cy="383540"/>
          </a:xfrm>
          <a:custGeom>
            <a:avLst/>
            <a:gdLst/>
            <a:ahLst/>
            <a:cxnLst/>
            <a:rect l="l" t="t" r="r" b="b"/>
            <a:pathLst>
              <a:path w="40639" h="383539">
                <a:moveTo>
                  <a:pt x="0" y="383286"/>
                </a:moveTo>
                <a:lnTo>
                  <a:pt x="40481" y="383286"/>
                </a:lnTo>
                <a:lnTo>
                  <a:pt x="40481" y="0"/>
                </a:lnTo>
                <a:lnTo>
                  <a:pt x="0" y="0"/>
                </a:lnTo>
                <a:lnTo>
                  <a:pt x="0" y="383286"/>
                </a:lnTo>
                <a:close/>
              </a:path>
            </a:pathLst>
          </a:custGeom>
          <a:ln w="9525">
            <a:solidFill>
              <a:srgbClr val="99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29593" y="3967924"/>
            <a:ext cx="29845" cy="393065"/>
          </a:xfrm>
          <a:custGeom>
            <a:avLst/>
            <a:gdLst/>
            <a:ahLst/>
            <a:cxnLst/>
            <a:rect l="l" t="t" r="r" b="b"/>
            <a:pathLst>
              <a:path w="29845" h="393064">
                <a:moveTo>
                  <a:pt x="0" y="392811"/>
                </a:moveTo>
                <a:lnTo>
                  <a:pt x="29764" y="392811"/>
                </a:lnTo>
                <a:lnTo>
                  <a:pt x="29764" y="0"/>
                </a:lnTo>
                <a:lnTo>
                  <a:pt x="0" y="0"/>
                </a:lnTo>
                <a:lnTo>
                  <a:pt x="0" y="392811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035802" y="3896995"/>
            <a:ext cx="1612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66238" y="2056638"/>
            <a:ext cx="2301240" cy="401320"/>
          </a:xfrm>
          <a:custGeom>
            <a:avLst/>
            <a:gdLst/>
            <a:ahLst/>
            <a:cxnLst/>
            <a:rect l="l" t="t" r="r" b="b"/>
            <a:pathLst>
              <a:path w="2301240" h="401319">
                <a:moveTo>
                  <a:pt x="0" y="400812"/>
                </a:moveTo>
                <a:lnTo>
                  <a:pt x="5071" y="354840"/>
                </a:lnTo>
                <a:lnTo>
                  <a:pt x="19518" y="312651"/>
                </a:lnTo>
                <a:lnTo>
                  <a:pt x="42187" y="275441"/>
                </a:lnTo>
                <a:lnTo>
                  <a:pt x="71925" y="244413"/>
                </a:lnTo>
                <a:lnTo>
                  <a:pt x="107579" y="220764"/>
                </a:lnTo>
                <a:lnTo>
                  <a:pt x="147996" y="205695"/>
                </a:lnTo>
                <a:lnTo>
                  <a:pt x="192024" y="200406"/>
                </a:lnTo>
                <a:lnTo>
                  <a:pt x="958596" y="200406"/>
                </a:lnTo>
                <a:lnTo>
                  <a:pt x="1002623" y="195116"/>
                </a:lnTo>
                <a:lnTo>
                  <a:pt x="1043040" y="180047"/>
                </a:lnTo>
                <a:lnTo>
                  <a:pt x="1078694" y="156398"/>
                </a:lnTo>
                <a:lnTo>
                  <a:pt x="1108432" y="125370"/>
                </a:lnTo>
                <a:lnTo>
                  <a:pt x="1131101" y="88160"/>
                </a:lnTo>
                <a:lnTo>
                  <a:pt x="1145548" y="45971"/>
                </a:lnTo>
                <a:lnTo>
                  <a:pt x="1150620" y="0"/>
                </a:lnTo>
                <a:lnTo>
                  <a:pt x="1155691" y="45971"/>
                </a:lnTo>
                <a:lnTo>
                  <a:pt x="1170138" y="88160"/>
                </a:lnTo>
                <a:lnTo>
                  <a:pt x="1192807" y="125370"/>
                </a:lnTo>
                <a:lnTo>
                  <a:pt x="1222545" y="156398"/>
                </a:lnTo>
                <a:lnTo>
                  <a:pt x="1258199" y="180047"/>
                </a:lnTo>
                <a:lnTo>
                  <a:pt x="1298616" y="195116"/>
                </a:lnTo>
                <a:lnTo>
                  <a:pt x="1342644" y="200406"/>
                </a:lnTo>
                <a:lnTo>
                  <a:pt x="2109216" y="200406"/>
                </a:lnTo>
                <a:lnTo>
                  <a:pt x="2153243" y="205702"/>
                </a:lnTo>
                <a:lnTo>
                  <a:pt x="2193660" y="220786"/>
                </a:lnTo>
                <a:lnTo>
                  <a:pt x="2229314" y="244453"/>
                </a:lnTo>
                <a:lnTo>
                  <a:pt x="2259052" y="275495"/>
                </a:lnTo>
                <a:lnTo>
                  <a:pt x="2281721" y="312706"/>
                </a:lnTo>
                <a:lnTo>
                  <a:pt x="2296168" y="354880"/>
                </a:lnTo>
                <a:lnTo>
                  <a:pt x="2301240" y="400812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898269" y="1495419"/>
          <a:ext cx="2706370" cy="408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595"/>
                <a:gridCol w="975994"/>
                <a:gridCol w="701039"/>
                <a:gridCol w="457835"/>
              </a:tblGrid>
              <a:tr h="55359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950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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127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6096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3200" b="1" i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3200" b="1" i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0">
                    <a:solidFill>
                      <a:srgbClr val="000000"/>
                    </a:solidFill>
                  </a:tcPr>
                </a:tc>
              </a:tr>
              <a:tr h="8652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987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987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9870">
                    <a:solidFill>
                      <a:srgbClr val="000000"/>
                    </a:solidFill>
                  </a:tcPr>
                </a:tc>
              </a:tr>
              <a:tr h="73154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870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</a:tr>
              <a:tr h="7318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85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</a:tr>
              <a:tr h="591163">
                <a:tc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3*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87020">
                        <a:lnSpc>
                          <a:spcPts val="3795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795"/>
                        </a:lnSpc>
                        <a:spcBef>
                          <a:spcPts val="760"/>
                        </a:spcBef>
                      </a:pPr>
                      <a:r>
                        <a:rPr dirty="0" sz="3200" b="1">
                          <a:solidFill>
                            <a:srgbClr val="CCEB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652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1000505" y="3039617"/>
            <a:ext cx="304800" cy="2456815"/>
          </a:xfrm>
          <a:custGeom>
            <a:avLst/>
            <a:gdLst/>
            <a:ahLst/>
            <a:cxnLst/>
            <a:rect l="l" t="t" r="r" b="b"/>
            <a:pathLst>
              <a:path w="304800" h="2456815">
                <a:moveTo>
                  <a:pt x="304800" y="2456688"/>
                </a:moveTo>
                <a:lnTo>
                  <a:pt x="264287" y="2449372"/>
                </a:lnTo>
                <a:lnTo>
                  <a:pt x="227883" y="2428729"/>
                </a:lnTo>
                <a:lnTo>
                  <a:pt x="197038" y="2396712"/>
                </a:lnTo>
                <a:lnTo>
                  <a:pt x="173208" y="2355276"/>
                </a:lnTo>
                <a:lnTo>
                  <a:pt x="157844" y="2306375"/>
                </a:lnTo>
                <a:lnTo>
                  <a:pt x="152400" y="2251964"/>
                </a:lnTo>
                <a:lnTo>
                  <a:pt x="152400" y="1433068"/>
                </a:lnTo>
                <a:lnTo>
                  <a:pt x="146955" y="1378656"/>
                </a:lnTo>
                <a:lnTo>
                  <a:pt x="131591" y="1329755"/>
                </a:lnTo>
                <a:lnTo>
                  <a:pt x="107761" y="1288319"/>
                </a:lnTo>
                <a:lnTo>
                  <a:pt x="76916" y="1256302"/>
                </a:lnTo>
                <a:lnTo>
                  <a:pt x="40512" y="1235659"/>
                </a:lnTo>
                <a:lnTo>
                  <a:pt x="0" y="1228344"/>
                </a:lnTo>
                <a:lnTo>
                  <a:pt x="40512" y="1221028"/>
                </a:lnTo>
                <a:lnTo>
                  <a:pt x="76916" y="1200385"/>
                </a:lnTo>
                <a:lnTo>
                  <a:pt x="107761" y="1168368"/>
                </a:lnTo>
                <a:lnTo>
                  <a:pt x="131591" y="1126932"/>
                </a:lnTo>
                <a:lnTo>
                  <a:pt x="146955" y="1078031"/>
                </a:lnTo>
                <a:lnTo>
                  <a:pt x="152400" y="1023620"/>
                </a:lnTo>
                <a:lnTo>
                  <a:pt x="152400" y="204724"/>
                </a:lnTo>
                <a:lnTo>
                  <a:pt x="157844" y="150312"/>
                </a:lnTo>
                <a:lnTo>
                  <a:pt x="173208" y="101411"/>
                </a:lnTo>
                <a:lnTo>
                  <a:pt x="197038" y="59975"/>
                </a:lnTo>
                <a:lnTo>
                  <a:pt x="227883" y="27958"/>
                </a:lnTo>
                <a:lnTo>
                  <a:pt x="264287" y="7315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78891" y="3978986"/>
            <a:ext cx="28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8462" y="2641854"/>
            <a:ext cx="1087120" cy="607060"/>
          </a:xfrm>
          <a:custGeom>
            <a:avLst/>
            <a:gdLst/>
            <a:ahLst/>
            <a:cxnLst/>
            <a:rect l="l" t="t" r="r" b="b"/>
            <a:pathLst>
              <a:path w="1087120" h="607060">
                <a:moveTo>
                  <a:pt x="977219" y="568338"/>
                </a:moveTo>
                <a:lnTo>
                  <a:pt x="958850" y="601853"/>
                </a:lnTo>
                <a:lnTo>
                  <a:pt x="1086612" y="606551"/>
                </a:lnTo>
                <a:lnTo>
                  <a:pt x="1066461" y="577469"/>
                </a:lnTo>
                <a:lnTo>
                  <a:pt x="993901" y="577469"/>
                </a:lnTo>
                <a:lnTo>
                  <a:pt x="977219" y="568338"/>
                </a:lnTo>
                <a:close/>
              </a:path>
              <a:path w="1087120" h="607060">
                <a:moveTo>
                  <a:pt x="995522" y="534944"/>
                </a:moveTo>
                <a:lnTo>
                  <a:pt x="977219" y="568338"/>
                </a:lnTo>
                <a:lnTo>
                  <a:pt x="993901" y="577469"/>
                </a:lnTo>
                <a:lnTo>
                  <a:pt x="1012189" y="544068"/>
                </a:lnTo>
                <a:lnTo>
                  <a:pt x="995522" y="534944"/>
                </a:lnTo>
                <a:close/>
              </a:path>
              <a:path w="1087120" h="607060">
                <a:moveTo>
                  <a:pt x="1013840" y="501523"/>
                </a:moveTo>
                <a:lnTo>
                  <a:pt x="995522" y="534944"/>
                </a:lnTo>
                <a:lnTo>
                  <a:pt x="1012189" y="544068"/>
                </a:lnTo>
                <a:lnTo>
                  <a:pt x="993901" y="577469"/>
                </a:lnTo>
                <a:lnTo>
                  <a:pt x="1066461" y="577469"/>
                </a:lnTo>
                <a:lnTo>
                  <a:pt x="1013840" y="501523"/>
                </a:lnTo>
                <a:close/>
              </a:path>
              <a:path w="1087120" h="607060">
                <a:moveTo>
                  <a:pt x="18287" y="0"/>
                </a:moveTo>
                <a:lnTo>
                  <a:pt x="0" y="33528"/>
                </a:lnTo>
                <a:lnTo>
                  <a:pt x="977219" y="568338"/>
                </a:lnTo>
                <a:lnTo>
                  <a:pt x="995522" y="534944"/>
                </a:lnTo>
                <a:lnTo>
                  <a:pt x="182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13359" y="2303729"/>
            <a:ext cx="374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5291" y="5395721"/>
            <a:ext cx="1219835" cy="704215"/>
          </a:xfrm>
          <a:custGeom>
            <a:avLst/>
            <a:gdLst/>
            <a:ahLst/>
            <a:cxnLst/>
            <a:rect l="l" t="t" r="r" b="b"/>
            <a:pathLst>
              <a:path w="1219835" h="704214">
                <a:moveTo>
                  <a:pt x="1110681" y="39898"/>
                </a:moveTo>
                <a:lnTo>
                  <a:pt x="0" y="670763"/>
                </a:lnTo>
                <a:lnTo>
                  <a:pt x="18821" y="703884"/>
                </a:lnTo>
                <a:lnTo>
                  <a:pt x="1129509" y="73027"/>
                </a:lnTo>
                <a:lnTo>
                  <a:pt x="1110681" y="39898"/>
                </a:lnTo>
                <a:close/>
              </a:path>
              <a:path w="1219835" h="704214">
                <a:moveTo>
                  <a:pt x="1199049" y="30479"/>
                </a:moveTo>
                <a:lnTo>
                  <a:pt x="1127264" y="30479"/>
                </a:lnTo>
                <a:lnTo>
                  <a:pt x="1146060" y="63626"/>
                </a:lnTo>
                <a:lnTo>
                  <a:pt x="1129509" y="73027"/>
                </a:lnTo>
                <a:lnTo>
                  <a:pt x="1148346" y="106171"/>
                </a:lnTo>
                <a:lnTo>
                  <a:pt x="1199049" y="30479"/>
                </a:lnTo>
                <a:close/>
              </a:path>
              <a:path w="1219835" h="704214">
                <a:moveTo>
                  <a:pt x="1127264" y="30479"/>
                </a:moveTo>
                <a:lnTo>
                  <a:pt x="1110681" y="39898"/>
                </a:lnTo>
                <a:lnTo>
                  <a:pt x="1129509" y="73027"/>
                </a:lnTo>
                <a:lnTo>
                  <a:pt x="1146060" y="63626"/>
                </a:lnTo>
                <a:lnTo>
                  <a:pt x="1127264" y="30479"/>
                </a:lnTo>
                <a:close/>
              </a:path>
              <a:path w="1219835" h="704214">
                <a:moveTo>
                  <a:pt x="1219466" y="0"/>
                </a:moveTo>
                <a:lnTo>
                  <a:pt x="1091831" y="6730"/>
                </a:lnTo>
                <a:lnTo>
                  <a:pt x="1110681" y="39898"/>
                </a:lnTo>
                <a:lnTo>
                  <a:pt x="1127264" y="30479"/>
                </a:lnTo>
                <a:lnTo>
                  <a:pt x="1199049" y="30479"/>
                </a:lnTo>
                <a:lnTo>
                  <a:pt x="12194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94461" y="5900724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88608" y="571500"/>
            <a:ext cx="2755900" cy="4401820"/>
          </a:xfrm>
          <a:custGeom>
            <a:avLst/>
            <a:gdLst/>
            <a:ahLst/>
            <a:cxnLst/>
            <a:rect l="l" t="t" r="r" b="b"/>
            <a:pathLst>
              <a:path w="2755900" h="4401820">
                <a:moveTo>
                  <a:pt x="0" y="4401312"/>
                </a:moveTo>
                <a:lnTo>
                  <a:pt x="2755391" y="4401312"/>
                </a:lnTo>
                <a:lnTo>
                  <a:pt x="2755391" y="0"/>
                </a:lnTo>
                <a:lnTo>
                  <a:pt x="0" y="0"/>
                </a:lnTo>
                <a:lnTo>
                  <a:pt x="0" y="4401312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467983" y="516381"/>
            <a:ext cx="2468245" cy="442468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65" b="1">
                <a:solidFill>
                  <a:srgbClr val="CCEBFF"/>
                </a:solidFill>
                <a:latin typeface="Times New Roman"/>
                <a:cs typeface="Times New Roman"/>
              </a:rPr>
              <a:t>DFA </a:t>
            </a:r>
            <a:r>
              <a:rPr dirty="0" sz="2400" spc="-5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sz="2400" spc="-130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=({0,1,2,3},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615"/>
              </a:spcBef>
              <a:tabLst>
                <a:tab pos="1269365" algn="l"/>
              </a:tabLst>
            </a:pP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}, </a:t>
            </a:r>
            <a:r>
              <a:rPr dirty="0" sz="2400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CEBFF"/>
                </a:solidFill>
                <a:latin typeface="Times New Roman"/>
                <a:cs typeface="Times New Roman"/>
              </a:rPr>
              <a:t>,	0 ,</a:t>
            </a:r>
            <a:r>
              <a:rPr dirty="0" sz="2400" spc="-4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CCEBFF"/>
                </a:solidFill>
                <a:latin typeface="Times New Roman"/>
                <a:cs typeface="Times New Roman"/>
              </a:rPr>
              <a:t>{3}</a:t>
            </a:r>
            <a:r>
              <a:rPr dirty="0" sz="24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64465">
              <a:lnSpc>
                <a:spcPct val="100000"/>
              </a:lnSpc>
              <a:spcBef>
                <a:spcPts val="57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=1</a:t>
            </a:r>
            <a:endParaRPr sz="2400">
              <a:latin typeface="Times New Roman"/>
              <a:cs typeface="Times New Roman"/>
            </a:endParaRPr>
          </a:p>
          <a:p>
            <a:pPr algn="just" marL="164465" marR="872490">
              <a:lnSpc>
                <a:spcPct val="120000"/>
              </a:lnSpc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=2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=1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 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3042" y="804748"/>
            <a:ext cx="8580755" cy="5550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713605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三</a:t>
            </a:r>
            <a:r>
              <a:rPr dirty="0" sz="32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dirty="0" u="heavy" sz="3200" spc="-4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200" spc="-8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D</a:t>
            </a:r>
            <a:r>
              <a:rPr dirty="0" u="heavy" sz="3200" spc="-8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FA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的识别机制</a:t>
            </a:r>
            <a:endParaRPr sz="3200">
              <a:latin typeface="宋体"/>
              <a:cs typeface="宋体"/>
            </a:endParaRPr>
          </a:p>
          <a:p>
            <a:pPr marL="76200" marR="68580">
              <a:lnSpc>
                <a:spcPct val="114599"/>
              </a:lnSpc>
              <a:spcBef>
                <a:spcPts val="2575"/>
              </a:spcBef>
            </a:pP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确定的有限自动机</a:t>
            </a:r>
            <a:r>
              <a:rPr dirty="0" sz="3200" b="1" i="1">
                <a:solidFill>
                  <a:srgbClr val="FFFF99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3200" spc="-4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350" spc="-50" b="1" i="1">
                <a:solidFill>
                  <a:srgbClr val="FFFF99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FFFF99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99"/>
                </a:solidFill>
                <a:latin typeface="Times New Roman"/>
                <a:cs typeface="Times New Roman"/>
              </a:rPr>
              <a:t>Z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接受或识 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别字母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表</a:t>
            </a:r>
            <a:r>
              <a:rPr dirty="0" sz="3350" spc="-100" b="1" i="1">
                <a:solidFill>
                  <a:srgbClr val="FFFF99"/>
                </a:solidFill>
                <a:latin typeface="Symbol"/>
                <a:cs typeface="Symbol"/>
              </a:rPr>
              <a:t>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上的字符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串</a:t>
            </a:r>
            <a:r>
              <a:rPr dirty="0" sz="3350" spc="-15" b="1" i="1">
                <a:solidFill>
                  <a:srgbClr val="FFFF99"/>
                </a:solidFill>
                <a:latin typeface="Symbol"/>
                <a:cs typeface="Symbol"/>
              </a:rPr>
              <a:t></a:t>
            </a:r>
            <a:r>
              <a:rPr dirty="0" sz="3200" spc="-15" b="1">
                <a:solidFill>
                  <a:srgbClr val="FFFF99"/>
                </a:solidFill>
                <a:latin typeface="宋体"/>
                <a:cs typeface="宋体"/>
              </a:rPr>
              <a:t>＝</a:t>
            </a:r>
            <a:r>
              <a:rPr dirty="0" sz="3200" spc="-15" b="1" i="1">
                <a:solidFill>
                  <a:srgbClr val="FFFF99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200" spc="-15" b="1" i="1">
                <a:solidFill>
                  <a:srgbClr val="FFFF99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dirty="0" sz="3200" spc="-15" b="1">
                <a:solidFill>
                  <a:srgbClr val="FFFF99"/>
                </a:solidFill>
                <a:latin typeface="Symbol"/>
                <a:cs typeface="Symbol"/>
              </a:rPr>
              <a:t></a:t>
            </a:r>
            <a:r>
              <a:rPr dirty="0" sz="3200" spc="-4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 i="1">
                <a:solidFill>
                  <a:srgbClr val="FFFF99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15" b="1" i="1">
                <a:solidFill>
                  <a:srgbClr val="FFFF99"/>
                </a:solidFill>
                <a:latin typeface="Times New Roman"/>
                <a:cs typeface="Times New Roman"/>
              </a:rPr>
              <a:t>n</a:t>
            </a:r>
            <a:r>
              <a:rPr dirty="0" baseline="-25132" sz="3150" spc="390" b="1" i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的意义：</a:t>
            </a:r>
            <a:endParaRPr sz="3200">
              <a:latin typeface="宋体"/>
              <a:cs typeface="宋体"/>
            </a:endParaRPr>
          </a:p>
          <a:p>
            <a:pPr marL="666750" marR="77470" indent="-457834">
              <a:lnSpc>
                <a:spcPct val="130100"/>
              </a:lnSpc>
              <a:spcBef>
                <a:spcPts val="1620"/>
              </a:spcBef>
            </a:pP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如果存</a:t>
            </a:r>
            <a:r>
              <a:rPr dirty="0" sz="2800" spc="17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15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15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170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2800" spc="155" b="1">
                <a:solidFill>
                  <a:srgbClr val="FFFFFF"/>
                </a:solidFill>
                <a:latin typeface="宋体"/>
                <a:cs typeface="宋体"/>
              </a:rPr>
              <a:t>态序</a:t>
            </a:r>
            <a:r>
              <a:rPr dirty="0" sz="2800" spc="180" b="1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满足下列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条件：</a:t>
            </a:r>
            <a:endParaRPr sz="2800">
              <a:latin typeface="宋体"/>
              <a:cs typeface="宋体"/>
            </a:endParaRPr>
          </a:p>
          <a:p>
            <a:pPr marL="208915">
              <a:lnSpc>
                <a:spcPct val="100000"/>
              </a:lnSpc>
              <a:spcBef>
                <a:spcPts val="1010"/>
              </a:spcBef>
              <a:tabLst>
                <a:tab pos="84455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  <a:spcBef>
                <a:spcPts val="1010"/>
              </a:spcBef>
              <a:tabLst>
                <a:tab pos="84455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）＝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  <a:spcBef>
                <a:spcPts val="1005"/>
              </a:spcBef>
              <a:tabLst>
                <a:tab pos="84455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  <a:p>
            <a:pPr algn="r" marR="4686300">
              <a:lnSpc>
                <a:spcPct val="100000"/>
              </a:lnSpc>
              <a:spcBef>
                <a:spcPts val="8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接受（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950" spc="-13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9740" y="595630"/>
            <a:ext cx="35985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EAEAEA"/>
                </a:solidFill>
                <a:latin typeface="宋体"/>
                <a:cs typeface="宋体"/>
              </a:rPr>
              <a:t>有限自动机</a:t>
            </a:r>
            <a:r>
              <a:rPr dirty="0" spc="-10">
                <a:solidFill>
                  <a:srgbClr val="EAEAEA"/>
                </a:solidFill>
                <a:latin typeface="宋体"/>
                <a:cs typeface="宋体"/>
              </a:rPr>
              <a:t>（</a:t>
            </a:r>
            <a:r>
              <a:rPr dirty="0" spc="-80">
                <a:solidFill>
                  <a:srgbClr val="EAEAEA"/>
                </a:solidFill>
                <a:latin typeface="宋体"/>
                <a:cs typeface="宋体"/>
              </a:rPr>
              <a:t> </a:t>
            </a:r>
            <a:r>
              <a:rPr dirty="0" spc="-85">
                <a:solidFill>
                  <a:srgbClr val="EAEAEA"/>
                </a:solidFill>
              </a:rPr>
              <a:t>FA</a:t>
            </a:r>
            <a:r>
              <a:rPr dirty="0" spc="-85">
                <a:solidFill>
                  <a:srgbClr val="EAEAEA"/>
                </a:solidFill>
                <a:latin typeface="宋体"/>
                <a:cs typeface="宋体"/>
              </a:rPr>
              <a:t>）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9740" y="1297889"/>
            <a:ext cx="5018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离散数字系统的抽象数学模型。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67474" y="1981390"/>
          <a:ext cx="8272780" cy="77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325"/>
                <a:gridCol w="822960"/>
                <a:gridCol w="822960"/>
                <a:gridCol w="822960"/>
                <a:gridCol w="822960"/>
                <a:gridCol w="822960"/>
                <a:gridCol w="822960"/>
                <a:gridCol w="822959"/>
                <a:gridCol w="822959"/>
                <a:gridCol w="823595"/>
              </a:tblGrid>
              <a:tr h="7482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7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3200">
                        <a:latin typeface="Symbol"/>
                        <a:cs typeface="Symbol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baseline="13888" sz="480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1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1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spc="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90500" y="4774691"/>
            <a:ext cx="5760720" cy="814069"/>
          </a:xfrm>
          <a:prstGeom prst="rect">
            <a:avLst/>
          </a:prstGeom>
          <a:ln w="76200">
            <a:solidFill>
              <a:srgbClr val="FF9295"/>
            </a:solidFill>
          </a:ln>
        </p:spPr>
        <p:txBody>
          <a:bodyPr wrap="square" lIns="0" tIns="15557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2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确定的有限状态控制器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3241" y="2743961"/>
            <a:ext cx="2292350" cy="2008505"/>
          </a:xfrm>
          <a:custGeom>
            <a:avLst/>
            <a:gdLst/>
            <a:ahLst/>
            <a:cxnLst/>
            <a:rect l="l" t="t" r="r" b="b"/>
            <a:pathLst>
              <a:path w="2292350" h="2008504">
                <a:moveTo>
                  <a:pt x="155921" y="111084"/>
                </a:moveTo>
                <a:lnTo>
                  <a:pt x="130826" y="139775"/>
                </a:lnTo>
                <a:lnTo>
                  <a:pt x="2267077" y="2008251"/>
                </a:lnTo>
                <a:lnTo>
                  <a:pt x="2292222" y="1979549"/>
                </a:lnTo>
                <a:lnTo>
                  <a:pt x="155921" y="111084"/>
                </a:lnTo>
                <a:close/>
              </a:path>
              <a:path w="2292350" h="2008504">
                <a:moveTo>
                  <a:pt x="0" y="0"/>
                </a:moveTo>
                <a:lnTo>
                  <a:pt x="80683" y="197103"/>
                </a:lnTo>
                <a:lnTo>
                  <a:pt x="130826" y="139775"/>
                </a:lnTo>
                <a:lnTo>
                  <a:pt x="116509" y="127253"/>
                </a:lnTo>
                <a:lnTo>
                  <a:pt x="141592" y="98551"/>
                </a:lnTo>
                <a:lnTo>
                  <a:pt x="166883" y="98551"/>
                </a:lnTo>
                <a:lnTo>
                  <a:pt x="206095" y="53721"/>
                </a:lnTo>
                <a:lnTo>
                  <a:pt x="0" y="0"/>
                </a:lnTo>
                <a:close/>
              </a:path>
              <a:path w="2292350" h="2008504">
                <a:moveTo>
                  <a:pt x="141592" y="98551"/>
                </a:moveTo>
                <a:lnTo>
                  <a:pt x="116509" y="127253"/>
                </a:lnTo>
                <a:lnTo>
                  <a:pt x="130826" y="139775"/>
                </a:lnTo>
                <a:lnTo>
                  <a:pt x="155921" y="111084"/>
                </a:lnTo>
                <a:lnTo>
                  <a:pt x="141592" y="98551"/>
                </a:lnTo>
                <a:close/>
              </a:path>
              <a:path w="2292350" h="2008504">
                <a:moveTo>
                  <a:pt x="166883" y="98551"/>
                </a:moveTo>
                <a:lnTo>
                  <a:pt x="141592" y="98551"/>
                </a:lnTo>
                <a:lnTo>
                  <a:pt x="155921" y="111084"/>
                </a:lnTo>
                <a:lnTo>
                  <a:pt x="166883" y="98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9931" y="701751"/>
            <a:ext cx="2459990" cy="930275"/>
          </a:xfrm>
          <a:custGeom>
            <a:avLst/>
            <a:gdLst/>
            <a:ahLst/>
            <a:cxnLst/>
            <a:rect l="l" t="t" r="r" b="b"/>
            <a:pathLst>
              <a:path w="2459990" h="930275">
                <a:moveTo>
                  <a:pt x="223792" y="306247"/>
                </a:moveTo>
                <a:lnTo>
                  <a:pt x="226837" y="242957"/>
                </a:lnTo>
                <a:lnTo>
                  <a:pt x="266653" y="185379"/>
                </a:lnTo>
                <a:lnTo>
                  <a:pt x="298659" y="159879"/>
                </a:lnTo>
                <a:lnTo>
                  <a:pt x="337827" y="137183"/>
                </a:lnTo>
                <a:lnTo>
                  <a:pt x="383482" y="117750"/>
                </a:lnTo>
                <a:lnTo>
                  <a:pt x="434946" y="102039"/>
                </a:lnTo>
                <a:lnTo>
                  <a:pt x="491542" y="90508"/>
                </a:lnTo>
                <a:lnTo>
                  <a:pt x="552595" y="83616"/>
                </a:lnTo>
                <a:lnTo>
                  <a:pt x="603769" y="81806"/>
                </a:lnTo>
                <a:lnTo>
                  <a:pt x="654596" y="83496"/>
                </a:lnTo>
                <a:lnTo>
                  <a:pt x="704422" y="88618"/>
                </a:lnTo>
                <a:lnTo>
                  <a:pt x="752597" y="97104"/>
                </a:lnTo>
                <a:lnTo>
                  <a:pt x="798467" y="108889"/>
                </a:lnTo>
                <a:lnTo>
                  <a:pt x="828368" y="85269"/>
                </a:lnTo>
                <a:lnTo>
                  <a:pt x="864890" y="65332"/>
                </a:lnTo>
                <a:lnTo>
                  <a:pt x="906874" y="49260"/>
                </a:lnTo>
                <a:lnTo>
                  <a:pt x="953159" y="37236"/>
                </a:lnTo>
                <a:lnTo>
                  <a:pt x="1002588" y="29444"/>
                </a:lnTo>
                <a:lnTo>
                  <a:pt x="1054001" y="26066"/>
                </a:lnTo>
                <a:lnTo>
                  <a:pt x="1106238" y="27285"/>
                </a:lnTo>
                <a:lnTo>
                  <a:pt x="1158141" y="33284"/>
                </a:lnTo>
                <a:lnTo>
                  <a:pt x="1208550" y="44246"/>
                </a:lnTo>
                <a:lnTo>
                  <a:pt x="1245698" y="56200"/>
                </a:lnTo>
                <a:lnTo>
                  <a:pt x="1279035" y="70916"/>
                </a:lnTo>
                <a:lnTo>
                  <a:pt x="1310317" y="46162"/>
                </a:lnTo>
                <a:lnTo>
                  <a:pt x="1350361" y="26345"/>
                </a:lnTo>
                <a:lnTo>
                  <a:pt x="1397168" y="11813"/>
                </a:lnTo>
                <a:lnTo>
                  <a:pt x="1448737" y="2915"/>
                </a:lnTo>
                <a:lnTo>
                  <a:pt x="1503070" y="0"/>
                </a:lnTo>
                <a:lnTo>
                  <a:pt x="1558167" y="3416"/>
                </a:lnTo>
                <a:lnTo>
                  <a:pt x="1612029" y="13512"/>
                </a:lnTo>
                <a:lnTo>
                  <a:pt x="1659384" y="29403"/>
                </a:lnTo>
                <a:lnTo>
                  <a:pt x="1698643" y="50342"/>
                </a:lnTo>
                <a:lnTo>
                  <a:pt x="1738893" y="30416"/>
                </a:lnTo>
                <a:lnTo>
                  <a:pt x="1784682" y="15455"/>
                </a:lnTo>
                <a:lnTo>
                  <a:pt x="1834442" y="5526"/>
                </a:lnTo>
                <a:lnTo>
                  <a:pt x="1886603" y="701"/>
                </a:lnTo>
                <a:lnTo>
                  <a:pt x="1939599" y="1049"/>
                </a:lnTo>
                <a:lnTo>
                  <a:pt x="1991859" y="6640"/>
                </a:lnTo>
                <a:lnTo>
                  <a:pt x="2041815" y="17544"/>
                </a:lnTo>
                <a:lnTo>
                  <a:pt x="2087898" y="33832"/>
                </a:lnTo>
                <a:lnTo>
                  <a:pt x="2148557" y="71281"/>
                </a:lnTo>
                <a:lnTo>
                  <a:pt x="2181116" y="117017"/>
                </a:lnTo>
                <a:lnTo>
                  <a:pt x="2238487" y="128378"/>
                </a:lnTo>
                <a:lnTo>
                  <a:pt x="2288779" y="144897"/>
                </a:lnTo>
                <a:lnTo>
                  <a:pt x="2331137" y="165804"/>
                </a:lnTo>
                <a:lnTo>
                  <a:pt x="2364711" y="190328"/>
                </a:lnTo>
                <a:lnTo>
                  <a:pt x="2402090" y="247140"/>
                </a:lnTo>
                <a:lnTo>
                  <a:pt x="2404191" y="277888"/>
                </a:lnTo>
                <a:lnTo>
                  <a:pt x="2394095" y="309168"/>
                </a:lnTo>
                <a:lnTo>
                  <a:pt x="2390412" y="316153"/>
                </a:lnTo>
                <a:lnTo>
                  <a:pt x="2385713" y="323011"/>
                </a:lnTo>
                <a:lnTo>
                  <a:pt x="2380125" y="329742"/>
                </a:lnTo>
                <a:lnTo>
                  <a:pt x="2417403" y="359964"/>
                </a:lnTo>
                <a:lnTo>
                  <a:pt x="2442924" y="392192"/>
                </a:lnTo>
                <a:lnTo>
                  <a:pt x="2456890" y="425641"/>
                </a:lnTo>
                <a:lnTo>
                  <a:pt x="2459501" y="459522"/>
                </a:lnTo>
                <a:lnTo>
                  <a:pt x="2450958" y="493049"/>
                </a:lnTo>
                <a:lnTo>
                  <a:pt x="2401213" y="555892"/>
                </a:lnTo>
                <a:lnTo>
                  <a:pt x="2360412" y="583633"/>
                </a:lnTo>
                <a:lnTo>
                  <a:pt x="2309259" y="607872"/>
                </a:lnTo>
                <a:lnTo>
                  <a:pt x="2268209" y="622092"/>
                </a:lnTo>
                <a:lnTo>
                  <a:pt x="2224122" y="633431"/>
                </a:lnTo>
                <a:lnTo>
                  <a:pt x="2177582" y="641769"/>
                </a:lnTo>
                <a:lnTo>
                  <a:pt x="2129173" y="646988"/>
                </a:lnTo>
                <a:lnTo>
                  <a:pt x="2123379" y="677389"/>
                </a:lnTo>
                <a:lnTo>
                  <a:pt x="2082884" y="732228"/>
                </a:lnTo>
                <a:lnTo>
                  <a:pt x="2050056" y="755718"/>
                </a:lnTo>
                <a:lnTo>
                  <a:pt x="2010090" y="775955"/>
                </a:lnTo>
                <a:lnTo>
                  <a:pt x="1963923" y="792464"/>
                </a:lnTo>
                <a:lnTo>
                  <a:pt x="1912490" y="804771"/>
                </a:lnTo>
                <a:lnTo>
                  <a:pt x="1856729" y="812402"/>
                </a:lnTo>
                <a:lnTo>
                  <a:pt x="1797576" y="814882"/>
                </a:lnTo>
                <a:lnTo>
                  <a:pt x="1752390" y="813088"/>
                </a:lnTo>
                <a:lnTo>
                  <a:pt x="1708311" y="808151"/>
                </a:lnTo>
                <a:lnTo>
                  <a:pt x="1665971" y="800166"/>
                </a:lnTo>
                <a:lnTo>
                  <a:pt x="1625999" y="789228"/>
                </a:lnTo>
                <a:lnTo>
                  <a:pt x="1605568" y="816641"/>
                </a:lnTo>
                <a:lnTo>
                  <a:pt x="1544921" y="863883"/>
                </a:lnTo>
                <a:lnTo>
                  <a:pt x="1506188" y="883299"/>
                </a:lnTo>
                <a:lnTo>
                  <a:pt x="1462835" y="899640"/>
                </a:lnTo>
                <a:lnTo>
                  <a:pt x="1415605" y="912698"/>
                </a:lnTo>
                <a:lnTo>
                  <a:pt x="1365237" y="922268"/>
                </a:lnTo>
                <a:lnTo>
                  <a:pt x="1312473" y="928145"/>
                </a:lnTo>
                <a:lnTo>
                  <a:pt x="1258053" y="930123"/>
                </a:lnTo>
                <a:lnTo>
                  <a:pt x="1202718" y="927998"/>
                </a:lnTo>
                <a:lnTo>
                  <a:pt x="1147209" y="921562"/>
                </a:lnTo>
                <a:lnTo>
                  <a:pt x="1085757" y="908870"/>
                </a:lnTo>
                <a:lnTo>
                  <a:pt x="1029830" y="891082"/>
                </a:lnTo>
                <a:lnTo>
                  <a:pt x="980617" y="868627"/>
                </a:lnTo>
                <a:lnTo>
                  <a:pt x="939310" y="841933"/>
                </a:lnTo>
                <a:lnTo>
                  <a:pt x="890330" y="855072"/>
                </a:lnTo>
                <a:lnTo>
                  <a:pt x="839718" y="864763"/>
                </a:lnTo>
                <a:lnTo>
                  <a:pt x="788040" y="871076"/>
                </a:lnTo>
                <a:lnTo>
                  <a:pt x="735860" y="874084"/>
                </a:lnTo>
                <a:lnTo>
                  <a:pt x="683743" y="873859"/>
                </a:lnTo>
                <a:lnTo>
                  <a:pt x="632253" y="870474"/>
                </a:lnTo>
                <a:lnTo>
                  <a:pt x="581955" y="864000"/>
                </a:lnTo>
                <a:lnTo>
                  <a:pt x="533414" y="854510"/>
                </a:lnTo>
                <a:lnTo>
                  <a:pt x="487194" y="842075"/>
                </a:lnTo>
                <a:lnTo>
                  <a:pt x="443861" y="826768"/>
                </a:lnTo>
                <a:lnTo>
                  <a:pt x="403978" y="808661"/>
                </a:lnTo>
                <a:lnTo>
                  <a:pt x="368110" y="787826"/>
                </a:lnTo>
                <a:lnTo>
                  <a:pt x="336822" y="764336"/>
                </a:lnTo>
                <a:lnTo>
                  <a:pt x="332123" y="760272"/>
                </a:lnTo>
                <a:lnTo>
                  <a:pt x="274891" y="760353"/>
                </a:lnTo>
                <a:lnTo>
                  <a:pt x="220882" y="753969"/>
                </a:lnTo>
                <a:lnTo>
                  <a:pt x="171750" y="741794"/>
                </a:lnTo>
                <a:lnTo>
                  <a:pt x="129147" y="724500"/>
                </a:lnTo>
                <a:lnTo>
                  <a:pt x="94726" y="702761"/>
                </a:lnTo>
                <a:lnTo>
                  <a:pt x="57041" y="648639"/>
                </a:lnTo>
                <a:lnTo>
                  <a:pt x="56631" y="620883"/>
                </a:lnTo>
                <a:lnTo>
                  <a:pt x="67757" y="594045"/>
                </a:lnTo>
                <a:lnTo>
                  <a:pt x="89813" y="569040"/>
                </a:lnTo>
                <a:lnTo>
                  <a:pt x="122192" y="546785"/>
                </a:lnTo>
                <a:lnTo>
                  <a:pt x="69987" y="525663"/>
                </a:lnTo>
                <a:lnTo>
                  <a:pt x="31660" y="499099"/>
                </a:lnTo>
                <a:lnTo>
                  <a:pt x="8051" y="468759"/>
                </a:lnTo>
                <a:lnTo>
                  <a:pt x="0" y="436314"/>
                </a:lnTo>
                <a:lnTo>
                  <a:pt x="8345" y="403431"/>
                </a:lnTo>
                <a:lnTo>
                  <a:pt x="33927" y="371779"/>
                </a:lnTo>
                <a:lnTo>
                  <a:pt x="69027" y="347744"/>
                </a:lnTo>
                <a:lnTo>
                  <a:pt x="113366" y="328853"/>
                </a:lnTo>
                <a:lnTo>
                  <a:pt x="164944" y="315772"/>
                </a:lnTo>
                <a:lnTo>
                  <a:pt x="221760" y="309168"/>
                </a:lnTo>
                <a:lnTo>
                  <a:pt x="223792" y="306247"/>
                </a:lnTo>
                <a:close/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27623" y="1914017"/>
            <a:ext cx="89788" cy="897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50509" y="1757045"/>
            <a:ext cx="141477" cy="1413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19114" y="1575942"/>
            <a:ext cx="193039" cy="1930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74790" y="1244853"/>
            <a:ext cx="144145" cy="17780"/>
          </a:xfrm>
          <a:custGeom>
            <a:avLst/>
            <a:gdLst/>
            <a:ahLst/>
            <a:cxnLst/>
            <a:rect l="l" t="t" r="r" b="b"/>
            <a:pathLst>
              <a:path w="144145" h="17780">
                <a:moveTo>
                  <a:pt x="144018" y="17272"/>
                </a:moveTo>
                <a:lnTo>
                  <a:pt x="106477" y="17287"/>
                </a:lnTo>
                <a:lnTo>
                  <a:pt x="69532" y="14351"/>
                </a:lnTo>
                <a:lnTo>
                  <a:pt x="33825" y="8556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82944" y="1449705"/>
            <a:ext cx="63500" cy="8255"/>
          </a:xfrm>
          <a:custGeom>
            <a:avLst/>
            <a:gdLst/>
            <a:ahLst/>
            <a:cxnLst/>
            <a:rect l="l" t="t" r="r" b="b"/>
            <a:pathLst>
              <a:path w="63500" h="8255">
                <a:moveTo>
                  <a:pt x="62991" y="0"/>
                </a:moveTo>
                <a:lnTo>
                  <a:pt x="47666" y="2879"/>
                </a:lnTo>
                <a:lnTo>
                  <a:pt x="32019" y="5222"/>
                </a:lnTo>
                <a:lnTo>
                  <a:pt x="16111" y="7018"/>
                </a:lnTo>
                <a:lnTo>
                  <a:pt x="0" y="8255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51015" y="1502536"/>
            <a:ext cx="38100" cy="37465"/>
          </a:xfrm>
          <a:custGeom>
            <a:avLst/>
            <a:gdLst/>
            <a:ahLst/>
            <a:cxnLst/>
            <a:rect l="l" t="t" r="r" b="b"/>
            <a:pathLst>
              <a:path w="38100" h="37465">
                <a:moveTo>
                  <a:pt x="37973" y="37464"/>
                </a:moveTo>
                <a:lnTo>
                  <a:pt x="27092" y="28467"/>
                </a:lnTo>
                <a:lnTo>
                  <a:pt x="17129" y="19208"/>
                </a:lnTo>
                <a:lnTo>
                  <a:pt x="8094" y="9711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76184" y="1446530"/>
            <a:ext cx="15240" cy="41275"/>
          </a:xfrm>
          <a:custGeom>
            <a:avLst/>
            <a:gdLst/>
            <a:ahLst/>
            <a:cxnLst/>
            <a:rect l="l" t="t" r="r" b="b"/>
            <a:pathLst>
              <a:path w="15240" h="41275">
                <a:moveTo>
                  <a:pt x="15113" y="0"/>
                </a:moveTo>
                <a:lnTo>
                  <a:pt x="12876" y="10447"/>
                </a:lnTo>
                <a:lnTo>
                  <a:pt x="9604" y="20812"/>
                </a:lnTo>
                <a:lnTo>
                  <a:pt x="5308" y="31057"/>
                </a:lnTo>
                <a:lnTo>
                  <a:pt x="0" y="41148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92795" y="1192657"/>
            <a:ext cx="185420" cy="153670"/>
          </a:xfrm>
          <a:custGeom>
            <a:avLst/>
            <a:gdLst/>
            <a:ahLst/>
            <a:cxnLst/>
            <a:rect l="l" t="t" r="r" b="b"/>
            <a:pathLst>
              <a:path w="185420" h="153669">
                <a:moveTo>
                  <a:pt x="0" y="0"/>
                </a:moveTo>
                <a:lnTo>
                  <a:pt x="63122" y="20687"/>
                </a:lnTo>
                <a:lnTo>
                  <a:pt x="114649" y="47636"/>
                </a:lnTo>
                <a:lnTo>
                  <a:pt x="153107" y="79607"/>
                </a:lnTo>
                <a:lnTo>
                  <a:pt x="177019" y="115364"/>
                </a:lnTo>
                <a:lnTo>
                  <a:pt x="184911" y="153669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46618" y="1029208"/>
            <a:ext cx="82550" cy="57785"/>
          </a:xfrm>
          <a:custGeom>
            <a:avLst/>
            <a:gdLst/>
            <a:ahLst/>
            <a:cxnLst/>
            <a:rect l="l" t="t" r="r" b="b"/>
            <a:pathLst>
              <a:path w="82550" h="57784">
                <a:moveTo>
                  <a:pt x="82296" y="0"/>
                </a:moveTo>
                <a:lnTo>
                  <a:pt x="66686" y="16168"/>
                </a:lnTo>
                <a:lnTo>
                  <a:pt x="47625" y="31241"/>
                </a:lnTo>
                <a:lnTo>
                  <a:pt x="25324" y="45077"/>
                </a:lnTo>
                <a:lnTo>
                  <a:pt x="0" y="5753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31429" y="815466"/>
            <a:ext cx="4445" cy="27305"/>
          </a:xfrm>
          <a:custGeom>
            <a:avLst/>
            <a:gdLst/>
            <a:ahLst/>
            <a:cxnLst/>
            <a:rect l="l" t="t" r="r" b="b"/>
            <a:pathLst>
              <a:path w="4445" h="27305">
                <a:moveTo>
                  <a:pt x="0" y="0"/>
                </a:moveTo>
                <a:lnTo>
                  <a:pt x="1996" y="6784"/>
                </a:lnTo>
                <a:lnTo>
                  <a:pt x="3397" y="13604"/>
                </a:lnTo>
                <a:lnTo>
                  <a:pt x="4179" y="20448"/>
                </a:lnTo>
                <a:lnTo>
                  <a:pt x="4318" y="27305"/>
                </a:lnTo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05521" y="749173"/>
            <a:ext cx="42545" cy="34925"/>
          </a:xfrm>
          <a:custGeom>
            <a:avLst/>
            <a:gdLst/>
            <a:ahLst/>
            <a:cxnLst/>
            <a:rect l="l" t="t" r="r" b="b"/>
            <a:pathLst>
              <a:path w="42545" h="34925">
                <a:moveTo>
                  <a:pt x="0" y="34671"/>
                </a:moveTo>
                <a:lnTo>
                  <a:pt x="8733" y="25413"/>
                </a:lnTo>
                <a:lnTo>
                  <a:pt x="18716" y="16525"/>
                </a:lnTo>
                <a:lnTo>
                  <a:pt x="29914" y="8042"/>
                </a:lnTo>
                <a:lnTo>
                  <a:pt x="42291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11059" y="770381"/>
            <a:ext cx="20955" cy="30480"/>
          </a:xfrm>
          <a:custGeom>
            <a:avLst/>
            <a:gdLst/>
            <a:ahLst/>
            <a:cxnLst/>
            <a:rect l="l" t="t" r="r" b="b"/>
            <a:pathLst>
              <a:path w="20954" h="30479">
                <a:moveTo>
                  <a:pt x="0" y="29971"/>
                </a:moveTo>
                <a:lnTo>
                  <a:pt x="3784" y="22234"/>
                </a:lnTo>
                <a:lnTo>
                  <a:pt x="8461" y="14652"/>
                </a:lnTo>
                <a:lnTo>
                  <a:pt x="14019" y="7237"/>
                </a:lnTo>
                <a:lnTo>
                  <a:pt x="20447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48144" y="810513"/>
            <a:ext cx="74295" cy="29209"/>
          </a:xfrm>
          <a:custGeom>
            <a:avLst/>
            <a:gdLst/>
            <a:ahLst/>
            <a:cxnLst/>
            <a:rect l="l" t="t" r="r" b="b"/>
            <a:pathLst>
              <a:path w="74295" h="29209">
                <a:moveTo>
                  <a:pt x="0" y="0"/>
                </a:moveTo>
                <a:lnTo>
                  <a:pt x="19728" y="6328"/>
                </a:lnTo>
                <a:lnTo>
                  <a:pt x="38671" y="13287"/>
                </a:lnTo>
                <a:lnTo>
                  <a:pt x="56757" y="20841"/>
                </a:lnTo>
                <a:lnTo>
                  <a:pt x="73913" y="28956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73723" y="1007999"/>
            <a:ext cx="13335" cy="30480"/>
          </a:xfrm>
          <a:custGeom>
            <a:avLst/>
            <a:gdLst/>
            <a:ahLst/>
            <a:cxnLst/>
            <a:rect l="l" t="t" r="r" b="b"/>
            <a:pathLst>
              <a:path w="13335" h="30480">
                <a:moveTo>
                  <a:pt x="12953" y="30479"/>
                </a:moveTo>
                <a:lnTo>
                  <a:pt x="8858" y="22985"/>
                </a:lnTo>
                <a:lnTo>
                  <a:pt x="5334" y="15382"/>
                </a:lnTo>
                <a:lnTo>
                  <a:pt x="2381" y="7709"/>
                </a:lnTo>
                <a:lnTo>
                  <a:pt x="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467602" y="862964"/>
            <a:ext cx="12509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02479" y="4954380"/>
            <a:ext cx="611505" cy="52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16202" y="2743961"/>
            <a:ext cx="1471295" cy="2005330"/>
          </a:xfrm>
          <a:custGeom>
            <a:avLst/>
            <a:gdLst/>
            <a:ahLst/>
            <a:cxnLst/>
            <a:rect l="l" t="t" r="r" b="b"/>
            <a:pathLst>
              <a:path w="1471295" h="2005329">
                <a:moveTo>
                  <a:pt x="127690" y="142636"/>
                </a:moveTo>
                <a:lnTo>
                  <a:pt x="96946" y="165103"/>
                </a:lnTo>
                <a:lnTo>
                  <a:pt x="1440306" y="2005076"/>
                </a:lnTo>
                <a:lnTo>
                  <a:pt x="1471167" y="1982724"/>
                </a:lnTo>
                <a:lnTo>
                  <a:pt x="127690" y="142636"/>
                </a:lnTo>
                <a:close/>
              </a:path>
              <a:path w="1471295" h="2005329">
                <a:moveTo>
                  <a:pt x="0" y="0"/>
                </a:moveTo>
                <a:lnTo>
                  <a:pt x="35433" y="210058"/>
                </a:lnTo>
                <a:lnTo>
                  <a:pt x="96946" y="165103"/>
                </a:lnTo>
                <a:lnTo>
                  <a:pt x="85724" y="149733"/>
                </a:lnTo>
                <a:lnTo>
                  <a:pt x="116459" y="127253"/>
                </a:lnTo>
                <a:lnTo>
                  <a:pt x="148738" y="127253"/>
                </a:lnTo>
                <a:lnTo>
                  <a:pt x="189229" y="97662"/>
                </a:lnTo>
                <a:lnTo>
                  <a:pt x="0" y="0"/>
                </a:lnTo>
                <a:close/>
              </a:path>
              <a:path w="1471295" h="2005329">
                <a:moveTo>
                  <a:pt x="116459" y="127253"/>
                </a:moveTo>
                <a:lnTo>
                  <a:pt x="85724" y="149733"/>
                </a:lnTo>
                <a:lnTo>
                  <a:pt x="96946" y="165103"/>
                </a:lnTo>
                <a:lnTo>
                  <a:pt x="127690" y="142636"/>
                </a:lnTo>
                <a:lnTo>
                  <a:pt x="116459" y="127253"/>
                </a:lnTo>
                <a:close/>
              </a:path>
              <a:path w="1471295" h="2005329">
                <a:moveTo>
                  <a:pt x="148738" y="127253"/>
                </a:moveTo>
                <a:lnTo>
                  <a:pt x="116459" y="127253"/>
                </a:lnTo>
                <a:lnTo>
                  <a:pt x="127690" y="142636"/>
                </a:lnTo>
                <a:lnTo>
                  <a:pt x="148738" y="1272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576826" y="4954380"/>
            <a:ext cx="611505" cy="52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76826" y="4954380"/>
            <a:ext cx="611505" cy="52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406014" y="2743961"/>
            <a:ext cx="685165" cy="1999614"/>
          </a:xfrm>
          <a:custGeom>
            <a:avLst/>
            <a:gdLst/>
            <a:ahLst/>
            <a:cxnLst/>
            <a:rect l="l" t="t" r="r" b="b"/>
            <a:pathLst>
              <a:path w="685164" h="1999614">
                <a:moveTo>
                  <a:pt x="109036" y="175821"/>
                </a:moveTo>
                <a:lnTo>
                  <a:pt x="72708" y="187355"/>
                </a:lnTo>
                <a:lnTo>
                  <a:pt x="648462" y="1999614"/>
                </a:lnTo>
                <a:lnTo>
                  <a:pt x="684657" y="1988185"/>
                </a:lnTo>
                <a:lnTo>
                  <a:pt x="109036" y="175821"/>
                </a:lnTo>
                <a:close/>
              </a:path>
              <a:path w="685164" h="1999614">
                <a:moveTo>
                  <a:pt x="33147" y="0"/>
                </a:moveTo>
                <a:lnTo>
                  <a:pt x="0" y="210438"/>
                </a:lnTo>
                <a:lnTo>
                  <a:pt x="72708" y="187355"/>
                </a:lnTo>
                <a:lnTo>
                  <a:pt x="66929" y="169163"/>
                </a:lnTo>
                <a:lnTo>
                  <a:pt x="103251" y="157607"/>
                </a:lnTo>
                <a:lnTo>
                  <a:pt x="166409" y="157607"/>
                </a:lnTo>
                <a:lnTo>
                  <a:pt x="181610" y="152780"/>
                </a:lnTo>
                <a:lnTo>
                  <a:pt x="33147" y="0"/>
                </a:lnTo>
                <a:close/>
              </a:path>
              <a:path w="685164" h="1999614">
                <a:moveTo>
                  <a:pt x="103251" y="157607"/>
                </a:moveTo>
                <a:lnTo>
                  <a:pt x="66929" y="169163"/>
                </a:lnTo>
                <a:lnTo>
                  <a:pt x="72708" y="187355"/>
                </a:lnTo>
                <a:lnTo>
                  <a:pt x="109036" y="175821"/>
                </a:lnTo>
                <a:lnTo>
                  <a:pt x="103251" y="157607"/>
                </a:lnTo>
                <a:close/>
              </a:path>
              <a:path w="685164" h="1999614">
                <a:moveTo>
                  <a:pt x="166409" y="157607"/>
                </a:moveTo>
                <a:lnTo>
                  <a:pt x="103251" y="157607"/>
                </a:lnTo>
                <a:lnTo>
                  <a:pt x="109036" y="175821"/>
                </a:lnTo>
                <a:lnTo>
                  <a:pt x="166409" y="157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63620" y="2743961"/>
            <a:ext cx="3491229" cy="2010410"/>
          </a:xfrm>
          <a:custGeom>
            <a:avLst/>
            <a:gdLst/>
            <a:ahLst/>
            <a:cxnLst/>
            <a:rect l="l" t="t" r="r" b="b"/>
            <a:pathLst>
              <a:path w="3491229" h="2010410">
                <a:moveTo>
                  <a:pt x="3316138" y="78139"/>
                </a:moveTo>
                <a:lnTo>
                  <a:pt x="0" y="1977389"/>
                </a:lnTo>
                <a:lnTo>
                  <a:pt x="19050" y="2010410"/>
                </a:lnTo>
                <a:lnTo>
                  <a:pt x="3335100" y="111209"/>
                </a:lnTo>
                <a:lnTo>
                  <a:pt x="3316138" y="78139"/>
                </a:lnTo>
                <a:close/>
              </a:path>
              <a:path w="3491229" h="2010410">
                <a:moveTo>
                  <a:pt x="3445175" y="68707"/>
                </a:moveTo>
                <a:lnTo>
                  <a:pt x="3332606" y="68707"/>
                </a:lnTo>
                <a:lnTo>
                  <a:pt x="3351656" y="101726"/>
                </a:lnTo>
                <a:lnTo>
                  <a:pt x="3335100" y="111209"/>
                </a:lnTo>
                <a:lnTo>
                  <a:pt x="3372993" y="177291"/>
                </a:lnTo>
                <a:lnTo>
                  <a:pt x="3445175" y="68707"/>
                </a:lnTo>
                <a:close/>
              </a:path>
              <a:path w="3491229" h="2010410">
                <a:moveTo>
                  <a:pt x="3332606" y="68707"/>
                </a:moveTo>
                <a:lnTo>
                  <a:pt x="3316138" y="78139"/>
                </a:lnTo>
                <a:lnTo>
                  <a:pt x="3335100" y="111209"/>
                </a:lnTo>
                <a:lnTo>
                  <a:pt x="3351656" y="101726"/>
                </a:lnTo>
                <a:lnTo>
                  <a:pt x="3332606" y="68707"/>
                </a:lnTo>
                <a:close/>
              </a:path>
              <a:path w="3491229" h="2010410">
                <a:moveTo>
                  <a:pt x="3490849" y="0"/>
                </a:moveTo>
                <a:lnTo>
                  <a:pt x="3278251" y="12064"/>
                </a:lnTo>
                <a:lnTo>
                  <a:pt x="3316138" y="78139"/>
                </a:lnTo>
                <a:lnTo>
                  <a:pt x="3332606" y="68707"/>
                </a:lnTo>
                <a:lnTo>
                  <a:pt x="3445175" y="68707"/>
                </a:lnTo>
                <a:lnTo>
                  <a:pt x="34908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710684" y="4965031"/>
            <a:ext cx="340360" cy="522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59176" y="2743961"/>
            <a:ext cx="1870075" cy="2007235"/>
          </a:xfrm>
          <a:custGeom>
            <a:avLst/>
            <a:gdLst/>
            <a:ahLst/>
            <a:cxnLst/>
            <a:rect l="l" t="t" r="r" b="b"/>
            <a:pathLst>
              <a:path w="1870075" h="2007235">
                <a:moveTo>
                  <a:pt x="1726055" y="126441"/>
                </a:moveTo>
                <a:lnTo>
                  <a:pt x="0" y="1980945"/>
                </a:lnTo>
                <a:lnTo>
                  <a:pt x="27940" y="2006854"/>
                </a:lnTo>
                <a:lnTo>
                  <a:pt x="1753946" y="152402"/>
                </a:lnTo>
                <a:lnTo>
                  <a:pt x="1726055" y="126441"/>
                </a:lnTo>
                <a:close/>
              </a:path>
              <a:path w="1870075" h="2007235">
                <a:moveTo>
                  <a:pt x="1836685" y="112522"/>
                </a:moveTo>
                <a:lnTo>
                  <a:pt x="1739011" y="112522"/>
                </a:lnTo>
                <a:lnTo>
                  <a:pt x="1766951" y="138429"/>
                </a:lnTo>
                <a:lnTo>
                  <a:pt x="1753946" y="152402"/>
                </a:lnTo>
                <a:lnTo>
                  <a:pt x="1809750" y="204342"/>
                </a:lnTo>
                <a:lnTo>
                  <a:pt x="1836685" y="112522"/>
                </a:lnTo>
                <a:close/>
              </a:path>
              <a:path w="1870075" h="2007235">
                <a:moveTo>
                  <a:pt x="1739011" y="112522"/>
                </a:moveTo>
                <a:lnTo>
                  <a:pt x="1726055" y="126441"/>
                </a:lnTo>
                <a:lnTo>
                  <a:pt x="1753946" y="152402"/>
                </a:lnTo>
                <a:lnTo>
                  <a:pt x="1766951" y="138429"/>
                </a:lnTo>
                <a:lnTo>
                  <a:pt x="1739011" y="112522"/>
                </a:lnTo>
                <a:close/>
              </a:path>
              <a:path w="1870075" h="2007235">
                <a:moveTo>
                  <a:pt x="1869694" y="0"/>
                </a:moveTo>
                <a:lnTo>
                  <a:pt x="1670303" y="74549"/>
                </a:lnTo>
                <a:lnTo>
                  <a:pt x="1726055" y="126441"/>
                </a:lnTo>
                <a:lnTo>
                  <a:pt x="1739011" y="112522"/>
                </a:lnTo>
                <a:lnTo>
                  <a:pt x="1836685" y="112522"/>
                </a:lnTo>
                <a:lnTo>
                  <a:pt x="18696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61716" y="2743961"/>
            <a:ext cx="2670810" cy="2009139"/>
          </a:xfrm>
          <a:custGeom>
            <a:avLst/>
            <a:gdLst/>
            <a:ahLst/>
            <a:cxnLst/>
            <a:rect l="l" t="t" r="r" b="b"/>
            <a:pathLst>
              <a:path w="2670810" h="2009139">
                <a:moveTo>
                  <a:pt x="2506597" y="99058"/>
                </a:moveTo>
                <a:lnTo>
                  <a:pt x="0" y="1978660"/>
                </a:lnTo>
                <a:lnTo>
                  <a:pt x="22859" y="2009139"/>
                </a:lnTo>
                <a:lnTo>
                  <a:pt x="2529457" y="129538"/>
                </a:lnTo>
                <a:lnTo>
                  <a:pt x="2506597" y="99058"/>
                </a:lnTo>
                <a:close/>
              </a:path>
              <a:path w="2670810" h="2009139">
                <a:moveTo>
                  <a:pt x="2626614" y="87629"/>
                </a:moveTo>
                <a:lnTo>
                  <a:pt x="2521838" y="87629"/>
                </a:lnTo>
                <a:lnTo>
                  <a:pt x="2544698" y="118110"/>
                </a:lnTo>
                <a:lnTo>
                  <a:pt x="2529457" y="129538"/>
                </a:lnTo>
                <a:lnTo>
                  <a:pt x="2575179" y="190500"/>
                </a:lnTo>
                <a:lnTo>
                  <a:pt x="2626614" y="87629"/>
                </a:lnTo>
                <a:close/>
              </a:path>
              <a:path w="2670810" h="2009139">
                <a:moveTo>
                  <a:pt x="2521838" y="87629"/>
                </a:moveTo>
                <a:lnTo>
                  <a:pt x="2506597" y="99058"/>
                </a:lnTo>
                <a:lnTo>
                  <a:pt x="2529457" y="129538"/>
                </a:lnTo>
                <a:lnTo>
                  <a:pt x="2544698" y="118110"/>
                </a:lnTo>
                <a:lnTo>
                  <a:pt x="2521838" y="87629"/>
                </a:lnTo>
                <a:close/>
              </a:path>
              <a:path w="2670810" h="2009139">
                <a:moveTo>
                  <a:pt x="2670429" y="0"/>
                </a:moveTo>
                <a:lnTo>
                  <a:pt x="2460879" y="38100"/>
                </a:lnTo>
                <a:lnTo>
                  <a:pt x="2506597" y="99058"/>
                </a:lnTo>
                <a:lnTo>
                  <a:pt x="2521838" y="87629"/>
                </a:lnTo>
                <a:lnTo>
                  <a:pt x="2626614" y="87629"/>
                </a:lnTo>
                <a:lnTo>
                  <a:pt x="26704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65145" y="2736976"/>
            <a:ext cx="4429125" cy="2056764"/>
          </a:xfrm>
          <a:custGeom>
            <a:avLst/>
            <a:gdLst/>
            <a:ahLst/>
            <a:cxnLst/>
            <a:rect l="l" t="t" r="r" b="b"/>
            <a:pathLst>
              <a:path w="4429125" h="2056764">
                <a:moveTo>
                  <a:pt x="4248095" y="69177"/>
                </a:moveTo>
                <a:lnTo>
                  <a:pt x="0" y="2021713"/>
                </a:lnTo>
                <a:lnTo>
                  <a:pt x="16002" y="2056257"/>
                </a:lnTo>
                <a:lnTo>
                  <a:pt x="4264053" y="103868"/>
                </a:lnTo>
                <a:lnTo>
                  <a:pt x="4248095" y="69177"/>
                </a:lnTo>
                <a:close/>
              </a:path>
              <a:path w="4429125" h="2056764">
                <a:moveTo>
                  <a:pt x="4385634" y="61213"/>
                </a:moveTo>
                <a:lnTo>
                  <a:pt x="4265422" y="61213"/>
                </a:lnTo>
                <a:lnTo>
                  <a:pt x="4281424" y="95885"/>
                </a:lnTo>
                <a:lnTo>
                  <a:pt x="4264053" y="103868"/>
                </a:lnTo>
                <a:lnTo>
                  <a:pt x="4295902" y="173100"/>
                </a:lnTo>
                <a:lnTo>
                  <a:pt x="4385634" y="61213"/>
                </a:lnTo>
                <a:close/>
              </a:path>
              <a:path w="4429125" h="2056764">
                <a:moveTo>
                  <a:pt x="4265422" y="61213"/>
                </a:moveTo>
                <a:lnTo>
                  <a:pt x="4248095" y="69177"/>
                </a:lnTo>
                <a:lnTo>
                  <a:pt x="4264053" y="103868"/>
                </a:lnTo>
                <a:lnTo>
                  <a:pt x="4281424" y="95885"/>
                </a:lnTo>
                <a:lnTo>
                  <a:pt x="4265422" y="61213"/>
                </a:lnTo>
                <a:close/>
              </a:path>
              <a:path w="4429125" h="2056764">
                <a:moveTo>
                  <a:pt x="4216273" y="0"/>
                </a:moveTo>
                <a:lnTo>
                  <a:pt x="4248095" y="69177"/>
                </a:lnTo>
                <a:lnTo>
                  <a:pt x="4265422" y="61213"/>
                </a:lnTo>
                <a:lnTo>
                  <a:pt x="4385634" y="61213"/>
                </a:lnTo>
                <a:lnTo>
                  <a:pt x="4429125" y="6985"/>
                </a:lnTo>
                <a:lnTo>
                  <a:pt x="4216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52698" y="2743961"/>
            <a:ext cx="266700" cy="2033905"/>
          </a:xfrm>
          <a:custGeom>
            <a:avLst/>
            <a:gdLst/>
            <a:ahLst/>
            <a:cxnLst/>
            <a:rect l="l" t="t" r="r" b="b"/>
            <a:pathLst>
              <a:path w="266700" h="2033904">
                <a:moveTo>
                  <a:pt x="152478" y="188286"/>
                </a:moveTo>
                <a:lnTo>
                  <a:pt x="0" y="2030476"/>
                </a:lnTo>
                <a:lnTo>
                  <a:pt x="37845" y="2033524"/>
                </a:lnTo>
                <a:lnTo>
                  <a:pt x="190452" y="191435"/>
                </a:lnTo>
                <a:lnTo>
                  <a:pt x="152478" y="188286"/>
                </a:lnTo>
                <a:close/>
              </a:path>
              <a:path w="266700" h="2033904">
                <a:moveTo>
                  <a:pt x="255044" y="169290"/>
                </a:moveTo>
                <a:lnTo>
                  <a:pt x="154050" y="169290"/>
                </a:lnTo>
                <a:lnTo>
                  <a:pt x="192024" y="172465"/>
                </a:lnTo>
                <a:lnTo>
                  <a:pt x="190452" y="191435"/>
                </a:lnTo>
                <a:lnTo>
                  <a:pt x="266446" y="197738"/>
                </a:lnTo>
                <a:lnTo>
                  <a:pt x="255044" y="169290"/>
                </a:lnTo>
                <a:close/>
              </a:path>
              <a:path w="266700" h="2033904">
                <a:moveTo>
                  <a:pt x="154050" y="169290"/>
                </a:moveTo>
                <a:lnTo>
                  <a:pt x="152478" y="188286"/>
                </a:lnTo>
                <a:lnTo>
                  <a:pt x="190452" y="191435"/>
                </a:lnTo>
                <a:lnTo>
                  <a:pt x="192024" y="172465"/>
                </a:lnTo>
                <a:lnTo>
                  <a:pt x="154050" y="169290"/>
                </a:lnTo>
                <a:close/>
              </a:path>
              <a:path w="266700" h="2033904">
                <a:moveTo>
                  <a:pt x="187198" y="0"/>
                </a:moveTo>
                <a:lnTo>
                  <a:pt x="76581" y="181990"/>
                </a:lnTo>
                <a:lnTo>
                  <a:pt x="152478" y="188286"/>
                </a:lnTo>
                <a:lnTo>
                  <a:pt x="154050" y="169290"/>
                </a:lnTo>
                <a:lnTo>
                  <a:pt x="255044" y="169290"/>
                </a:lnTo>
                <a:lnTo>
                  <a:pt x="1871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55366" y="2705861"/>
            <a:ext cx="831215" cy="2077085"/>
          </a:xfrm>
          <a:custGeom>
            <a:avLst/>
            <a:gdLst/>
            <a:ahLst/>
            <a:cxnLst/>
            <a:rect l="l" t="t" r="r" b="b"/>
            <a:pathLst>
              <a:path w="831214" h="2077085">
                <a:moveTo>
                  <a:pt x="724063" y="171114"/>
                </a:moveTo>
                <a:lnTo>
                  <a:pt x="0" y="2063242"/>
                </a:lnTo>
                <a:lnTo>
                  <a:pt x="35559" y="2076958"/>
                </a:lnTo>
                <a:lnTo>
                  <a:pt x="759618" y="184717"/>
                </a:lnTo>
                <a:lnTo>
                  <a:pt x="724063" y="171114"/>
                </a:lnTo>
                <a:close/>
              </a:path>
              <a:path w="831214" h="2077085">
                <a:moveTo>
                  <a:pt x="825033" y="153288"/>
                </a:moveTo>
                <a:lnTo>
                  <a:pt x="730884" y="153288"/>
                </a:lnTo>
                <a:lnTo>
                  <a:pt x="766444" y="166877"/>
                </a:lnTo>
                <a:lnTo>
                  <a:pt x="759618" y="184717"/>
                </a:lnTo>
                <a:lnTo>
                  <a:pt x="830833" y="211962"/>
                </a:lnTo>
                <a:lnTo>
                  <a:pt x="825033" y="153288"/>
                </a:lnTo>
                <a:close/>
              </a:path>
              <a:path w="831214" h="2077085">
                <a:moveTo>
                  <a:pt x="730884" y="153288"/>
                </a:moveTo>
                <a:lnTo>
                  <a:pt x="724063" y="171114"/>
                </a:lnTo>
                <a:lnTo>
                  <a:pt x="759618" y="184717"/>
                </a:lnTo>
                <a:lnTo>
                  <a:pt x="766444" y="166877"/>
                </a:lnTo>
                <a:lnTo>
                  <a:pt x="730884" y="153288"/>
                </a:lnTo>
                <a:close/>
              </a:path>
              <a:path w="831214" h="2077085">
                <a:moveTo>
                  <a:pt x="809879" y="0"/>
                </a:moveTo>
                <a:lnTo>
                  <a:pt x="652907" y="143890"/>
                </a:lnTo>
                <a:lnTo>
                  <a:pt x="724063" y="171114"/>
                </a:lnTo>
                <a:lnTo>
                  <a:pt x="730884" y="153288"/>
                </a:lnTo>
                <a:lnTo>
                  <a:pt x="825033" y="153288"/>
                </a:lnTo>
                <a:lnTo>
                  <a:pt x="809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789932" y="4965031"/>
            <a:ext cx="407670" cy="4514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85359" y="4954380"/>
            <a:ext cx="550545" cy="52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75988" y="4876800"/>
            <a:ext cx="0" cy="596265"/>
          </a:xfrm>
          <a:custGeom>
            <a:avLst/>
            <a:gdLst/>
            <a:ahLst/>
            <a:cxnLst/>
            <a:rect l="l" t="t" r="r" b="b"/>
            <a:pathLst>
              <a:path w="0" h="596264">
                <a:moveTo>
                  <a:pt x="0" y="595884"/>
                </a:move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856734" y="4970128"/>
            <a:ext cx="407034" cy="45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95800" y="5455920"/>
            <a:ext cx="1207135" cy="17145"/>
          </a:xfrm>
          <a:custGeom>
            <a:avLst/>
            <a:gdLst/>
            <a:ahLst/>
            <a:cxnLst/>
            <a:rect l="l" t="t" r="r" b="b"/>
            <a:pathLst>
              <a:path w="1207135" h="17145">
                <a:moveTo>
                  <a:pt x="0" y="16763"/>
                </a:moveTo>
                <a:lnTo>
                  <a:pt x="1207008" y="16763"/>
                </a:lnTo>
                <a:lnTo>
                  <a:pt x="1207008" y="0"/>
                </a:lnTo>
                <a:lnTo>
                  <a:pt x="0" y="0"/>
                </a:lnTo>
                <a:lnTo>
                  <a:pt x="0" y="16763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674108" y="4970128"/>
            <a:ext cx="852169" cy="521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4475988" y="4876800"/>
            <a:ext cx="1365885" cy="579120"/>
          </a:xfrm>
          <a:prstGeom prst="rect">
            <a:avLst/>
          </a:prstGeom>
          <a:solidFill>
            <a:srgbClr val="336699"/>
          </a:solidFill>
        </p:spPr>
        <p:txBody>
          <a:bodyPr wrap="square" lIns="0" tIns="33655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26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9242" y="1549346"/>
            <a:ext cx="8428355" cy="119570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确定的有限自动机</a:t>
            </a:r>
            <a:r>
              <a:rPr dirty="0" sz="3200" b="1" i="1">
                <a:solidFill>
                  <a:srgbClr val="00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00FF00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,</a:t>
            </a:r>
            <a:r>
              <a:rPr dirty="0" sz="3200" spc="-45" b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350" spc="-50" b="1" i="1">
                <a:solidFill>
                  <a:srgbClr val="00FF00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00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00FF00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00FF00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00FF00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00FF00"/>
                </a:solidFill>
                <a:latin typeface="Times New Roman"/>
                <a:cs typeface="Times New Roman"/>
              </a:rPr>
              <a:t>Z</a:t>
            </a:r>
            <a:r>
              <a:rPr dirty="0" sz="3200" spc="-5" b="1">
                <a:solidFill>
                  <a:srgbClr val="00FF00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接受或识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dirty="0" sz="3200" spc="-5" b="1">
                <a:solidFill>
                  <a:srgbClr val="00FF00"/>
                </a:solidFill>
                <a:latin typeface="宋体"/>
                <a:cs typeface="宋体"/>
              </a:rPr>
              <a:t>别字母</a:t>
            </a: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表</a:t>
            </a:r>
            <a:r>
              <a:rPr dirty="0" sz="3350" spc="-100" b="1" i="1">
                <a:solidFill>
                  <a:srgbClr val="00FF00"/>
                </a:solidFill>
                <a:latin typeface="Symbol"/>
                <a:cs typeface="Symbol"/>
              </a:rPr>
              <a:t></a:t>
            </a:r>
            <a:r>
              <a:rPr dirty="0" sz="3200" spc="-5" b="1">
                <a:solidFill>
                  <a:srgbClr val="00FF00"/>
                </a:solidFill>
                <a:latin typeface="宋体"/>
                <a:cs typeface="宋体"/>
              </a:rPr>
              <a:t>上的字符</a:t>
            </a: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串</a:t>
            </a:r>
            <a:r>
              <a:rPr dirty="0" sz="3350" spc="-15" b="1" i="1">
                <a:solidFill>
                  <a:srgbClr val="00FF00"/>
                </a:solidFill>
                <a:latin typeface="Symbol"/>
                <a:cs typeface="Symbol"/>
              </a:rPr>
              <a:t></a:t>
            </a:r>
            <a:r>
              <a:rPr dirty="0" sz="3200" spc="-15" b="1">
                <a:solidFill>
                  <a:srgbClr val="00FF00"/>
                </a:solidFill>
                <a:latin typeface="宋体"/>
                <a:cs typeface="宋体"/>
              </a:rPr>
              <a:t>＝</a:t>
            </a:r>
            <a:r>
              <a:rPr dirty="0" sz="3200" spc="-15" b="1" i="1">
                <a:solidFill>
                  <a:srgbClr val="00FF00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00FF00"/>
                </a:solidFill>
                <a:latin typeface="Times New Roman"/>
                <a:cs typeface="Times New Roman"/>
              </a:rPr>
              <a:t>1</a:t>
            </a:r>
            <a:r>
              <a:rPr dirty="0" sz="3200" spc="-15" b="1" i="1">
                <a:solidFill>
                  <a:srgbClr val="00FF00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00FF00"/>
                </a:solidFill>
                <a:latin typeface="Times New Roman"/>
                <a:cs typeface="Times New Roman"/>
              </a:rPr>
              <a:t>2</a:t>
            </a:r>
            <a:r>
              <a:rPr dirty="0" sz="3200" spc="-15" b="1">
                <a:solidFill>
                  <a:srgbClr val="00FF00"/>
                </a:solidFill>
                <a:latin typeface="Symbol"/>
                <a:cs typeface="Symbol"/>
              </a:rPr>
              <a:t></a:t>
            </a:r>
            <a:r>
              <a:rPr dirty="0" sz="3200" spc="-40" b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00FF00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7" b="1" i="1">
                <a:solidFill>
                  <a:srgbClr val="00FF00"/>
                </a:solidFill>
                <a:latin typeface="Times New Roman"/>
                <a:cs typeface="Times New Roman"/>
              </a:rPr>
              <a:t>n</a:t>
            </a:r>
            <a:r>
              <a:rPr dirty="0" baseline="-25132" sz="3150" spc="390" b="1" i="1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FF00"/>
                </a:solidFill>
                <a:latin typeface="宋体"/>
                <a:cs typeface="宋体"/>
              </a:rPr>
              <a:t>的意义：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552" y="1473708"/>
            <a:ext cx="8886825" cy="1310640"/>
          </a:xfrm>
          <a:custGeom>
            <a:avLst/>
            <a:gdLst/>
            <a:ahLst/>
            <a:cxnLst/>
            <a:rect l="l" t="t" r="r" b="b"/>
            <a:pathLst>
              <a:path w="8886825" h="1310639">
                <a:moveTo>
                  <a:pt x="0" y="1310639"/>
                </a:moveTo>
                <a:lnTo>
                  <a:pt x="8886444" y="1310639"/>
                </a:lnTo>
                <a:lnTo>
                  <a:pt x="8886444" y="0"/>
                </a:lnTo>
                <a:lnTo>
                  <a:pt x="0" y="0"/>
                </a:lnTo>
                <a:lnTo>
                  <a:pt x="0" y="131063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0906" y="5346953"/>
            <a:ext cx="2405380" cy="419100"/>
          </a:xfrm>
          <a:custGeom>
            <a:avLst/>
            <a:gdLst/>
            <a:ahLst/>
            <a:cxnLst/>
            <a:rect l="l" t="t" r="r" b="b"/>
            <a:pathLst>
              <a:path w="2405380" h="419100">
                <a:moveTo>
                  <a:pt x="2335022" y="0"/>
                </a:moveTo>
                <a:lnTo>
                  <a:pt x="69850" y="0"/>
                </a:lnTo>
                <a:lnTo>
                  <a:pt x="42658" y="5484"/>
                </a:lnTo>
                <a:lnTo>
                  <a:pt x="20456" y="20447"/>
                </a:lnTo>
                <a:lnTo>
                  <a:pt x="5488" y="4264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41"/>
                </a:lnTo>
                <a:lnTo>
                  <a:pt x="20456" y="398643"/>
                </a:lnTo>
                <a:lnTo>
                  <a:pt x="42658" y="413611"/>
                </a:lnTo>
                <a:lnTo>
                  <a:pt x="69850" y="419100"/>
                </a:lnTo>
                <a:lnTo>
                  <a:pt x="2335022" y="419100"/>
                </a:lnTo>
                <a:lnTo>
                  <a:pt x="2362223" y="413611"/>
                </a:lnTo>
                <a:lnTo>
                  <a:pt x="2384425" y="398643"/>
                </a:lnTo>
                <a:lnTo>
                  <a:pt x="2399387" y="376441"/>
                </a:lnTo>
                <a:lnTo>
                  <a:pt x="2404872" y="349250"/>
                </a:lnTo>
                <a:lnTo>
                  <a:pt x="2404872" y="69850"/>
                </a:lnTo>
                <a:lnTo>
                  <a:pt x="2399387" y="42648"/>
                </a:lnTo>
                <a:lnTo>
                  <a:pt x="2384424" y="20447"/>
                </a:lnTo>
                <a:lnTo>
                  <a:pt x="2362223" y="5484"/>
                </a:lnTo>
                <a:lnTo>
                  <a:pt x="2335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0906" y="5346953"/>
            <a:ext cx="2405380" cy="419100"/>
          </a:xfrm>
          <a:custGeom>
            <a:avLst/>
            <a:gdLst/>
            <a:ahLst/>
            <a:cxnLst/>
            <a:rect l="l" t="t" r="r" b="b"/>
            <a:pathLst>
              <a:path w="2405380" h="419100">
                <a:moveTo>
                  <a:pt x="0" y="69850"/>
                </a:moveTo>
                <a:lnTo>
                  <a:pt x="5488" y="42648"/>
                </a:lnTo>
                <a:lnTo>
                  <a:pt x="20456" y="20447"/>
                </a:lnTo>
                <a:lnTo>
                  <a:pt x="42658" y="5484"/>
                </a:lnTo>
                <a:lnTo>
                  <a:pt x="69850" y="0"/>
                </a:lnTo>
                <a:lnTo>
                  <a:pt x="2335022" y="0"/>
                </a:lnTo>
                <a:lnTo>
                  <a:pt x="2362223" y="5484"/>
                </a:lnTo>
                <a:lnTo>
                  <a:pt x="2384424" y="20447"/>
                </a:lnTo>
                <a:lnTo>
                  <a:pt x="2399387" y="42648"/>
                </a:lnTo>
                <a:lnTo>
                  <a:pt x="2404872" y="69850"/>
                </a:lnTo>
                <a:lnTo>
                  <a:pt x="2404872" y="349250"/>
                </a:lnTo>
                <a:lnTo>
                  <a:pt x="2399387" y="376441"/>
                </a:lnTo>
                <a:lnTo>
                  <a:pt x="2384425" y="398643"/>
                </a:lnTo>
                <a:lnTo>
                  <a:pt x="2362223" y="413611"/>
                </a:lnTo>
                <a:lnTo>
                  <a:pt x="2335022" y="419100"/>
                </a:lnTo>
                <a:lnTo>
                  <a:pt x="69850" y="419100"/>
                </a:lnTo>
                <a:lnTo>
                  <a:pt x="42658" y="413611"/>
                </a:lnTo>
                <a:lnTo>
                  <a:pt x="20456" y="398643"/>
                </a:lnTo>
                <a:lnTo>
                  <a:pt x="5488" y="376441"/>
                </a:lnTo>
                <a:lnTo>
                  <a:pt x="0" y="349250"/>
                </a:lnTo>
                <a:lnTo>
                  <a:pt x="0" y="6985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44347" y="5591775"/>
            <a:ext cx="3394075" cy="715010"/>
          </a:xfrm>
          <a:custGeom>
            <a:avLst/>
            <a:gdLst/>
            <a:ahLst/>
            <a:cxnLst/>
            <a:rect l="l" t="t" r="r" b="b"/>
            <a:pathLst>
              <a:path w="3394075" h="715010">
                <a:moveTo>
                  <a:pt x="2175895" y="647124"/>
                </a:moveTo>
                <a:lnTo>
                  <a:pt x="1295544" y="647124"/>
                </a:lnTo>
                <a:lnTo>
                  <a:pt x="1332327" y="661137"/>
                </a:lnTo>
                <a:lnTo>
                  <a:pt x="1374162" y="673761"/>
                </a:lnTo>
                <a:lnTo>
                  <a:pt x="1420575" y="684892"/>
                </a:lnTo>
                <a:lnTo>
                  <a:pt x="1471096" y="694431"/>
                </a:lnTo>
                <a:lnTo>
                  <a:pt x="1525249" y="702276"/>
                </a:lnTo>
                <a:lnTo>
                  <a:pt x="1582564" y="708325"/>
                </a:lnTo>
                <a:lnTo>
                  <a:pt x="1642755" y="712495"/>
                </a:lnTo>
                <a:lnTo>
                  <a:pt x="1702929" y="714600"/>
                </a:lnTo>
                <a:lnTo>
                  <a:pt x="1762591" y="714716"/>
                </a:lnTo>
                <a:lnTo>
                  <a:pt x="1821244" y="712920"/>
                </a:lnTo>
                <a:lnTo>
                  <a:pt x="1878394" y="709288"/>
                </a:lnTo>
                <a:lnTo>
                  <a:pt x="1933545" y="703897"/>
                </a:lnTo>
                <a:lnTo>
                  <a:pt x="1986202" y="696822"/>
                </a:lnTo>
                <a:lnTo>
                  <a:pt x="2035869" y="688141"/>
                </a:lnTo>
                <a:lnTo>
                  <a:pt x="2082051" y="677929"/>
                </a:lnTo>
                <a:lnTo>
                  <a:pt x="2124252" y="666263"/>
                </a:lnTo>
                <a:lnTo>
                  <a:pt x="2161978" y="653219"/>
                </a:lnTo>
                <a:lnTo>
                  <a:pt x="2175895" y="647124"/>
                </a:lnTo>
                <a:close/>
              </a:path>
              <a:path w="3394075" h="715010">
                <a:moveTo>
                  <a:pt x="2817024" y="584361"/>
                </a:moveTo>
                <a:lnTo>
                  <a:pt x="457598" y="584361"/>
                </a:lnTo>
                <a:lnTo>
                  <a:pt x="459630" y="585402"/>
                </a:lnTo>
                <a:lnTo>
                  <a:pt x="496399" y="601483"/>
                </a:lnTo>
                <a:lnTo>
                  <a:pt x="532649" y="614285"/>
                </a:lnTo>
                <a:lnTo>
                  <a:pt x="572350" y="625876"/>
                </a:lnTo>
                <a:lnTo>
                  <a:pt x="615154" y="636233"/>
                </a:lnTo>
                <a:lnTo>
                  <a:pt x="660713" y="645330"/>
                </a:lnTo>
                <a:lnTo>
                  <a:pt x="708679" y="653143"/>
                </a:lnTo>
                <a:lnTo>
                  <a:pt x="758703" y="659645"/>
                </a:lnTo>
                <a:lnTo>
                  <a:pt x="810436" y="664813"/>
                </a:lnTo>
                <a:lnTo>
                  <a:pt x="863532" y="668621"/>
                </a:lnTo>
                <a:lnTo>
                  <a:pt x="917642" y="671044"/>
                </a:lnTo>
                <a:lnTo>
                  <a:pt x="972417" y="672057"/>
                </a:lnTo>
                <a:lnTo>
                  <a:pt x="1027509" y="671635"/>
                </a:lnTo>
                <a:lnTo>
                  <a:pt x="1082571" y="669753"/>
                </a:lnTo>
                <a:lnTo>
                  <a:pt x="1137253" y="666386"/>
                </a:lnTo>
                <a:lnTo>
                  <a:pt x="1191208" y="661509"/>
                </a:lnTo>
                <a:lnTo>
                  <a:pt x="1244088" y="655096"/>
                </a:lnTo>
                <a:lnTo>
                  <a:pt x="1295544" y="647124"/>
                </a:lnTo>
                <a:lnTo>
                  <a:pt x="2175895" y="647124"/>
                </a:lnTo>
                <a:lnTo>
                  <a:pt x="2194732" y="638874"/>
                </a:lnTo>
                <a:lnTo>
                  <a:pt x="2222020" y="623304"/>
                </a:lnTo>
                <a:lnTo>
                  <a:pt x="2243345" y="606586"/>
                </a:lnTo>
                <a:lnTo>
                  <a:pt x="2723812" y="606586"/>
                </a:lnTo>
                <a:lnTo>
                  <a:pt x="2728048" y="605925"/>
                </a:lnTo>
                <a:lnTo>
                  <a:pt x="2779008" y="595086"/>
                </a:lnTo>
                <a:lnTo>
                  <a:pt x="2817024" y="584361"/>
                </a:lnTo>
                <a:close/>
              </a:path>
              <a:path w="3394075" h="715010">
                <a:moveTo>
                  <a:pt x="2723812" y="606586"/>
                </a:moveTo>
                <a:lnTo>
                  <a:pt x="2243345" y="606586"/>
                </a:lnTo>
                <a:lnTo>
                  <a:pt x="2287241" y="613501"/>
                </a:lnTo>
                <a:lnTo>
                  <a:pt x="2333302" y="618970"/>
                </a:lnTo>
                <a:lnTo>
                  <a:pt x="2381099" y="622953"/>
                </a:lnTo>
                <a:lnTo>
                  <a:pt x="2430208" y="625416"/>
                </a:lnTo>
                <a:lnTo>
                  <a:pt x="2480200" y="626321"/>
                </a:lnTo>
                <a:lnTo>
                  <a:pt x="2547349" y="625066"/>
                </a:lnTo>
                <a:lnTo>
                  <a:pt x="2611511" y="621115"/>
                </a:lnTo>
                <a:lnTo>
                  <a:pt x="2671980" y="614668"/>
                </a:lnTo>
                <a:lnTo>
                  <a:pt x="2723812" y="606586"/>
                </a:lnTo>
                <a:close/>
              </a:path>
              <a:path w="3394075" h="715010">
                <a:moveTo>
                  <a:pt x="812305" y="62825"/>
                </a:moveTo>
                <a:lnTo>
                  <a:pt x="761890" y="64092"/>
                </a:lnTo>
                <a:lnTo>
                  <a:pt x="691246" y="68248"/>
                </a:lnTo>
                <a:lnTo>
                  <a:pt x="624772" y="74921"/>
                </a:lnTo>
                <a:lnTo>
                  <a:pt x="563006" y="83908"/>
                </a:lnTo>
                <a:lnTo>
                  <a:pt x="506488" y="95005"/>
                </a:lnTo>
                <a:lnTo>
                  <a:pt x="455647" y="108043"/>
                </a:lnTo>
                <a:lnTo>
                  <a:pt x="411354" y="122711"/>
                </a:lnTo>
                <a:lnTo>
                  <a:pt x="373816" y="138913"/>
                </a:lnTo>
                <a:lnTo>
                  <a:pt x="321496" y="174994"/>
                </a:lnTo>
                <a:lnTo>
                  <a:pt x="303110" y="214619"/>
                </a:lnTo>
                <a:lnTo>
                  <a:pt x="307992" y="235250"/>
                </a:lnTo>
                <a:lnTo>
                  <a:pt x="305198" y="237473"/>
                </a:lnTo>
                <a:lnTo>
                  <a:pt x="241993" y="241117"/>
                </a:lnTo>
                <a:lnTo>
                  <a:pt x="183024" y="248017"/>
                </a:lnTo>
                <a:lnTo>
                  <a:pt x="129725" y="257908"/>
                </a:lnTo>
                <a:lnTo>
                  <a:pt x="83527" y="270526"/>
                </a:lnTo>
                <a:lnTo>
                  <a:pt x="45864" y="285606"/>
                </a:lnTo>
                <a:lnTo>
                  <a:pt x="0" y="327991"/>
                </a:lnTo>
                <a:lnTo>
                  <a:pt x="2730" y="349620"/>
                </a:lnTo>
                <a:lnTo>
                  <a:pt x="21600" y="370462"/>
                </a:lnTo>
                <a:lnTo>
                  <a:pt x="55883" y="389711"/>
                </a:lnTo>
                <a:lnTo>
                  <a:pt x="104853" y="406560"/>
                </a:lnTo>
                <a:lnTo>
                  <a:pt x="167784" y="420200"/>
                </a:lnTo>
                <a:lnTo>
                  <a:pt x="123032" y="437290"/>
                </a:lnTo>
                <a:lnTo>
                  <a:pt x="92568" y="456518"/>
                </a:lnTo>
                <a:lnTo>
                  <a:pt x="77201" y="477166"/>
                </a:lnTo>
                <a:lnTo>
                  <a:pt x="77741" y="498521"/>
                </a:lnTo>
                <a:lnTo>
                  <a:pt x="120020" y="535478"/>
                </a:lnTo>
                <a:lnTo>
                  <a:pt x="158148" y="550945"/>
                </a:lnTo>
                <a:lnTo>
                  <a:pt x="205566" y="563944"/>
                </a:lnTo>
                <a:lnTo>
                  <a:pt x="260747" y="574130"/>
                </a:lnTo>
                <a:lnTo>
                  <a:pt x="322164" y="581158"/>
                </a:lnTo>
                <a:lnTo>
                  <a:pt x="388290" y="584684"/>
                </a:lnTo>
                <a:lnTo>
                  <a:pt x="2817024" y="584361"/>
                </a:lnTo>
                <a:lnTo>
                  <a:pt x="2862776" y="567917"/>
                </a:lnTo>
                <a:lnTo>
                  <a:pt x="2917628" y="534760"/>
                </a:lnTo>
                <a:lnTo>
                  <a:pt x="2937908" y="497213"/>
                </a:lnTo>
                <a:lnTo>
                  <a:pt x="2991579" y="494199"/>
                </a:lnTo>
                <a:lnTo>
                  <a:pt x="3043671" y="489640"/>
                </a:lnTo>
                <a:lnTo>
                  <a:pt x="3093795" y="483584"/>
                </a:lnTo>
                <a:lnTo>
                  <a:pt x="3141559" y="476080"/>
                </a:lnTo>
                <a:lnTo>
                  <a:pt x="3186574" y="467178"/>
                </a:lnTo>
                <a:lnTo>
                  <a:pt x="3245383" y="452135"/>
                </a:lnTo>
                <a:lnTo>
                  <a:pt x="3294664" y="435219"/>
                </a:lnTo>
                <a:lnTo>
                  <a:pt x="3334264" y="416761"/>
                </a:lnTo>
                <a:lnTo>
                  <a:pt x="3383816" y="376543"/>
                </a:lnTo>
                <a:lnTo>
                  <a:pt x="3393465" y="355444"/>
                </a:lnTo>
                <a:lnTo>
                  <a:pt x="3392826" y="334126"/>
                </a:lnTo>
                <a:lnTo>
                  <a:pt x="3381748" y="312921"/>
                </a:lnTo>
                <a:lnTo>
                  <a:pt x="3360080" y="292158"/>
                </a:lnTo>
                <a:lnTo>
                  <a:pt x="3327669" y="272169"/>
                </a:lnTo>
                <a:lnTo>
                  <a:pt x="3284364" y="253284"/>
                </a:lnTo>
                <a:lnTo>
                  <a:pt x="3291984" y="248141"/>
                </a:lnTo>
                <a:lnTo>
                  <a:pt x="3298461" y="242858"/>
                </a:lnTo>
                <a:lnTo>
                  <a:pt x="3303541" y="237473"/>
                </a:lnTo>
                <a:lnTo>
                  <a:pt x="3316793" y="216093"/>
                </a:lnTo>
                <a:lnTo>
                  <a:pt x="3316633" y="194982"/>
                </a:lnTo>
                <a:lnTo>
                  <a:pt x="3279392" y="155231"/>
                </a:lnTo>
                <a:lnTo>
                  <a:pt x="3243973" y="137426"/>
                </a:lnTo>
                <a:lnTo>
                  <a:pt x="3198460" y="121558"/>
                </a:lnTo>
                <a:lnTo>
                  <a:pt x="3143684" y="108043"/>
                </a:lnTo>
                <a:lnTo>
                  <a:pt x="3080475" y="97301"/>
                </a:lnTo>
                <a:lnTo>
                  <a:pt x="3009663" y="89746"/>
                </a:lnTo>
                <a:lnTo>
                  <a:pt x="3003795" y="83561"/>
                </a:lnTo>
                <a:lnTo>
                  <a:pt x="1101234" y="83561"/>
                </a:lnTo>
                <a:lnTo>
                  <a:pt x="1056371" y="76828"/>
                </a:lnTo>
                <a:lnTo>
                  <a:pt x="1009744" y="71380"/>
                </a:lnTo>
                <a:lnTo>
                  <a:pt x="961688" y="67236"/>
                </a:lnTo>
                <a:lnTo>
                  <a:pt x="912539" y="64416"/>
                </a:lnTo>
                <a:lnTo>
                  <a:pt x="862633" y="62939"/>
                </a:lnTo>
                <a:lnTo>
                  <a:pt x="812305" y="62825"/>
                </a:lnTo>
                <a:close/>
              </a:path>
              <a:path w="3394075" h="715010">
                <a:moveTo>
                  <a:pt x="1453861" y="19811"/>
                </a:moveTo>
                <a:lnTo>
                  <a:pt x="1400442" y="21440"/>
                </a:lnTo>
                <a:lnTo>
                  <a:pt x="1348344" y="24999"/>
                </a:lnTo>
                <a:lnTo>
                  <a:pt x="1298241" y="30428"/>
                </a:lnTo>
                <a:lnTo>
                  <a:pt x="1250807" y="37668"/>
                </a:lnTo>
                <a:lnTo>
                  <a:pt x="1206715" y="46661"/>
                </a:lnTo>
                <a:lnTo>
                  <a:pt x="1166640" y="57347"/>
                </a:lnTo>
                <a:lnTo>
                  <a:pt x="1101234" y="83561"/>
                </a:lnTo>
                <a:lnTo>
                  <a:pt x="3003795" y="83561"/>
                </a:lnTo>
                <a:lnTo>
                  <a:pt x="2992399" y="71549"/>
                </a:lnTo>
                <a:lnTo>
                  <a:pt x="2964705" y="54594"/>
                </a:lnTo>
                <a:lnTo>
                  <a:pt x="2963927" y="54275"/>
                </a:lnTo>
                <a:lnTo>
                  <a:pt x="1764555" y="54275"/>
                </a:lnTo>
                <a:lnTo>
                  <a:pt x="1742211" y="48404"/>
                </a:lnTo>
                <a:lnTo>
                  <a:pt x="1693475" y="38134"/>
                </a:lnTo>
                <a:lnTo>
                  <a:pt x="1615307" y="27095"/>
                </a:lnTo>
                <a:lnTo>
                  <a:pt x="1561968" y="22580"/>
                </a:lnTo>
                <a:lnTo>
                  <a:pt x="1507928" y="20171"/>
                </a:lnTo>
                <a:lnTo>
                  <a:pt x="1453861" y="19811"/>
                </a:lnTo>
                <a:close/>
              </a:path>
              <a:path w="3394075" h="715010">
                <a:moveTo>
                  <a:pt x="2048442" y="33"/>
                </a:moveTo>
                <a:lnTo>
                  <a:pt x="1990568" y="2588"/>
                </a:lnTo>
                <a:lnTo>
                  <a:pt x="1935186" y="7904"/>
                </a:lnTo>
                <a:lnTo>
                  <a:pt x="1883596" y="15854"/>
                </a:lnTo>
                <a:lnTo>
                  <a:pt x="1837095" y="26316"/>
                </a:lnTo>
                <a:lnTo>
                  <a:pt x="1796982" y="39164"/>
                </a:lnTo>
                <a:lnTo>
                  <a:pt x="1764555" y="54275"/>
                </a:lnTo>
                <a:lnTo>
                  <a:pt x="2963927" y="54275"/>
                </a:lnTo>
                <a:lnTo>
                  <a:pt x="2927295" y="39242"/>
                </a:lnTo>
                <a:lnTo>
                  <a:pt x="2924863" y="38540"/>
                </a:lnTo>
                <a:lnTo>
                  <a:pt x="2343548" y="38540"/>
                </a:lnTo>
                <a:lnTo>
                  <a:pt x="2318071" y="30008"/>
                </a:lnTo>
                <a:lnTo>
                  <a:pt x="2258019" y="15750"/>
                </a:lnTo>
                <a:lnTo>
                  <a:pt x="2166477" y="3699"/>
                </a:lnTo>
                <a:lnTo>
                  <a:pt x="2107511" y="362"/>
                </a:lnTo>
                <a:lnTo>
                  <a:pt x="2048442" y="33"/>
                </a:lnTo>
                <a:close/>
              </a:path>
              <a:path w="3394075" h="715010">
                <a:moveTo>
                  <a:pt x="2629653" y="0"/>
                </a:moveTo>
                <a:lnTo>
                  <a:pt x="2576643" y="1245"/>
                </a:lnTo>
                <a:lnTo>
                  <a:pt x="2524652" y="4586"/>
                </a:lnTo>
                <a:lnTo>
                  <a:pt x="2474515" y="10004"/>
                </a:lnTo>
                <a:lnTo>
                  <a:pt x="2427064" y="17482"/>
                </a:lnTo>
                <a:lnTo>
                  <a:pt x="2383131" y="27000"/>
                </a:lnTo>
                <a:lnTo>
                  <a:pt x="2343548" y="38540"/>
                </a:lnTo>
                <a:lnTo>
                  <a:pt x="2924863" y="38540"/>
                </a:lnTo>
                <a:lnTo>
                  <a:pt x="2880885" y="25853"/>
                </a:lnTo>
                <a:lnTo>
                  <a:pt x="2835256" y="16344"/>
                </a:lnTo>
                <a:lnTo>
                  <a:pt x="2786487" y="9022"/>
                </a:lnTo>
                <a:lnTo>
                  <a:pt x="2735408" y="3870"/>
                </a:lnTo>
                <a:lnTo>
                  <a:pt x="2682853" y="868"/>
                </a:lnTo>
                <a:lnTo>
                  <a:pt x="2629653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96158" y="5513959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4">
                <a:moveTo>
                  <a:pt x="19812" y="0"/>
                </a:moveTo>
                <a:lnTo>
                  <a:pt x="12108" y="1559"/>
                </a:lnTo>
                <a:lnTo>
                  <a:pt x="5810" y="5810"/>
                </a:lnTo>
                <a:lnTo>
                  <a:pt x="1559" y="12108"/>
                </a:lnTo>
                <a:lnTo>
                  <a:pt x="0" y="19811"/>
                </a:lnTo>
                <a:lnTo>
                  <a:pt x="1559" y="27588"/>
                </a:lnTo>
                <a:lnTo>
                  <a:pt x="5810" y="33924"/>
                </a:lnTo>
                <a:lnTo>
                  <a:pt x="12108" y="38189"/>
                </a:lnTo>
                <a:lnTo>
                  <a:pt x="19812" y="39750"/>
                </a:lnTo>
                <a:lnTo>
                  <a:pt x="27515" y="38189"/>
                </a:lnTo>
                <a:lnTo>
                  <a:pt x="33813" y="33924"/>
                </a:lnTo>
                <a:lnTo>
                  <a:pt x="38064" y="27588"/>
                </a:lnTo>
                <a:lnTo>
                  <a:pt x="39624" y="19811"/>
                </a:lnTo>
                <a:lnTo>
                  <a:pt x="38064" y="12108"/>
                </a:lnTo>
                <a:lnTo>
                  <a:pt x="33813" y="5810"/>
                </a:lnTo>
                <a:lnTo>
                  <a:pt x="27515" y="1559"/>
                </a:lnTo>
                <a:lnTo>
                  <a:pt x="19812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84677" y="5569584"/>
            <a:ext cx="79501" cy="79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12691" y="5630202"/>
            <a:ext cx="119125" cy="119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44347" y="5591775"/>
            <a:ext cx="3394075" cy="715010"/>
          </a:xfrm>
          <a:custGeom>
            <a:avLst/>
            <a:gdLst/>
            <a:ahLst/>
            <a:cxnLst/>
            <a:rect l="l" t="t" r="r" b="b"/>
            <a:pathLst>
              <a:path w="3394075" h="715010">
                <a:moveTo>
                  <a:pt x="307992" y="235250"/>
                </a:moveTo>
                <a:lnTo>
                  <a:pt x="303110" y="214619"/>
                </a:lnTo>
                <a:lnTo>
                  <a:pt x="307791" y="194465"/>
                </a:lnTo>
                <a:lnTo>
                  <a:pt x="321496" y="174994"/>
                </a:lnTo>
                <a:lnTo>
                  <a:pt x="373816" y="138913"/>
                </a:lnTo>
                <a:lnTo>
                  <a:pt x="411354" y="122711"/>
                </a:lnTo>
                <a:lnTo>
                  <a:pt x="455758" y="108007"/>
                </a:lnTo>
                <a:lnTo>
                  <a:pt x="506488" y="95005"/>
                </a:lnTo>
                <a:lnTo>
                  <a:pt x="563006" y="83908"/>
                </a:lnTo>
                <a:lnTo>
                  <a:pt x="624772" y="74921"/>
                </a:lnTo>
                <a:lnTo>
                  <a:pt x="691246" y="68248"/>
                </a:lnTo>
                <a:lnTo>
                  <a:pt x="761890" y="64092"/>
                </a:lnTo>
                <a:lnTo>
                  <a:pt x="812305" y="62825"/>
                </a:lnTo>
                <a:lnTo>
                  <a:pt x="862633" y="62939"/>
                </a:lnTo>
                <a:lnTo>
                  <a:pt x="912539" y="64416"/>
                </a:lnTo>
                <a:lnTo>
                  <a:pt x="961688" y="67236"/>
                </a:lnTo>
                <a:lnTo>
                  <a:pt x="1009744" y="71380"/>
                </a:lnTo>
                <a:lnTo>
                  <a:pt x="1056371" y="76828"/>
                </a:lnTo>
                <a:lnTo>
                  <a:pt x="1101234" y="83561"/>
                </a:lnTo>
                <a:lnTo>
                  <a:pt x="1131255" y="69667"/>
                </a:lnTo>
                <a:lnTo>
                  <a:pt x="1206715" y="46661"/>
                </a:lnTo>
                <a:lnTo>
                  <a:pt x="1250807" y="37668"/>
                </a:lnTo>
                <a:lnTo>
                  <a:pt x="1298241" y="30428"/>
                </a:lnTo>
                <a:lnTo>
                  <a:pt x="1348344" y="24999"/>
                </a:lnTo>
                <a:lnTo>
                  <a:pt x="1400442" y="21440"/>
                </a:lnTo>
                <a:lnTo>
                  <a:pt x="1453861" y="19811"/>
                </a:lnTo>
                <a:lnTo>
                  <a:pt x="1507928" y="20171"/>
                </a:lnTo>
                <a:lnTo>
                  <a:pt x="1561968" y="22580"/>
                </a:lnTo>
                <a:lnTo>
                  <a:pt x="1615307" y="27095"/>
                </a:lnTo>
                <a:lnTo>
                  <a:pt x="1667273" y="33777"/>
                </a:lnTo>
                <a:lnTo>
                  <a:pt x="1718486" y="43017"/>
                </a:lnTo>
                <a:lnTo>
                  <a:pt x="1764555" y="54275"/>
                </a:lnTo>
                <a:lnTo>
                  <a:pt x="1796982" y="39164"/>
                </a:lnTo>
                <a:lnTo>
                  <a:pt x="1837095" y="26316"/>
                </a:lnTo>
                <a:lnTo>
                  <a:pt x="1883596" y="15854"/>
                </a:lnTo>
                <a:lnTo>
                  <a:pt x="1935186" y="7904"/>
                </a:lnTo>
                <a:lnTo>
                  <a:pt x="1990568" y="2588"/>
                </a:lnTo>
                <a:lnTo>
                  <a:pt x="2048442" y="33"/>
                </a:lnTo>
                <a:lnTo>
                  <a:pt x="2107511" y="362"/>
                </a:lnTo>
                <a:lnTo>
                  <a:pt x="2166477" y="3699"/>
                </a:lnTo>
                <a:lnTo>
                  <a:pt x="2224041" y="10168"/>
                </a:lnTo>
                <a:lnTo>
                  <a:pt x="2289462" y="22387"/>
                </a:lnTo>
                <a:lnTo>
                  <a:pt x="2343548" y="38540"/>
                </a:lnTo>
                <a:lnTo>
                  <a:pt x="2383131" y="27000"/>
                </a:lnTo>
                <a:lnTo>
                  <a:pt x="2427064" y="17482"/>
                </a:lnTo>
                <a:lnTo>
                  <a:pt x="2474515" y="10004"/>
                </a:lnTo>
                <a:lnTo>
                  <a:pt x="2524652" y="4586"/>
                </a:lnTo>
                <a:lnTo>
                  <a:pt x="2576643" y="1245"/>
                </a:lnTo>
                <a:lnTo>
                  <a:pt x="2629653" y="0"/>
                </a:lnTo>
                <a:lnTo>
                  <a:pt x="2682853" y="868"/>
                </a:lnTo>
                <a:lnTo>
                  <a:pt x="2735408" y="3870"/>
                </a:lnTo>
                <a:lnTo>
                  <a:pt x="2786487" y="9022"/>
                </a:lnTo>
                <a:lnTo>
                  <a:pt x="2835256" y="16344"/>
                </a:lnTo>
                <a:lnTo>
                  <a:pt x="2880885" y="25853"/>
                </a:lnTo>
                <a:lnTo>
                  <a:pt x="2927295" y="39242"/>
                </a:lnTo>
                <a:lnTo>
                  <a:pt x="2964705" y="54594"/>
                </a:lnTo>
                <a:lnTo>
                  <a:pt x="3009663" y="89746"/>
                </a:lnTo>
                <a:lnTo>
                  <a:pt x="3080475" y="97301"/>
                </a:lnTo>
                <a:lnTo>
                  <a:pt x="3143684" y="108043"/>
                </a:lnTo>
                <a:lnTo>
                  <a:pt x="3198460" y="121558"/>
                </a:lnTo>
                <a:lnTo>
                  <a:pt x="3243973" y="137426"/>
                </a:lnTo>
                <a:lnTo>
                  <a:pt x="3279392" y="155231"/>
                </a:lnTo>
                <a:lnTo>
                  <a:pt x="3316633" y="194982"/>
                </a:lnTo>
                <a:lnTo>
                  <a:pt x="3316793" y="216093"/>
                </a:lnTo>
                <a:lnTo>
                  <a:pt x="3303541" y="237473"/>
                </a:lnTo>
                <a:lnTo>
                  <a:pt x="3298461" y="242858"/>
                </a:lnTo>
                <a:lnTo>
                  <a:pt x="3291984" y="248141"/>
                </a:lnTo>
                <a:lnTo>
                  <a:pt x="3284364" y="253284"/>
                </a:lnTo>
                <a:lnTo>
                  <a:pt x="3327669" y="272169"/>
                </a:lnTo>
                <a:lnTo>
                  <a:pt x="3360080" y="292158"/>
                </a:lnTo>
                <a:lnTo>
                  <a:pt x="3381748" y="312921"/>
                </a:lnTo>
                <a:lnTo>
                  <a:pt x="3392826" y="334126"/>
                </a:lnTo>
                <a:lnTo>
                  <a:pt x="3393465" y="355444"/>
                </a:lnTo>
                <a:lnTo>
                  <a:pt x="3383816" y="376543"/>
                </a:lnTo>
                <a:lnTo>
                  <a:pt x="3334264" y="416761"/>
                </a:lnTo>
                <a:lnTo>
                  <a:pt x="3294664" y="435219"/>
                </a:lnTo>
                <a:lnTo>
                  <a:pt x="3245383" y="452135"/>
                </a:lnTo>
                <a:lnTo>
                  <a:pt x="3186574" y="467178"/>
                </a:lnTo>
                <a:lnTo>
                  <a:pt x="3141559" y="476080"/>
                </a:lnTo>
                <a:lnTo>
                  <a:pt x="3093795" y="483584"/>
                </a:lnTo>
                <a:lnTo>
                  <a:pt x="3043671" y="489640"/>
                </a:lnTo>
                <a:lnTo>
                  <a:pt x="2991579" y="494199"/>
                </a:lnTo>
                <a:lnTo>
                  <a:pt x="2937908" y="497213"/>
                </a:lnTo>
                <a:lnTo>
                  <a:pt x="2932443" y="516435"/>
                </a:lnTo>
                <a:lnTo>
                  <a:pt x="2894170" y="551987"/>
                </a:lnTo>
                <a:lnTo>
                  <a:pt x="2824153" y="582349"/>
                </a:lnTo>
                <a:lnTo>
                  <a:pt x="2779008" y="595086"/>
                </a:lnTo>
                <a:lnTo>
                  <a:pt x="2728048" y="605925"/>
                </a:lnTo>
                <a:lnTo>
                  <a:pt x="2671980" y="614668"/>
                </a:lnTo>
                <a:lnTo>
                  <a:pt x="2611511" y="621115"/>
                </a:lnTo>
                <a:lnTo>
                  <a:pt x="2547349" y="625066"/>
                </a:lnTo>
                <a:lnTo>
                  <a:pt x="2480200" y="626321"/>
                </a:lnTo>
                <a:lnTo>
                  <a:pt x="2430208" y="625416"/>
                </a:lnTo>
                <a:lnTo>
                  <a:pt x="2381099" y="622953"/>
                </a:lnTo>
                <a:lnTo>
                  <a:pt x="2333302" y="618970"/>
                </a:lnTo>
                <a:lnTo>
                  <a:pt x="2287241" y="613501"/>
                </a:lnTo>
                <a:lnTo>
                  <a:pt x="2243345" y="606586"/>
                </a:lnTo>
                <a:lnTo>
                  <a:pt x="2222020" y="623304"/>
                </a:lnTo>
                <a:lnTo>
                  <a:pt x="2161978" y="653219"/>
                </a:lnTo>
                <a:lnTo>
                  <a:pt x="2124252" y="666263"/>
                </a:lnTo>
                <a:lnTo>
                  <a:pt x="2082051" y="677929"/>
                </a:lnTo>
                <a:lnTo>
                  <a:pt x="2035869" y="688141"/>
                </a:lnTo>
                <a:lnTo>
                  <a:pt x="1986202" y="696822"/>
                </a:lnTo>
                <a:lnTo>
                  <a:pt x="1933545" y="703897"/>
                </a:lnTo>
                <a:lnTo>
                  <a:pt x="1878394" y="709288"/>
                </a:lnTo>
                <a:lnTo>
                  <a:pt x="1821244" y="712920"/>
                </a:lnTo>
                <a:lnTo>
                  <a:pt x="1762591" y="714716"/>
                </a:lnTo>
                <a:lnTo>
                  <a:pt x="1702929" y="714600"/>
                </a:lnTo>
                <a:lnTo>
                  <a:pt x="1642755" y="712495"/>
                </a:lnTo>
                <a:lnTo>
                  <a:pt x="1582564" y="708325"/>
                </a:lnTo>
                <a:lnTo>
                  <a:pt x="1525249" y="702276"/>
                </a:lnTo>
                <a:lnTo>
                  <a:pt x="1471096" y="694431"/>
                </a:lnTo>
                <a:lnTo>
                  <a:pt x="1420575" y="684892"/>
                </a:lnTo>
                <a:lnTo>
                  <a:pt x="1374162" y="673761"/>
                </a:lnTo>
                <a:lnTo>
                  <a:pt x="1332327" y="661137"/>
                </a:lnTo>
                <a:lnTo>
                  <a:pt x="1295544" y="647124"/>
                </a:lnTo>
                <a:lnTo>
                  <a:pt x="1244088" y="655096"/>
                </a:lnTo>
                <a:lnTo>
                  <a:pt x="1191208" y="661509"/>
                </a:lnTo>
                <a:lnTo>
                  <a:pt x="1137253" y="666386"/>
                </a:lnTo>
                <a:lnTo>
                  <a:pt x="1082571" y="669753"/>
                </a:lnTo>
                <a:lnTo>
                  <a:pt x="1027509" y="671635"/>
                </a:lnTo>
                <a:lnTo>
                  <a:pt x="972417" y="672057"/>
                </a:lnTo>
                <a:lnTo>
                  <a:pt x="917642" y="671044"/>
                </a:lnTo>
                <a:lnTo>
                  <a:pt x="863532" y="668621"/>
                </a:lnTo>
                <a:lnTo>
                  <a:pt x="810436" y="664813"/>
                </a:lnTo>
                <a:lnTo>
                  <a:pt x="758703" y="659645"/>
                </a:lnTo>
                <a:lnTo>
                  <a:pt x="708679" y="653143"/>
                </a:lnTo>
                <a:lnTo>
                  <a:pt x="660713" y="645330"/>
                </a:lnTo>
                <a:lnTo>
                  <a:pt x="615154" y="636233"/>
                </a:lnTo>
                <a:lnTo>
                  <a:pt x="572350" y="625876"/>
                </a:lnTo>
                <a:lnTo>
                  <a:pt x="532649" y="614285"/>
                </a:lnTo>
                <a:lnTo>
                  <a:pt x="496399" y="601483"/>
                </a:lnTo>
                <a:lnTo>
                  <a:pt x="459630" y="585402"/>
                </a:lnTo>
                <a:lnTo>
                  <a:pt x="457598" y="584361"/>
                </a:lnTo>
                <a:lnTo>
                  <a:pt x="388290" y="584684"/>
                </a:lnTo>
                <a:lnTo>
                  <a:pt x="322164" y="581158"/>
                </a:lnTo>
                <a:lnTo>
                  <a:pt x="260747" y="574130"/>
                </a:lnTo>
                <a:lnTo>
                  <a:pt x="205566" y="563944"/>
                </a:lnTo>
                <a:lnTo>
                  <a:pt x="158148" y="550945"/>
                </a:lnTo>
                <a:lnTo>
                  <a:pt x="120020" y="535478"/>
                </a:lnTo>
                <a:lnTo>
                  <a:pt x="77741" y="498521"/>
                </a:lnTo>
                <a:lnTo>
                  <a:pt x="77201" y="477166"/>
                </a:lnTo>
                <a:lnTo>
                  <a:pt x="92568" y="456518"/>
                </a:lnTo>
                <a:lnTo>
                  <a:pt x="123032" y="437290"/>
                </a:lnTo>
                <a:lnTo>
                  <a:pt x="167784" y="420200"/>
                </a:lnTo>
                <a:lnTo>
                  <a:pt x="104853" y="406560"/>
                </a:lnTo>
                <a:lnTo>
                  <a:pt x="55883" y="389711"/>
                </a:lnTo>
                <a:lnTo>
                  <a:pt x="21600" y="370462"/>
                </a:lnTo>
                <a:lnTo>
                  <a:pt x="2730" y="349620"/>
                </a:lnTo>
                <a:lnTo>
                  <a:pt x="0" y="327991"/>
                </a:lnTo>
                <a:lnTo>
                  <a:pt x="14135" y="306384"/>
                </a:lnTo>
                <a:lnTo>
                  <a:pt x="83527" y="270526"/>
                </a:lnTo>
                <a:lnTo>
                  <a:pt x="129725" y="257908"/>
                </a:lnTo>
                <a:lnTo>
                  <a:pt x="183024" y="248017"/>
                </a:lnTo>
                <a:lnTo>
                  <a:pt x="241993" y="241117"/>
                </a:lnTo>
                <a:lnTo>
                  <a:pt x="305198" y="237473"/>
                </a:lnTo>
                <a:lnTo>
                  <a:pt x="307992" y="23525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70389" y="5555297"/>
            <a:ext cx="108076" cy="1080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81871" y="5499671"/>
            <a:ext cx="68199" cy="68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98404" y="5615914"/>
            <a:ext cx="147700" cy="1477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15815" y="6009182"/>
            <a:ext cx="199390" cy="13335"/>
          </a:xfrm>
          <a:custGeom>
            <a:avLst/>
            <a:gdLst/>
            <a:ahLst/>
            <a:cxnLst/>
            <a:rect l="l" t="t" r="r" b="b"/>
            <a:pathLst>
              <a:path w="199389" h="13335">
                <a:moveTo>
                  <a:pt x="198882" y="13195"/>
                </a:moveTo>
                <a:lnTo>
                  <a:pt x="146946" y="13214"/>
                </a:lnTo>
                <a:lnTo>
                  <a:pt x="95916" y="10983"/>
                </a:lnTo>
                <a:lnTo>
                  <a:pt x="46648" y="6560"/>
                </a:lnTo>
                <a:lnTo>
                  <a:pt x="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03089" y="6166688"/>
            <a:ext cx="86995" cy="6350"/>
          </a:xfrm>
          <a:custGeom>
            <a:avLst/>
            <a:gdLst/>
            <a:ahLst/>
            <a:cxnLst/>
            <a:rect l="l" t="t" r="r" b="b"/>
            <a:pathLst>
              <a:path w="86995" h="6350">
                <a:moveTo>
                  <a:pt x="86995" y="0"/>
                </a:moveTo>
                <a:lnTo>
                  <a:pt x="65811" y="2189"/>
                </a:lnTo>
                <a:lnTo>
                  <a:pt x="44211" y="3975"/>
                </a:lnTo>
                <a:lnTo>
                  <a:pt x="22254" y="5350"/>
                </a:lnTo>
                <a:lnTo>
                  <a:pt x="0" y="631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87314" y="6207239"/>
            <a:ext cx="52705" cy="29209"/>
          </a:xfrm>
          <a:custGeom>
            <a:avLst/>
            <a:gdLst/>
            <a:ahLst/>
            <a:cxnLst/>
            <a:rect l="l" t="t" r="r" b="b"/>
            <a:pathLst>
              <a:path w="52704" h="29210">
                <a:moveTo>
                  <a:pt x="52324" y="28790"/>
                </a:moveTo>
                <a:lnTo>
                  <a:pt x="37254" y="21897"/>
                </a:lnTo>
                <a:lnTo>
                  <a:pt x="23495" y="14790"/>
                </a:lnTo>
                <a:lnTo>
                  <a:pt x="11068" y="7486"/>
                </a:lnTo>
                <a:lnTo>
                  <a:pt x="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88073" y="6164236"/>
            <a:ext cx="20955" cy="31750"/>
          </a:xfrm>
          <a:custGeom>
            <a:avLst/>
            <a:gdLst/>
            <a:ahLst/>
            <a:cxnLst/>
            <a:rect l="l" t="t" r="r" b="b"/>
            <a:pathLst>
              <a:path w="20954" h="31750">
                <a:moveTo>
                  <a:pt x="20954" y="0"/>
                </a:moveTo>
                <a:lnTo>
                  <a:pt x="17859" y="8005"/>
                </a:lnTo>
                <a:lnTo>
                  <a:pt x="13335" y="15949"/>
                </a:lnTo>
                <a:lnTo>
                  <a:pt x="7381" y="23815"/>
                </a:lnTo>
                <a:lnTo>
                  <a:pt x="0" y="3158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25207" y="5969050"/>
            <a:ext cx="255270" cy="118110"/>
          </a:xfrm>
          <a:custGeom>
            <a:avLst/>
            <a:gdLst/>
            <a:ahLst/>
            <a:cxnLst/>
            <a:rect l="l" t="t" r="r" b="b"/>
            <a:pathLst>
              <a:path w="255270" h="118110">
                <a:moveTo>
                  <a:pt x="0" y="0"/>
                </a:moveTo>
                <a:lnTo>
                  <a:pt x="73588" y="12890"/>
                </a:lnTo>
                <a:lnTo>
                  <a:pt x="136336" y="29225"/>
                </a:lnTo>
                <a:lnTo>
                  <a:pt x="187055" y="48456"/>
                </a:lnTo>
                <a:lnTo>
                  <a:pt x="224554" y="70038"/>
                </a:lnTo>
                <a:lnTo>
                  <a:pt x="247647" y="93421"/>
                </a:lnTo>
                <a:lnTo>
                  <a:pt x="255143" y="11805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13522" y="5843308"/>
            <a:ext cx="113664" cy="44450"/>
          </a:xfrm>
          <a:custGeom>
            <a:avLst/>
            <a:gdLst/>
            <a:ahLst/>
            <a:cxnLst/>
            <a:rect l="l" t="t" r="r" b="b"/>
            <a:pathLst>
              <a:path w="113665" h="44450">
                <a:moveTo>
                  <a:pt x="113537" y="0"/>
                </a:moveTo>
                <a:lnTo>
                  <a:pt x="92011" y="12430"/>
                </a:lnTo>
                <a:lnTo>
                  <a:pt x="65722" y="24026"/>
                </a:lnTo>
                <a:lnTo>
                  <a:pt x="34956" y="34677"/>
                </a:lnTo>
                <a:lnTo>
                  <a:pt x="0" y="4427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54392" y="5679046"/>
            <a:ext cx="6350" cy="20955"/>
          </a:xfrm>
          <a:custGeom>
            <a:avLst/>
            <a:gdLst/>
            <a:ahLst/>
            <a:cxnLst/>
            <a:rect l="l" t="t" r="r" b="b"/>
            <a:pathLst>
              <a:path w="6350" h="20954">
                <a:moveTo>
                  <a:pt x="0" y="0"/>
                </a:moveTo>
                <a:lnTo>
                  <a:pt x="4444" y="6896"/>
                </a:lnTo>
                <a:lnTo>
                  <a:pt x="6350" y="13893"/>
                </a:lnTo>
                <a:lnTo>
                  <a:pt x="6096" y="2090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28714" y="5627992"/>
            <a:ext cx="58419" cy="26670"/>
          </a:xfrm>
          <a:custGeom>
            <a:avLst/>
            <a:gdLst/>
            <a:ahLst/>
            <a:cxnLst/>
            <a:rect l="l" t="t" r="r" b="b"/>
            <a:pathLst>
              <a:path w="58420" h="26670">
                <a:moveTo>
                  <a:pt x="0" y="26669"/>
                </a:moveTo>
                <a:lnTo>
                  <a:pt x="11963" y="19561"/>
                </a:lnTo>
                <a:lnTo>
                  <a:pt x="25701" y="12730"/>
                </a:lnTo>
                <a:lnTo>
                  <a:pt x="41130" y="6201"/>
                </a:lnTo>
                <a:lnTo>
                  <a:pt x="58165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84138" y="5644362"/>
            <a:ext cx="28575" cy="23495"/>
          </a:xfrm>
          <a:custGeom>
            <a:avLst/>
            <a:gdLst/>
            <a:ahLst/>
            <a:cxnLst/>
            <a:rect l="l" t="t" r="r" b="b"/>
            <a:pathLst>
              <a:path w="28575" h="23495">
                <a:moveTo>
                  <a:pt x="0" y="22999"/>
                </a:moveTo>
                <a:lnTo>
                  <a:pt x="5208" y="17068"/>
                </a:lnTo>
                <a:lnTo>
                  <a:pt x="11668" y="11247"/>
                </a:lnTo>
                <a:lnTo>
                  <a:pt x="19341" y="5552"/>
                </a:lnTo>
                <a:lnTo>
                  <a:pt x="28194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545201" y="5675172"/>
            <a:ext cx="102235" cy="22860"/>
          </a:xfrm>
          <a:custGeom>
            <a:avLst/>
            <a:gdLst/>
            <a:ahLst/>
            <a:cxnLst/>
            <a:rect l="l" t="t" r="r" b="b"/>
            <a:pathLst>
              <a:path w="102235" h="22860">
                <a:moveTo>
                  <a:pt x="0" y="0"/>
                </a:moveTo>
                <a:lnTo>
                  <a:pt x="27203" y="4902"/>
                </a:lnTo>
                <a:lnTo>
                  <a:pt x="53324" y="10266"/>
                </a:lnTo>
                <a:lnTo>
                  <a:pt x="78277" y="16075"/>
                </a:lnTo>
                <a:lnTo>
                  <a:pt x="101981" y="2231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52466" y="5827026"/>
            <a:ext cx="17780" cy="23495"/>
          </a:xfrm>
          <a:custGeom>
            <a:avLst/>
            <a:gdLst/>
            <a:ahLst/>
            <a:cxnLst/>
            <a:rect l="l" t="t" r="r" b="b"/>
            <a:pathLst>
              <a:path w="17779" h="23495">
                <a:moveTo>
                  <a:pt x="17780" y="23482"/>
                </a:moveTo>
                <a:lnTo>
                  <a:pt x="12090" y="17689"/>
                </a:lnTo>
                <a:lnTo>
                  <a:pt x="7223" y="11841"/>
                </a:lnTo>
                <a:lnTo>
                  <a:pt x="3188" y="5942"/>
                </a:lnTo>
                <a:lnTo>
                  <a:pt x="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598667" y="5721502"/>
            <a:ext cx="84264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宋体"/>
                <a:cs typeface="宋体"/>
              </a:rPr>
              <a:t>判断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0906" y="4018026"/>
            <a:ext cx="2405380" cy="745490"/>
          </a:xfrm>
          <a:custGeom>
            <a:avLst/>
            <a:gdLst/>
            <a:ahLst/>
            <a:cxnLst/>
            <a:rect l="l" t="t" r="r" b="b"/>
            <a:pathLst>
              <a:path w="2405380" h="745489">
                <a:moveTo>
                  <a:pt x="0" y="745236"/>
                </a:moveTo>
                <a:lnTo>
                  <a:pt x="2404872" y="745236"/>
                </a:lnTo>
                <a:lnTo>
                  <a:pt x="2404872" y="0"/>
                </a:lnTo>
                <a:lnTo>
                  <a:pt x="0" y="0"/>
                </a:lnTo>
                <a:lnTo>
                  <a:pt x="0" y="745236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0906" y="4018026"/>
            <a:ext cx="2405380" cy="745490"/>
          </a:xfrm>
          <a:custGeom>
            <a:avLst/>
            <a:gdLst/>
            <a:ahLst/>
            <a:cxnLst/>
            <a:rect l="l" t="t" r="r" b="b"/>
            <a:pathLst>
              <a:path w="2405380" h="745489">
                <a:moveTo>
                  <a:pt x="0" y="745236"/>
                </a:moveTo>
                <a:lnTo>
                  <a:pt x="2404872" y="745236"/>
                </a:lnTo>
                <a:lnTo>
                  <a:pt x="2404872" y="0"/>
                </a:lnTo>
                <a:lnTo>
                  <a:pt x="0" y="0"/>
                </a:lnTo>
                <a:lnTo>
                  <a:pt x="0" y="745236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1761" y="4763261"/>
            <a:ext cx="7455534" cy="584200"/>
          </a:xfrm>
          <a:custGeom>
            <a:avLst/>
            <a:gdLst/>
            <a:ahLst/>
            <a:cxnLst/>
            <a:rect l="l" t="t" r="r" b="b"/>
            <a:pathLst>
              <a:path w="7455534" h="584200">
                <a:moveTo>
                  <a:pt x="0" y="583691"/>
                </a:moveTo>
                <a:lnTo>
                  <a:pt x="7455408" y="583691"/>
                </a:lnTo>
                <a:lnTo>
                  <a:pt x="7455408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1761" y="4763261"/>
            <a:ext cx="7455534" cy="584200"/>
          </a:xfrm>
          <a:custGeom>
            <a:avLst/>
            <a:gdLst/>
            <a:ahLst/>
            <a:cxnLst/>
            <a:rect l="l" t="t" r="r" b="b"/>
            <a:pathLst>
              <a:path w="7455534" h="584200">
                <a:moveTo>
                  <a:pt x="0" y="583691"/>
                </a:moveTo>
                <a:lnTo>
                  <a:pt x="7455408" y="583691"/>
                </a:lnTo>
                <a:lnTo>
                  <a:pt x="7455408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96461" y="3722370"/>
            <a:ext cx="2438400" cy="1024890"/>
          </a:xfrm>
          <a:custGeom>
            <a:avLst/>
            <a:gdLst/>
            <a:ahLst/>
            <a:cxnLst/>
            <a:rect l="l" t="t" r="r" b="b"/>
            <a:pathLst>
              <a:path w="2438400" h="1024889">
                <a:moveTo>
                  <a:pt x="1016000" y="659891"/>
                </a:moveTo>
                <a:lnTo>
                  <a:pt x="406400" y="659891"/>
                </a:lnTo>
                <a:lnTo>
                  <a:pt x="139700" y="1024762"/>
                </a:lnTo>
                <a:lnTo>
                  <a:pt x="1016000" y="659891"/>
                </a:lnTo>
                <a:close/>
              </a:path>
              <a:path w="2438400" h="1024889">
                <a:moveTo>
                  <a:pt x="2328417" y="0"/>
                </a:moveTo>
                <a:lnTo>
                  <a:pt x="109982" y="0"/>
                </a:lnTo>
                <a:lnTo>
                  <a:pt x="67186" y="8647"/>
                </a:lnTo>
                <a:lnTo>
                  <a:pt x="32226" y="32226"/>
                </a:lnTo>
                <a:lnTo>
                  <a:pt x="8647" y="67186"/>
                </a:lnTo>
                <a:lnTo>
                  <a:pt x="0" y="109981"/>
                </a:lnTo>
                <a:lnTo>
                  <a:pt x="0" y="549909"/>
                </a:lnTo>
                <a:lnTo>
                  <a:pt x="8647" y="592705"/>
                </a:lnTo>
                <a:lnTo>
                  <a:pt x="32226" y="627665"/>
                </a:lnTo>
                <a:lnTo>
                  <a:pt x="67186" y="651244"/>
                </a:lnTo>
                <a:lnTo>
                  <a:pt x="109982" y="659891"/>
                </a:lnTo>
                <a:lnTo>
                  <a:pt x="2328417" y="659891"/>
                </a:lnTo>
                <a:lnTo>
                  <a:pt x="2371213" y="651244"/>
                </a:lnTo>
                <a:lnTo>
                  <a:pt x="2406173" y="627665"/>
                </a:lnTo>
                <a:lnTo>
                  <a:pt x="2429752" y="592705"/>
                </a:lnTo>
                <a:lnTo>
                  <a:pt x="2438400" y="549909"/>
                </a:lnTo>
                <a:lnTo>
                  <a:pt x="2438400" y="109981"/>
                </a:lnTo>
                <a:lnTo>
                  <a:pt x="2429752" y="67186"/>
                </a:lnTo>
                <a:lnTo>
                  <a:pt x="2406173" y="32226"/>
                </a:lnTo>
                <a:lnTo>
                  <a:pt x="2371213" y="8647"/>
                </a:lnTo>
                <a:lnTo>
                  <a:pt x="2328417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96461" y="3722370"/>
            <a:ext cx="2438400" cy="1024890"/>
          </a:xfrm>
          <a:custGeom>
            <a:avLst/>
            <a:gdLst/>
            <a:ahLst/>
            <a:cxnLst/>
            <a:rect l="l" t="t" r="r" b="b"/>
            <a:pathLst>
              <a:path w="2438400" h="1024889">
                <a:moveTo>
                  <a:pt x="0" y="109981"/>
                </a:moveTo>
                <a:lnTo>
                  <a:pt x="8647" y="67186"/>
                </a:lnTo>
                <a:lnTo>
                  <a:pt x="32226" y="32226"/>
                </a:lnTo>
                <a:lnTo>
                  <a:pt x="67186" y="8647"/>
                </a:lnTo>
                <a:lnTo>
                  <a:pt x="109982" y="0"/>
                </a:lnTo>
                <a:lnTo>
                  <a:pt x="406400" y="0"/>
                </a:lnTo>
                <a:lnTo>
                  <a:pt x="1016000" y="0"/>
                </a:lnTo>
                <a:lnTo>
                  <a:pt x="2328417" y="0"/>
                </a:lnTo>
                <a:lnTo>
                  <a:pt x="2371213" y="8647"/>
                </a:lnTo>
                <a:lnTo>
                  <a:pt x="2406173" y="32226"/>
                </a:lnTo>
                <a:lnTo>
                  <a:pt x="2429752" y="67186"/>
                </a:lnTo>
                <a:lnTo>
                  <a:pt x="2438400" y="109981"/>
                </a:lnTo>
                <a:lnTo>
                  <a:pt x="2438400" y="384936"/>
                </a:lnTo>
                <a:lnTo>
                  <a:pt x="2438400" y="549909"/>
                </a:lnTo>
                <a:lnTo>
                  <a:pt x="2429752" y="592705"/>
                </a:lnTo>
                <a:lnTo>
                  <a:pt x="2406173" y="627665"/>
                </a:lnTo>
                <a:lnTo>
                  <a:pt x="2371213" y="651244"/>
                </a:lnTo>
                <a:lnTo>
                  <a:pt x="2328417" y="659891"/>
                </a:lnTo>
                <a:lnTo>
                  <a:pt x="1016000" y="659891"/>
                </a:lnTo>
                <a:lnTo>
                  <a:pt x="139700" y="1024762"/>
                </a:lnTo>
                <a:lnTo>
                  <a:pt x="406400" y="659891"/>
                </a:lnTo>
                <a:lnTo>
                  <a:pt x="109982" y="659891"/>
                </a:lnTo>
                <a:lnTo>
                  <a:pt x="67186" y="651244"/>
                </a:lnTo>
                <a:lnTo>
                  <a:pt x="32226" y="627665"/>
                </a:lnTo>
                <a:lnTo>
                  <a:pt x="8647" y="592705"/>
                </a:lnTo>
                <a:lnTo>
                  <a:pt x="0" y="549909"/>
                </a:lnTo>
                <a:lnTo>
                  <a:pt x="0" y="384936"/>
                </a:lnTo>
                <a:lnTo>
                  <a:pt x="0" y="109981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495038" y="3777818"/>
            <a:ext cx="8426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宋体"/>
                <a:cs typeface="宋体"/>
              </a:rPr>
              <a:t>寻找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53491" y="719455"/>
            <a:ext cx="8555990" cy="2705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具体识别方法：</a:t>
            </a:r>
            <a:endParaRPr sz="3200">
              <a:latin typeface="宋体"/>
              <a:cs typeface="宋体"/>
            </a:endParaRPr>
          </a:p>
          <a:p>
            <a:pPr marL="63500" marR="106680">
              <a:lnSpc>
                <a:spcPct val="150000"/>
              </a:lnSpc>
              <a:spcBef>
                <a:spcPts val="365"/>
              </a:spcBef>
            </a:pPr>
            <a:r>
              <a:rPr dirty="0" sz="3200" b="1">
                <a:solidFill>
                  <a:srgbClr val="310018"/>
                </a:solidFill>
                <a:latin typeface="宋体"/>
                <a:cs typeface="宋体"/>
              </a:rPr>
              <a:t>根据串沿着序列（路径</a:t>
            </a:r>
            <a:r>
              <a:rPr dirty="0" sz="3200" spc="5" b="1">
                <a:solidFill>
                  <a:srgbClr val="310018"/>
                </a:solidFill>
                <a:latin typeface="宋体"/>
                <a:cs typeface="宋体"/>
              </a:rPr>
              <a:t>）</a:t>
            </a:r>
            <a:r>
              <a:rPr dirty="0" sz="3200" spc="-10" b="1" i="1">
                <a:solidFill>
                  <a:srgbClr val="310018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>
                <a:solidFill>
                  <a:srgbClr val="310018"/>
                </a:solidFill>
                <a:latin typeface="Times New Roman"/>
                <a:cs typeface="Times New Roman"/>
              </a:rPr>
              <a:t>0</a:t>
            </a:r>
            <a:r>
              <a:rPr dirty="0" sz="3200" spc="-10" b="1">
                <a:solidFill>
                  <a:srgbClr val="310018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310018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b="1">
                <a:solidFill>
                  <a:srgbClr val="310018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310018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310018"/>
                </a:solidFill>
                <a:latin typeface="Symbol"/>
                <a:cs typeface="Symbol"/>
              </a:rPr>
              <a:t></a:t>
            </a:r>
            <a:r>
              <a:rPr dirty="0" sz="3200" spc="-10" b="1">
                <a:solidFill>
                  <a:srgbClr val="310018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310018"/>
                </a:solidFill>
                <a:latin typeface="宋体"/>
                <a:cs typeface="宋体"/>
              </a:rPr>
              <a:t>找到</a:t>
            </a:r>
            <a:r>
              <a:rPr dirty="0" sz="3200" spc="-10" b="1" i="1">
                <a:solidFill>
                  <a:srgbClr val="310018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22" b="1" i="1">
                <a:solidFill>
                  <a:srgbClr val="310018"/>
                </a:solidFill>
                <a:latin typeface="Times New Roman"/>
                <a:cs typeface="Times New Roman"/>
              </a:rPr>
              <a:t>n</a:t>
            </a:r>
            <a:r>
              <a:rPr dirty="0" sz="3200" spc="-10" b="1">
                <a:solidFill>
                  <a:srgbClr val="310018"/>
                </a:solidFill>
                <a:latin typeface="宋体"/>
                <a:cs typeface="宋体"/>
              </a:rPr>
              <a:t>， </a:t>
            </a:r>
            <a:r>
              <a:rPr dirty="0" sz="3200" spc="-5" b="1">
                <a:solidFill>
                  <a:srgbClr val="310018"/>
                </a:solidFill>
                <a:latin typeface="宋体"/>
                <a:cs typeface="宋体"/>
              </a:rPr>
              <a:t>判断</a:t>
            </a:r>
            <a:r>
              <a:rPr dirty="0" sz="3200" spc="5" b="1" i="1">
                <a:solidFill>
                  <a:srgbClr val="310018"/>
                </a:solidFill>
                <a:latin typeface="Times New Roman"/>
                <a:cs typeface="Times New Roman"/>
              </a:rPr>
              <a:t>p</a:t>
            </a:r>
            <a:r>
              <a:rPr dirty="0" baseline="-21164" sz="3150" spc="7" b="1" i="1">
                <a:solidFill>
                  <a:srgbClr val="310018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310018"/>
                </a:solidFill>
                <a:latin typeface="宋体"/>
                <a:cs typeface="宋体"/>
              </a:rPr>
              <a:t>是否属于终态集。</a:t>
            </a:r>
            <a:endParaRPr sz="3200">
              <a:latin typeface="宋体"/>
              <a:cs typeface="宋体"/>
            </a:endParaRPr>
          </a:p>
          <a:p>
            <a:pPr marL="218440">
              <a:lnSpc>
                <a:spcPct val="100000"/>
              </a:lnSpc>
              <a:spcBef>
                <a:spcPts val="2010"/>
              </a:spcBef>
            </a:pPr>
            <a:r>
              <a:rPr dirty="0" sz="2800" spc="165" b="1">
                <a:solidFill>
                  <a:srgbClr val="FFFFFF"/>
                </a:solidFill>
                <a:latin typeface="宋体"/>
                <a:cs typeface="宋体"/>
              </a:rPr>
              <a:t>如果存</a:t>
            </a:r>
            <a:r>
              <a:rPr dirty="0" sz="2800" spc="17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16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175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态序</a:t>
            </a:r>
            <a:r>
              <a:rPr dirty="0" sz="2800" spc="180" b="1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65" b="1">
                <a:solidFill>
                  <a:srgbClr val="FFFFFF"/>
                </a:solidFill>
                <a:latin typeface="宋体"/>
                <a:cs typeface="宋体"/>
              </a:rPr>
              <a:t>满足下列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917244" y="3527805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条件：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7040" y="4082541"/>
            <a:ext cx="166306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66103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7040" y="4636973"/>
            <a:ext cx="70923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66103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2)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1640" y="5089005"/>
            <a:ext cx="3766185" cy="111379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10"/>
              </a:spcBef>
              <a:tabLst>
                <a:tab pos="68643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85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接受（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2800" spc="-6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1642" y="4430653"/>
            <a:ext cx="7784465" cy="2146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9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确定的有限自动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识别的字符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的全体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称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识别的语言，记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00FF00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00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00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00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45465">
              <a:lnSpc>
                <a:spcPct val="100000"/>
              </a:lnSpc>
              <a:spcBef>
                <a:spcPts val="625"/>
              </a:spcBef>
            </a:pPr>
            <a:r>
              <a:rPr dirty="0" sz="3600" spc="-5" b="1" i="1">
                <a:solidFill>
                  <a:srgbClr val="00CC00"/>
                </a:solidFill>
                <a:latin typeface="Times New Roman"/>
                <a:cs typeface="Times New Roman"/>
              </a:rPr>
              <a:t>L</a:t>
            </a:r>
            <a:r>
              <a:rPr dirty="0" sz="3600" spc="-5" b="1">
                <a:solidFill>
                  <a:srgbClr val="00CC00"/>
                </a:solidFill>
                <a:latin typeface="Times New Roman"/>
                <a:cs typeface="Times New Roman"/>
              </a:rPr>
              <a:t>(</a:t>
            </a:r>
            <a:r>
              <a:rPr dirty="0" sz="3600" spc="-5" b="1" i="1">
                <a:solidFill>
                  <a:srgbClr val="00CC00"/>
                </a:solidFill>
                <a:latin typeface="Times New Roman"/>
                <a:cs typeface="Times New Roman"/>
              </a:rPr>
              <a:t>M</a:t>
            </a:r>
            <a:r>
              <a:rPr dirty="0" sz="3600" spc="-5" b="1">
                <a:solidFill>
                  <a:srgbClr val="00CC00"/>
                </a:solidFill>
                <a:latin typeface="Times New Roman"/>
                <a:cs typeface="Times New Roman"/>
              </a:rPr>
              <a:t>) 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3600" spc="-7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3800" spc="-7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800" spc="-7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800" spc="-13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800" spc="-1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110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33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132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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6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36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800" spc="-65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3600" spc="-6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36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60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600" spc="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209" y="3518153"/>
            <a:ext cx="8606790" cy="2704465"/>
          </a:xfrm>
          <a:custGeom>
            <a:avLst/>
            <a:gdLst/>
            <a:ahLst/>
            <a:cxnLst/>
            <a:rect l="l" t="t" r="r" b="b"/>
            <a:pathLst>
              <a:path w="8606790" h="2704465">
                <a:moveTo>
                  <a:pt x="7405370" y="1702308"/>
                </a:moveTo>
                <a:lnTo>
                  <a:pt x="5183759" y="1702308"/>
                </a:lnTo>
                <a:lnTo>
                  <a:pt x="5138547" y="2704299"/>
                </a:lnTo>
                <a:lnTo>
                  <a:pt x="7405370" y="1702308"/>
                </a:lnTo>
                <a:close/>
              </a:path>
              <a:path w="8606790" h="2704465">
                <a:moveTo>
                  <a:pt x="8606789" y="0"/>
                </a:moveTo>
                <a:lnTo>
                  <a:pt x="0" y="0"/>
                </a:lnTo>
                <a:lnTo>
                  <a:pt x="0" y="1702308"/>
                </a:lnTo>
                <a:lnTo>
                  <a:pt x="8606789" y="1702308"/>
                </a:lnTo>
                <a:lnTo>
                  <a:pt x="8606789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7209" y="3518153"/>
            <a:ext cx="8606790" cy="0"/>
          </a:xfrm>
          <a:custGeom>
            <a:avLst/>
            <a:gdLst/>
            <a:ahLst/>
            <a:cxnLst/>
            <a:rect l="l" t="t" r="r" b="b"/>
            <a:pathLst>
              <a:path w="8606790" h="0">
                <a:moveTo>
                  <a:pt x="0" y="0"/>
                </a:moveTo>
                <a:lnTo>
                  <a:pt x="5183759" y="0"/>
                </a:lnTo>
                <a:lnTo>
                  <a:pt x="7405370" y="0"/>
                </a:lnTo>
                <a:lnTo>
                  <a:pt x="860678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7209" y="3518153"/>
            <a:ext cx="8606790" cy="2704465"/>
          </a:xfrm>
          <a:custGeom>
            <a:avLst/>
            <a:gdLst/>
            <a:ahLst/>
            <a:cxnLst/>
            <a:rect l="l" t="t" r="r" b="b"/>
            <a:pathLst>
              <a:path w="8606790" h="2704465">
                <a:moveTo>
                  <a:pt x="8606789" y="1702308"/>
                </a:moveTo>
                <a:lnTo>
                  <a:pt x="7405370" y="1702308"/>
                </a:lnTo>
                <a:lnTo>
                  <a:pt x="5138547" y="2704299"/>
                </a:lnTo>
                <a:lnTo>
                  <a:pt x="5183759" y="1702308"/>
                </a:lnTo>
                <a:lnTo>
                  <a:pt x="0" y="1702308"/>
                </a:lnTo>
                <a:lnTo>
                  <a:pt x="0" y="1418590"/>
                </a:lnTo>
                <a:lnTo>
                  <a:pt x="0" y="993013"/>
                </a:lnTo>
                <a:lnTo>
                  <a:pt x="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2239" y="0"/>
            <a:ext cx="8859520" cy="446214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85"/>
              </a:spcBef>
              <a:tabLst>
                <a:tab pos="605790" algn="l"/>
                <a:tab pos="3924300" algn="l"/>
                <a:tab pos="6091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206375">
              <a:lnSpc>
                <a:spcPct val="100000"/>
              </a:lnSpc>
              <a:spcBef>
                <a:spcPts val="1895"/>
              </a:spcBef>
            </a:pP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从状态图出发可以更形象地</a:t>
            </a:r>
            <a:r>
              <a:rPr dirty="0" sz="3200" spc="-15" b="1">
                <a:solidFill>
                  <a:srgbClr val="FFFF99"/>
                </a:solidFill>
                <a:latin typeface="宋体"/>
                <a:cs typeface="宋体"/>
              </a:rPr>
              <a:t>进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行描</a:t>
            </a:r>
            <a:r>
              <a:rPr dirty="0" sz="3200" spc="-15" b="1">
                <a:solidFill>
                  <a:srgbClr val="FFFF99"/>
                </a:solidFill>
                <a:latin typeface="宋体"/>
                <a:cs typeface="宋体"/>
              </a:rPr>
              <a:t>述</a:t>
            </a:r>
            <a:r>
              <a:rPr dirty="0" sz="3200" spc="-10" b="1">
                <a:solidFill>
                  <a:srgbClr val="FFFF99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92075" marR="178435">
              <a:lnSpc>
                <a:spcPct val="126200"/>
              </a:lnSpc>
              <a:spcBef>
                <a:spcPts val="215"/>
              </a:spcBef>
            </a:pP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路径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开始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点为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初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态结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；弧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记连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接成字符串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spc="-5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路径终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为终态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endParaRPr sz="32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969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3350" spc="-10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所识别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接受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87350" marR="652780">
              <a:lnSpc>
                <a:spcPct val="104000"/>
              </a:lnSpc>
              <a:spcBef>
                <a:spcPts val="1345"/>
              </a:spcBef>
            </a:pPr>
            <a:r>
              <a:rPr dirty="0" sz="3200" spc="45" b="1">
                <a:solidFill>
                  <a:srgbClr val="66FFFF"/>
                </a:solidFill>
                <a:latin typeface="宋体"/>
                <a:cs typeface="宋体"/>
              </a:rPr>
              <a:t>特例</a:t>
            </a:r>
            <a:r>
              <a:rPr dirty="0" sz="3200" spc="30" b="1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200" spc="60" b="1">
                <a:solidFill>
                  <a:srgbClr val="66FFFF"/>
                </a:solidFill>
                <a:latin typeface="宋体"/>
                <a:cs typeface="宋体"/>
              </a:rPr>
              <a:t>是</a:t>
            </a:r>
            <a:r>
              <a:rPr dirty="0" sz="3200" spc="5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35" b="1">
                <a:solidFill>
                  <a:srgbClr val="66FFFF"/>
                </a:solidFill>
                <a:latin typeface="宋体"/>
                <a:cs typeface="宋体"/>
              </a:rPr>
              <a:t>若</a:t>
            </a:r>
            <a:r>
              <a:rPr dirty="0" sz="3200" spc="40" b="1" i="1">
                <a:solidFill>
                  <a:srgbClr val="66FFFF"/>
                </a:solidFill>
                <a:latin typeface="Times New Roman"/>
                <a:cs typeface="Times New Roman"/>
              </a:rPr>
              <a:t>M</a:t>
            </a:r>
            <a:r>
              <a:rPr dirty="0" sz="3200" spc="45" b="1">
                <a:solidFill>
                  <a:srgbClr val="66FFFF"/>
                </a:solidFill>
                <a:latin typeface="宋体"/>
                <a:cs typeface="宋体"/>
              </a:rPr>
              <a:t>的初态结</a:t>
            </a:r>
            <a:r>
              <a:rPr dirty="0" sz="3200" spc="35" b="1">
                <a:solidFill>
                  <a:srgbClr val="66FFFF"/>
                </a:solidFill>
                <a:latin typeface="宋体"/>
                <a:cs typeface="宋体"/>
              </a:rPr>
              <a:t>点</a:t>
            </a:r>
            <a:r>
              <a:rPr dirty="0" sz="3200" spc="45" b="1">
                <a:solidFill>
                  <a:srgbClr val="66FFFF"/>
                </a:solidFill>
                <a:latin typeface="宋体"/>
                <a:cs typeface="宋体"/>
              </a:rPr>
              <a:t>同时</a:t>
            </a:r>
            <a:r>
              <a:rPr dirty="0" sz="3200" spc="35" b="1">
                <a:solidFill>
                  <a:srgbClr val="66FFFF"/>
                </a:solidFill>
                <a:latin typeface="宋体"/>
                <a:cs typeface="宋体"/>
              </a:rPr>
              <a:t>又</a:t>
            </a:r>
            <a:r>
              <a:rPr dirty="0" sz="3200" spc="45" b="1">
                <a:solidFill>
                  <a:srgbClr val="66FFFF"/>
                </a:solidFill>
                <a:latin typeface="宋体"/>
                <a:cs typeface="宋体"/>
              </a:rPr>
              <a:t>是终</a:t>
            </a:r>
            <a:r>
              <a:rPr dirty="0" sz="3200" spc="35" b="1">
                <a:solidFill>
                  <a:srgbClr val="66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结 </a:t>
            </a:r>
            <a:r>
              <a:rPr dirty="0" sz="3200" spc="-2440" b="1">
                <a:solidFill>
                  <a:srgbClr val="66FFFF"/>
                </a:solidFill>
                <a:latin typeface="宋体"/>
                <a:cs typeface="宋体"/>
              </a:rPr>
              <a:t>点</a:t>
            </a:r>
            <a:r>
              <a:rPr dirty="0" baseline="22222" sz="6000" spc="-2370" b="1">
                <a:solidFill>
                  <a:srgbClr val="FFFF99"/>
                </a:solidFill>
                <a:latin typeface="宋体"/>
                <a:cs typeface="宋体"/>
              </a:rPr>
              <a:t>设</a:t>
            </a:r>
            <a:r>
              <a:rPr dirty="0" sz="3200" spc="-133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baseline="21164" sz="6300" spc="-1995" b="1" i="1">
                <a:solidFill>
                  <a:srgbClr val="FFFF99"/>
                </a:solidFill>
                <a:latin typeface="Symbol"/>
                <a:cs typeface="Symbol"/>
              </a:rPr>
              <a:t></a:t>
            </a:r>
            <a:r>
              <a:rPr dirty="0" sz="3200" spc="-2335" b="1">
                <a:solidFill>
                  <a:srgbClr val="66FFFF"/>
                </a:solidFill>
                <a:latin typeface="宋体"/>
                <a:cs typeface="宋体"/>
              </a:rPr>
              <a:t>则</a:t>
            </a:r>
            <a:r>
              <a:rPr dirty="0" baseline="22222" sz="6000" spc="-2527" b="1">
                <a:solidFill>
                  <a:srgbClr val="FFFF99"/>
                </a:solidFill>
                <a:latin typeface="宋体"/>
                <a:cs typeface="宋体"/>
              </a:rPr>
              <a:t>＝</a:t>
            </a:r>
            <a:r>
              <a:rPr dirty="0" sz="3200" spc="-1540" b="1">
                <a:solidFill>
                  <a:srgbClr val="66FFFF"/>
                </a:solidFill>
                <a:latin typeface="宋体"/>
                <a:cs typeface="宋体"/>
              </a:rPr>
              <a:t>空</a:t>
            </a:r>
            <a:r>
              <a:rPr dirty="0" baseline="22222" sz="6000" spc="-697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sz="3200" spc="-2750" b="1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baseline="12578" sz="3975" spc="-712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baseline="22222" sz="6000" spc="-712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sz="3200" spc="-47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baseline="12578" sz="3975" spc="-712" b="1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dirty="0" sz="3200" spc="-2620" b="1">
                <a:solidFill>
                  <a:srgbClr val="66FFFF"/>
                </a:solidFill>
                <a:latin typeface="宋体"/>
                <a:cs typeface="宋体"/>
              </a:rPr>
              <a:t>为</a:t>
            </a:r>
            <a:r>
              <a:rPr dirty="0" baseline="22222" sz="6000" spc="-2700" b="1">
                <a:solidFill>
                  <a:srgbClr val="FFFF99"/>
                </a:solidFill>
                <a:latin typeface="Symbol"/>
                <a:cs typeface="Symbol"/>
              </a:rPr>
              <a:t></a:t>
            </a:r>
            <a:r>
              <a:rPr dirty="0" sz="3200" spc="-1800" b="1" i="1">
                <a:solidFill>
                  <a:srgbClr val="66FFFF"/>
                </a:solidFill>
                <a:latin typeface="Times New Roman"/>
                <a:cs typeface="Times New Roman"/>
              </a:rPr>
              <a:t>M</a:t>
            </a:r>
            <a:r>
              <a:rPr dirty="0" baseline="22222" sz="6000" spc="-2700" b="1">
                <a:solidFill>
                  <a:srgbClr val="FFFF99"/>
                </a:solidFill>
                <a:latin typeface="Symbol"/>
                <a:cs typeface="Symbol"/>
              </a:rPr>
              <a:t></a:t>
            </a:r>
            <a:r>
              <a:rPr dirty="0" sz="3200" spc="-665" b="1">
                <a:solidFill>
                  <a:srgbClr val="66FFFF"/>
                </a:solidFill>
                <a:latin typeface="宋体"/>
                <a:cs typeface="宋体"/>
              </a:rPr>
              <a:t>所</a:t>
            </a:r>
            <a:r>
              <a:rPr dirty="0" baseline="22222" sz="6000" spc="-2010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sz="3200" spc="-1880" b="1">
                <a:solidFill>
                  <a:srgbClr val="66FFFF"/>
                </a:solidFill>
                <a:latin typeface="宋体"/>
                <a:cs typeface="宋体"/>
              </a:rPr>
              <a:t>识</a:t>
            </a:r>
            <a:r>
              <a:rPr dirty="0" baseline="12578" sz="3975" spc="-367" b="1" i="1">
                <a:solidFill>
                  <a:srgbClr val="FFFF99"/>
                </a:solidFill>
                <a:latin typeface="Times New Roman"/>
                <a:cs typeface="Times New Roman"/>
              </a:rPr>
              <a:t>n</a:t>
            </a:r>
            <a:r>
              <a:rPr dirty="0" baseline="12578" sz="3975" spc="-367" b="1">
                <a:solidFill>
                  <a:srgbClr val="FFFF99"/>
                </a:solidFill>
                <a:latin typeface="Times New Roman"/>
                <a:cs typeface="Times New Roman"/>
              </a:rPr>
              <a:t>-</a:t>
            </a:r>
            <a:r>
              <a:rPr dirty="0" sz="3200" spc="-2730" b="1">
                <a:solidFill>
                  <a:srgbClr val="66FFFF"/>
                </a:solidFill>
                <a:latin typeface="宋体"/>
                <a:cs typeface="宋体"/>
              </a:rPr>
              <a:t>别</a:t>
            </a:r>
            <a:r>
              <a:rPr dirty="0" baseline="12578" sz="3975" spc="-450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baseline="22222" sz="6000" spc="-450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sz="3200" spc="-2610" b="1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r>
              <a:rPr dirty="0" baseline="12578" sz="3975" spc="-22" b="1" i="1">
                <a:solidFill>
                  <a:srgbClr val="FFFF99"/>
                </a:solidFill>
                <a:latin typeface="Times New Roman"/>
                <a:cs typeface="Times New Roman"/>
              </a:rPr>
              <a:t>n</a:t>
            </a:r>
            <a:r>
              <a:rPr dirty="0" baseline="22222" sz="6000" spc="-22" b="1">
                <a:solidFill>
                  <a:srgbClr val="FFFF99"/>
                </a:solidFill>
                <a:latin typeface="宋体"/>
                <a:cs typeface="宋体"/>
              </a:rPr>
              <a:t>，</a:t>
            </a:r>
            <a:endParaRPr baseline="22222" sz="6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0092" y="4267911"/>
            <a:ext cx="793242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0964" sz="3975" spc="-7" b="1">
                <a:solidFill>
                  <a:srgbClr val="FFFF99"/>
                </a:solidFill>
                <a:latin typeface="Times New Roman"/>
                <a:cs typeface="Times New Roman"/>
              </a:rPr>
              <a:t>0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3350" spc="-5" b="1" i="1">
                <a:solidFill>
                  <a:srgbClr val="FFFF99"/>
                </a:solidFill>
                <a:latin typeface="Symbol"/>
                <a:cs typeface="Symbol"/>
              </a:rPr>
              <a:t>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)=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4000" spc="-5" b="1">
                <a:solidFill>
                  <a:srgbClr val="FFFF99"/>
                </a:solidFill>
                <a:latin typeface="Symbol"/>
                <a:cs typeface="Symbol"/>
              </a:rPr>
              <a:t>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f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0964" sz="3975" spc="-7" b="1">
                <a:solidFill>
                  <a:srgbClr val="FFFF99"/>
                </a:solidFill>
                <a:latin typeface="Times New Roman"/>
                <a:cs typeface="Times New Roman"/>
              </a:rPr>
              <a:t>0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baseline="-20964" sz="3975" spc="-7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,),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baseline="-20964" sz="3975" spc="-7" b="1">
                <a:solidFill>
                  <a:srgbClr val="FFFF99"/>
                </a:solidFill>
                <a:latin typeface="Times New Roman"/>
                <a:cs typeface="Times New Roman"/>
              </a:rPr>
              <a:t>2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),</a:t>
            </a:r>
            <a:r>
              <a:rPr dirty="0" sz="4000" spc="-5" b="1">
                <a:solidFill>
                  <a:srgbClr val="FFFF99"/>
                </a:solidFill>
                <a:latin typeface="Symbol"/>
                <a:cs typeface="Symbol"/>
              </a:rPr>
              <a:t>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,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baseline="-20964" sz="3975" spc="-7" b="1" i="1">
                <a:solidFill>
                  <a:srgbClr val="FFFF99"/>
                </a:solidFill>
                <a:latin typeface="Times New Roman"/>
                <a:cs typeface="Times New Roman"/>
              </a:rPr>
              <a:t>n</a:t>
            </a:r>
            <a:r>
              <a:rPr dirty="0" baseline="-20964" sz="3975" spc="-7" b="1">
                <a:solidFill>
                  <a:srgbClr val="FFFF99"/>
                </a:solidFill>
                <a:latin typeface="Times New Roman"/>
                <a:cs typeface="Times New Roman"/>
              </a:rPr>
              <a:t>-1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),</a:t>
            </a:r>
            <a:r>
              <a:rPr dirty="0" sz="4000" spc="-5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baseline="-20964" sz="3975" spc="-7" b="1" i="1">
                <a:solidFill>
                  <a:srgbClr val="FFFF99"/>
                </a:solidFill>
                <a:latin typeface="Times New Roman"/>
                <a:cs typeface="Times New Roman"/>
              </a:rPr>
              <a:t>n</a:t>
            </a:r>
            <a:r>
              <a:rPr dirty="0" sz="4000" spc="-5" b="1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7754" y="625601"/>
            <a:ext cx="8420100" cy="1123315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7005">
              <a:lnSpc>
                <a:spcPts val="3554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2.21:</a:t>
            </a:r>
            <a:endParaRPr sz="3200">
              <a:latin typeface="Times New Roman"/>
              <a:cs typeface="Times New Roman"/>
            </a:endParaRPr>
          </a:p>
          <a:p>
            <a:pPr marL="712470">
              <a:lnSpc>
                <a:spcPct val="100000"/>
              </a:lnSpc>
              <a:spcBef>
                <a:spcPts val="1180"/>
              </a:spcBef>
              <a:tabLst>
                <a:tab pos="4078604" algn="l"/>
              </a:tabLst>
            </a:pP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分析下面描述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的</a:t>
            </a:r>
            <a:r>
              <a:rPr dirty="0" sz="2800" spc="-75" b="1">
                <a:solidFill>
                  <a:srgbClr val="CCEBFF"/>
                </a:solidFill>
                <a:latin typeface="Times New Roman"/>
                <a:cs typeface="Times New Roman"/>
              </a:rPr>
              <a:t>DFA	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baseline="-21021" sz="277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r>
              <a:rPr dirty="0" baseline="-21021" sz="2775" spc="-7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CCEB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142" y="2400787"/>
            <a:ext cx="7663815" cy="1007744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610"/>
              </a:spcBef>
              <a:tabLst>
                <a:tab pos="1002665" algn="l"/>
              </a:tabLst>
            </a:pP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DFA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baseline="-25525" sz="2775" spc="-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=({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oe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eo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oo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{0,1}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})</a:t>
            </a:r>
            <a:endParaRPr sz="2800">
              <a:latin typeface="Times New Roman"/>
              <a:cs typeface="Times New Roman"/>
            </a:endParaRPr>
          </a:p>
          <a:p>
            <a:pPr marL="762000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6998" y="3383410"/>
            <a:ext cx="2080895" cy="198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8100" marR="30480">
              <a:lnSpc>
                <a:spcPct val="114999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0)=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oe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b="1" i="1">
                <a:solidFill>
                  <a:srgbClr val="FFFFFF"/>
                </a:solidFill>
                <a:latin typeface="Times New Roman"/>
                <a:cs typeface="Times New Roman"/>
              </a:rPr>
              <a:t>oo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0144" y="3383410"/>
            <a:ext cx="2129155" cy="198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60325" marR="55880">
              <a:lnSpc>
                <a:spcPct val="114999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b="1" i="1">
                <a:solidFill>
                  <a:srgbClr val="FFFFFF"/>
                </a:solidFill>
                <a:latin typeface="Times New Roman"/>
                <a:cs typeface="Times New Roman"/>
              </a:rPr>
              <a:t>oo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ee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1)=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24505" y="3135629"/>
            <a:ext cx="4439920" cy="419100"/>
          </a:xfrm>
          <a:custGeom>
            <a:avLst/>
            <a:gdLst/>
            <a:ahLst/>
            <a:cxnLst/>
            <a:rect l="l" t="t" r="r" b="b"/>
            <a:pathLst>
              <a:path w="4439920" h="419100">
                <a:moveTo>
                  <a:pt x="0" y="419100"/>
                </a:moveTo>
                <a:lnTo>
                  <a:pt x="18856" y="352879"/>
                </a:lnTo>
                <a:lnTo>
                  <a:pt x="71363" y="295357"/>
                </a:lnTo>
                <a:lnTo>
                  <a:pt x="108331" y="270938"/>
                </a:lnTo>
                <a:lnTo>
                  <a:pt x="151424" y="249990"/>
                </a:lnTo>
                <a:lnTo>
                  <a:pt x="199882" y="232946"/>
                </a:lnTo>
                <a:lnTo>
                  <a:pt x="252943" y="220236"/>
                </a:lnTo>
                <a:lnTo>
                  <a:pt x="309844" y="212293"/>
                </a:lnTo>
                <a:lnTo>
                  <a:pt x="369824" y="209550"/>
                </a:lnTo>
                <a:lnTo>
                  <a:pt x="1849755" y="209550"/>
                </a:lnTo>
                <a:lnTo>
                  <a:pt x="1909768" y="206806"/>
                </a:lnTo>
                <a:lnTo>
                  <a:pt x="1966697" y="198863"/>
                </a:lnTo>
                <a:lnTo>
                  <a:pt x="2019779" y="186153"/>
                </a:lnTo>
                <a:lnTo>
                  <a:pt x="2068253" y="169109"/>
                </a:lnTo>
                <a:lnTo>
                  <a:pt x="2111359" y="148161"/>
                </a:lnTo>
                <a:lnTo>
                  <a:pt x="2148334" y="123742"/>
                </a:lnTo>
                <a:lnTo>
                  <a:pt x="2178417" y="96285"/>
                </a:lnTo>
                <a:lnTo>
                  <a:pt x="2214864" y="33981"/>
                </a:lnTo>
                <a:lnTo>
                  <a:pt x="2219706" y="0"/>
                </a:lnTo>
                <a:lnTo>
                  <a:pt x="2224547" y="33981"/>
                </a:lnTo>
                <a:lnTo>
                  <a:pt x="2260994" y="96285"/>
                </a:lnTo>
                <a:lnTo>
                  <a:pt x="2291077" y="123742"/>
                </a:lnTo>
                <a:lnTo>
                  <a:pt x="2328052" y="148161"/>
                </a:lnTo>
                <a:lnTo>
                  <a:pt x="2371158" y="169109"/>
                </a:lnTo>
                <a:lnTo>
                  <a:pt x="2419632" y="186153"/>
                </a:lnTo>
                <a:lnTo>
                  <a:pt x="2472714" y="198863"/>
                </a:lnTo>
                <a:lnTo>
                  <a:pt x="2529643" y="206806"/>
                </a:lnTo>
                <a:lnTo>
                  <a:pt x="2589657" y="209550"/>
                </a:lnTo>
                <a:lnTo>
                  <a:pt x="4069461" y="209550"/>
                </a:lnTo>
                <a:lnTo>
                  <a:pt x="4129474" y="212293"/>
                </a:lnTo>
                <a:lnTo>
                  <a:pt x="4186403" y="220236"/>
                </a:lnTo>
                <a:lnTo>
                  <a:pt x="4239485" y="232946"/>
                </a:lnTo>
                <a:lnTo>
                  <a:pt x="4287959" y="249990"/>
                </a:lnTo>
                <a:lnTo>
                  <a:pt x="4331065" y="270938"/>
                </a:lnTo>
                <a:lnTo>
                  <a:pt x="4368040" y="295357"/>
                </a:lnTo>
                <a:lnTo>
                  <a:pt x="4398123" y="322814"/>
                </a:lnTo>
                <a:lnTo>
                  <a:pt x="4434570" y="385118"/>
                </a:lnTo>
                <a:lnTo>
                  <a:pt x="4439412" y="41910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63261" y="2945129"/>
            <a:ext cx="1468120" cy="190500"/>
          </a:xfrm>
          <a:custGeom>
            <a:avLst/>
            <a:gdLst/>
            <a:ahLst/>
            <a:cxnLst/>
            <a:rect l="l" t="t" r="r" b="b"/>
            <a:pathLst>
              <a:path w="1468120" h="190500">
                <a:moveTo>
                  <a:pt x="1467612" y="0"/>
                </a:moveTo>
                <a:lnTo>
                  <a:pt x="0" y="19050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734" y="1161695"/>
            <a:ext cx="2439035" cy="16783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38100" marR="30480" indent="6350">
              <a:lnSpc>
                <a:spcPct val="115399"/>
              </a:lnSpc>
              <a:spcBef>
                <a:spcPts val="19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4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 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0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eo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baseline="-24305" sz="2400">
              <a:latin typeface="Times New Roman"/>
              <a:cs typeface="Times New Roman"/>
            </a:endParaRPr>
          </a:p>
          <a:p>
            <a:pPr marL="56515">
              <a:lnSpc>
                <a:spcPct val="100000"/>
              </a:lnSpc>
              <a:spcBef>
                <a:spcPts val="118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243" y="2889885"/>
            <a:ext cx="2289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68705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-5" b="1">
                <a:solidFill>
                  <a:srgbClr val="FF99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0955" y="3164204"/>
            <a:ext cx="178498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33525" algn="l"/>
              </a:tabLst>
            </a:pP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15100" y="496823"/>
            <a:ext cx="2628900" cy="4528185"/>
          </a:xfrm>
          <a:custGeom>
            <a:avLst/>
            <a:gdLst/>
            <a:ahLst/>
            <a:cxnLst/>
            <a:rect l="l" t="t" r="r" b="b"/>
            <a:pathLst>
              <a:path w="2628900" h="4528185">
                <a:moveTo>
                  <a:pt x="0" y="4527804"/>
                </a:moveTo>
                <a:lnTo>
                  <a:pt x="2628899" y="4527804"/>
                </a:lnTo>
                <a:lnTo>
                  <a:pt x="2628899" y="0"/>
                </a:lnTo>
                <a:lnTo>
                  <a:pt x="0" y="0"/>
                </a:lnTo>
                <a:lnTo>
                  <a:pt x="0" y="4527804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3639" y="614552"/>
            <a:ext cx="8665210" cy="5156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405130" indent="-367665">
              <a:lnSpc>
                <a:spcPct val="100000"/>
              </a:lnSpc>
              <a:spcBef>
                <a:spcPts val="114"/>
              </a:spcBef>
              <a:buClr>
                <a:srgbClr val="66FF99"/>
              </a:buClr>
              <a:buSzPct val="114285"/>
              <a:buFont typeface="Wingdings"/>
              <a:buChar char=""/>
              <a:tabLst>
                <a:tab pos="405130" algn="l"/>
                <a:tab pos="405765" algn="l"/>
              </a:tabLst>
            </a:pPr>
            <a:r>
              <a:rPr dirty="0" sz="2800" spc="-15">
                <a:latin typeface="宋体"/>
                <a:cs typeface="宋体"/>
              </a:rPr>
              <a:t>$1=</a:t>
            </a:r>
            <a:r>
              <a:rPr dirty="0" spc="-15">
                <a:solidFill>
                  <a:srgbClr val="66FF99"/>
                </a:solidFill>
              </a:rPr>
              <a:t>1</a:t>
            </a:r>
            <a:r>
              <a:rPr dirty="0" spc="-15"/>
              <a:t>1</a:t>
            </a:r>
            <a:r>
              <a:rPr dirty="0" spc="-15">
                <a:solidFill>
                  <a:srgbClr val="66FFFF"/>
                </a:solidFill>
              </a:rPr>
              <a:t>0</a:t>
            </a:r>
            <a:r>
              <a:rPr dirty="0" spc="-15">
                <a:solidFill>
                  <a:srgbClr val="FF99FF"/>
                </a:solidFill>
              </a:rPr>
              <a:t>1</a:t>
            </a:r>
            <a:r>
              <a:rPr dirty="0" spc="-15">
                <a:solidFill>
                  <a:srgbClr val="FFFFFF"/>
                </a:solidFill>
              </a:rPr>
              <a:t>0</a:t>
            </a:r>
            <a:r>
              <a:rPr dirty="0" spc="-15">
                <a:solidFill>
                  <a:srgbClr val="FF0000"/>
                </a:solidFill>
              </a:rPr>
              <a:t>1</a:t>
            </a:r>
            <a:r>
              <a:rPr dirty="0" sz="2800" spc="-15">
                <a:latin typeface="宋体"/>
                <a:cs typeface="宋体"/>
              </a:rPr>
              <a:t>，</a:t>
            </a:r>
            <a:r>
              <a:rPr dirty="0" sz="2800" spc="-15" i="1">
                <a:latin typeface="Times New Roman"/>
                <a:cs typeface="Times New Roman"/>
              </a:rPr>
              <a:t>M</a:t>
            </a:r>
            <a:r>
              <a:rPr dirty="0" baseline="-25525" sz="2775" spc="-22"/>
              <a:t>1</a:t>
            </a:r>
            <a:r>
              <a:rPr dirty="0" sz="2800" spc="-5">
                <a:latin typeface="宋体"/>
                <a:cs typeface="宋体"/>
              </a:rPr>
              <a:t>对</a:t>
            </a:r>
            <a:r>
              <a:rPr dirty="0" sz="2800"/>
              <a:t>$1</a:t>
            </a:r>
            <a:r>
              <a:rPr dirty="0" sz="2800" spc="-5">
                <a:latin typeface="宋体"/>
                <a:cs typeface="宋体"/>
              </a:rPr>
              <a:t>的计算过程是</a:t>
            </a:r>
            <a:r>
              <a:rPr dirty="0" sz="2800" spc="-15">
                <a:latin typeface="宋体"/>
                <a:cs typeface="宋体"/>
              </a:rPr>
              <a:t>：</a:t>
            </a:r>
            <a:r>
              <a:rPr dirty="0" sz="2800" spc="-265">
                <a:latin typeface="宋体"/>
                <a:cs typeface="宋体"/>
              </a:rPr>
              <a:t> </a:t>
            </a:r>
            <a:r>
              <a:rPr dirty="0" baseline="23809" sz="4200">
                <a:solidFill>
                  <a:srgbClr val="FFFFFF"/>
                </a:solidFill>
              </a:rPr>
              <a:t>({</a:t>
            </a:r>
            <a:r>
              <a:rPr dirty="0" baseline="23809" sz="420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5625" sz="2400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baseline="23809" sz="4200">
                <a:solidFill>
                  <a:srgbClr val="FFFFFF"/>
                </a:solidFill>
              </a:rPr>
              <a:t>,</a:t>
            </a:r>
            <a:r>
              <a:rPr dirty="0" baseline="23809" sz="420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0510" sz="2775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baseline="23809" sz="4200">
                <a:solidFill>
                  <a:srgbClr val="FFFFFF"/>
                </a:solidFill>
              </a:rPr>
              <a:t>,</a:t>
            </a:r>
            <a:r>
              <a:rPr dirty="0" baseline="23809" sz="420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5015" sz="2775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r>
              <a:rPr dirty="0" baseline="23809" sz="4200">
                <a:solidFill>
                  <a:srgbClr val="FFFFFF"/>
                </a:solidFill>
              </a:rPr>
              <a:t>,</a:t>
            </a:r>
            <a:r>
              <a:rPr dirty="0" baseline="23809" sz="420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0510" sz="2775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r>
              <a:rPr dirty="0" baseline="23809" sz="4200">
                <a:solidFill>
                  <a:srgbClr val="FFFFFF"/>
                </a:solidFill>
              </a:rPr>
              <a:t>},</a:t>
            </a:r>
            <a:endParaRPr baseline="23809" sz="4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9709" y="965961"/>
            <a:ext cx="2362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{0,1},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83502" y="1414398"/>
            <a:ext cx="15659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659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,0)=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99554" y="1636902"/>
            <a:ext cx="137477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37285" algn="l"/>
              </a:tabLst>
            </a:pP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69709" y="1862454"/>
            <a:ext cx="1781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,1)=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9709" y="2288311"/>
            <a:ext cx="1811020" cy="9220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10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,0)=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ee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,1)=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5109" y="3206876"/>
            <a:ext cx="14312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214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11161" y="3429380"/>
            <a:ext cx="125412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02665" algn="l"/>
              </a:tabLst>
            </a:pP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9709" y="3632606"/>
            <a:ext cx="1811020" cy="13493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38100" marR="30480">
              <a:lnSpc>
                <a:spcPct val="102499"/>
              </a:lnSpc>
              <a:spcBef>
                <a:spcPts val="18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,1)=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ee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,0)=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,1)=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542" y="4696769"/>
            <a:ext cx="7207884" cy="1942464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2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所以串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$1=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3200" spc="-30" b="1">
                <a:solidFill>
                  <a:srgbClr val="FF99FF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3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受。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12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-30" b="1">
                <a:solidFill>
                  <a:srgbClr val="66FF99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3200" spc="-30" b="1">
                <a:solidFill>
                  <a:srgbClr val="FF99FF"/>
                </a:solidFill>
                <a:latin typeface="Times New Roman"/>
                <a:cs typeface="Times New Roman"/>
              </a:rPr>
              <a:t>1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30" b="1">
                <a:solidFill>
                  <a:srgbClr val="FF0000"/>
                </a:solidFill>
                <a:latin typeface="Times New Roman"/>
                <a:cs typeface="Times New Roman"/>
              </a:rPr>
              <a:t>1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ee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10101)=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</a:t>
            </a:r>
            <a:endParaRPr sz="280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  <a:spcBef>
                <a:spcPts val="85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eo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4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3600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340" y="3445921"/>
            <a:ext cx="3185160" cy="124269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93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oo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4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endParaRPr baseline="-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eo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4305" sz="3600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r>
              <a:rPr dirty="0" baseline="-24305" sz="3600" spc="-50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8680" sz="48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baseline="-8680" sz="480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endParaRPr baseline="-8680"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767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9742" y="644982"/>
            <a:ext cx="2445385" cy="115379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20"/>
              </a:spcBef>
              <a:tabLst>
                <a:tab pos="901700" algn="l"/>
              </a:tabLst>
            </a:pP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DFA	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状态图</a:t>
            </a:r>
            <a:endParaRPr sz="2800">
              <a:latin typeface="宋体"/>
              <a:cs typeface="宋体"/>
            </a:endParaRPr>
          </a:p>
          <a:p>
            <a:pPr algn="r" marR="619760">
              <a:lnSpc>
                <a:spcPct val="100000"/>
              </a:lnSpc>
              <a:spcBef>
                <a:spcPts val="12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3810" y="2189225"/>
            <a:ext cx="434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6626" y="2204466"/>
            <a:ext cx="478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6865" sz="4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7874" y="4385564"/>
            <a:ext cx="21196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2913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182" y="4608067"/>
            <a:ext cx="218059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29130" algn="l"/>
              </a:tabLst>
            </a:pP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82114" y="22837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5217" y="3864686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5217" y="4645863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8489" y="3369691"/>
            <a:ext cx="646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	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07867" y="329349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8971" y="3274009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0052" y="990980"/>
            <a:ext cx="12141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23053" y="1994916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2" y="0"/>
                </a:moveTo>
                <a:lnTo>
                  <a:pt x="362712" y="114300"/>
                </a:lnTo>
                <a:lnTo>
                  <a:pt x="438912" y="76200"/>
                </a:lnTo>
                <a:lnTo>
                  <a:pt x="381762" y="76200"/>
                </a:lnTo>
                <a:lnTo>
                  <a:pt x="381762" y="38100"/>
                </a:lnTo>
                <a:lnTo>
                  <a:pt x="438912" y="38100"/>
                </a:lnTo>
                <a:lnTo>
                  <a:pt x="362712" y="0"/>
                </a:lnTo>
                <a:close/>
              </a:path>
              <a:path w="477520" h="114300">
                <a:moveTo>
                  <a:pt x="362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2" y="76200"/>
                </a:lnTo>
                <a:lnTo>
                  <a:pt x="362712" y="38100"/>
                </a:lnTo>
                <a:close/>
              </a:path>
              <a:path w="477520" h="114300">
                <a:moveTo>
                  <a:pt x="438912" y="38100"/>
                </a:moveTo>
                <a:lnTo>
                  <a:pt x="381762" y="38100"/>
                </a:lnTo>
                <a:lnTo>
                  <a:pt x="381762" y="76200"/>
                </a:lnTo>
                <a:lnTo>
                  <a:pt x="438912" y="76200"/>
                </a:lnTo>
                <a:lnTo>
                  <a:pt x="477012" y="57150"/>
                </a:lnTo>
                <a:lnTo>
                  <a:pt x="4389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754117" y="15975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81065" y="1994916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4" h="114300">
                <a:moveTo>
                  <a:pt x="361188" y="0"/>
                </a:moveTo>
                <a:lnTo>
                  <a:pt x="361188" y="114300"/>
                </a:lnTo>
                <a:lnTo>
                  <a:pt x="437388" y="76200"/>
                </a:lnTo>
                <a:lnTo>
                  <a:pt x="380238" y="76200"/>
                </a:lnTo>
                <a:lnTo>
                  <a:pt x="380238" y="38100"/>
                </a:lnTo>
                <a:lnTo>
                  <a:pt x="437388" y="38100"/>
                </a:lnTo>
                <a:lnTo>
                  <a:pt x="361188" y="0"/>
                </a:lnTo>
                <a:close/>
              </a:path>
              <a:path w="475614" h="114300">
                <a:moveTo>
                  <a:pt x="361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1188" y="76200"/>
                </a:lnTo>
                <a:lnTo>
                  <a:pt x="361188" y="38100"/>
                </a:lnTo>
                <a:close/>
              </a:path>
              <a:path w="475614" h="114300">
                <a:moveTo>
                  <a:pt x="437388" y="38100"/>
                </a:moveTo>
                <a:lnTo>
                  <a:pt x="380238" y="38100"/>
                </a:lnTo>
                <a:lnTo>
                  <a:pt x="380238" y="76200"/>
                </a:lnTo>
                <a:lnTo>
                  <a:pt x="437388" y="76200"/>
                </a:lnTo>
                <a:lnTo>
                  <a:pt x="475488" y="57150"/>
                </a:lnTo>
                <a:lnTo>
                  <a:pt x="4373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73395" y="16167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37553" y="1975104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2" y="0"/>
                </a:moveTo>
                <a:lnTo>
                  <a:pt x="362712" y="114300"/>
                </a:lnTo>
                <a:lnTo>
                  <a:pt x="438912" y="76200"/>
                </a:lnTo>
                <a:lnTo>
                  <a:pt x="381762" y="76200"/>
                </a:lnTo>
                <a:lnTo>
                  <a:pt x="381762" y="38100"/>
                </a:lnTo>
                <a:lnTo>
                  <a:pt x="438912" y="38100"/>
                </a:lnTo>
                <a:lnTo>
                  <a:pt x="362712" y="0"/>
                </a:lnTo>
                <a:close/>
              </a:path>
              <a:path w="477520" h="114300">
                <a:moveTo>
                  <a:pt x="362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2" y="76200"/>
                </a:lnTo>
                <a:lnTo>
                  <a:pt x="362712" y="38100"/>
                </a:lnTo>
                <a:close/>
              </a:path>
              <a:path w="477520" h="114300">
                <a:moveTo>
                  <a:pt x="438912" y="38100"/>
                </a:moveTo>
                <a:lnTo>
                  <a:pt x="381762" y="38100"/>
                </a:lnTo>
                <a:lnTo>
                  <a:pt x="381762" y="76200"/>
                </a:lnTo>
                <a:lnTo>
                  <a:pt x="438912" y="76200"/>
                </a:lnTo>
                <a:lnTo>
                  <a:pt x="477012" y="57150"/>
                </a:lnTo>
                <a:lnTo>
                  <a:pt x="4389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10273" y="15975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90054" y="1994916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2" y="0"/>
                </a:moveTo>
                <a:lnTo>
                  <a:pt x="362712" y="114300"/>
                </a:lnTo>
                <a:lnTo>
                  <a:pt x="438912" y="76200"/>
                </a:lnTo>
                <a:lnTo>
                  <a:pt x="381762" y="76200"/>
                </a:lnTo>
                <a:lnTo>
                  <a:pt x="381762" y="38100"/>
                </a:lnTo>
                <a:lnTo>
                  <a:pt x="438912" y="38100"/>
                </a:lnTo>
                <a:lnTo>
                  <a:pt x="362712" y="0"/>
                </a:lnTo>
                <a:close/>
              </a:path>
              <a:path w="477520" h="114300">
                <a:moveTo>
                  <a:pt x="362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2" y="76200"/>
                </a:lnTo>
                <a:lnTo>
                  <a:pt x="362712" y="38100"/>
                </a:lnTo>
                <a:close/>
              </a:path>
              <a:path w="477520" h="114300">
                <a:moveTo>
                  <a:pt x="438912" y="38100"/>
                </a:moveTo>
                <a:lnTo>
                  <a:pt x="381762" y="38100"/>
                </a:lnTo>
                <a:lnTo>
                  <a:pt x="381762" y="76200"/>
                </a:lnTo>
                <a:lnTo>
                  <a:pt x="438912" y="76200"/>
                </a:lnTo>
                <a:lnTo>
                  <a:pt x="477012" y="57150"/>
                </a:lnTo>
                <a:lnTo>
                  <a:pt x="4389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405878" y="16167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89552" y="409879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67859" y="4341114"/>
            <a:ext cx="205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83200" y="4321302"/>
            <a:ext cx="25019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eo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6334" y="1765045"/>
            <a:ext cx="3163062" cy="32016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097270" y="4341114"/>
            <a:ext cx="205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12609" y="4321302"/>
            <a:ext cx="25019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70418" y="4341114"/>
            <a:ext cx="205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3482" y="4303014"/>
            <a:ext cx="2819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eo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89552" y="5210047"/>
            <a:ext cx="49383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所以串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11001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被该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拒绝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725161" y="4442459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2" y="0"/>
                </a:moveTo>
                <a:lnTo>
                  <a:pt x="362712" y="114300"/>
                </a:lnTo>
                <a:lnTo>
                  <a:pt x="438912" y="76200"/>
                </a:lnTo>
                <a:lnTo>
                  <a:pt x="381762" y="76200"/>
                </a:lnTo>
                <a:lnTo>
                  <a:pt x="381762" y="38100"/>
                </a:lnTo>
                <a:lnTo>
                  <a:pt x="438912" y="38100"/>
                </a:lnTo>
                <a:lnTo>
                  <a:pt x="362712" y="0"/>
                </a:lnTo>
                <a:close/>
              </a:path>
              <a:path w="477520" h="114300">
                <a:moveTo>
                  <a:pt x="362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2" y="76200"/>
                </a:lnTo>
                <a:lnTo>
                  <a:pt x="362712" y="38100"/>
                </a:lnTo>
                <a:close/>
              </a:path>
              <a:path w="477520" h="114300">
                <a:moveTo>
                  <a:pt x="438912" y="38100"/>
                </a:moveTo>
                <a:lnTo>
                  <a:pt x="381762" y="38100"/>
                </a:lnTo>
                <a:lnTo>
                  <a:pt x="381762" y="76200"/>
                </a:lnTo>
                <a:lnTo>
                  <a:pt x="438912" y="76200"/>
                </a:lnTo>
                <a:lnTo>
                  <a:pt x="477012" y="57150"/>
                </a:lnTo>
                <a:lnTo>
                  <a:pt x="4389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83173" y="4442459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4" h="114300">
                <a:moveTo>
                  <a:pt x="361188" y="0"/>
                </a:moveTo>
                <a:lnTo>
                  <a:pt x="361188" y="114300"/>
                </a:lnTo>
                <a:lnTo>
                  <a:pt x="437388" y="76200"/>
                </a:lnTo>
                <a:lnTo>
                  <a:pt x="380238" y="76200"/>
                </a:lnTo>
                <a:lnTo>
                  <a:pt x="380238" y="38100"/>
                </a:lnTo>
                <a:lnTo>
                  <a:pt x="437388" y="38100"/>
                </a:lnTo>
                <a:lnTo>
                  <a:pt x="361188" y="0"/>
                </a:lnTo>
                <a:close/>
              </a:path>
              <a:path w="475614" h="114300">
                <a:moveTo>
                  <a:pt x="361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1188" y="76200"/>
                </a:lnTo>
                <a:lnTo>
                  <a:pt x="361188" y="38100"/>
                </a:lnTo>
                <a:close/>
              </a:path>
              <a:path w="475614" h="114300">
                <a:moveTo>
                  <a:pt x="437388" y="38100"/>
                </a:moveTo>
                <a:lnTo>
                  <a:pt x="380238" y="38100"/>
                </a:lnTo>
                <a:lnTo>
                  <a:pt x="380238" y="76200"/>
                </a:lnTo>
                <a:lnTo>
                  <a:pt x="437388" y="76200"/>
                </a:lnTo>
                <a:lnTo>
                  <a:pt x="475488" y="57150"/>
                </a:lnTo>
                <a:lnTo>
                  <a:pt x="4373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83273" y="4424171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5" h="114300">
                <a:moveTo>
                  <a:pt x="361187" y="0"/>
                </a:moveTo>
                <a:lnTo>
                  <a:pt x="361187" y="114300"/>
                </a:lnTo>
                <a:lnTo>
                  <a:pt x="437387" y="76200"/>
                </a:lnTo>
                <a:lnTo>
                  <a:pt x="380237" y="76200"/>
                </a:lnTo>
                <a:lnTo>
                  <a:pt x="380237" y="38100"/>
                </a:lnTo>
                <a:lnTo>
                  <a:pt x="437387" y="38100"/>
                </a:lnTo>
                <a:lnTo>
                  <a:pt x="361187" y="0"/>
                </a:lnTo>
                <a:close/>
              </a:path>
              <a:path w="475615" h="114300">
                <a:moveTo>
                  <a:pt x="3611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1187" y="76200"/>
                </a:lnTo>
                <a:lnTo>
                  <a:pt x="361187" y="38100"/>
                </a:lnTo>
                <a:close/>
              </a:path>
              <a:path w="475615" h="114300">
                <a:moveTo>
                  <a:pt x="437387" y="38100"/>
                </a:moveTo>
                <a:lnTo>
                  <a:pt x="380237" y="38100"/>
                </a:lnTo>
                <a:lnTo>
                  <a:pt x="380237" y="76200"/>
                </a:lnTo>
                <a:lnTo>
                  <a:pt x="437387" y="76200"/>
                </a:lnTo>
                <a:lnTo>
                  <a:pt x="475487" y="57150"/>
                </a:lnTo>
                <a:lnTo>
                  <a:pt x="437387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54418" y="4442459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5" h="114300">
                <a:moveTo>
                  <a:pt x="361187" y="0"/>
                </a:moveTo>
                <a:lnTo>
                  <a:pt x="361187" y="114300"/>
                </a:lnTo>
                <a:lnTo>
                  <a:pt x="437387" y="76200"/>
                </a:lnTo>
                <a:lnTo>
                  <a:pt x="380237" y="76200"/>
                </a:lnTo>
                <a:lnTo>
                  <a:pt x="380237" y="38100"/>
                </a:lnTo>
                <a:lnTo>
                  <a:pt x="437387" y="38100"/>
                </a:lnTo>
                <a:lnTo>
                  <a:pt x="361187" y="0"/>
                </a:lnTo>
                <a:close/>
              </a:path>
              <a:path w="475615" h="114300">
                <a:moveTo>
                  <a:pt x="3611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1187" y="76200"/>
                </a:lnTo>
                <a:lnTo>
                  <a:pt x="361187" y="38100"/>
                </a:lnTo>
                <a:close/>
              </a:path>
              <a:path w="475615" h="114300">
                <a:moveTo>
                  <a:pt x="437387" y="38100"/>
                </a:moveTo>
                <a:lnTo>
                  <a:pt x="380237" y="38100"/>
                </a:lnTo>
                <a:lnTo>
                  <a:pt x="380237" y="76200"/>
                </a:lnTo>
                <a:lnTo>
                  <a:pt x="437387" y="76200"/>
                </a:lnTo>
                <a:lnTo>
                  <a:pt x="475487" y="57150"/>
                </a:lnTo>
                <a:lnTo>
                  <a:pt x="437387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59673" y="4735195"/>
            <a:ext cx="473075" cy="633095"/>
          </a:xfrm>
          <a:custGeom>
            <a:avLst/>
            <a:gdLst/>
            <a:ahLst/>
            <a:cxnLst/>
            <a:rect l="l" t="t" r="r" b="b"/>
            <a:pathLst>
              <a:path w="473075" h="633095">
                <a:moveTo>
                  <a:pt x="21717" y="507110"/>
                </a:moveTo>
                <a:lnTo>
                  <a:pt x="0" y="633094"/>
                </a:lnTo>
                <a:lnTo>
                  <a:pt x="113792" y="574801"/>
                </a:lnTo>
                <a:lnTo>
                  <a:pt x="104118" y="567689"/>
                </a:lnTo>
                <a:lnTo>
                  <a:pt x="71754" y="567689"/>
                </a:lnTo>
                <a:lnTo>
                  <a:pt x="41021" y="545083"/>
                </a:lnTo>
                <a:lnTo>
                  <a:pt x="52371" y="529647"/>
                </a:lnTo>
                <a:lnTo>
                  <a:pt x="21717" y="507110"/>
                </a:lnTo>
                <a:close/>
              </a:path>
              <a:path w="473075" h="633095">
                <a:moveTo>
                  <a:pt x="52371" y="529647"/>
                </a:moveTo>
                <a:lnTo>
                  <a:pt x="41021" y="545083"/>
                </a:lnTo>
                <a:lnTo>
                  <a:pt x="71754" y="567689"/>
                </a:lnTo>
                <a:lnTo>
                  <a:pt x="83111" y="552246"/>
                </a:lnTo>
                <a:lnTo>
                  <a:pt x="52371" y="529647"/>
                </a:lnTo>
                <a:close/>
              </a:path>
              <a:path w="473075" h="633095">
                <a:moveTo>
                  <a:pt x="83111" y="552246"/>
                </a:moveTo>
                <a:lnTo>
                  <a:pt x="71754" y="567689"/>
                </a:lnTo>
                <a:lnTo>
                  <a:pt x="104118" y="567689"/>
                </a:lnTo>
                <a:lnTo>
                  <a:pt x="83111" y="552246"/>
                </a:lnTo>
                <a:close/>
              </a:path>
              <a:path w="473075" h="633095">
                <a:moveTo>
                  <a:pt x="441832" y="0"/>
                </a:moveTo>
                <a:lnTo>
                  <a:pt x="52371" y="529647"/>
                </a:lnTo>
                <a:lnTo>
                  <a:pt x="83111" y="552246"/>
                </a:lnTo>
                <a:lnTo>
                  <a:pt x="472567" y="22605"/>
                </a:lnTo>
                <a:lnTo>
                  <a:pt x="441832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030718" y="4442459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5" h="114300">
                <a:moveTo>
                  <a:pt x="361187" y="0"/>
                </a:moveTo>
                <a:lnTo>
                  <a:pt x="361187" y="114300"/>
                </a:lnTo>
                <a:lnTo>
                  <a:pt x="437387" y="76200"/>
                </a:lnTo>
                <a:lnTo>
                  <a:pt x="380237" y="76200"/>
                </a:lnTo>
                <a:lnTo>
                  <a:pt x="380237" y="38100"/>
                </a:lnTo>
                <a:lnTo>
                  <a:pt x="437387" y="38100"/>
                </a:lnTo>
                <a:lnTo>
                  <a:pt x="361187" y="0"/>
                </a:lnTo>
                <a:close/>
              </a:path>
              <a:path w="475615" h="114300">
                <a:moveTo>
                  <a:pt x="3611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1187" y="76200"/>
                </a:lnTo>
                <a:lnTo>
                  <a:pt x="361187" y="38100"/>
                </a:lnTo>
                <a:close/>
              </a:path>
              <a:path w="475615" h="114300">
                <a:moveTo>
                  <a:pt x="437387" y="38100"/>
                </a:moveTo>
                <a:lnTo>
                  <a:pt x="380237" y="38100"/>
                </a:lnTo>
                <a:lnTo>
                  <a:pt x="380237" y="76200"/>
                </a:lnTo>
                <a:lnTo>
                  <a:pt x="437387" y="76200"/>
                </a:lnTo>
                <a:lnTo>
                  <a:pt x="475487" y="57150"/>
                </a:lnTo>
                <a:lnTo>
                  <a:pt x="437387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678170" y="3995673"/>
            <a:ext cx="469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1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baseline="-15873" sz="4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84746" y="4014978"/>
            <a:ext cx="12484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1694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2896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q	</a:t>
            </a:r>
            <a:r>
              <a:rPr dirty="0" sz="2400" spc="-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12896" sz="4200" spc="-3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baseline="-12896" sz="4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91805" y="3943858"/>
            <a:ext cx="52197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3888" sz="4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baseline="-13888" sz="4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39589" y="4014978"/>
            <a:ext cx="4940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2896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baseline="-12896" sz="4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05147" y="169786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83709" y="1940179"/>
            <a:ext cx="205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73141" y="1861261"/>
            <a:ext cx="2254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23290" algn="l"/>
                <a:tab pos="1788160" algn="l"/>
              </a:tabLst>
            </a:pPr>
            <a:r>
              <a:rPr dirty="0" baseline="17857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50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eo	</a:t>
            </a:r>
            <a:r>
              <a:rPr dirty="0" baseline="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oo	</a:t>
            </a:r>
            <a:r>
              <a:rPr dirty="0" baseline="16865" sz="4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oe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66050" y="2244851"/>
            <a:ext cx="323215" cy="630555"/>
          </a:xfrm>
          <a:custGeom>
            <a:avLst/>
            <a:gdLst/>
            <a:ahLst/>
            <a:cxnLst/>
            <a:rect l="l" t="t" r="r" b="b"/>
            <a:pathLst>
              <a:path w="323215" h="630555">
                <a:moveTo>
                  <a:pt x="0" y="502412"/>
                </a:moveTo>
                <a:lnTo>
                  <a:pt x="1016" y="630174"/>
                </a:lnTo>
                <a:lnTo>
                  <a:pt x="102116" y="553085"/>
                </a:lnTo>
                <a:lnTo>
                  <a:pt x="60071" y="553085"/>
                </a:lnTo>
                <a:lnTo>
                  <a:pt x="25780" y="536321"/>
                </a:lnTo>
                <a:lnTo>
                  <a:pt x="34188" y="519167"/>
                </a:lnTo>
                <a:lnTo>
                  <a:pt x="0" y="502412"/>
                </a:lnTo>
                <a:close/>
              </a:path>
              <a:path w="323215" h="630555">
                <a:moveTo>
                  <a:pt x="34188" y="519167"/>
                </a:moveTo>
                <a:lnTo>
                  <a:pt x="25780" y="536321"/>
                </a:lnTo>
                <a:lnTo>
                  <a:pt x="60071" y="553085"/>
                </a:lnTo>
                <a:lnTo>
                  <a:pt x="68462" y="535965"/>
                </a:lnTo>
                <a:lnTo>
                  <a:pt x="34188" y="519167"/>
                </a:lnTo>
                <a:close/>
              </a:path>
              <a:path w="323215" h="630555">
                <a:moveTo>
                  <a:pt x="68462" y="535965"/>
                </a:moveTo>
                <a:lnTo>
                  <a:pt x="60071" y="553085"/>
                </a:lnTo>
                <a:lnTo>
                  <a:pt x="102116" y="553085"/>
                </a:lnTo>
                <a:lnTo>
                  <a:pt x="102616" y="552703"/>
                </a:lnTo>
                <a:lnTo>
                  <a:pt x="68462" y="535965"/>
                </a:lnTo>
                <a:close/>
              </a:path>
              <a:path w="323215" h="630555">
                <a:moveTo>
                  <a:pt x="288671" y="0"/>
                </a:moveTo>
                <a:lnTo>
                  <a:pt x="34188" y="519167"/>
                </a:lnTo>
                <a:lnTo>
                  <a:pt x="68462" y="535965"/>
                </a:lnTo>
                <a:lnTo>
                  <a:pt x="322960" y="16763"/>
                </a:lnTo>
                <a:lnTo>
                  <a:pt x="288671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011548" y="2661049"/>
            <a:ext cx="4910455" cy="117284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所以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1010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被该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接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受！</a:t>
            </a:r>
            <a:endParaRPr sz="3200">
              <a:latin typeface="宋体"/>
              <a:cs typeface="宋体"/>
            </a:endParaRPr>
          </a:p>
          <a:p>
            <a:pPr marL="290195">
              <a:lnSpc>
                <a:spcPct val="100000"/>
              </a:lnSpc>
              <a:spcBef>
                <a:spcPts val="8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11001: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51750" y="6697989"/>
            <a:ext cx="7372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98307" y="1807210"/>
            <a:ext cx="10890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8680" sz="4800" spc="1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7936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ee</a:t>
            </a:r>
            <a:r>
              <a:rPr dirty="0" baseline="-7936" sz="3150" spc="-5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5062" y="5034534"/>
            <a:ext cx="4074160" cy="1731645"/>
          </a:xfrm>
          <a:prstGeom prst="rect">
            <a:avLst/>
          </a:prstGeom>
          <a:solidFill>
            <a:srgbClr val="5F1F1F"/>
          </a:solidFill>
          <a:ln w="28575">
            <a:solidFill>
              <a:srgbClr val="CCFFFF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90170" marR="299085">
              <a:lnSpc>
                <a:spcPts val="4220"/>
              </a:lnSpc>
              <a:spcBef>
                <a:spcPts val="155"/>
              </a:spcBef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可以识别的语言为含 偶数个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和偶数</a:t>
            </a:r>
            <a:r>
              <a:rPr dirty="0" sz="3200" spc="5" b="1">
                <a:solidFill>
                  <a:srgbClr val="CCEBFF"/>
                </a:solidFill>
                <a:latin typeface="宋体"/>
                <a:cs typeface="宋体"/>
              </a:rPr>
              <a:t>个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r>
              <a:rPr dirty="0" sz="3200" spc="-10" b="1">
                <a:solidFill>
                  <a:srgbClr val="CCEBFF"/>
                </a:solidFill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二进制串集合。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1574" y="668273"/>
            <a:ext cx="8400415" cy="1198245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00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285"/>
              </a:spcBef>
              <a:tabLst>
                <a:tab pos="1442085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2.22:	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设计一台</a:t>
            </a:r>
            <a:r>
              <a:rPr dirty="0" sz="2800" spc="-75" b="1">
                <a:solidFill>
                  <a:srgbClr val="66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，接受含有子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的所有二</a:t>
            </a:r>
            <a:endParaRPr sz="2800">
              <a:latin typeface="宋体"/>
              <a:cs typeface="宋体"/>
            </a:endParaRPr>
          </a:p>
          <a:p>
            <a:pPr marL="89535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进制串。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942" y="1958695"/>
            <a:ext cx="5530850" cy="114681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670"/>
              </a:spcBef>
              <a:buClr>
                <a:srgbClr val="B0FFFF"/>
              </a:buClr>
              <a:buSzPct val="134375"/>
              <a:buFont typeface="Wingdings"/>
              <a:buChar char=""/>
              <a:tabLst>
                <a:tab pos="366395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问题分析：</a:t>
            </a:r>
            <a:endParaRPr sz="3200">
              <a:latin typeface="宋体"/>
              <a:cs typeface="宋体"/>
            </a:endParaRPr>
          </a:p>
          <a:p>
            <a:pPr marL="456565">
              <a:lnSpc>
                <a:spcPct val="100000"/>
              </a:lnSpc>
              <a:spcBef>
                <a:spcPts val="57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输入字母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或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，所以</a:t>
            </a:r>
            <a:r>
              <a:rPr dirty="0" sz="2950" spc="-15" b="1" i="1">
                <a:solidFill>
                  <a:srgbClr val="FFCCCC"/>
                </a:solidFill>
                <a:latin typeface="Symbol"/>
                <a:cs typeface="Symbol"/>
              </a:rPr>
              <a:t>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＝</a:t>
            </a:r>
            <a:r>
              <a:rPr dirty="0" sz="3200" spc="-15" b="1">
                <a:solidFill>
                  <a:srgbClr val="FFCCCC"/>
                </a:solidFill>
                <a:latin typeface="Times New Roman"/>
                <a:cs typeface="Times New Roman"/>
              </a:rPr>
              <a:t>{0,1}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3303270"/>
            <a:ext cx="5325110" cy="3112135"/>
          </a:xfrm>
          <a:prstGeom prst="rect">
            <a:avLst/>
          </a:prstGeom>
          <a:solidFill>
            <a:srgbClr val="000000"/>
          </a:solidFill>
          <a:ln w="28575">
            <a:solidFill>
              <a:srgbClr val="FFCCCC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扫描过程中有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种可能性：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5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开始寻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找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读到一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了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了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63461" y="3291078"/>
            <a:ext cx="2781300" cy="3114040"/>
          </a:xfrm>
          <a:custGeom>
            <a:avLst/>
            <a:gdLst/>
            <a:ahLst/>
            <a:cxnLst/>
            <a:rect l="l" t="t" r="r" b="b"/>
            <a:pathLst>
              <a:path w="2781300" h="3114040">
                <a:moveTo>
                  <a:pt x="0" y="3113532"/>
                </a:moveTo>
                <a:lnTo>
                  <a:pt x="2781299" y="3113532"/>
                </a:lnTo>
                <a:lnTo>
                  <a:pt x="2781299" y="0"/>
                </a:lnTo>
                <a:lnTo>
                  <a:pt x="0" y="0"/>
                </a:lnTo>
                <a:lnTo>
                  <a:pt x="0" y="3113532"/>
                </a:lnTo>
                <a:close/>
              </a:path>
            </a:pathLst>
          </a:custGeom>
          <a:ln w="28575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416928" y="3103270"/>
            <a:ext cx="2571750" cy="322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所以有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个状态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为初态，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终态。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2273" y="3269741"/>
            <a:ext cx="266700" cy="3084830"/>
          </a:xfrm>
          <a:custGeom>
            <a:avLst/>
            <a:gdLst/>
            <a:ahLst/>
            <a:cxnLst/>
            <a:rect l="l" t="t" r="r" b="b"/>
            <a:pathLst>
              <a:path w="266700" h="3084829">
                <a:moveTo>
                  <a:pt x="0" y="0"/>
                </a:moveTo>
                <a:lnTo>
                  <a:pt x="58649" y="26122"/>
                </a:lnTo>
                <a:lnTo>
                  <a:pt x="83409" y="56463"/>
                </a:lnTo>
                <a:lnTo>
                  <a:pt x="104058" y="96268"/>
                </a:lnTo>
                <a:lnTo>
                  <a:pt x="119798" y="143995"/>
                </a:lnTo>
                <a:lnTo>
                  <a:pt x="129828" y="198102"/>
                </a:lnTo>
                <a:lnTo>
                  <a:pt x="133350" y="257048"/>
                </a:lnTo>
                <a:lnTo>
                  <a:pt x="133350" y="1285240"/>
                </a:lnTo>
                <a:lnTo>
                  <a:pt x="136871" y="1344185"/>
                </a:lnTo>
                <a:lnTo>
                  <a:pt x="146901" y="1398292"/>
                </a:lnTo>
                <a:lnTo>
                  <a:pt x="162641" y="1446019"/>
                </a:lnTo>
                <a:lnTo>
                  <a:pt x="183290" y="1485824"/>
                </a:lnTo>
                <a:lnTo>
                  <a:pt x="208050" y="1516165"/>
                </a:lnTo>
                <a:lnTo>
                  <a:pt x="266700" y="1542288"/>
                </a:lnTo>
                <a:lnTo>
                  <a:pt x="236120" y="1549075"/>
                </a:lnTo>
                <a:lnTo>
                  <a:pt x="183290" y="1598751"/>
                </a:lnTo>
                <a:lnTo>
                  <a:pt x="162641" y="1638556"/>
                </a:lnTo>
                <a:lnTo>
                  <a:pt x="146901" y="1686283"/>
                </a:lnTo>
                <a:lnTo>
                  <a:pt x="136871" y="1740390"/>
                </a:lnTo>
                <a:lnTo>
                  <a:pt x="133350" y="1799336"/>
                </a:lnTo>
                <a:lnTo>
                  <a:pt x="133350" y="2827540"/>
                </a:lnTo>
                <a:lnTo>
                  <a:pt x="129828" y="2886473"/>
                </a:lnTo>
                <a:lnTo>
                  <a:pt x="119798" y="2940574"/>
                </a:lnTo>
                <a:lnTo>
                  <a:pt x="104058" y="2988299"/>
                </a:lnTo>
                <a:lnTo>
                  <a:pt x="83409" y="3028105"/>
                </a:lnTo>
                <a:lnTo>
                  <a:pt x="58649" y="3058449"/>
                </a:lnTo>
                <a:lnTo>
                  <a:pt x="30579" y="3077787"/>
                </a:lnTo>
                <a:lnTo>
                  <a:pt x="0" y="30845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3558" y="280581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0397" y="2681427"/>
            <a:ext cx="374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4442" y="2768295"/>
            <a:ext cx="4927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407" y="4674234"/>
            <a:ext cx="612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9497" y="26518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1078" y="26518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8133" y="360464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2114" y="157530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1285" y="373811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6885" y="138480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9344" y="1710308"/>
            <a:ext cx="6770161" cy="48927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950078" y="4471238"/>
            <a:ext cx="4064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25169" y="4581905"/>
            <a:ext cx="2476500" cy="14681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2700" marR="5080">
              <a:lnSpc>
                <a:spcPct val="97800"/>
              </a:lnSpc>
              <a:spcBef>
                <a:spcPts val="1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代表两条有向 边，一个权值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，一个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25018" y="627075"/>
            <a:ext cx="804100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66FFFF"/>
                </a:solidFill>
                <a:latin typeface="宋体"/>
                <a:cs typeface="宋体"/>
              </a:rPr>
              <a:t>接受含有子</a:t>
            </a:r>
            <a:r>
              <a:rPr dirty="0" sz="3600" spc="-5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sz="3600" spc="-5">
                <a:solidFill>
                  <a:srgbClr val="66FFFF"/>
                </a:solidFill>
              </a:rPr>
              <a:t>001</a:t>
            </a:r>
            <a:r>
              <a:rPr dirty="0" sz="3600" spc="-5">
                <a:solidFill>
                  <a:srgbClr val="66FFFF"/>
                </a:solidFill>
                <a:latin typeface="宋体"/>
                <a:cs typeface="宋体"/>
              </a:rPr>
              <a:t>的所有二进制串</a:t>
            </a:r>
            <a:r>
              <a:rPr dirty="0" sz="3600" spc="-2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600" spc="-90">
                <a:solidFill>
                  <a:srgbClr val="66FFFF"/>
                </a:solidFill>
              </a:rPr>
              <a:t>DFA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8624" y="595630"/>
            <a:ext cx="41097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与文法等价概念类似：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2034" y="2846070"/>
            <a:ext cx="8655050" cy="3784600"/>
          </a:xfrm>
          <a:custGeom>
            <a:avLst/>
            <a:gdLst/>
            <a:ahLst/>
            <a:cxnLst/>
            <a:rect l="l" t="t" r="r" b="b"/>
            <a:pathLst>
              <a:path w="8655050" h="3784600">
                <a:moveTo>
                  <a:pt x="0" y="3784091"/>
                </a:moveTo>
                <a:lnTo>
                  <a:pt x="8654796" y="3784091"/>
                </a:lnTo>
                <a:lnTo>
                  <a:pt x="8654796" y="0"/>
                </a:lnTo>
                <a:lnTo>
                  <a:pt x="0" y="0"/>
                </a:lnTo>
                <a:lnTo>
                  <a:pt x="0" y="378409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3008" y="1083112"/>
            <a:ext cx="7791450" cy="547116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2025"/>
              </a:spcBef>
              <a:tabLst>
                <a:tab pos="1917700" algn="l"/>
                <a:tab pos="377444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')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等价。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545"/>
              </a:spcBef>
              <a:tabLst>
                <a:tab pos="558165" algn="l"/>
              </a:tabLst>
            </a:pPr>
            <a:r>
              <a:rPr dirty="0" sz="320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028700" marR="128905" indent="-711835">
              <a:lnSpc>
                <a:spcPts val="5000"/>
              </a:lnSpc>
              <a:spcBef>
                <a:spcPts val="350"/>
              </a:spcBef>
              <a:buClr>
                <a:srgbClr val="FFFF00"/>
              </a:buClr>
              <a:buFont typeface="Times New Roman"/>
              <a:buAutoNum type="arabicPlain"/>
              <a:tabLst>
                <a:tab pos="1133475" algn="l"/>
              </a:tabLst>
            </a:pPr>
            <a:r>
              <a:rPr dirty="0"/>
              <a:t>	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是具有离散输入、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输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出系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统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的一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个纯数学模型；</a:t>
            </a:r>
            <a:endParaRPr sz="3200">
              <a:latin typeface="宋体"/>
              <a:cs typeface="宋体"/>
            </a:endParaRPr>
          </a:p>
          <a:p>
            <a:pPr marL="1132840" indent="-815975">
              <a:lnSpc>
                <a:spcPct val="100000"/>
              </a:lnSpc>
              <a:spcBef>
                <a:spcPts val="785"/>
              </a:spcBef>
              <a:buAutoNum type="arabicPlain"/>
              <a:tabLst>
                <a:tab pos="1133475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的技巧在于状态的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设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置；</a:t>
            </a:r>
            <a:endParaRPr sz="3200">
              <a:latin typeface="宋体"/>
              <a:cs typeface="宋体"/>
            </a:endParaRPr>
          </a:p>
          <a:p>
            <a:pPr marL="1131570" marR="335280" indent="-814705">
              <a:lnSpc>
                <a:spcPct val="130000"/>
              </a:lnSpc>
              <a:spcBef>
                <a:spcPts val="5"/>
              </a:spcBef>
              <a:buAutoNum type="arabicPlain"/>
              <a:tabLst>
                <a:tab pos="1133475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映射的唯一性。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9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对于任意字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在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中有且仅有唯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路径）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880109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5">
                <a:latin typeface="黑体"/>
                <a:cs typeface="黑体"/>
              </a:rPr>
              <a:t>第</a:t>
            </a:r>
            <a:r>
              <a:rPr dirty="0" sz="3800" spc="-960">
                <a:latin typeface="黑体"/>
                <a:cs typeface="黑体"/>
              </a:rPr>
              <a:t> </a:t>
            </a:r>
            <a:r>
              <a:rPr dirty="0" sz="3800"/>
              <a:t>2</a:t>
            </a:r>
            <a:r>
              <a:rPr dirty="0" sz="3800" spc="-10"/>
              <a:t> </a:t>
            </a:r>
            <a:r>
              <a:rPr dirty="0" sz="3800" spc="-15">
                <a:latin typeface="黑体"/>
                <a:cs typeface="黑体"/>
              </a:rPr>
              <a:t>章	</a:t>
            </a:r>
            <a:r>
              <a:rPr dirty="0" sz="3800">
                <a:latin typeface="黑体"/>
                <a:cs typeface="黑体"/>
              </a:rPr>
              <a:t>形式</a:t>
            </a:r>
            <a:r>
              <a:rPr dirty="0" sz="3800" spc="-10">
                <a:latin typeface="黑体"/>
                <a:cs typeface="黑体"/>
              </a:rPr>
              <a:t>语言</a:t>
            </a:r>
            <a:r>
              <a:rPr dirty="0" sz="3800" spc="-15">
                <a:latin typeface="黑体"/>
                <a:cs typeface="黑体"/>
              </a:rPr>
              <a:t>与</a:t>
            </a:r>
            <a:r>
              <a:rPr dirty="0" sz="3800" spc="-10">
                <a:latin typeface="黑体"/>
                <a:cs typeface="黑体"/>
              </a:rPr>
              <a:t>自动</a:t>
            </a:r>
            <a:r>
              <a:rPr dirty="0" sz="3800" spc="-15">
                <a:latin typeface="黑体"/>
                <a:cs typeface="黑体"/>
              </a:rPr>
              <a:t>机</a:t>
            </a:r>
            <a:r>
              <a:rPr dirty="0" sz="3800" spc="-10">
                <a:latin typeface="黑体"/>
                <a:cs typeface="黑体"/>
              </a:rPr>
              <a:t>基</a:t>
            </a:r>
            <a:r>
              <a:rPr dirty="0" sz="3800" spc="-15"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1775" rIns="0" bIns="0" rtlCol="0" vert="horz">
            <a:spAutoFit/>
          </a:bodyPr>
          <a:lstStyle/>
          <a:p>
            <a:pPr lvl="1" marL="1135380" indent="-802005">
              <a:lnSpc>
                <a:spcPct val="100000"/>
              </a:lnSpc>
              <a:spcBef>
                <a:spcPts val="1825"/>
              </a:spcBef>
              <a:buFont typeface="Times New Roman"/>
              <a:buAutoNum type="arabicPeriod" startAt="2"/>
              <a:tabLst>
                <a:tab pos="1136015" algn="l"/>
                <a:tab pos="113665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有限自动机基础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确定的有限状态自动</a:t>
            </a:r>
            <a:r>
              <a:rPr dirty="0" sz="3600" spc="-2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非确定的有限状态自动</a:t>
            </a:r>
            <a:r>
              <a:rPr dirty="0" sz="3600" spc="-2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600" spc="-6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确定化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4112" y="3753611"/>
            <a:ext cx="932815" cy="657225"/>
          </a:xfrm>
          <a:custGeom>
            <a:avLst/>
            <a:gdLst/>
            <a:ahLst/>
            <a:cxnLst/>
            <a:rect l="l" t="t" r="r" b="b"/>
            <a:pathLst>
              <a:path w="932815" h="657225">
                <a:moveTo>
                  <a:pt x="699465" y="0"/>
                </a:moveTo>
                <a:lnTo>
                  <a:pt x="699465" y="164211"/>
                </a:lnTo>
                <a:lnTo>
                  <a:pt x="0" y="164211"/>
                </a:lnTo>
                <a:lnTo>
                  <a:pt x="0" y="492632"/>
                </a:lnTo>
                <a:lnTo>
                  <a:pt x="699465" y="492632"/>
                </a:lnTo>
                <a:lnTo>
                  <a:pt x="699465" y="656844"/>
                </a:lnTo>
                <a:lnTo>
                  <a:pt x="932688" y="328421"/>
                </a:lnTo>
                <a:lnTo>
                  <a:pt x="699465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4112" y="3753611"/>
            <a:ext cx="932815" cy="657225"/>
          </a:xfrm>
          <a:custGeom>
            <a:avLst/>
            <a:gdLst/>
            <a:ahLst/>
            <a:cxnLst/>
            <a:rect l="l" t="t" r="r" b="b"/>
            <a:pathLst>
              <a:path w="932815" h="657225">
                <a:moveTo>
                  <a:pt x="0" y="164211"/>
                </a:moveTo>
                <a:lnTo>
                  <a:pt x="699465" y="164211"/>
                </a:lnTo>
                <a:lnTo>
                  <a:pt x="699465" y="0"/>
                </a:lnTo>
                <a:lnTo>
                  <a:pt x="932688" y="328421"/>
                </a:lnTo>
                <a:lnTo>
                  <a:pt x="699465" y="656844"/>
                </a:lnTo>
                <a:lnTo>
                  <a:pt x="699465" y="492632"/>
                </a:lnTo>
                <a:lnTo>
                  <a:pt x="0" y="492632"/>
                </a:lnTo>
                <a:lnTo>
                  <a:pt x="0" y="164211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490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9740" y="804748"/>
            <a:ext cx="28740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>
                <a:latin typeface="宋体"/>
                <a:cs typeface="宋体"/>
              </a:rPr>
              <a:t>一</a:t>
            </a:r>
            <a:r>
              <a:rPr dirty="0" spc="5">
                <a:latin typeface="宋体"/>
                <a:cs typeface="宋体"/>
              </a:rPr>
              <a:t>.</a:t>
            </a:r>
            <a:r>
              <a:rPr dirty="0" u="heavy" spc="-9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pc="-80">
                <a:uFill>
                  <a:solidFill>
                    <a:srgbClr val="FFFF00"/>
                  </a:solidFill>
                </a:uFill>
              </a:rPr>
              <a:t>NFA</a:t>
            </a:r>
            <a:r>
              <a:rPr dirty="0" u="heavy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的定义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0342" y="1294516"/>
            <a:ext cx="8127365" cy="4839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21615" marR="48260" indent="711835">
              <a:lnSpc>
                <a:spcPct val="15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EAEAEA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EAEAEA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EAEAEA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的确定性表现在其映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射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函数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一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单值函 </a:t>
            </a: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数。但是实际问题中，映射函</a:t>
            </a:r>
            <a:r>
              <a:rPr dirty="0" sz="2800" b="1">
                <a:solidFill>
                  <a:srgbClr val="EAEAEA"/>
                </a:solidFill>
                <a:latin typeface="宋体"/>
                <a:cs typeface="宋体"/>
              </a:rPr>
              <a:t>数</a:t>
            </a: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往往</a:t>
            </a:r>
            <a:r>
              <a:rPr dirty="0" sz="2800" b="1">
                <a:solidFill>
                  <a:srgbClr val="EAEAEA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一</a:t>
            </a:r>
            <a:r>
              <a:rPr dirty="0" sz="2800" b="1">
                <a:solidFill>
                  <a:srgbClr val="EAEAEA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多值函 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数。</a:t>
            </a:r>
            <a:endParaRPr sz="2800">
              <a:latin typeface="宋体"/>
              <a:cs typeface="宋体"/>
            </a:endParaRPr>
          </a:p>
          <a:p>
            <a:pPr marL="12700" marR="5080" indent="609600">
              <a:lnSpc>
                <a:spcPct val="145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66FF99"/>
                </a:solidFill>
                <a:latin typeface="宋体"/>
                <a:cs typeface="宋体"/>
              </a:rPr>
              <a:t>例如，源程序中扫描到一个字</a:t>
            </a:r>
            <a:r>
              <a:rPr dirty="0" sz="2800" spc="5" b="1">
                <a:solidFill>
                  <a:srgbClr val="66FF99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66FF99"/>
                </a:solidFill>
                <a:latin typeface="宋体"/>
                <a:cs typeface="宋体"/>
              </a:rPr>
              <a:t>时，</a:t>
            </a:r>
            <a:r>
              <a:rPr dirty="0" sz="2800" spc="5" b="1">
                <a:solidFill>
                  <a:srgbClr val="66FF99"/>
                </a:solidFill>
                <a:latin typeface="宋体"/>
                <a:cs typeface="宋体"/>
              </a:rPr>
              <a:t>不</a:t>
            </a:r>
            <a:r>
              <a:rPr dirty="0" sz="2800" spc="-5" b="1">
                <a:solidFill>
                  <a:srgbClr val="66FF99"/>
                </a:solidFill>
                <a:latin typeface="宋体"/>
                <a:cs typeface="宋体"/>
              </a:rPr>
              <a:t>同</a:t>
            </a:r>
            <a:r>
              <a:rPr dirty="0" sz="2800" spc="5" b="1">
                <a:solidFill>
                  <a:srgbClr val="66FF99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66FF99"/>
                </a:solidFill>
                <a:latin typeface="宋体"/>
                <a:cs typeface="宋体"/>
              </a:rPr>
              <a:t>语言 </a:t>
            </a:r>
            <a:r>
              <a:rPr dirty="0" sz="2800" spc="-10" b="1">
                <a:solidFill>
                  <a:srgbClr val="66FF99"/>
                </a:solidFill>
                <a:latin typeface="宋体"/>
                <a:cs typeface="宋体"/>
              </a:rPr>
              <a:t>对应多种情况：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635"/>
              </a:spcBef>
            </a:pPr>
            <a:r>
              <a:rPr dirty="0" u="heavy" sz="28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FORTRAN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中</a:t>
            </a:r>
            <a:r>
              <a:rPr dirty="0" u="heavy" sz="2800" spc="-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：</a:t>
            </a:r>
            <a:r>
              <a:rPr dirty="0" sz="2800" spc="-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标识符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/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格式转换码</a:t>
            </a:r>
            <a:r>
              <a:rPr dirty="0" sz="2800" spc="-10" b="1">
                <a:solidFill>
                  <a:srgbClr val="CCEB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CCEB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CCEB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3810635" algn="l"/>
                <a:tab pos="4086860" algn="l"/>
              </a:tabLst>
            </a:pPr>
            <a:r>
              <a:rPr dirty="0" u="heavy" sz="28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语言中：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标识符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/</a:t>
            </a:r>
            <a:r>
              <a:rPr dirty="0" sz="2800" spc="3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if	/	</a:t>
            </a:r>
            <a:r>
              <a:rPr dirty="0" sz="2800" spc="-10" b="1">
                <a:solidFill>
                  <a:srgbClr val="CCEBFF"/>
                </a:solidFill>
                <a:latin typeface="Times New Roman"/>
                <a:cs typeface="Times New Roman"/>
              </a:rPr>
              <a:t>switch</a:t>
            </a:r>
            <a:r>
              <a:rPr dirty="0" sz="2800" spc="2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682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24961" y="1963673"/>
            <a:ext cx="172720" cy="1333500"/>
          </a:xfrm>
          <a:custGeom>
            <a:avLst/>
            <a:gdLst/>
            <a:ahLst/>
            <a:cxnLst/>
            <a:rect l="l" t="t" r="r" b="b"/>
            <a:pathLst>
              <a:path w="172720" h="1333500">
                <a:moveTo>
                  <a:pt x="172212" y="1333500"/>
                </a:moveTo>
                <a:lnTo>
                  <a:pt x="138719" y="1324737"/>
                </a:lnTo>
                <a:lnTo>
                  <a:pt x="111347" y="1300829"/>
                </a:lnTo>
                <a:lnTo>
                  <a:pt x="92880" y="1265348"/>
                </a:lnTo>
                <a:lnTo>
                  <a:pt x="86106" y="1221866"/>
                </a:lnTo>
                <a:lnTo>
                  <a:pt x="86106" y="778383"/>
                </a:lnTo>
                <a:lnTo>
                  <a:pt x="79331" y="734901"/>
                </a:lnTo>
                <a:lnTo>
                  <a:pt x="60864" y="699420"/>
                </a:lnTo>
                <a:lnTo>
                  <a:pt x="33492" y="675513"/>
                </a:lnTo>
                <a:lnTo>
                  <a:pt x="0" y="666750"/>
                </a:lnTo>
                <a:lnTo>
                  <a:pt x="33492" y="657987"/>
                </a:lnTo>
                <a:lnTo>
                  <a:pt x="60864" y="634079"/>
                </a:lnTo>
                <a:lnTo>
                  <a:pt x="79331" y="598598"/>
                </a:lnTo>
                <a:lnTo>
                  <a:pt x="86106" y="555116"/>
                </a:lnTo>
                <a:lnTo>
                  <a:pt x="86106" y="111633"/>
                </a:lnTo>
                <a:lnTo>
                  <a:pt x="92880" y="68151"/>
                </a:lnTo>
                <a:lnTo>
                  <a:pt x="111347" y="32670"/>
                </a:lnTo>
                <a:lnTo>
                  <a:pt x="138719" y="8763"/>
                </a:lnTo>
                <a:lnTo>
                  <a:pt x="172212" y="0"/>
                </a:lnTo>
              </a:path>
            </a:pathLst>
          </a:custGeom>
          <a:ln w="38099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8340" y="694918"/>
            <a:ext cx="5609590" cy="43967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  <a:p>
            <a:pPr marL="2959100">
              <a:lnSpc>
                <a:spcPct val="100000"/>
              </a:lnSpc>
              <a:spcBef>
                <a:spcPts val="1925"/>
              </a:spcBef>
            </a:pPr>
            <a:r>
              <a:rPr dirty="0" sz="3200" spc="-15" b="1">
                <a:solidFill>
                  <a:srgbClr val="FFFF00"/>
                </a:solidFill>
                <a:latin typeface="黑体"/>
                <a:cs typeface="黑体"/>
              </a:rPr>
              <a:t>+</a:t>
            </a:r>
            <a:endParaRPr sz="3200">
              <a:latin typeface="黑体"/>
              <a:cs typeface="黑体"/>
            </a:endParaRPr>
          </a:p>
          <a:p>
            <a:pPr marL="622300">
              <a:lnSpc>
                <a:spcPct val="100000"/>
              </a:lnSpc>
              <a:spcBef>
                <a:spcPts val="1920"/>
              </a:spcBef>
              <a:tabLst>
                <a:tab pos="2954020" algn="l"/>
              </a:tabLst>
            </a:pPr>
            <a:r>
              <a:rPr dirty="0" u="heavy" sz="3200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3200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宋体"/>
                <a:cs typeface="宋体"/>
              </a:rPr>
              <a:t>语言中</a:t>
            </a:r>
            <a:r>
              <a:rPr dirty="0" u="heavy" sz="3200" spc="-10" b="1">
                <a:solidFill>
                  <a:srgbClr val="FFCCCC"/>
                </a:solidFill>
                <a:uFill>
                  <a:solidFill>
                    <a:srgbClr val="FFCCCC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	</a:t>
            </a:r>
            <a:r>
              <a:rPr dirty="0" sz="3200" spc="-5" b="1">
                <a:solidFill>
                  <a:srgbClr val="FFFF00"/>
                </a:solidFill>
                <a:latin typeface="黑体"/>
                <a:cs typeface="黑体"/>
              </a:rPr>
              <a:t>+</a:t>
            </a:r>
            <a:r>
              <a:rPr dirty="0" sz="3200" spc="-5" b="1">
                <a:solidFill>
                  <a:srgbClr val="66FFFF"/>
                </a:solidFill>
                <a:latin typeface="黑体"/>
                <a:cs typeface="黑体"/>
              </a:rPr>
              <a:t>+</a:t>
            </a:r>
            <a:endParaRPr sz="3200">
              <a:latin typeface="黑体"/>
              <a:cs typeface="黑体"/>
            </a:endParaRPr>
          </a:p>
          <a:p>
            <a:pPr marL="2959100">
              <a:lnSpc>
                <a:spcPct val="100000"/>
              </a:lnSpc>
              <a:spcBef>
                <a:spcPts val="1920"/>
              </a:spcBef>
            </a:pPr>
            <a:r>
              <a:rPr dirty="0" sz="3200" spc="-5" b="1">
                <a:solidFill>
                  <a:srgbClr val="FFFF00"/>
                </a:solidFill>
                <a:latin typeface="黑体"/>
                <a:cs typeface="黑体"/>
              </a:rPr>
              <a:t>+</a:t>
            </a:r>
            <a:r>
              <a:rPr dirty="0" sz="3200" spc="-5" b="1">
                <a:solidFill>
                  <a:srgbClr val="66FFFF"/>
                </a:solidFill>
                <a:latin typeface="黑体"/>
                <a:cs typeface="黑体"/>
              </a:rPr>
              <a:t>=</a:t>
            </a:r>
            <a:endParaRPr sz="3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3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黑体"/>
              <a:cs typeface="黑体"/>
            </a:endParaRPr>
          </a:p>
          <a:p>
            <a:pPr marL="50800">
              <a:lnSpc>
                <a:spcPct val="100000"/>
              </a:lnSpc>
              <a:tabLst>
                <a:tab pos="706120" algn="l"/>
              </a:tabLst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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在实际中更具普遍性。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490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642" y="739216"/>
            <a:ext cx="1911350" cy="684530"/>
          </a:xfrm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1220"/>
              </a:spcBef>
              <a:buClr>
                <a:srgbClr val="66FFFF"/>
              </a:buClr>
              <a:buSzPct val="134375"/>
              <a:buFont typeface="Wingdings"/>
              <a:buChar char=""/>
              <a:tabLst>
                <a:tab pos="366395" algn="l"/>
              </a:tabLst>
            </a:pPr>
            <a:r>
              <a:rPr dirty="0" spc="-5">
                <a:latin typeface="宋体"/>
                <a:cs typeface="宋体"/>
              </a:rPr>
              <a:t>定义</a:t>
            </a:r>
            <a:r>
              <a:rPr dirty="0"/>
              <a:t>2.25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9242" y="1370716"/>
            <a:ext cx="8055609" cy="3796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 indent="711200">
              <a:lnSpc>
                <a:spcPct val="150000"/>
              </a:lnSpc>
              <a:spcBef>
                <a:spcPts val="95"/>
              </a:spcBef>
              <a:tabLst>
                <a:tab pos="615569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一个非确定的有限自动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4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是一个五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元组</a:t>
            </a:r>
            <a:endParaRPr sz="2800">
              <a:latin typeface="宋体"/>
              <a:cs typeface="宋体"/>
            </a:endParaRPr>
          </a:p>
          <a:p>
            <a:pPr algn="ctr" marL="504190">
              <a:lnSpc>
                <a:spcPct val="100000"/>
              </a:lnSpc>
              <a:spcBef>
                <a:spcPts val="1770"/>
              </a:spcBef>
              <a:tabLst>
                <a:tab pos="2207260" algn="l"/>
                <a:tab pos="2802890" algn="l"/>
                <a:tab pos="3241675" algn="l"/>
                <a:tab pos="3884929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350" spc="-50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700">
              <a:latin typeface="宋体"/>
              <a:cs typeface="宋体"/>
            </a:endParaRPr>
          </a:p>
          <a:p>
            <a:pPr marL="220979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1047750">
              <a:lnSpc>
                <a:spcPct val="100000"/>
              </a:lnSpc>
              <a:spcBef>
                <a:spcPts val="1880"/>
              </a:spcBef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7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950" spc="-60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2800" spc="-6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同</a:t>
            </a:r>
            <a:r>
              <a:rPr dirty="0" sz="2800" spc="-75" b="1">
                <a:solidFill>
                  <a:srgbClr val="CCEBFF"/>
                </a:solidFill>
                <a:latin typeface="Times New Roman"/>
                <a:cs typeface="Times New Roman"/>
              </a:rPr>
              <a:t>DFA</a:t>
            </a:r>
            <a:r>
              <a:rPr dirty="0" sz="2800" spc="-15" b="1">
                <a:solidFill>
                  <a:srgbClr val="CCEB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8749030" cy="1290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542290">
              <a:lnSpc>
                <a:spcPct val="100000"/>
              </a:lnSpc>
              <a:spcBef>
                <a:spcPts val="1670"/>
              </a:spcBef>
            </a:pP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状态转换函数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3842" y="1305843"/>
            <a:ext cx="8185784" cy="1429385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25400" marR="17780" indent="711200">
              <a:lnSpc>
                <a:spcPct val="141100"/>
              </a:lnSpc>
              <a:spcBef>
                <a:spcPts val="465"/>
              </a:spcBef>
            </a:pPr>
            <a:r>
              <a:rPr dirty="0" sz="2800" spc="-5">
                <a:latin typeface="宋体"/>
                <a:cs typeface="宋体"/>
              </a:rPr>
              <a:t>从</a:t>
            </a:r>
            <a:r>
              <a:rPr dirty="0" sz="2800" spc="-30" i="1">
                <a:latin typeface="Times New Roman"/>
                <a:cs typeface="Times New Roman"/>
              </a:rPr>
              <a:t>Q</a:t>
            </a:r>
            <a:r>
              <a:rPr dirty="0" sz="2800" spc="-30">
                <a:latin typeface="Symbol"/>
                <a:cs typeface="Symbol"/>
              </a:rPr>
              <a:t></a:t>
            </a:r>
            <a:r>
              <a:rPr dirty="0" sz="2800" spc="-30"/>
              <a:t>(</a:t>
            </a:r>
            <a:r>
              <a:rPr dirty="0" sz="2950" spc="-30" i="1">
                <a:latin typeface="Symbol"/>
                <a:cs typeface="Symbol"/>
              </a:rPr>
              <a:t></a:t>
            </a:r>
            <a:r>
              <a:rPr dirty="0" sz="2950" spc="-70" i="1">
                <a:latin typeface="Times New Roman"/>
                <a:cs typeface="Times New Roman"/>
              </a:rPr>
              <a:t> </a:t>
            </a:r>
            <a:r>
              <a:rPr dirty="0" spc="-15">
                <a:latin typeface="宋体"/>
                <a:cs typeface="宋体"/>
              </a:rPr>
              <a:t>∪</a:t>
            </a:r>
            <a:r>
              <a:rPr dirty="0" spc="-15"/>
              <a:t>{</a:t>
            </a:r>
            <a:r>
              <a:rPr dirty="0" sz="3350" spc="-15" i="1">
                <a:latin typeface="Symbol"/>
                <a:cs typeface="Symbol"/>
              </a:rPr>
              <a:t></a:t>
            </a:r>
            <a:r>
              <a:rPr dirty="0" spc="-15"/>
              <a:t>})</a:t>
            </a:r>
            <a:r>
              <a:rPr dirty="0" spc="-45"/>
              <a:t> </a:t>
            </a:r>
            <a:r>
              <a:rPr dirty="0" sz="2800" spc="10">
                <a:latin typeface="Symbol"/>
                <a:cs typeface="Symbol"/>
              </a:rPr>
              <a:t></a:t>
            </a:r>
            <a:r>
              <a:rPr dirty="0" sz="2800" spc="10"/>
              <a:t>2</a:t>
            </a:r>
            <a:r>
              <a:rPr dirty="0" baseline="30423" sz="3150" spc="15" i="1">
                <a:latin typeface="Times New Roman"/>
                <a:cs typeface="Times New Roman"/>
              </a:rPr>
              <a:t>Q</a:t>
            </a:r>
            <a:r>
              <a:rPr dirty="0" sz="2800" spc="-5">
                <a:latin typeface="宋体"/>
                <a:cs typeface="宋体"/>
              </a:rPr>
              <a:t>的映射。这里的后继状态不 </a:t>
            </a:r>
            <a:r>
              <a:rPr dirty="0" sz="2800" spc="-10">
                <a:latin typeface="宋体"/>
                <a:cs typeface="宋体"/>
              </a:rPr>
              <a:t>是唯一的</a:t>
            </a:r>
            <a:r>
              <a:rPr dirty="0" sz="2800" spc="-5">
                <a:latin typeface="宋体"/>
                <a:cs typeface="宋体"/>
              </a:rPr>
              <a:t>，</a:t>
            </a:r>
            <a:r>
              <a:rPr dirty="0" sz="2800" spc="-10">
                <a:latin typeface="宋体"/>
                <a:cs typeface="宋体"/>
              </a:rPr>
              <a:t>它是状态</a:t>
            </a:r>
            <a:r>
              <a:rPr dirty="0" sz="2800" spc="-5">
                <a:latin typeface="宋体"/>
                <a:cs typeface="宋体"/>
              </a:rPr>
              <a:t>集</a:t>
            </a:r>
            <a:r>
              <a:rPr dirty="0" sz="2800" spc="-10" i="1">
                <a:latin typeface="Times New Roman"/>
                <a:cs typeface="Times New Roman"/>
              </a:rPr>
              <a:t>Q</a:t>
            </a:r>
            <a:r>
              <a:rPr dirty="0" sz="2800" spc="-10">
                <a:latin typeface="宋体"/>
                <a:cs typeface="宋体"/>
              </a:rPr>
              <a:t>的</a:t>
            </a:r>
            <a:r>
              <a:rPr dirty="0" sz="2800">
                <a:latin typeface="宋体"/>
                <a:cs typeface="宋体"/>
              </a:rPr>
              <a:t>子集</a:t>
            </a:r>
            <a:r>
              <a:rPr dirty="0" sz="2800" spc="-1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40" y="3152577"/>
            <a:ext cx="6688455" cy="222123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2025"/>
              </a:spcBef>
              <a:tabLst>
                <a:tab pos="501650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469900" indent="-457834">
              <a:lnSpc>
                <a:spcPct val="100000"/>
              </a:lnSpc>
              <a:spcBef>
                <a:spcPts val="1920"/>
              </a:spcBef>
              <a:buClr>
                <a:srgbClr val="CC99FF"/>
              </a:buClr>
              <a:buAutoNum type="arabicParenR"/>
              <a:tabLst>
                <a:tab pos="470534" algn="l"/>
              </a:tabLst>
            </a:pPr>
            <a:r>
              <a:rPr dirty="0" sz="3200" spc="-80" b="1">
                <a:solidFill>
                  <a:srgbClr val="FFCCCC"/>
                </a:solidFill>
                <a:latin typeface="Times New Roman"/>
                <a:cs typeface="Times New Roman"/>
              </a:rPr>
              <a:t>NFA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亦可用状态图和状态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表示。</a:t>
            </a:r>
            <a:endParaRPr sz="3200">
              <a:latin typeface="宋体"/>
              <a:cs typeface="宋体"/>
            </a:endParaRPr>
          </a:p>
          <a:p>
            <a:pPr marL="469900" indent="-457834">
              <a:lnSpc>
                <a:spcPct val="100000"/>
              </a:lnSpc>
              <a:spcBef>
                <a:spcPts val="1920"/>
              </a:spcBef>
              <a:buClr>
                <a:srgbClr val="CC99FF"/>
              </a:buClr>
              <a:buAutoNum type="arabicParenR"/>
              <a:tabLst>
                <a:tab pos="470534" algn="l"/>
              </a:tabLst>
            </a:pPr>
            <a:r>
              <a:rPr dirty="0" sz="3200" spc="-80" b="1">
                <a:solidFill>
                  <a:srgbClr val="FFCCCC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和</a:t>
            </a:r>
            <a:r>
              <a:rPr dirty="0" sz="3200" spc="-80" b="1">
                <a:solidFill>
                  <a:srgbClr val="FFCCCC"/>
                </a:solidFill>
                <a:latin typeface="Times New Roman"/>
                <a:cs typeface="Times New Roman"/>
              </a:rPr>
              <a:t>NFA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统</a:t>
            </a:r>
            <a:r>
              <a:rPr dirty="0" sz="3200" spc="5" b="1">
                <a:solidFill>
                  <a:srgbClr val="FFCCCC"/>
                </a:solidFill>
                <a:latin typeface="宋体"/>
                <a:cs typeface="宋体"/>
              </a:rPr>
              <a:t>称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为</a:t>
            </a:r>
            <a:r>
              <a:rPr dirty="0" sz="3200" spc="5" b="1">
                <a:solidFill>
                  <a:srgbClr val="FFCCCC"/>
                </a:solidFill>
                <a:latin typeface="宋体"/>
                <a:cs typeface="宋体"/>
              </a:rPr>
              <a:t>有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限自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动</a:t>
            </a:r>
            <a:r>
              <a:rPr dirty="0" sz="3200" spc="10" b="1">
                <a:solidFill>
                  <a:srgbClr val="FFCCCC"/>
                </a:solidFill>
                <a:latin typeface="宋体"/>
                <a:cs typeface="宋体"/>
              </a:rPr>
              <a:t>机</a:t>
            </a:r>
            <a:r>
              <a:rPr dirty="0" sz="3200" spc="-125" b="1">
                <a:solidFill>
                  <a:srgbClr val="FFCCCC"/>
                </a:solidFill>
                <a:latin typeface="Times New Roman"/>
                <a:cs typeface="Times New Roman"/>
              </a:rPr>
              <a:t>FA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490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4350" y="735025"/>
            <a:ext cx="12846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>
                <a:latin typeface="宋体"/>
                <a:cs typeface="宋体"/>
              </a:rPr>
              <a:t>例</a:t>
            </a:r>
            <a:r>
              <a:rPr dirty="0"/>
              <a:t>2.23: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35657" y="787146"/>
            <a:ext cx="49777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设有一个非确定的有限自动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234" y="1438148"/>
            <a:ext cx="80327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5833745" algn="l"/>
                <a:tab pos="6574790" algn="l"/>
              </a:tabLst>
            </a:pPr>
            <a:r>
              <a:rPr dirty="0" sz="2800" spc="-75" b="1">
                <a:solidFill>
                  <a:srgbClr val="CCEBFF"/>
                </a:solidFill>
                <a:latin typeface="Times New Roman"/>
                <a:cs typeface="Times New Roman"/>
              </a:rPr>
              <a:t>NFA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=</a:t>
            </a:r>
            <a:r>
              <a:rPr dirty="0" sz="2800" b="1">
                <a:solidFill>
                  <a:srgbClr val="CCEBFF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},{0,1},</a:t>
            </a:r>
            <a:r>
              <a:rPr dirty="0" sz="2800" spc="-4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800" spc="10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,	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	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spc="-6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r>
              <a:rPr dirty="0" sz="2800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949" y="3041649"/>
            <a:ext cx="2520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0)=</a:t>
            </a:r>
            <a:r>
              <a:rPr dirty="0" sz="2800" spc="-4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CCCC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049" y="3609207"/>
            <a:ext cx="1753235" cy="53340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20" b="1" i="1">
                <a:solidFill>
                  <a:srgbClr val="FFFFFF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3292" y="2891688"/>
            <a:ext cx="2609850" cy="117792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CCEB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1)= 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spc="-5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117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1)={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8429" y="4193488"/>
            <a:ext cx="2135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1)=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16529" y="4761732"/>
            <a:ext cx="1753235" cy="53340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1)=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20" b="1" i="1">
                <a:solidFill>
                  <a:srgbClr val="FFFFFF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949" y="4043078"/>
            <a:ext cx="2135505" cy="1755139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8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0)=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7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0)=</a:t>
            </a:r>
            <a:r>
              <a:rPr dirty="0" sz="28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02813" y="5345988"/>
            <a:ext cx="2135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1)={</a:t>
            </a:r>
            <a:r>
              <a:rPr dirty="0" sz="28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8964" y="3033135"/>
            <a:ext cx="1819910" cy="283781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  <a:p>
            <a:pPr marL="62230" indent="-12700">
              <a:lnSpc>
                <a:spcPct val="128099"/>
              </a:lnSpc>
              <a:spcBef>
                <a:spcPts val="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 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  <a:p>
            <a:pPr marR="30480" indent="24130">
              <a:lnSpc>
                <a:spcPct val="128099"/>
              </a:lnSpc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 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29300" y="2010155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 h="0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53761" y="2027682"/>
            <a:ext cx="1087120" cy="952500"/>
          </a:xfrm>
          <a:custGeom>
            <a:avLst/>
            <a:gdLst/>
            <a:ahLst/>
            <a:cxnLst/>
            <a:rect l="l" t="t" r="r" b="b"/>
            <a:pathLst>
              <a:path w="1087120" h="952500">
                <a:moveTo>
                  <a:pt x="1086612" y="0"/>
                </a:moveTo>
                <a:lnTo>
                  <a:pt x="0" y="9525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9465" y="2955798"/>
            <a:ext cx="8133715" cy="3325495"/>
          </a:xfrm>
          <a:custGeom>
            <a:avLst/>
            <a:gdLst/>
            <a:ahLst/>
            <a:cxnLst/>
            <a:rect l="l" t="t" r="r" b="b"/>
            <a:pathLst>
              <a:path w="8133715" h="3325495">
                <a:moveTo>
                  <a:pt x="0" y="3325367"/>
                </a:moveTo>
                <a:lnTo>
                  <a:pt x="8133588" y="3325367"/>
                </a:lnTo>
                <a:lnTo>
                  <a:pt x="8133588" y="0"/>
                </a:lnTo>
                <a:lnTo>
                  <a:pt x="0" y="0"/>
                </a:lnTo>
                <a:lnTo>
                  <a:pt x="0" y="3325367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58973" y="1981961"/>
            <a:ext cx="2609215" cy="0"/>
          </a:xfrm>
          <a:custGeom>
            <a:avLst/>
            <a:gdLst/>
            <a:ahLst/>
            <a:cxnLst/>
            <a:rect l="l" t="t" r="r" b="b"/>
            <a:pathLst>
              <a:path w="2609215" h="0">
                <a:moveTo>
                  <a:pt x="0" y="0"/>
                </a:moveTo>
                <a:lnTo>
                  <a:pt x="26090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39241" y="1851234"/>
            <a:ext cx="3711575" cy="106616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r" marR="713740">
              <a:lnSpc>
                <a:spcPct val="100000"/>
              </a:lnSpc>
              <a:spcBef>
                <a:spcPts val="83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其中状态转换函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11111" y="2019300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5" h="0">
                <a:moveTo>
                  <a:pt x="0" y="0"/>
                </a:moveTo>
                <a:lnTo>
                  <a:pt x="437388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73111" y="2039111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04150" y="2059381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15048" y="2040762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13513" sz="2775" spc="7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baseline="-13513" sz="277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31891" y="1981200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 h="0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245734" y="1934055"/>
            <a:ext cx="27876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114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11417" y="2980182"/>
            <a:ext cx="2394585" cy="3327400"/>
          </a:xfrm>
          <a:custGeom>
            <a:avLst/>
            <a:gdLst/>
            <a:ahLst/>
            <a:cxnLst/>
            <a:rect l="l" t="t" r="r" b="b"/>
            <a:pathLst>
              <a:path w="2394584" h="3327400">
                <a:moveTo>
                  <a:pt x="0" y="3326891"/>
                </a:moveTo>
                <a:lnTo>
                  <a:pt x="2394204" y="3326891"/>
                </a:lnTo>
                <a:lnTo>
                  <a:pt x="2394204" y="0"/>
                </a:lnTo>
                <a:lnTo>
                  <a:pt x="0" y="0"/>
                </a:lnTo>
                <a:lnTo>
                  <a:pt x="0" y="3326891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11417" y="2980182"/>
            <a:ext cx="2394585" cy="3327400"/>
          </a:xfrm>
          <a:custGeom>
            <a:avLst/>
            <a:gdLst/>
            <a:ahLst/>
            <a:cxnLst/>
            <a:rect l="l" t="t" r="r" b="b"/>
            <a:pathLst>
              <a:path w="2394584" h="3327400">
                <a:moveTo>
                  <a:pt x="0" y="3326891"/>
                </a:moveTo>
                <a:lnTo>
                  <a:pt x="2394204" y="3326891"/>
                </a:lnTo>
                <a:lnTo>
                  <a:pt x="2394204" y="0"/>
                </a:lnTo>
                <a:lnTo>
                  <a:pt x="0" y="0"/>
                </a:lnTo>
                <a:lnTo>
                  <a:pt x="0" y="332689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943605" y="4703826"/>
            <a:ext cx="2394585" cy="692150"/>
          </a:xfrm>
          <a:custGeom>
            <a:avLst/>
            <a:gdLst/>
            <a:ahLst/>
            <a:cxnLst/>
            <a:rect l="l" t="t" r="r" b="b"/>
            <a:pathLst>
              <a:path w="2394585" h="692150">
                <a:moveTo>
                  <a:pt x="0" y="691896"/>
                </a:moveTo>
                <a:lnTo>
                  <a:pt x="2394204" y="691896"/>
                </a:lnTo>
                <a:lnTo>
                  <a:pt x="2394204" y="0"/>
                </a:lnTo>
                <a:lnTo>
                  <a:pt x="0" y="0"/>
                </a:lnTo>
                <a:lnTo>
                  <a:pt x="0" y="691896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943605" y="4703826"/>
            <a:ext cx="2394585" cy="692150"/>
          </a:xfrm>
          <a:custGeom>
            <a:avLst/>
            <a:gdLst/>
            <a:ahLst/>
            <a:cxnLst/>
            <a:rect l="l" t="t" r="r" b="b"/>
            <a:pathLst>
              <a:path w="2394585" h="692150">
                <a:moveTo>
                  <a:pt x="0" y="691896"/>
                </a:moveTo>
                <a:lnTo>
                  <a:pt x="2394204" y="691896"/>
                </a:lnTo>
                <a:lnTo>
                  <a:pt x="2394204" y="0"/>
                </a:lnTo>
                <a:lnTo>
                  <a:pt x="0" y="0"/>
                </a:lnTo>
                <a:lnTo>
                  <a:pt x="0" y="69189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13766" y="3537965"/>
            <a:ext cx="2394585" cy="690880"/>
          </a:xfrm>
          <a:custGeom>
            <a:avLst/>
            <a:gdLst/>
            <a:ahLst/>
            <a:cxnLst/>
            <a:rect l="l" t="t" r="r" b="b"/>
            <a:pathLst>
              <a:path w="2394585" h="690879">
                <a:moveTo>
                  <a:pt x="0" y="690372"/>
                </a:moveTo>
                <a:lnTo>
                  <a:pt x="2394204" y="690372"/>
                </a:lnTo>
                <a:lnTo>
                  <a:pt x="2394204" y="0"/>
                </a:lnTo>
                <a:lnTo>
                  <a:pt x="0" y="0"/>
                </a:lnTo>
                <a:lnTo>
                  <a:pt x="0" y="690372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3766" y="3537965"/>
            <a:ext cx="2394585" cy="690880"/>
          </a:xfrm>
          <a:custGeom>
            <a:avLst/>
            <a:gdLst/>
            <a:ahLst/>
            <a:cxnLst/>
            <a:rect l="l" t="t" r="r" b="b"/>
            <a:pathLst>
              <a:path w="2394585" h="690879">
                <a:moveTo>
                  <a:pt x="0" y="690372"/>
                </a:moveTo>
                <a:lnTo>
                  <a:pt x="2394204" y="690372"/>
                </a:lnTo>
                <a:lnTo>
                  <a:pt x="2394204" y="0"/>
                </a:lnTo>
                <a:lnTo>
                  <a:pt x="0" y="0"/>
                </a:lnTo>
                <a:lnTo>
                  <a:pt x="0" y="69037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1348" y="72644"/>
            <a:ext cx="2682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29655" y="1874011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1547" y="1874011"/>
            <a:ext cx="190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102" y="332511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4409" y="3547617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5835" y="3316599"/>
            <a:ext cx="271145" cy="45910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2950" spc="-120" b="1" i="1">
                <a:solidFill>
                  <a:srgbClr val="99CCFF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42525" y="2298039"/>
            <a:ext cx="1080770" cy="2220595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020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9818" y="4726632"/>
            <a:ext cx="311150" cy="52578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3350" spc="-114" b="1" i="1">
                <a:solidFill>
                  <a:srgbClr val="99CCFF"/>
                </a:solidFill>
                <a:latin typeface="Symbol"/>
                <a:cs typeface="Symbol"/>
              </a:rPr>
              <a:t>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5302" y="2541524"/>
            <a:ext cx="2051050" cy="34410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970280" algn="l"/>
              </a:tabLst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0	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2965"/>
              </a:spcBef>
              <a:tabLst>
                <a:tab pos="969644" algn="l"/>
              </a:tabLst>
            </a:pP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*	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935"/>
              </a:spcBef>
              <a:tabLst>
                <a:tab pos="970280" algn="l"/>
              </a:tabLst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3	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910"/>
              </a:spcBef>
              <a:tabLst>
                <a:tab pos="969644" algn="l"/>
              </a:tabLst>
            </a:pP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*	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1281" y="5467908"/>
            <a:ext cx="6800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88345" y="1865497"/>
            <a:ext cx="661670" cy="420179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22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endParaRPr baseline="-25132" sz="315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  <a:spcBef>
                <a:spcPts val="1920"/>
              </a:spcBef>
            </a:pP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endParaRPr baseline="-25132" sz="31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93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CCEBFF"/>
                </a:solidFill>
                <a:latin typeface="Times New Roman"/>
                <a:cs typeface="Times New Roman"/>
              </a:rPr>
              <a:t>3</a:t>
            </a:r>
            <a:endParaRPr baseline="-25132" sz="31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1905"/>
              </a:spcBef>
            </a:pP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84081" y="3030554"/>
            <a:ext cx="193675" cy="2951480"/>
          </a:xfrm>
          <a:prstGeom prst="rect">
            <a:avLst/>
          </a:prstGeom>
        </p:spPr>
        <p:txBody>
          <a:bodyPr wrap="square" lIns="0" tIns="255904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2014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935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1905"/>
              </a:spcBef>
            </a:pP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61865" y="2385822"/>
            <a:ext cx="3973195" cy="0"/>
          </a:xfrm>
          <a:custGeom>
            <a:avLst/>
            <a:gdLst/>
            <a:ahLst/>
            <a:cxnLst/>
            <a:rect l="l" t="t" r="r" b="b"/>
            <a:pathLst>
              <a:path w="3973195" h="0">
                <a:moveTo>
                  <a:pt x="0" y="0"/>
                </a:moveTo>
                <a:lnTo>
                  <a:pt x="3973067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42053" y="1745742"/>
            <a:ext cx="4457700" cy="30480"/>
          </a:xfrm>
          <a:custGeom>
            <a:avLst/>
            <a:gdLst/>
            <a:ahLst/>
            <a:cxnLst/>
            <a:rect l="l" t="t" r="r" b="b"/>
            <a:pathLst>
              <a:path w="4457700" h="30480">
                <a:moveTo>
                  <a:pt x="0" y="30480"/>
                </a:moveTo>
                <a:lnTo>
                  <a:pt x="44577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18253" y="6195821"/>
            <a:ext cx="3906520" cy="0"/>
          </a:xfrm>
          <a:custGeom>
            <a:avLst/>
            <a:gdLst/>
            <a:ahLst/>
            <a:cxnLst/>
            <a:rect l="l" t="t" r="r" b="b"/>
            <a:pathLst>
              <a:path w="3906520" h="0">
                <a:moveTo>
                  <a:pt x="0" y="0"/>
                </a:moveTo>
                <a:lnTo>
                  <a:pt x="3906012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76265" y="1756410"/>
            <a:ext cx="0" cy="4439920"/>
          </a:xfrm>
          <a:custGeom>
            <a:avLst/>
            <a:gdLst/>
            <a:ahLst/>
            <a:cxnLst/>
            <a:rect l="l" t="t" r="r" b="b"/>
            <a:pathLst>
              <a:path w="0" h="4439920">
                <a:moveTo>
                  <a:pt x="0" y="0"/>
                </a:moveTo>
                <a:lnTo>
                  <a:pt x="0" y="4439412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40629" y="2337054"/>
            <a:ext cx="4028440" cy="4191000"/>
          </a:xfrm>
          <a:custGeom>
            <a:avLst/>
            <a:gdLst/>
            <a:ahLst/>
            <a:cxnLst/>
            <a:rect l="l" t="t" r="r" b="b"/>
            <a:pathLst>
              <a:path w="4028440" h="4191000">
                <a:moveTo>
                  <a:pt x="0" y="2095500"/>
                </a:moveTo>
                <a:lnTo>
                  <a:pt x="550" y="2046035"/>
                </a:lnTo>
                <a:lnTo>
                  <a:pt x="2192" y="1996852"/>
                </a:lnTo>
                <a:lnTo>
                  <a:pt x="4914" y="1947962"/>
                </a:lnTo>
                <a:lnTo>
                  <a:pt x="8704" y="1899378"/>
                </a:lnTo>
                <a:lnTo>
                  <a:pt x="13549" y="1851113"/>
                </a:lnTo>
                <a:lnTo>
                  <a:pt x="19438" y="1803179"/>
                </a:lnTo>
                <a:lnTo>
                  <a:pt x="26359" y="1755589"/>
                </a:lnTo>
                <a:lnTo>
                  <a:pt x="34300" y="1708356"/>
                </a:lnTo>
                <a:lnTo>
                  <a:pt x="43248" y="1661491"/>
                </a:lnTo>
                <a:lnTo>
                  <a:pt x="53191" y="1615009"/>
                </a:lnTo>
                <a:lnTo>
                  <a:pt x="64117" y="1568920"/>
                </a:lnTo>
                <a:lnTo>
                  <a:pt x="76014" y="1523238"/>
                </a:lnTo>
                <a:lnTo>
                  <a:pt x="88871" y="1477975"/>
                </a:lnTo>
                <a:lnTo>
                  <a:pt x="102674" y="1433145"/>
                </a:lnTo>
                <a:lnTo>
                  <a:pt x="117413" y="1388759"/>
                </a:lnTo>
                <a:lnTo>
                  <a:pt x="133074" y="1344829"/>
                </a:lnTo>
                <a:lnTo>
                  <a:pt x="149646" y="1301370"/>
                </a:lnTo>
                <a:lnTo>
                  <a:pt x="167116" y="1258393"/>
                </a:lnTo>
                <a:lnTo>
                  <a:pt x="185473" y="1215910"/>
                </a:lnTo>
                <a:lnTo>
                  <a:pt x="204704" y="1173935"/>
                </a:lnTo>
                <a:lnTo>
                  <a:pt x="224798" y="1132480"/>
                </a:lnTo>
                <a:lnTo>
                  <a:pt x="245742" y="1091557"/>
                </a:lnTo>
                <a:lnTo>
                  <a:pt x="267524" y="1051179"/>
                </a:lnTo>
                <a:lnTo>
                  <a:pt x="290132" y="1011359"/>
                </a:lnTo>
                <a:lnTo>
                  <a:pt x="313554" y="972110"/>
                </a:lnTo>
                <a:lnTo>
                  <a:pt x="337778" y="933443"/>
                </a:lnTo>
                <a:lnTo>
                  <a:pt x="362792" y="895371"/>
                </a:lnTo>
                <a:lnTo>
                  <a:pt x="388583" y="857908"/>
                </a:lnTo>
                <a:lnTo>
                  <a:pt x="415140" y="821065"/>
                </a:lnTo>
                <a:lnTo>
                  <a:pt x="442450" y="784855"/>
                </a:lnTo>
                <a:lnTo>
                  <a:pt x="470502" y="749291"/>
                </a:lnTo>
                <a:lnTo>
                  <a:pt x="499284" y="714385"/>
                </a:lnTo>
                <a:lnTo>
                  <a:pt x="528782" y="680150"/>
                </a:lnTo>
                <a:lnTo>
                  <a:pt x="558986" y="646598"/>
                </a:lnTo>
                <a:lnTo>
                  <a:pt x="589883" y="613743"/>
                </a:lnTo>
                <a:lnTo>
                  <a:pt x="621461" y="581596"/>
                </a:lnTo>
                <a:lnTo>
                  <a:pt x="653707" y="550170"/>
                </a:lnTo>
                <a:lnTo>
                  <a:pt x="686611" y="519478"/>
                </a:lnTo>
                <a:lnTo>
                  <a:pt x="720159" y="489532"/>
                </a:lnTo>
                <a:lnTo>
                  <a:pt x="754340" y="460345"/>
                </a:lnTo>
                <a:lnTo>
                  <a:pt x="789141" y="431930"/>
                </a:lnTo>
                <a:lnTo>
                  <a:pt x="824551" y="404298"/>
                </a:lnTo>
                <a:lnTo>
                  <a:pt x="860557" y="377464"/>
                </a:lnTo>
                <a:lnTo>
                  <a:pt x="897147" y="351438"/>
                </a:lnTo>
                <a:lnTo>
                  <a:pt x="934310" y="326234"/>
                </a:lnTo>
                <a:lnTo>
                  <a:pt x="972032" y="301865"/>
                </a:lnTo>
                <a:lnTo>
                  <a:pt x="1010303" y="278342"/>
                </a:lnTo>
                <a:lnTo>
                  <a:pt x="1049109" y="255679"/>
                </a:lnTo>
                <a:lnTo>
                  <a:pt x="1088440" y="233888"/>
                </a:lnTo>
                <a:lnTo>
                  <a:pt x="1128282" y="212982"/>
                </a:lnTo>
                <a:lnTo>
                  <a:pt x="1168623" y="192973"/>
                </a:lnTo>
                <a:lnTo>
                  <a:pt x="1209452" y="173873"/>
                </a:lnTo>
                <a:lnTo>
                  <a:pt x="1250757" y="155697"/>
                </a:lnTo>
                <a:lnTo>
                  <a:pt x="1292525" y="138455"/>
                </a:lnTo>
                <a:lnTo>
                  <a:pt x="1334744" y="122160"/>
                </a:lnTo>
                <a:lnTo>
                  <a:pt x="1377403" y="106826"/>
                </a:lnTo>
                <a:lnTo>
                  <a:pt x="1420488" y="92464"/>
                </a:lnTo>
                <a:lnTo>
                  <a:pt x="1463989" y="79088"/>
                </a:lnTo>
                <a:lnTo>
                  <a:pt x="1507893" y="66709"/>
                </a:lnTo>
                <a:lnTo>
                  <a:pt x="1552187" y="55341"/>
                </a:lnTo>
                <a:lnTo>
                  <a:pt x="1596860" y="44996"/>
                </a:lnTo>
                <a:lnTo>
                  <a:pt x="1641900" y="35686"/>
                </a:lnTo>
                <a:lnTo>
                  <a:pt x="1687294" y="27425"/>
                </a:lnTo>
                <a:lnTo>
                  <a:pt x="1733031" y="20224"/>
                </a:lnTo>
                <a:lnTo>
                  <a:pt x="1779098" y="14097"/>
                </a:lnTo>
                <a:lnTo>
                  <a:pt x="1825483" y="9055"/>
                </a:lnTo>
                <a:lnTo>
                  <a:pt x="1872175" y="5112"/>
                </a:lnTo>
                <a:lnTo>
                  <a:pt x="1919160" y="2280"/>
                </a:lnTo>
                <a:lnTo>
                  <a:pt x="1966428" y="572"/>
                </a:lnTo>
                <a:lnTo>
                  <a:pt x="2013966" y="0"/>
                </a:lnTo>
                <a:lnTo>
                  <a:pt x="2061503" y="572"/>
                </a:lnTo>
                <a:lnTo>
                  <a:pt x="2108771" y="2280"/>
                </a:lnTo>
                <a:lnTo>
                  <a:pt x="2155756" y="5112"/>
                </a:lnTo>
                <a:lnTo>
                  <a:pt x="2202448" y="9055"/>
                </a:lnTo>
                <a:lnTo>
                  <a:pt x="2248833" y="14097"/>
                </a:lnTo>
                <a:lnTo>
                  <a:pt x="2294900" y="20224"/>
                </a:lnTo>
                <a:lnTo>
                  <a:pt x="2340637" y="27425"/>
                </a:lnTo>
                <a:lnTo>
                  <a:pt x="2386031" y="35686"/>
                </a:lnTo>
                <a:lnTo>
                  <a:pt x="2431071" y="44996"/>
                </a:lnTo>
                <a:lnTo>
                  <a:pt x="2475744" y="55341"/>
                </a:lnTo>
                <a:lnTo>
                  <a:pt x="2520038" y="66709"/>
                </a:lnTo>
                <a:lnTo>
                  <a:pt x="2563942" y="79088"/>
                </a:lnTo>
                <a:lnTo>
                  <a:pt x="2607443" y="92464"/>
                </a:lnTo>
                <a:lnTo>
                  <a:pt x="2650528" y="106826"/>
                </a:lnTo>
                <a:lnTo>
                  <a:pt x="2693187" y="122160"/>
                </a:lnTo>
                <a:lnTo>
                  <a:pt x="2735406" y="138455"/>
                </a:lnTo>
                <a:lnTo>
                  <a:pt x="2777174" y="155697"/>
                </a:lnTo>
                <a:lnTo>
                  <a:pt x="2818479" y="173873"/>
                </a:lnTo>
                <a:lnTo>
                  <a:pt x="2859308" y="192973"/>
                </a:lnTo>
                <a:lnTo>
                  <a:pt x="2899649" y="212982"/>
                </a:lnTo>
                <a:lnTo>
                  <a:pt x="2939491" y="233888"/>
                </a:lnTo>
                <a:lnTo>
                  <a:pt x="2978822" y="255679"/>
                </a:lnTo>
                <a:lnTo>
                  <a:pt x="3017628" y="278342"/>
                </a:lnTo>
                <a:lnTo>
                  <a:pt x="3055899" y="301865"/>
                </a:lnTo>
                <a:lnTo>
                  <a:pt x="3093621" y="326234"/>
                </a:lnTo>
                <a:lnTo>
                  <a:pt x="3130784" y="351438"/>
                </a:lnTo>
                <a:lnTo>
                  <a:pt x="3167374" y="377464"/>
                </a:lnTo>
                <a:lnTo>
                  <a:pt x="3203380" y="404298"/>
                </a:lnTo>
                <a:lnTo>
                  <a:pt x="3238790" y="431930"/>
                </a:lnTo>
                <a:lnTo>
                  <a:pt x="3273591" y="460345"/>
                </a:lnTo>
                <a:lnTo>
                  <a:pt x="3307772" y="489532"/>
                </a:lnTo>
                <a:lnTo>
                  <a:pt x="3341320" y="519478"/>
                </a:lnTo>
                <a:lnTo>
                  <a:pt x="3374224" y="550170"/>
                </a:lnTo>
                <a:lnTo>
                  <a:pt x="3406470" y="581596"/>
                </a:lnTo>
                <a:lnTo>
                  <a:pt x="3438048" y="613743"/>
                </a:lnTo>
                <a:lnTo>
                  <a:pt x="3468945" y="646598"/>
                </a:lnTo>
                <a:lnTo>
                  <a:pt x="3499149" y="680150"/>
                </a:lnTo>
                <a:lnTo>
                  <a:pt x="3528647" y="714385"/>
                </a:lnTo>
                <a:lnTo>
                  <a:pt x="3557429" y="749291"/>
                </a:lnTo>
                <a:lnTo>
                  <a:pt x="3585481" y="784855"/>
                </a:lnTo>
                <a:lnTo>
                  <a:pt x="3612791" y="821065"/>
                </a:lnTo>
                <a:lnTo>
                  <a:pt x="3639348" y="857908"/>
                </a:lnTo>
                <a:lnTo>
                  <a:pt x="3665139" y="895371"/>
                </a:lnTo>
                <a:lnTo>
                  <a:pt x="3690153" y="933443"/>
                </a:lnTo>
                <a:lnTo>
                  <a:pt x="3714377" y="972110"/>
                </a:lnTo>
                <a:lnTo>
                  <a:pt x="3737799" y="1011359"/>
                </a:lnTo>
                <a:lnTo>
                  <a:pt x="3760407" y="1051179"/>
                </a:lnTo>
                <a:lnTo>
                  <a:pt x="3782189" y="1091557"/>
                </a:lnTo>
                <a:lnTo>
                  <a:pt x="3803133" y="1132480"/>
                </a:lnTo>
                <a:lnTo>
                  <a:pt x="3823227" y="1173935"/>
                </a:lnTo>
                <a:lnTo>
                  <a:pt x="3842458" y="1215910"/>
                </a:lnTo>
                <a:lnTo>
                  <a:pt x="3860815" y="1258393"/>
                </a:lnTo>
                <a:lnTo>
                  <a:pt x="3878285" y="1301370"/>
                </a:lnTo>
                <a:lnTo>
                  <a:pt x="3894857" y="1344829"/>
                </a:lnTo>
                <a:lnTo>
                  <a:pt x="3910518" y="1388759"/>
                </a:lnTo>
                <a:lnTo>
                  <a:pt x="3925257" y="1433145"/>
                </a:lnTo>
                <a:lnTo>
                  <a:pt x="3939060" y="1477975"/>
                </a:lnTo>
                <a:lnTo>
                  <a:pt x="3951917" y="1523238"/>
                </a:lnTo>
                <a:lnTo>
                  <a:pt x="3963814" y="1568920"/>
                </a:lnTo>
                <a:lnTo>
                  <a:pt x="3974740" y="1615009"/>
                </a:lnTo>
                <a:lnTo>
                  <a:pt x="3984683" y="1661491"/>
                </a:lnTo>
                <a:lnTo>
                  <a:pt x="3993631" y="1708356"/>
                </a:lnTo>
                <a:lnTo>
                  <a:pt x="4001572" y="1755589"/>
                </a:lnTo>
                <a:lnTo>
                  <a:pt x="4008493" y="1803179"/>
                </a:lnTo>
                <a:lnTo>
                  <a:pt x="4014382" y="1851113"/>
                </a:lnTo>
                <a:lnTo>
                  <a:pt x="4019227" y="1899378"/>
                </a:lnTo>
                <a:lnTo>
                  <a:pt x="4023017" y="1947962"/>
                </a:lnTo>
                <a:lnTo>
                  <a:pt x="4025739" y="1996852"/>
                </a:lnTo>
                <a:lnTo>
                  <a:pt x="4027381" y="2046035"/>
                </a:lnTo>
                <a:lnTo>
                  <a:pt x="4027931" y="2095500"/>
                </a:lnTo>
                <a:lnTo>
                  <a:pt x="4027381" y="2144962"/>
                </a:lnTo>
                <a:lnTo>
                  <a:pt x="4025739" y="2194144"/>
                </a:lnTo>
                <a:lnTo>
                  <a:pt x="4023017" y="2243033"/>
                </a:lnTo>
                <a:lnTo>
                  <a:pt x="4019227" y="2291615"/>
                </a:lnTo>
                <a:lnTo>
                  <a:pt x="4014382" y="2339879"/>
                </a:lnTo>
                <a:lnTo>
                  <a:pt x="4008493" y="2387812"/>
                </a:lnTo>
                <a:lnTo>
                  <a:pt x="4001572" y="2435401"/>
                </a:lnTo>
                <a:lnTo>
                  <a:pt x="3993631" y="2482633"/>
                </a:lnTo>
                <a:lnTo>
                  <a:pt x="3984683" y="2529497"/>
                </a:lnTo>
                <a:lnTo>
                  <a:pt x="3974740" y="2575978"/>
                </a:lnTo>
                <a:lnTo>
                  <a:pt x="3963814" y="2622066"/>
                </a:lnTo>
                <a:lnTo>
                  <a:pt x="3951917" y="2667748"/>
                </a:lnTo>
                <a:lnTo>
                  <a:pt x="3939060" y="2713010"/>
                </a:lnTo>
                <a:lnTo>
                  <a:pt x="3925257" y="2757840"/>
                </a:lnTo>
                <a:lnTo>
                  <a:pt x="3910518" y="2802225"/>
                </a:lnTo>
                <a:lnTo>
                  <a:pt x="3894857" y="2846154"/>
                </a:lnTo>
                <a:lnTo>
                  <a:pt x="3878285" y="2889613"/>
                </a:lnTo>
                <a:lnTo>
                  <a:pt x="3860815" y="2932590"/>
                </a:lnTo>
                <a:lnTo>
                  <a:pt x="3842458" y="2975072"/>
                </a:lnTo>
                <a:lnTo>
                  <a:pt x="3823227" y="3017047"/>
                </a:lnTo>
                <a:lnTo>
                  <a:pt x="3803133" y="3058502"/>
                </a:lnTo>
                <a:lnTo>
                  <a:pt x="3782189" y="3099425"/>
                </a:lnTo>
                <a:lnTo>
                  <a:pt x="3760407" y="3139803"/>
                </a:lnTo>
                <a:lnTo>
                  <a:pt x="3737799" y="3179623"/>
                </a:lnTo>
                <a:lnTo>
                  <a:pt x="3714377" y="3218872"/>
                </a:lnTo>
                <a:lnTo>
                  <a:pt x="3690153" y="3257539"/>
                </a:lnTo>
                <a:lnTo>
                  <a:pt x="3665139" y="3295611"/>
                </a:lnTo>
                <a:lnTo>
                  <a:pt x="3639348" y="3333075"/>
                </a:lnTo>
                <a:lnTo>
                  <a:pt x="3612791" y="3369918"/>
                </a:lnTo>
                <a:lnTo>
                  <a:pt x="3585481" y="3406128"/>
                </a:lnTo>
                <a:lnTo>
                  <a:pt x="3557429" y="3441692"/>
                </a:lnTo>
                <a:lnTo>
                  <a:pt x="3528647" y="3476599"/>
                </a:lnTo>
                <a:lnTo>
                  <a:pt x="3499149" y="3510834"/>
                </a:lnTo>
                <a:lnTo>
                  <a:pt x="3468945" y="3544386"/>
                </a:lnTo>
                <a:lnTo>
                  <a:pt x="3438048" y="3577242"/>
                </a:lnTo>
                <a:lnTo>
                  <a:pt x="3406470" y="3609389"/>
                </a:lnTo>
                <a:lnTo>
                  <a:pt x="3374224" y="3640816"/>
                </a:lnTo>
                <a:lnTo>
                  <a:pt x="3341320" y="3671508"/>
                </a:lnTo>
                <a:lnTo>
                  <a:pt x="3307772" y="3701454"/>
                </a:lnTo>
                <a:lnTo>
                  <a:pt x="3273591" y="3730642"/>
                </a:lnTo>
                <a:lnTo>
                  <a:pt x="3238790" y="3759058"/>
                </a:lnTo>
                <a:lnTo>
                  <a:pt x="3203380" y="3786690"/>
                </a:lnTo>
                <a:lnTo>
                  <a:pt x="3167374" y="3813525"/>
                </a:lnTo>
                <a:lnTo>
                  <a:pt x="3130784" y="3839551"/>
                </a:lnTo>
                <a:lnTo>
                  <a:pt x="3093621" y="3864755"/>
                </a:lnTo>
                <a:lnTo>
                  <a:pt x="3055899" y="3889125"/>
                </a:lnTo>
                <a:lnTo>
                  <a:pt x="3017628" y="3912649"/>
                </a:lnTo>
                <a:lnTo>
                  <a:pt x="2978822" y="3935312"/>
                </a:lnTo>
                <a:lnTo>
                  <a:pt x="2939491" y="3957104"/>
                </a:lnTo>
                <a:lnTo>
                  <a:pt x="2899649" y="3978011"/>
                </a:lnTo>
                <a:lnTo>
                  <a:pt x="2859308" y="3998020"/>
                </a:lnTo>
                <a:lnTo>
                  <a:pt x="2818479" y="4017120"/>
                </a:lnTo>
                <a:lnTo>
                  <a:pt x="2777174" y="4035297"/>
                </a:lnTo>
                <a:lnTo>
                  <a:pt x="2735406" y="4052540"/>
                </a:lnTo>
                <a:lnTo>
                  <a:pt x="2693187" y="4068835"/>
                </a:lnTo>
                <a:lnTo>
                  <a:pt x="2650528" y="4084170"/>
                </a:lnTo>
                <a:lnTo>
                  <a:pt x="2607443" y="4098532"/>
                </a:lnTo>
                <a:lnTo>
                  <a:pt x="2563942" y="4111908"/>
                </a:lnTo>
                <a:lnTo>
                  <a:pt x="2520038" y="4124287"/>
                </a:lnTo>
                <a:lnTo>
                  <a:pt x="2475744" y="4135656"/>
                </a:lnTo>
                <a:lnTo>
                  <a:pt x="2431071" y="4146001"/>
                </a:lnTo>
                <a:lnTo>
                  <a:pt x="2386031" y="4155311"/>
                </a:lnTo>
                <a:lnTo>
                  <a:pt x="2340637" y="4163573"/>
                </a:lnTo>
                <a:lnTo>
                  <a:pt x="2294900" y="4170774"/>
                </a:lnTo>
                <a:lnTo>
                  <a:pt x="2248833" y="4176902"/>
                </a:lnTo>
                <a:lnTo>
                  <a:pt x="2202448" y="4181943"/>
                </a:lnTo>
                <a:lnTo>
                  <a:pt x="2155756" y="4185887"/>
                </a:lnTo>
                <a:lnTo>
                  <a:pt x="2108771" y="4188719"/>
                </a:lnTo>
                <a:lnTo>
                  <a:pt x="2061503" y="4190427"/>
                </a:lnTo>
                <a:lnTo>
                  <a:pt x="2013966" y="4191000"/>
                </a:lnTo>
                <a:lnTo>
                  <a:pt x="1966428" y="4190427"/>
                </a:lnTo>
                <a:lnTo>
                  <a:pt x="1919160" y="4188719"/>
                </a:lnTo>
                <a:lnTo>
                  <a:pt x="1872175" y="4185887"/>
                </a:lnTo>
                <a:lnTo>
                  <a:pt x="1825483" y="4181943"/>
                </a:lnTo>
                <a:lnTo>
                  <a:pt x="1779098" y="4176902"/>
                </a:lnTo>
                <a:lnTo>
                  <a:pt x="1733031" y="4170774"/>
                </a:lnTo>
                <a:lnTo>
                  <a:pt x="1687294" y="4163573"/>
                </a:lnTo>
                <a:lnTo>
                  <a:pt x="1641900" y="4155311"/>
                </a:lnTo>
                <a:lnTo>
                  <a:pt x="1596860" y="4146001"/>
                </a:lnTo>
                <a:lnTo>
                  <a:pt x="1552187" y="4135656"/>
                </a:lnTo>
                <a:lnTo>
                  <a:pt x="1507893" y="4124287"/>
                </a:lnTo>
                <a:lnTo>
                  <a:pt x="1463989" y="4111908"/>
                </a:lnTo>
                <a:lnTo>
                  <a:pt x="1420488" y="4098532"/>
                </a:lnTo>
                <a:lnTo>
                  <a:pt x="1377403" y="4084170"/>
                </a:lnTo>
                <a:lnTo>
                  <a:pt x="1334744" y="4068835"/>
                </a:lnTo>
                <a:lnTo>
                  <a:pt x="1292525" y="4052540"/>
                </a:lnTo>
                <a:lnTo>
                  <a:pt x="1250757" y="4035297"/>
                </a:lnTo>
                <a:lnTo>
                  <a:pt x="1209452" y="4017120"/>
                </a:lnTo>
                <a:lnTo>
                  <a:pt x="1168623" y="3998020"/>
                </a:lnTo>
                <a:lnTo>
                  <a:pt x="1128282" y="3978011"/>
                </a:lnTo>
                <a:lnTo>
                  <a:pt x="1088440" y="3957104"/>
                </a:lnTo>
                <a:lnTo>
                  <a:pt x="1049109" y="3935312"/>
                </a:lnTo>
                <a:lnTo>
                  <a:pt x="1010303" y="3912649"/>
                </a:lnTo>
                <a:lnTo>
                  <a:pt x="972032" y="3889125"/>
                </a:lnTo>
                <a:lnTo>
                  <a:pt x="934310" y="3864755"/>
                </a:lnTo>
                <a:lnTo>
                  <a:pt x="897147" y="3839551"/>
                </a:lnTo>
                <a:lnTo>
                  <a:pt x="860557" y="3813525"/>
                </a:lnTo>
                <a:lnTo>
                  <a:pt x="824551" y="3786690"/>
                </a:lnTo>
                <a:lnTo>
                  <a:pt x="789141" y="3759058"/>
                </a:lnTo>
                <a:lnTo>
                  <a:pt x="754340" y="3730642"/>
                </a:lnTo>
                <a:lnTo>
                  <a:pt x="720159" y="3701454"/>
                </a:lnTo>
                <a:lnTo>
                  <a:pt x="686611" y="3671508"/>
                </a:lnTo>
                <a:lnTo>
                  <a:pt x="653707" y="3640816"/>
                </a:lnTo>
                <a:lnTo>
                  <a:pt x="621461" y="3609389"/>
                </a:lnTo>
                <a:lnTo>
                  <a:pt x="589883" y="3577242"/>
                </a:lnTo>
                <a:lnTo>
                  <a:pt x="558986" y="3544386"/>
                </a:lnTo>
                <a:lnTo>
                  <a:pt x="528782" y="3510834"/>
                </a:lnTo>
                <a:lnTo>
                  <a:pt x="499284" y="3476599"/>
                </a:lnTo>
                <a:lnTo>
                  <a:pt x="470502" y="3441692"/>
                </a:lnTo>
                <a:lnTo>
                  <a:pt x="442450" y="3406128"/>
                </a:lnTo>
                <a:lnTo>
                  <a:pt x="415140" y="3369918"/>
                </a:lnTo>
                <a:lnTo>
                  <a:pt x="388583" y="3333075"/>
                </a:lnTo>
                <a:lnTo>
                  <a:pt x="362792" y="3295611"/>
                </a:lnTo>
                <a:lnTo>
                  <a:pt x="337778" y="3257539"/>
                </a:lnTo>
                <a:lnTo>
                  <a:pt x="313554" y="3218872"/>
                </a:lnTo>
                <a:lnTo>
                  <a:pt x="290132" y="3179623"/>
                </a:lnTo>
                <a:lnTo>
                  <a:pt x="267524" y="3139803"/>
                </a:lnTo>
                <a:lnTo>
                  <a:pt x="245742" y="3099425"/>
                </a:lnTo>
                <a:lnTo>
                  <a:pt x="224798" y="3058502"/>
                </a:lnTo>
                <a:lnTo>
                  <a:pt x="204704" y="3017047"/>
                </a:lnTo>
                <a:lnTo>
                  <a:pt x="185473" y="2975072"/>
                </a:lnTo>
                <a:lnTo>
                  <a:pt x="167116" y="2932590"/>
                </a:lnTo>
                <a:lnTo>
                  <a:pt x="149646" y="2889613"/>
                </a:lnTo>
                <a:lnTo>
                  <a:pt x="133074" y="2846154"/>
                </a:lnTo>
                <a:lnTo>
                  <a:pt x="117413" y="2802225"/>
                </a:lnTo>
                <a:lnTo>
                  <a:pt x="102674" y="2757840"/>
                </a:lnTo>
                <a:lnTo>
                  <a:pt x="88871" y="2713010"/>
                </a:lnTo>
                <a:lnTo>
                  <a:pt x="76014" y="2667748"/>
                </a:lnTo>
                <a:lnTo>
                  <a:pt x="64117" y="2622066"/>
                </a:lnTo>
                <a:lnTo>
                  <a:pt x="53191" y="2575978"/>
                </a:lnTo>
                <a:lnTo>
                  <a:pt x="43248" y="2529497"/>
                </a:lnTo>
                <a:lnTo>
                  <a:pt x="34300" y="2482633"/>
                </a:lnTo>
                <a:lnTo>
                  <a:pt x="26359" y="2435401"/>
                </a:lnTo>
                <a:lnTo>
                  <a:pt x="19438" y="2387812"/>
                </a:lnTo>
                <a:lnTo>
                  <a:pt x="13549" y="2339879"/>
                </a:lnTo>
                <a:lnTo>
                  <a:pt x="8704" y="2291615"/>
                </a:lnTo>
                <a:lnTo>
                  <a:pt x="4914" y="2243033"/>
                </a:lnTo>
                <a:lnTo>
                  <a:pt x="2192" y="2194144"/>
                </a:lnTo>
                <a:lnTo>
                  <a:pt x="550" y="2144962"/>
                </a:lnTo>
                <a:lnTo>
                  <a:pt x="0" y="209550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67100" y="5234940"/>
            <a:ext cx="1816735" cy="988060"/>
          </a:xfrm>
          <a:custGeom>
            <a:avLst/>
            <a:gdLst/>
            <a:ahLst/>
            <a:cxnLst/>
            <a:rect l="l" t="t" r="r" b="b"/>
            <a:pathLst>
              <a:path w="1816735" h="988060">
                <a:moveTo>
                  <a:pt x="1816608" y="0"/>
                </a:moveTo>
                <a:lnTo>
                  <a:pt x="0" y="987552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53639" y="6280402"/>
            <a:ext cx="2063750" cy="518159"/>
          </a:xfrm>
          <a:custGeom>
            <a:avLst/>
            <a:gdLst/>
            <a:ahLst/>
            <a:cxnLst/>
            <a:rect l="l" t="t" r="r" b="b"/>
            <a:pathLst>
              <a:path w="2063750" h="518159">
                <a:moveTo>
                  <a:pt x="0" y="518159"/>
                </a:moveTo>
                <a:lnTo>
                  <a:pt x="2063495" y="518159"/>
                </a:lnTo>
                <a:lnTo>
                  <a:pt x="2063495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759201" y="6307023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宋体"/>
                <a:cs typeface="宋体"/>
              </a:rPr>
              <a:t>状态子集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6958" y="3678173"/>
            <a:ext cx="553720" cy="571500"/>
          </a:xfrm>
          <a:custGeom>
            <a:avLst/>
            <a:gdLst/>
            <a:ahLst/>
            <a:cxnLst/>
            <a:rect l="l" t="t" r="r" b="b"/>
            <a:pathLst>
              <a:path w="553719" h="571500">
                <a:moveTo>
                  <a:pt x="0" y="285750"/>
                </a:moveTo>
                <a:lnTo>
                  <a:pt x="3620" y="239388"/>
                </a:lnTo>
                <a:lnTo>
                  <a:pt x="14101" y="195413"/>
                </a:lnTo>
                <a:lnTo>
                  <a:pt x="30873" y="154411"/>
                </a:lnTo>
                <a:lnTo>
                  <a:pt x="53368" y="116970"/>
                </a:lnTo>
                <a:lnTo>
                  <a:pt x="81014" y="83677"/>
                </a:lnTo>
                <a:lnTo>
                  <a:pt x="113244" y="55120"/>
                </a:lnTo>
                <a:lnTo>
                  <a:pt x="149488" y="31886"/>
                </a:lnTo>
                <a:lnTo>
                  <a:pt x="189175" y="14563"/>
                </a:lnTo>
                <a:lnTo>
                  <a:pt x="231738" y="3738"/>
                </a:lnTo>
                <a:lnTo>
                  <a:pt x="276605" y="0"/>
                </a:lnTo>
                <a:lnTo>
                  <a:pt x="321473" y="3738"/>
                </a:lnTo>
                <a:lnTo>
                  <a:pt x="364036" y="14563"/>
                </a:lnTo>
                <a:lnTo>
                  <a:pt x="403723" y="31886"/>
                </a:lnTo>
                <a:lnTo>
                  <a:pt x="439967" y="55120"/>
                </a:lnTo>
                <a:lnTo>
                  <a:pt x="472197" y="83677"/>
                </a:lnTo>
                <a:lnTo>
                  <a:pt x="499843" y="116970"/>
                </a:lnTo>
                <a:lnTo>
                  <a:pt x="522338" y="154411"/>
                </a:lnTo>
                <a:lnTo>
                  <a:pt x="539110" y="195413"/>
                </a:lnTo>
                <a:lnTo>
                  <a:pt x="549591" y="239388"/>
                </a:lnTo>
                <a:lnTo>
                  <a:pt x="553211" y="285750"/>
                </a:lnTo>
                <a:lnTo>
                  <a:pt x="549591" y="332111"/>
                </a:lnTo>
                <a:lnTo>
                  <a:pt x="539110" y="376086"/>
                </a:lnTo>
                <a:lnTo>
                  <a:pt x="522338" y="417088"/>
                </a:lnTo>
                <a:lnTo>
                  <a:pt x="499843" y="454529"/>
                </a:lnTo>
                <a:lnTo>
                  <a:pt x="472197" y="487822"/>
                </a:lnTo>
                <a:lnTo>
                  <a:pt x="439967" y="516379"/>
                </a:lnTo>
                <a:lnTo>
                  <a:pt x="403723" y="539613"/>
                </a:lnTo>
                <a:lnTo>
                  <a:pt x="364036" y="556936"/>
                </a:lnTo>
                <a:lnTo>
                  <a:pt x="321473" y="567761"/>
                </a:lnTo>
                <a:lnTo>
                  <a:pt x="276605" y="571500"/>
                </a:lnTo>
                <a:lnTo>
                  <a:pt x="231738" y="567761"/>
                </a:lnTo>
                <a:lnTo>
                  <a:pt x="189175" y="556936"/>
                </a:lnTo>
                <a:lnTo>
                  <a:pt x="149488" y="539613"/>
                </a:lnTo>
                <a:lnTo>
                  <a:pt x="113244" y="516379"/>
                </a:lnTo>
                <a:lnTo>
                  <a:pt x="81014" y="487822"/>
                </a:lnTo>
                <a:lnTo>
                  <a:pt x="53368" y="454529"/>
                </a:lnTo>
                <a:lnTo>
                  <a:pt x="30873" y="417088"/>
                </a:lnTo>
                <a:lnTo>
                  <a:pt x="14101" y="376086"/>
                </a:lnTo>
                <a:lnTo>
                  <a:pt x="3620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16657" y="2401061"/>
            <a:ext cx="553720" cy="571500"/>
          </a:xfrm>
          <a:custGeom>
            <a:avLst/>
            <a:gdLst/>
            <a:ahLst/>
            <a:cxnLst/>
            <a:rect l="l" t="t" r="r" b="b"/>
            <a:pathLst>
              <a:path w="553719" h="571500">
                <a:moveTo>
                  <a:pt x="0" y="285750"/>
                </a:moveTo>
                <a:lnTo>
                  <a:pt x="3619" y="239388"/>
                </a:lnTo>
                <a:lnTo>
                  <a:pt x="14100" y="195413"/>
                </a:lnTo>
                <a:lnTo>
                  <a:pt x="30871" y="154411"/>
                </a:lnTo>
                <a:lnTo>
                  <a:pt x="53364" y="116970"/>
                </a:lnTo>
                <a:lnTo>
                  <a:pt x="81010" y="83677"/>
                </a:lnTo>
                <a:lnTo>
                  <a:pt x="113239" y="55120"/>
                </a:lnTo>
                <a:lnTo>
                  <a:pt x="149482" y="31886"/>
                </a:lnTo>
                <a:lnTo>
                  <a:pt x="189171" y="14563"/>
                </a:lnTo>
                <a:lnTo>
                  <a:pt x="231735" y="3738"/>
                </a:lnTo>
                <a:lnTo>
                  <a:pt x="276606" y="0"/>
                </a:lnTo>
                <a:lnTo>
                  <a:pt x="321476" y="3738"/>
                </a:lnTo>
                <a:lnTo>
                  <a:pt x="364040" y="14563"/>
                </a:lnTo>
                <a:lnTo>
                  <a:pt x="403729" y="31886"/>
                </a:lnTo>
                <a:lnTo>
                  <a:pt x="439972" y="55120"/>
                </a:lnTo>
                <a:lnTo>
                  <a:pt x="472201" y="83677"/>
                </a:lnTo>
                <a:lnTo>
                  <a:pt x="499847" y="116970"/>
                </a:lnTo>
                <a:lnTo>
                  <a:pt x="522340" y="154411"/>
                </a:lnTo>
                <a:lnTo>
                  <a:pt x="539111" y="195413"/>
                </a:lnTo>
                <a:lnTo>
                  <a:pt x="549592" y="239388"/>
                </a:lnTo>
                <a:lnTo>
                  <a:pt x="553212" y="285750"/>
                </a:lnTo>
                <a:lnTo>
                  <a:pt x="549592" y="332111"/>
                </a:lnTo>
                <a:lnTo>
                  <a:pt x="539111" y="376086"/>
                </a:lnTo>
                <a:lnTo>
                  <a:pt x="522340" y="417088"/>
                </a:lnTo>
                <a:lnTo>
                  <a:pt x="499847" y="454529"/>
                </a:lnTo>
                <a:lnTo>
                  <a:pt x="472201" y="487822"/>
                </a:lnTo>
                <a:lnTo>
                  <a:pt x="439972" y="516379"/>
                </a:lnTo>
                <a:lnTo>
                  <a:pt x="403729" y="539613"/>
                </a:lnTo>
                <a:lnTo>
                  <a:pt x="364040" y="556936"/>
                </a:lnTo>
                <a:lnTo>
                  <a:pt x="321476" y="567761"/>
                </a:lnTo>
                <a:lnTo>
                  <a:pt x="276606" y="571500"/>
                </a:lnTo>
                <a:lnTo>
                  <a:pt x="231735" y="567761"/>
                </a:lnTo>
                <a:lnTo>
                  <a:pt x="189171" y="556936"/>
                </a:lnTo>
                <a:lnTo>
                  <a:pt x="149482" y="539613"/>
                </a:lnTo>
                <a:lnTo>
                  <a:pt x="113239" y="516379"/>
                </a:lnTo>
                <a:lnTo>
                  <a:pt x="81010" y="487822"/>
                </a:lnTo>
                <a:lnTo>
                  <a:pt x="53364" y="454529"/>
                </a:lnTo>
                <a:lnTo>
                  <a:pt x="30871" y="417088"/>
                </a:lnTo>
                <a:lnTo>
                  <a:pt x="14100" y="376086"/>
                </a:lnTo>
                <a:lnTo>
                  <a:pt x="3619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331211" y="24485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09520" y="2671064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CCEBFF"/>
                </a:solidFill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63290" y="2283714"/>
            <a:ext cx="783590" cy="784860"/>
          </a:xfrm>
          <a:custGeom>
            <a:avLst/>
            <a:gdLst/>
            <a:ahLst/>
            <a:cxnLst/>
            <a:rect l="l" t="t" r="r" b="b"/>
            <a:pathLst>
              <a:path w="783589" h="784860">
                <a:moveTo>
                  <a:pt x="391668" y="0"/>
                </a:moveTo>
                <a:lnTo>
                  <a:pt x="342544" y="3056"/>
                </a:lnTo>
                <a:lnTo>
                  <a:pt x="295239" y="11981"/>
                </a:lnTo>
                <a:lnTo>
                  <a:pt x="250121" y="26408"/>
                </a:lnTo>
                <a:lnTo>
                  <a:pt x="207556" y="45968"/>
                </a:lnTo>
                <a:lnTo>
                  <a:pt x="167913" y="70295"/>
                </a:lnTo>
                <a:lnTo>
                  <a:pt x="131558" y="99021"/>
                </a:lnTo>
                <a:lnTo>
                  <a:pt x="98858" y="131779"/>
                </a:lnTo>
                <a:lnTo>
                  <a:pt x="70182" y="168201"/>
                </a:lnTo>
                <a:lnTo>
                  <a:pt x="45896" y="207921"/>
                </a:lnTo>
                <a:lnTo>
                  <a:pt x="26367" y="250572"/>
                </a:lnTo>
                <a:lnTo>
                  <a:pt x="11963" y="295785"/>
                </a:lnTo>
                <a:lnTo>
                  <a:pt x="3052" y="343193"/>
                </a:lnTo>
                <a:lnTo>
                  <a:pt x="0" y="392430"/>
                </a:lnTo>
                <a:lnTo>
                  <a:pt x="3052" y="441666"/>
                </a:lnTo>
                <a:lnTo>
                  <a:pt x="11963" y="489074"/>
                </a:lnTo>
                <a:lnTo>
                  <a:pt x="26367" y="534287"/>
                </a:lnTo>
                <a:lnTo>
                  <a:pt x="45896" y="576938"/>
                </a:lnTo>
                <a:lnTo>
                  <a:pt x="70182" y="616658"/>
                </a:lnTo>
                <a:lnTo>
                  <a:pt x="98858" y="653080"/>
                </a:lnTo>
                <a:lnTo>
                  <a:pt x="131558" y="685838"/>
                </a:lnTo>
                <a:lnTo>
                  <a:pt x="167913" y="714564"/>
                </a:lnTo>
                <a:lnTo>
                  <a:pt x="207556" y="738891"/>
                </a:lnTo>
                <a:lnTo>
                  <a:pt x="250121" y="758451"/>
                </a:lnTo>
                <a:lnTo>
                  <a:pt x="295239" y="772878"/>
                </a:lnTo>
                <a:lnTo>
                  <a:pt x="342544" y="781803"/>
                </a:lnTo>
                <a:lnTo>
                  <a:pt x="391668" y="784860"/>
                </a:lnTo>
                <a:lnTo>
                  <a:pt x="440791" y="781803"/>
                </a:lnTo>
                <a:lnTo>
                  <a:pt x="488096" y="772878"/>
                </a:lnTo>
                <a:lnTo>
                  <a:pt x="533214" y="758451"/>
                </a:lnTo>
                <a:lnTo>
                  <a:pt x="575779" y="738891"/>
                </a:lnTo>
                <a:lnTo>
                  <a:pt x="615422" y="714564"/>
                </a:lnTo>
                <a:lnTo>
                  <a:pt x="651777" y="685838"/>
                </a:lnTo>
                <a:lnTo>
                  <a:pt x="684477" y="653080"/>
                </a:lnTo>
                <a:lnTo>
                  <a:pt x="713153" y="616658"/>
                </a:lnTo>
                <a:lnTo>
                  <a:pt x="737439" y="576938"/>
                </a:lnTo>
                <a:lnTo>
                  <a:pt x="756968" y="534287"/>
                </a:lnTo>
                <a:lnTo>
                  <a:pt x="771372" y="489074"/>
                </a:lnTo>
                <a:lnTo>
                  <a:pt x="780283" y="441666"/>
                </a:lnTo>
                <a:lnTo>
                  <a:pt x="783336" y="392430"/>
                </a:lnTo>
                <a:lnTo>
                  <a:pt x="780283" y="343193"/>
                </a:lnTo>
                <a:lnTo>
                  <a:pt x="771372" y="295785"/>
                </a:lnTo>
                <a:lnTo>
                  <a:pt x="756968" y="250572"/>
                </a:lnTo>
                <a:lnTo>
                  <a:pt x="737439" y="207921"/>
                </a:lnTo>
                <a:lnTo>
                  <a:pt x="713153" y="168201"/>
                </a:lnTo>
                <a:lnTo>
                  <a:pt x="684477" y="131779"/>
                </a:lnTo>
                <a:lnTo>
                  <a:pt x="651777" y="99021"/>
                </a:lnTo>
                <a:lnTo>
                  <a:pt x="615422" y="70295"/>
                </a:lnTo>
                <a:lnTo>
                  <a:pt x="575779" y="45968"/>
                </a:lnTo>
                <a:lnTo>
                  <a:pt x="533214" y="26408"/>
                </a:lnTo>
                <a:lnTo>
                  <a:pt x="488096" y="11981"/>
                </a:lnTo>
                <a:lnTo>
                  <a:pt x="440791" y="3056"/>
                </a:lnTo>
                <a:lnTo>
                  <a:pt x="391668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63290" y="2283714"/>
            <a:ext cx="783590" cy="784860"/>
          </a:xfrm>
          <a:custGeom>
            <a:avLst/>
            <a:gdLst/>
            <a:ahLst/>
            <a:cxnLst/>
            <a:rect l="l" t="t" r="r" b="b"/>
            <a:pathLst>
              <a:path w="783589" h="784860">
                <a:moveTo>
                  <a:pt x="0" y="392430"/>
                </a:moveTo>
                <a:lnTo>
                  <a:pt x="3052" y="343193"/>
                </a:lnTo>
                <a:lnTo>
                  <a:pt x="11963" y="295785"/>
                </a:lnTo>
                <a:lnTo>
                  <a:pt x="26367" y="250572"/>
                </a:lnTo>
                <a:lnTo>
                  <a:pt x="45896" y="207921"/>
                </a:lnTo>
                <a:lnTo>
                  <a:pt x="70182" y="168201"/>
                </a:lnTo>
                <a:lnTo>
                  <a:pt x="98858" y="131779"/>
                </a:lnTo>
                <a:lnTo>
                  <a:pt x="131558" y="99021"/>
                </a:lnTo>
                <a:lnTo>
                  <a:pt x="167913" y="70295"/>
                </a:lnTo>
                <a:lnTo>
                  <a:pt x="207556" y="45968"/>
                </a:lnTo>
                <a:lnTo>
                  <a:pt x="250121" y="26408"/>
                </a:lnTo>
                <a:lnTo>
                  <a:pt x="295239" y="11981"/>
                </a:lnTo>
                <a:lnTo>
                  <a:pt x="342544" y="3056"/>
                </a:lnTo>
                <a:lnTo>
                  <a:pt x="391668" y="0"/>
                </a:lnTo>
                <a:lnTo>
                  <a:pt x="440791" y="3056"/>
                </a:lnTo>
                <a:lnTo>
                  <a:pt x="488096" y="11981"/>
                </a:lnTo>
                <a:lnTo>
                  <a:pt x="533214" y="26408"/>
                </a:lnTo>
                <a:lnTo>
                  <a:pt x="575779" y="45968"/>
                </a:lnTo>
                <a:lnTo>
                  <a:pt x="615422" y="70295"/>
                </a:lnTo>
                <a:lnTo>
                  <a:pt x="651777" y="99021"/>
                </a:lnTo>
                <a:lnTo>
                  <a:pt x="684477" y="131779"/>
                </a:lnTo>
                <a:lnTo>
                  <a:pt x="713153" y="168201"/>
                </a:lnTo>
                <a:lnTo>
                  <a:pt x="737439" y="207921"/>
                </a:lnTo>
                <a:lnTo>
                  <a:pt x="756968" y="250572"/>
                </a:lnTo>
                <a:lnTo>
                  <a:pt x="771372" y="295785"/>
                </a:lnTo>
                <a:lnTo>
                  <a:pt x="780283" y="343193"/>
                </a:lnTo>
                <a:lnTo>
                  <a:pt x="783336" y="392430"/>
                </a:lnTo>
                <a:lnTo>
                  <a:pt x="780283" y="441666"/>
                </a:lnTo>
                <a:lnTo>
                  <a:pt x="771372" y="489074"/>
                </a:lnTo>
                <a:lnTo>
                  <a:pt x="756968" y="534287"/>
                </a:lnTo>
                <a:lnTo>
                  <a:pt x="737439" y="576938"/>
                </a:lnTo>
                <a:lnTo>
                  <a:pt x="713153" y="616658"/>
                </a:lnTo>
                <a:lnTo>
                  <a:pt x="684477" y="653080"/>
                </a:lnTo>
                <a:lnTo>
                  <a:pt x="651777" y="685838"/>
                </a:lnTo>
                <a:lnTo>
                  <a:pt x="615422" y="714564"/>
                </a:lnTo>
                <a:lnTo>
                  <a:pt x="575779" y="738891"/>
                </a:lnTo>
                <a:lnTo>
                  <a:pt x="533214" y="758451"/>
                </a:lnTo>
                <a:lnTo>
                  <a:pt x="488096" y="772878"/>
                </a:lnTo>
                <a:lnTo>
                  <a:pt x="440791" y="781803"/>
                </a:lnTo>
                <a:lnTo>
                  <a:pt x="391668" y="784860"/>
                </a:lnTo>
                <a:lnTo>
                  <a:pt x="342544" y="781803"/>
                </a:lnTo>
                <a:lnTo>
                  <a:pt x="295239" y="772878"/>
                </a:lnTo>
                <a:lnTo>
                  <a:pt x="250121" y="758451"/>
                </a:lnTo>
                <a:lnTo>
                  <a:pt x="207556" y="738891"/>
                </a:lnTo>
                <a:lnTo>
                  <a:pt x="167913" y="714564"/>
                </a:lnTo>
                <a:lnTo>
                  <a:pt x="131558" y="685838"/>
                </a:lnTo>
                <a:lnTo>
                  <a:pt x="98858" y="653080"/>
                </a:lnTo>
                <a:lnTo>
                  <a:pt x="70182" y="616658"/>
                </a:lnTo>
                <a:lnTo>
                  <a:pt x="45896" y="576938"/>
                </a:lnTo>
                <a:lnTo>
                  <a:pt x="26367" y="534287"/>
                </a:lnTo>
                <a:lnTo>
                  <a:pt x="11963" y="489074"/>
                </a:lnTo>
                <a:lnTo>
                  <a:pt x="3052" y="441666"/>
                </a:lnTo>
                <a:lnTo>
                  <a:pt x="0" y="392430"/>
                </a:lnTo>
                <a:close/>
              </a:path>
            </a:pathLst>
          </a:custGeom>
          <a:ln w="38099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79114" y="2401061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4" h="571500">
                <a:moveTo>
                  <a:pt x="275844" y="0"/>
                </a:moveTo>
                <a:lnTo>
                  <a:pt x="231087" y="3738"/>
                </a:lnTo>
                <a:lnTo>
                  <a:pt x="188634" y="14563"/>
                </a:lnTo>
                <a:lnTo>
                  <a:pt x="149053" y="31886"/>
                </a:lnTo>
                <a:lnTo>
                  <a:pt x="112910" y="55120"/>
                </a:lnTo>
                <a:lnTo>
                  <a:pt x="80772" y="83677"/>
                </a:lnTo>
                <a:lnTo>
                  <a:pt x="53205" y="116970"/>
                </a:lnTo>
                <a:lnTo>
                  <a:pt x="30778" y="154411"/>
                </a:lnTo>
                <a:lnTo>
                  <a:pt x="14057" y="195413"/>
                </a:lnTo>
                <a:lnTo>
                  <a:pt x="3608" y="239388"/>
                </a:lnTo>
                <a:lnTo>
                  <a:pt x="0" y="285750"/>
                </a:lnTo>
                <a:lnTo>
                  <a:pt x="3608" y="332111"/>
                </a:lnTo>
                <a:lnTo>
                  <a:pt x="14057" y="376086"/>
                </a:lnTo>
                <a:lnTo>
                  <a:pt x="30778" y="417088"/>
                </a:lnTo>
                <a:lnTo>
                  <a:pt x="53205" y="454529"/>
                </a:lnTo>
                <a:lnTo>
                  <a:pt x="80772" y="487822"/>
                </a:lnTo>
                <a:lnTo>
                  <a:pt x="112910" y="516379"/>
                </a:lnTo>
                <a:lnTo>
                  <a:pt x="149053" y="539613"/>
                </a:lnTo>
                <a:lnTo>
                  <a:pt x="188634" y="556936"/>
                </a:lnTo>
                <a:lnTo>
                  <a:pt x="231087" y="567761"/>
                </a:lnTo>
                <a:lnTo>
                  <a:pt x="275844" y="571500"/>
                </a:lnTo>
                <a:lnTo>
                  <a:pt x="320600" y="567761"/>
                </a:lnTo>
                <a:lnTo>
                  <a:pt x="363053" y="556936"/>
                </a:lnTo>
                <a:lnTo>
                  <a:pt x="402634" y="539613"/>
                </a:lnTo>
                <a:lnTo>
                  <a:pt x="438777" y="516379"/>
                </a:lnTo>
                <a:lnTo>
                  <a:pt x="470915" y="487822"/>
                </a:lnTo>
                <a:lnTo>
                  <a:pt x="498482" y="454529"/>
                </a:lnTo>
                <a:lnTo>
                  <a:pt x="520909" y="417088"/>
                </a:lnTo>
                <a:lnTo>
                  <a:pt x="537630" y="376086"/>
                </a:lnTo>
                <a:lnTo>
                  <a:pt x="548079" y="332111"/>
                </a:lnTo>
                <a:lnTo>
                  <a:pt x="551688" y="285750"/>
                </a:lnTo>
                <a:lnTo>
                  <a:pt x="548079" y="239388"/>
                </a:lnTo>
                <a:lnTo>
                  <a:pt x="537630" y="195413"/>
                </a:lnTo>
                <a:lnTo>
                  <a:pt x="520909" y="154411"/>
                </a:lnTo>
                <a:lnTo>
                  <a:pt x="498482" y="116970"/>
                </a:lnTo>
                <a:lnTo>
                  <a:pt x="470915" y="83677"/>
                </a:lnTo>
                <a:lnTo>
                  <a:pt x="438777" y="55120"/>
                </a:lnTo>
                <a:lnTo>
                  <a:pt x="402634" y="31886"/>
                </a:lnTo>
                <a:lnTo>
                  <a:pt x="363053" y="14563"/>
                </a:lnTo>
                <a:lnTo>
                  <a:pt x="320600" y="3738"/>
                </a:lnTo>
                <a:lnTo>
                  <a:pt x="275844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79114" y="2401061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4" h="571500">
                <a:moveTo>
                  <a:pt x="0" y="285750"/>
                </a:moveTo>
                <a:lnTo>
                  <a:pt x="3608" y="239388"/>
                </a:lnTo>
                <a:lnTo>
                  <a:pt x="14057" y="195413"/>
                </a:lnTo>
                <a:lnTo>
                  <a:pt x="30778" y="154411"/>
                </a:lnTo>
                <a:lnTo>
                  <a:pt x="53205" y="116970"/>
                </a:lnTo>
                <a:lnTo>
                  <a:pt x="80772" y="83677"/>
                </a:lnTo>
                <a:lnTo>
                  <a:pt x="112910" y="55120"/>
                </a:lnTo>
                <a:lnTo>
                  <a:pt x="149053" y="31886"/>
                </a:lnTo>
                <a:lnTo>
                  <a:pt x="188634" y="14563"/>
                </a:lnTo>
                <a:lnTo>
                  <a:pt x="231087" y="3738"/>
                </a:lnTo>
                <a:lnTo>
                  <a:pt x="275844" y="0"/>
                </a:lnTo>
                <a:lnTo>
                  <a:pt x="320600" y="3738"/>
                </a:lnTo>
                <a:lnTo>
                  <a:pt x="363053" y="14563"/>
                </a:lnTo>
                <a:lnTo>
                  <a:pt x="402634" y="31886"/>
                </a:lnTo>
                <a:lnTo>
                  <a:pt x="438777" y="55120"/>
                </a:lnTo>
                <a:lnTo>
                  <a:pt x="470915" y="83677"/>
                </a:lnTo>
                <a:lnTo>
                  <a:pt x="498482" y="116970"/>
                </a:lnTo>
                <a:lnTo>
                  <a:pt x="520909" y="154411"/>
                </a:lnTo>
                <a:lnTo>
                  <a:pt x="537630" y="195413"/>
                </a:lnTo>
                <a:lnTo>
                  <a:pt x="548079" y="239388"/>
                </a:lnTo>
                <a:lnTo>
                  <a:pt x="551688" y="285750"/>
                </a:lnTo>
                <a:lnTo>
                  <a:pt x="548079" y="332111"/>
                </a:lnTo>
                <a:lnTo>
                  <a:pt x="537630" y="376086"/>
                </a:lnTo>
                <a:lnTo>
                  <a:pt x="520909" y="417088"/>
                </a:lnTo>
                <a:lnTo>
                  <a:pt x="498482" y="454529"/>
                </a:lnTo>
                <a:lnTo>
                  <a:pt x="470915" y="487822"/>
                </a:lnTo>
                <a:lnTo>
                  <a:pt x="438777" y="516379"/>
                </a:lnTo>
                <a:lnTo>
                  <a:pt x="402634" y="539613"/>
                </a:lnTo>
                <a:lnTo>
                  <a:pt x="363053" y="556936"/>
                </a:lnTo>
                <a:lnTo>
                  <a:pt x="320600" y="567761"/>
                </a:lnTo>
                <a:lnTo>
                  <a:pt x="275844" y="571500"/>
                </a:lnTo>
                <a:lnTo>
                  <a:pt x="231087" y="567761"/>
                </a:lnTo>
                <a:lnTo>
                  <a:pt x="188634" y="556936"/>
                </a:lnTo>
                <a:lnTo>
                  <a:pt x="149053" y="539613"/>
                </a:lnTo>
                <a:lnTo>
                  <a:pt x="112910" y="516379"/>
                </a:lnTo>
                <a:lnTo>
                  <a:pt x="80772" y="487822"/>
                </a:lnTo>
                <a:lnTo>
                  <a:pt x="53205" y="454529"/>
                </a:lnTo>
                <a:lnTo>
                  <a:pt x="30778" y="417088"/>
                </a:lnTo>
                <a:lnTo>
                  <a:pt x="14057" y="376086"/>
                </a:lnTo>
                <a:lnTo>
                  <a:pt x="360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693414" y="24485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71721" y="2671064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6508" y="2972561"/>
            <a:ext cx="114300" cy="706120"/>
          </a:xfrm>
          <a:custGeom>
            <a:avLst/>
            <a:gdLst/>
            <a:ahLst/>
            <a:cxnLst/>
            <a:rect l="l" t="t" r="r" b="b"/>
            <a:pathLst>
              <a:path w="114300" h="706120">
                <a:moveTo>
                  <a:pt x="38100" y="591312"/>
                </a:moveTo>
                <a:lnTo>
                  <a:pt x="0" y="591312"/>
                </a:lnTo>
                <a:lnTo>
                  <a:pt x="57150" y="705612"/>
                </a:lnTo>
                <a:lnTo>
                  <a:pt x="104775" y="610362"/>
                </a:lnTo>
                <a:lnTo>
                  <a:pt x="38100" y="610362"/>
                </a:lnTo>
                <a:lnTo>
                  <a:pt x="38100" y="591312"/>
                </a:lnTo>
                <a:close/>
              </a:path>
              <a:path w="114300" h="706120">
                <a:moveTo>
                  <a:pt x="76200" y="0"/>
                </a:moveTo>
                <a:lnTo>
                  <a:pt x="38100" y="0"/>
                </a:lnTo>
                <a:lnTo>
                  <a:pt x="38100" y="610362"/>
                </a:lnTo>
                <a:lnTo>
                  <a:pt x="76200" y="610362"/>
                </a:lnTo>
                <a:lnTo>
                  <a:pt x="76200" y="0"/>
                </a:lnTo>
                <a:close/>
              </a:path>
              <a:path w="114300" h="706120">
                <a:moveTo>
                  <a:pt x="114300" y="591312"/>
                </a:moveTo>
                <a:lnTo>
                  <a:pt x="76200" y="591312"/>
                </a:lnTo>
                <a:lnTo>
                  <a:pt x="76200" y="610362"/>
                </a:lnTo>
                <a:lnTo>
                  <a:pt x="104775" y="610362"/>
                </a:lnTo>
                <a:lnTo>
                  <a:pt x="114300" y="591312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54608" y="4249673"/>
            <a:ext cx="114300" cy="993775"/>
          </a:xfrm>
          <a:custGeom>
            <a:avLst/>
            <a:gdLst/>
            <a:ahLst/>
            <a:cxnLst/>
            <a:rect l="l" t="t" r="r" b="b"/>
            <a:pathLst>
              <a:path w="114300" h="993775">
                <a:moveTo>
                  <a:pt x="38100" y="879348"/>
                </a:moveTo>
                <a:lnTo>
                  <a:pt x="0" y="879348"/>
                </a:lnTo>
                <a:lnTo>
                  <a:pt x="57150" y="993647"/>
                </a:lnTo>
                <a:lnTo>
                  <a:pt x="104775" y="898398"/>
                </a:lnTo>
                <a:lnTo>
                  <a:pt x="38100" y="898398"/>
                </a:lnTo>
                <a:lnTo>
                  <a:pt x="38100" y="879348"/>
                </a:lnTo>
                <a:close/>
              </a:path>
              <a:path w="114300" h="993775">
                <a:moveTo>
                  <a:pt x="76200" y="0"/>
                </a:moveTo>
                <a:lnTo>
                  <a:pt x="38100" y="0"/>
                </a:lnTo>
                <a:lnTo>
                  <a:pt x="38100" y="898398"/>
                </a:lnTo>
                <a:lnTo>
                  <a:pt x="76200" y="898398"/>
                </a:lnTo>
                <a:lnTo>
                  <a:pt x="76200" y="0"/>
                </a:lnTo>
                <a:close/>
              </a:path>
              <a:path w="114300" h="993775">
                <a:moveTo>
                  <a:pt x="114300" y="879348"/>
                </a:moveTo>
                <a:lnTo>
                  <a:pt x="76200" y="879348"/>
                </a:lnTo>
                <a:lnTo>
                  <a:pt x="76200" y="898398"/>
                </a:lnTo>
                <a:lnTo>
                  <a:pt x="104775" y="898398"/>
                </a:lnTo>
                <a:lnTo>
                  <a:pt x="114300" y="879348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60169" y="2610611"/>
            <a:ext cx="856615" cy="114300"/>
          </a:xfrm>
          <a:custGeom>
            <a:avLst/>
            <a:gdLst/>
            <a:ahLst/>
            <a:cxnLst/>
            <a:rect l="l" t="t" r="r" b="b"/>
            <a:pathLst>
              <a:path w="856614" h="114300">
                <a:moveTo>
                  <a:pt x="742188" y="0"/>
                </a:moveTo>
                <a:lnTo>
                  <a:pt x="742188" y="114300"/>
                </a:lnTo>
                <a:lnTo>
                  <a:pt x="818388" y="76200"/>
                </a:lnTo>
                <a:lnTo>
                  <a:pt x="761238" y="76200"/>
                </a:lnTo>
                <a:lnTo>
                  <a:pt x="761238" y="38100"/>
                </a:lnTo>
                <a:lnTo>
                  <a:pt x="818388" y="38100"/>
                </a:lnTo>
                <a:lnTo>
                  <a:pt x="742188" y="0"/>
                </a:lnTo>
                <a:close/>
              </a:path>
              <a:path w="856614" h="114300">
                <a:moveTo>
                  <a:pt x="742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42188" y="76200"/>
                </a:lnTo>
                <a:lnTo>
                  <a:pt x="742188" y="38100"/>
                </a:lnTo>
                <a:close/>
              </a:path>
              <a:path w="856614" h="114300">
                <a:moveTo>
                  <a:pt x="818388" y="38100"/>
                </a:moveTo>
                <a:lnTo>
                  <a:pt x="761238" y="38100"/>
                </a:lnTo>
                <a:lnTo>
                  <a:pt x="761238" y="76200"/>
                </a:lnTo>
                <a:lnTo>
                  <a:pt x="818388" y="76200"/>
                </a:lnTo>
                <a:lnTo>
                  <a:pt x="856488" y="57150"/>
                </a:lnTo>
                <a:lnTo>
                  <a:pt x="818388" y="3810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759201" y="2610611"/>
            <a:ext cx="676910" cy="114300"/>
          </a:xfrm>
          <a:custGeom>
            <a:avLst/>
            <a:gdLst/>
            <a:ahLst/>
            <a:cxnLst/>
            <a:rect l="l" t="t" r="r" b="b"/>
            <a:pathLst>
              <a:path w="676910" h="114300">
                <a:moveTo>
                  <a:pt x="562356" y="0"/>
                </a:moveTo>
                <a:lnTo>
                  <a:pt x="562356" y="114300"/>
                </a:lnTo>
                <a:lnTo>
                  <a:pt x="638556" y="76200"/>
                </a:lnTo>
                <a:lnTo>
                  <a:pt x="581406" y="76200"/>
                </a:lnTo>
                <a:lnTo>
                  <a:pt x="581406" y="38100"/>
                </a:lnTo>
                <a:lnTo>
                  <a:pt x="638556" y="38100"/>
                </a:lnTo>
                <a:lnTo>
                  <a:pt x="562356" y="0"/>
                </a:lnTo>
                <a:close/>
              </a:path>
              <a:path w="676910" h="114300">
                <a:moveTo>
                  <a:pt x="5623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2356" y="76200"/>
                </a:lnTo>
                <a:lnTo>
                  <a:pt x="562356" y="38100"/>
                </a:lnTo>
                <a:close/>
              </a:path>
              <a:path w="676910" h="114300">
                <a:moveTo>
                  <a:pt x="638556" y="38100"/>
                </a:moveTo>
                <a:lnTo>
                  <a:pt x="581406" y="38100"/>
                </a:lnTo>
                <a:lnTo>
                  <a:pt x="581406" y="76200"/>
                </a:lnTo>
                <a:lnTo>
                  <a:pt x="638556" y="76200"/>
                </a:lnTo>
                <a:lnTo>
                  <a:pt x="676656" y="57150"/>
                </a:lnTo>
                <a:lnTo>
                  <a:pt x="638556" y="3810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8669" y="5220461"/>
            <a:ext cx="783590" cy="784860"/>
          </a:xfrm>
          <a:custGeom>
            <a:avLst/>
            <a:gdLst/>
            <a:ahLst/>
            <a:cxnLst/>
            <a:rect l="l" t="t" r="r" b="b"/>
            <a:pathLst>
              <a:path w="783590" h="784860">
                <a:moveTo>
                  <a:pt x="391667" y="0"/>
                </a:moveTo>
                <a:lnTo>
                  <a:pt x="342539" y="3056"/>
                </a:lnTo>
                <a:lnTo>
                  <a:pt x="295231" y="11981"/>
                </a:lnTo>
                <a:lnTo>
                  <a:pt x="250110" y="26408"/>
                </a:lnTo>
                <a:lnTo>
                  <a:pt x="207545" y="45968"/>
                </a:lnTo>
                <a:lnTo>
                  <a:pt x="167902" y="70295"/>
                </a:lnTo>
                <a:lnTo>
                  <a:pt x="131548" y="99021"/>
                </a:lnTo>
                <a:lnTo>
                  <a:pt x="98850" y="131779"/>
                </a:lnTo>
                <a:lnTo>
                  <a:pt x="70175" y="168201"/>
                </a:lnTo>
                <a:lnTo>
                  <a:pt x="45891" y="207921"/>
                </a:lnTo>
                <a:lnTo>
                  <a:pt x="26364" y="250572"/>
                </a:lnTo>
                <a:lnTo>
                  <a:pt x="11962" y="295785"/>
                </a:lnTo>
                <a:lnTo>
                  <a:pt x="3051" y="343193"/>
                </a:lnTo>
                <a:lnTo>
                  <a:pt x="0" y="392429"/>
                </a:lnTo>
                <a:lnTo>
                  <a:pt x="3051" y="441656"/>
                </a:lnTo>
                <a:lnTo>
                  <a:pt x="11962" y="489058"/>
                </a:lnTo>
                <a:lnTo>
                  <a:pt x="26364" y="534267"/>
                </a:lnTo>
                <a:lnTo>
                  <a:pt x="45891" y="576915"/>
                </a:lnTo>
                <a:lnTo>
                  <a:pt x="70175" y="616635"/>
                </a:lnTo>
                <a:lnTo>
                  <a:pt x="98850" y="653060"/>
                </a:lnTo>
                <a:lnTo>
                  <a:pt x="131548" y="685821"/>
                </a:lnTo>
                <a:lnTo>
                  <a:pt x="167902" y="714551"/>
                </a:lnTo>
                <a:lnTo>
                  <a:pt x="207545" y="738881"/>
                </a:lnTo>
                <a:lnTo>
                  <a:pt x="250110" y="758445"/>
                </a:lnTo>
                <a:lnTo>
                  <a:pt x="295231" y="772875"/>
                </a:lnTo>
                <a:lnTo>
                  <a:pt x="342539" y="781802"/>
                </a:lnTo>
                <a:lnTo>
                  <a:pt x="391667" y="784860"/>
                </a:lnTo>
                <a:lnTo>
                  <a:pt x="440791" y="781802"/>
                </a:lnTo>
                <a:lnTo>
                  <a:pt x="488096" y="772875"/>
                </a:lnTo>
                <a:lnTo>
                  <a:pt x="533214" y="758445"/>
                </a:lnTo>
                <a:lnTo>
                  <a:pt x="575779" y="738881"/>
                </a:lnTo>
                <a:lnTo>
                  <a:pt x="615422" y="714551"/>
                </a:lnTo>
                <a:lnTo>
                  <a:pt x="651777" y="685821"/>
                </a:lnTo>
                <a:lnTo>
                  <a:pt x="684477" y="653060"/>
                </a:lnTo>
                <a:lnTo>
                  <a:pt x="713153" y="616635"/>
                </a:lnTo>
                <a:lnTo>
                  <a:pt x="737439" y="576915"/>
                </a:lnTo>
                <a:lnTo>
                  <a:pt x="756968" y="534267"/>
                </a:lnTo>
                <a:lnTo>
                  <a:pt x="771372" y="489058"/>
                </a:lnTo>
                <a:lnTo>
                  <a:pt x="780283" y="441656"/>
                </a:lnTo>
                <a:lnTo>
                  <a:pt x="783336" y="392429"/>
                </a:lnTo>
                <a:lnTo>
                  <a:pt x="780283" y="343193"/>
                </a:lnTo>
                <a:lnTo>
                  <a:pt x="771372" y="295785"/>
                </a:lnTo>
                <a:lnTo>
                  <a:pt x="756968" y="250572"/>
                </a:lnTo>
                <a:lnTo>
                  <a:pt x="737439" y="207921"/>
                </a:lnTo>
                <a:lnTo>
                  <a:pt x="713153" y="168201"/>
                </a:lnTo>
                <a:lnTo>
                  <a:pt x="684477" y="131779"/>
                </a:lnTo>
                <a:lnTo>
                  <a:pt x="651777" y="99021"/>
                </a:lnTo>
                <a:lnTo>
                  <a:pt x="615422" y="70295"/>
                </a:lnTo>
                <a:lnTo>
                  <a:pt x="575779" y="45968"/>
                </a:lnTo>
                <a:lnTo>
                  <a:pt x="533214" y="26408"/>
                </a:lnTo>
                <a:lnTo>
                  <a:pt x="488096" y="11981"/>
                </a:lnTo>
                <a:lnTo>
                  <a:pt x="440791" y="3056"/>
                </a:lnTo>
                <a:lnTo>
                  <a:pt x="391667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88669" y="5220461"/>
            <a:ext cx="783590" cy="784860"/>
          </a:xfrm>
          <a:custGeom>
            <a:avLst/>
            <a:gdLst/>
            <a:ahLst/>
            <a:cxnLst/>
            <a:rect l="l" t="t" r="r" b="b"/>
            <a:pathLst>
              <a:path w="783590" h="784860">
                <a:moveTo>
                  <a:pt x="0" y="392429"/>
                </a:moveTo>
                <a:lnTo>
                  <a:pt x="3051" y="343193"/>
                </a:lnTo>
                <a:lnTo>
                  <a:pt x="11962" y="295785"/>
                </a:lnTo>
                <a:lnTo>
                  <a:pt x="26364" y="250572"/>
                </a:lnTo>
                <a:lnTo>
                  <a:pt x="45891" y="207921"/>
                </a:lnTo>
                <a:lnTo>
                  <a:pt x="70175" y="168201"/>
                </a:lnTo>
                <a:lnTo>
                  <a:pt x="98850" y="131779"/>
                </a:lnTo>
                <a:lnTo>
                  <a:pt x="131548" y="99021"/>
                </a:lnTo>
                <a:lnTo>
                  <a:pt x="167902" y="70295"/>
                </a:lnTo>
                <a:lnTo>
                  <a:pt x="207545" y="45968"/>
                </a:lnTo>
                <a:lnTo>
                  <a:pt x="250110" y="26408"/>
                </a:lnTo>
                <a:lnTo>
                  <a:pt x="295231" y="11981"/>
                </a:lnTo>
                <a:lnTo>
                  <a:pt x="342539" y="3056"/>
                </a:lnTo>
                <a:lnTo>
                  <a:pt x="391667" y="0"/>
                </a:lnTo>
                <a:lnTo>
                  <a:pt x="440791" y="3056"/>
                </a:lnTo>
                <a:lnTo>
                  <a:pt x="488096" y="11981"/>
                </a:lnTo>
                <a:lnTo>
                  <a:pt x="533214" y="26408"/>
                </a:lnTo>
                <a:lnTo>
                  <a:pt x="575779" y="45968"/>
                </a:lnTo>
                <a:lnTo>
                  <a:pt x="615422" y="70295"/>
                </a:lnTo>
                <a:lnTo>
                  <a:pt x="651777" y="99021"/>
                </a:lnTo>
                <a:lnTo>
                  <a:pt x="684477" y="131779"/>
                </a:lnTo>
                <a:lnTo>
                  <a:pt x="713153" y="168201"/>
                </a:lnTo>
                <a:lnTo>
                  <a:pt x="737439" y="207921"/>
                </a:lnTo>
                <a:lnTo>
                  <a:pt x="756968" y="250572"/>
                </a:lnTo>
                <a:lnTo>
                  <a:pt x="771372" y="295785"/>
                </a:lnTo>
                <a:lnTo>
                  <a:pt x="780283" y="343193"/>
                </a:lnTo>
                <a:lnTo>
                  <a:pt x="783336" y="392429"/>
                </a:lnTo>
                <a:lnTo>
                  <a:pt x="780283" y="441656"/>
                </a:lnTo>
                <a:lnTo>
                  <a:pt x="771372" y="489058"/>
                </a:lnTo>
                <a:lnTo>
                  <a:pt x="756968" y="534267"/>
                </a:lnTo>
                <a:lnTo>
                  <a:pt x="737439" y="576915"/>
                </a:lnTo>
                <a:lnTo>
                  <a:pt x="713153" y="616635"/>
                </a:lnTo>
                <a:lnTo>
                  <a:pt x="684477" y="653060"/>
                </a:lnTo>
                <a:lnTo>
                  <a:pt x="651777" y="685821"/>
                </a:lnTo>
                <a:lnTo>
                  <a:pt x="615422" y="714551"/>
                </a:lnTo>
                <a:lnTo>
                  <a:pt x="575779" y="738881"/>
                </a:lnTo>
                <a:lnTo>
                  <a:pt x="533214" y="758445"/>
                </a:lnTo>
                <a:lnTo>
                  <a:pt x="488096" y="772875"/>
                </a:lnTo>
                <a:lnTo>
                  <a:pt x="440791" y="781802"/>
                </a:lnTo>
                <a:lnTo>
                  <a:pt x="391667" y="784860"/>
                </a:lnTo>
                <a:lnTo>
                  <a:pt x="342539" y="781802"/>
                </a:lnTo>
                <a:lnTo>
                  <a:pt x="295231" y="772875"/>
                </a:lnTo>
                <a:lnTo>
                  <a:pt x="250110" y="758445"/>
                </a:lnTo>
                <a:lnTo>
                  <a:pt x="207545" y="738881"/>
                </a:lnTo>
                <a:lnTo>
                  <a:pt x="167902" y="714551"/>
                </a:lnTo>
                <a:lnTo>
                  <a:pt x="131548" y="685821"/>
                </a:lnTo>
                <a:lnTo>
                  <a:pt x="98850" y="653060"/>
                </a:lnTo>
                <a:lnTo>
                  <a:pt x="70175" y="616635"/>
                </a:lnTo>
                <a:lnTo>
                  <a:pt x="45891" y="576915"/>
                </a:lnTo>
                <a:lnTo>
                  <a:pt x="26364" y="534267"/>
                </a:lnTo>
                <a:lnTo>
                  <a:pt x="11962" y="489058"/>
                </a:lnTo>
                <a:lnTo>
                  <a:pt x="3051" y="441656"/>
                </a:lnTo>
                <a:lnTo>
                  <a:pt x="0" y="392429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02969" y="5316473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5" h="571500">
                <a:moveTo>
                  <a:pt x="275844" y="0"/>
                </a:moveTo>
                <a:lnTo>
                  <a:pt x="231099" y="3738"/>
                </a:lnTo>
                <a:lnTo>
                  <a:pt x="188654" y="14563"/>
                </a:lnTo>
                <a:lnTo>
                  <a:pt x="149075" y="31886"/>
                </a:lnTo>
                <a:lnTo>
                  <a:pt x="112932" y="55120"/>
                </a:lnTo>
                <a:lnTo>
                  <a:pt x="80791" y="83677"/>
                </a:lnTo>
                <a:lnTo>
                  <a:pt x="53220" y="116970"/>
                </a:lnTo>
                <a:lnTo>
                  <a:pt x="30788" y="154411"/>
                </a:lnTo>
                <a:lnTo>
                  <a:pt x="14062" y="195413"/>
                </a:lnTo>
                <a:lnTo>
                  <a:pt x="3610" y="239388"/>
                </a:lnTo>
                <a:lnTo>
                  <a:pt x="0" y="285750"/>
                </a:lnTo>
                <a:lnTo>
                  <a:pt x="3610" y="332098"/>
                </a:lnTo>
                <a:lnTo>
                  <a:pt x="14062" y="376067"/>
                </a:lnTo>
                <a:lnTo>
                  <a:pt x="30788" y="417066"/>
                </a:lnTo>
                <a:lnTo>
                  <a:pt x="53220" y="454508"/>
                </a:lnTo>
                <a:lnTo>
                  <a:pt x="80791" y="487803"/>
                </a:lnTo>
                <a:lnTo>
                  <a:pt x="112932" y="516365"/>
                </a:lnTo>
                <a:lnTo>
                  <a:pt x="149075" y="539604"/>
                </a:lnTo>
                <a:lnTo>
                  <a:pt x="188654" y="556931"/>
                </a:lnTo>
                <a:lnTo>
                  <a:pt x="231099" y="567759"/>
                </a:lnTo>
                <a:lnTo>
                  <a:pt x="275844" y="571500"/>
                </a:lnTo>
                <a:lnTo>
                  <a:pt x="320600" y="567759"/>
                </a:lnTo>
                <a:lnTo>
                  <a:pt x="363053" y="556931"/>
                </a:lnTo>
                <a:lnTo>
                  <a:pt x="402634" y="539604"/>
                </a:lnTo>
                <a:lnTo>
                  <a:pt x="438777" y="516365"/>
                </a:lnTo>
                <a:lnTo>
                  <a:pt x="470915" y="487803"/>
                </a:lnTo>
                <a:lnTo>
                  <a:pt x="498482" y="454508"/>
                </a:lnTo>
                <a:lnTo>
                  <a:pt x="520909" y="417066"/>
                </a:lnTo>
                <a:lnTo>
                  <a:pt x="537630" y="376067"/>
                </a:lnTo>
                <a:lnTo>
                  <a:pt x="548079" y="332098"/>
                </a:lnTo>
                <a:lnTo>
                  <a:pt x="551688" y="285750"/>
                </a:lnTo>
                <a:lnTo>
                  <a:pt x="548079" y="239388"/>
                </a:lnTo>
                <a:lnTo>
                  <a:pt x="537630" y="195413"/>
                </a:lnTo>
                <a:lnTo>
                  <a:pt x="520909" y="154411"/>
                </a:lnTo>
                <a:lnTo>
                  <a:pt x="498482" y="116970"/>
                </a:lnTo>
                <a:lnTo>
                  <a:pt x="470916" y="83677"/>
                </a:lnTo>
                <a:lnTo>
                  <a:pt x="438777" y="55120"/>
                </a:lnTo>
                <a:lnTo>
                  <a:pt x="402634" y="31886"/>
                </a:lnTo>
                <a:lnTo>
                  <a:pt x="363053" y="14563"/>
                </a:lnTo>
                <a:lnTo>
                  <a:pt x="320600" y="3738"/>
                </a:lnTo>
                <a:lnTo>
                  <a:pt x="275844" y="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02969" y="5316473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5" h="571500">
                <a:moveTo>
                  <a:pt x="0" y="285750"/>
                </a:moveTo>
                <a:lnTo>
                  <a:pt x="3610" y="239388"/>
                </a:lnTo>
                <a:lnTo>
                  <a:pt x="14062" y="195413"/>
                </a:lnTo>
                <a:lnTo>
                  <a:pt x="30788" y="154411"/>
                </a:lnTo>
                <a:lnTo>
                  <a:pt x="53220" y="116970"/>
                </a:lnTo>
                <a:lnTo>
                  <a:pt x="80791" y="83677"/>
                </a:lnTo>
                <a:lnTo>
                  <a:pt x="112932" y="55120"/>
                </a:lnTo>
                <a:lnTo>
                  <a:pt x="149075" y="31886"/>
                </a:lnTo>
                <a:lnTo>
                  <a:pt x="188654" y="14563"/>
                </a:lnTo>
                <a:lnTo>
                  <a:pt x="231099" y="3738"/>
                </a:lnTo>
                <a:lnTo>
                  <a:pt x="275844" y="0"/>
                </a:lnTo>
                <a:lnTo>
                  <a:pt x="320600" y="3738"/>
                </a:lnTo>
                <a:lnTo>
                  <a:pt x="363053" y="14563"/>
                </a:lnTo>
                <a:lnTo>
                  <a:pt x="402634" y="31886"/>
                </a:lnTo>
                <a:lnTo>
                  <a:pt x="438777" y="55120"/>
                </a:lnTo>
                <a:lnTo>
                  <a:pt x="470916" y="83677"/>
                </a:lnTo>
                <a:lnTo>
                  <a:pt x="498482" y="116970"/>
                </a:lnTo>
                <a:lnTo>
                  <a:pt x="520909" y="154411"/>
                </a:lnTo>
                <a:lnTo>
                  <a:pt x="537630" y="195413"/>
                </a:lnTo>
                <a:lnTo>
                  <a:pt x="548079" y="239388"/>
                </a:lnTo>
                <a:lnTo>
                  <a:pt x="551688" y="285750"/>
                </a:lnTo>
                <a:lnTo>
                  <a:pt x="548079" y="332098"/>
                </a:lnTo>
                <a:lnTo>
                  <a:pt x="537630" y="376067"/>
                </a:lnTo>
                <a:lnTo>
                  <a:pt x="520909" y="417066"/>
                </a:lnTo>
                <a:lnTo>
                  <a:pt x="498482" y="454508"/>
                </a:lnTo>
                <a:lnTo>
                  <a:pt x="470915" y="487803"/>
                </a:lnTo>
                <a:lnTo>
                  <a:pt x="438777" y="516365"/>
                </a:lnTo>
                <a:lnTo>
                  <a:pt x="402634" y="539604"/>
                </a:lnTo>
                <a:lnTo>
                  <a:pt x="363053" y="556931"/>
                </a:lnTo>
                <a:lnTo>
                  <a:pt x="320600" y="567759"/>
                </a:lnTo>
                <a:lnTo>
                  <a:pt x="275844" y="571500"/>
                </a:lnTo>
                <a:lnTo>
                  <a:pt x="231099" y="567759"/>
                </a:lnTo>
                <a:lnTo>
                  <a:pt x="188654" y="556931"/>
                </a:lnTo>
                <a:lnTo>
                  <a:pt x="149075" y="539604"/>
                </a:lnTo>
                <a:lnTo>
                  <a:pt x="112932" y="516365"/>
                </a:lnTo>
                <a:lnTo>
                  <a:pt x="80791" y="487803"/>
                </a:lnTo>
                <a:lnTo>
                  <a:pt x="53220" y="454508"/>
                </a:lnTo>
                <a:lnTo>
                  <a:pt x="30788" y="417066"/>
                </a:lnTo>
                <a:lnTo>
                  <a:pt x="14062" y="376067"/>
                </a:lnTo>
                <a:lnTo>
                  <a:pt x="3610" y="332098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991209" y="5363362"/>
            <a:ext cx="374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06958" y="2401061"/>
            <a:ext cx="553720" cy="571500"/>
          </a:xfrm>
          <a:custGeom>
            <a:avLst/>
            <a:gdLst/>
            <a:ahLst/>
            <a:cxnLst/>
            <a:rect l="l" t="t" r="r" b="b"/>
            <a:pathLst>
              <a:path w="553719" h="571500">
                <a:moveTo>
                  <a:pt x="276605" y="0"/>
                </a:moveTo>
                <a:lnTo>
                  <a:pt x="231738" y="3738"/>
                </a:lnTo>
                <a:lnTo>
                  <a:pt x="189175" y="14563"/>
                </a:lnTo>
                <a:lnTo>
                  <a:pt x="149488" y="31886"/>
                </a:lnTo>
                <a:lnTo>
                  <a:pt x="113244" y="55120"/>
                </a:lnTo>
                <a:lnTo>
                  <a:pt x="81014" y="83677"/>
                </a:lnTo>
                <a:lnTo>
                  <a:pt x="53368" y="116970"/>
                </a:lnTo>
                <a:lnTo>
                  <a:pt x="30873" y="154411"/>
                </a:lnTo>
                <a:lnTo>
                  <a:pt x="14101" y="195413"/>
                </a:lnTo>
                <a:lnTo>
                  <a:pt x="3620" y="239388"/>
                </a:lnTo>
                <a:lnTo>
                  <a:pt x="0" y="285750"/>
                </a:lnTo>
                <a:lnTo>
                  <a:pt x="3620" y="332111"/>
                </a:lnTo>
                <a:lnTo>
                  <a:pt x="14101" y="376086"/>
                </a:lnTo>
                <a:lnTo>
                  <a:pt x="30873" y="417088"/>
                </a:lnTo>
                <a:lnTo>
                  <a:pt x="53368" y="454529"/>
                </a:lnTo>
                <a:lnTo>
                  <a:pt x="81014" y="487822"/>
                </a:lnTo>
                <a:lnTo>
                  <a:pt x="113244" y="516379"/>
                </a:lnTo>
                <a:lnTo>
                  <a:pt x="149488" y="539613"/>
                </a:lnTo>
                <a:lnTo>
                  <a:pt x="189175" y="556936"/>
                </a:lnTo>
                <a:lnTo>
                  <a:pt x="231738" y="567761"/>
                </a:lnTo>
                <a:lnTo>
                  <a:pt x="276605" y="571500"/>
                </a:lnTo>
                <a:lnTo>
                  <a:pt x="321473" y="567761"/>
                </a:lnTo>
                <a:lnTo>
                  <a:pt x="364036" y="556936"/>
                </a:lnTo>
                <a:lnTo>
                  <a:pt x="403723" y="539613"/>
                </a:lnTo>
                <a:lnTo>
                  <a:pt x="439967" y="516379"/>
                </a:lnTo>
                <a:lnTo>
                  <a:pt x="472197" y="487822"/>
                </a:lnTo>
                <a:lnTo>
                  <a:pt x="499843" y="454529"/>
                </a:lnTo>
                <a:lnTo>
                  <a:pt x="522338" y="417088"/>
                </a:lnTo>
                <a:lnTo>
                  <a:pt x="539110" y="376086"/>
                </a:lnTo>
                <a:lnTo>
                  <a:pt x="549591" y="332111"/>
                </a:lnTo>
                <a:lnTo>
                  <a:pt x="553211" y="285750"/>
                </a:lnTo>
                <a:lnTo>
                  <a:pt x="549591" y="239388"/>
                </a:lnTo>
                <a:lnTo>
                  <a:pt x="539110" y="195413"/>
                </a:lnTo>
                <a:lnTo>
                  <a:pt x="522338" y="154411"/>
                </a:lnTo>
                <a:lnTo>
                  <a:pt x="499843" y="116970"/>
                </a:lnTo>
                <a:lnTo>
                  <a:pt x="472197" y="83677"/>
                </a:lnTo>
                <a:lnTo>
                  <a:pt x="439967" y="55120"/>
                </a:lnTo>
                <a:lnTo>
                  <a:pt x="403723" y="31886"/>
                </a:lnTo>
                <a:lnTo>
                  <a:pt x="364036" y="14563"/>
                </a:lnTo>
                <a:lnTo>
                  <a:pt x="321473" y="3738"/>
                </a:lnTo>
                <a:lnTo>
                  <a:pt x="276605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6958" y="2401061"/>
            <a:ext cx="553720" cy="571500"/>
          </a:xfrm>
          <a:custGeom>
            <a:avLst/>
            <a:gdLst/>
            <a:ahLst/>
            <a:cxnLst/>
            <a:rect l="l" t="t" r="r" b="b"/>
            <a:pathLst>
              <a:path w="553719" h="571500">
                <a:moveTo>
                  <a:pt x="0" y="285750"/>
                </a:moveTo>
                <a:lnTo>
                  <a:pt x="3620" y="239388"/>
                </a:lnTo>
                <a:lnTo>
                  <a:pt x="14101" y="195413"/>
                </a:lnTo>
                <a:lnTo>
                  <a:pt x="30873" y="154411"/>
                </a:lnTo>
                <a:lnTo>
                  <a:pt x="53368" y="116970"/>
                </a:lnTo>
                <a:lnTo>
                  <a:pt x="81014" y="83677"/>
                </a:lnTo>
                <a:lnTo>
                  <a:pt x="113244" y="55120"/>
                </a:lnTo>
                <a:lnTo>
                  <a:pt x="149488" y="31886"/>
                </a:lnTo>
                <a:lnTo>
                  <a:pt x="189175" y="14563"/>
                </a:lnTo>
                <a:lnTo>
                  <a:pt x="231738" y="3738"/>
                </a:lnTo>
                <a:lnTo>
                  <a:pt x="276605" y="0"/>
                </a:lnTo>
                <a:lnTo>
                  <a:pt x="321473" y="3738"/>
                </a:lnTo>
                <a:lnTo>
                  <a:pt x="364036" y="14563"/>
                </a:lnTo>
                <a:lnTo>
                  <a:pt x="403723" y="31886"/>
                </a:lnTo>
                <a:lnTo>
                  <a:pt x="439967" y="55120"/>
                </a:lnTo>
                <a:lnTo>
                  <a:pt x="472197" y="83677"/>
                </a:lnTo>
                <a:lnTo>
                  <a:pt x="499843" y="116970"/>
                </a:lnTo>
                <a:lnTo>
                  <a:pt x="522338" y="154411"/>
                </a:lnTo>
                <a:lnTo>
                  <a:pt x="539110" y="195413"/>
                </a:lnTo>
                <a:lnTo>
                  <a:pt x="549591" y="239388"/>
                </a:lnTo>
                <a:lnTo>
                  <a:pt x="553211" y="285750"/>
                </a:lnTo>
                <a:lnTo>
                  <a:pt x="549591" y="332111"/>
                </a:lnTo>
                <a:lnTo>
                  <a:pt x="539110" y="376086"/>
                </a:lnTo>
                <a:lnTo>
                  <a:pt x="522338" y="417088"/>
                </a:lnTo>
                <a:lnTo>
                  <a:pt x="499843" y="454529"/>
                </a:lnTo>
                <a:lnTo>
                  <a:pt x="472197" y="487822"/>
                </a:lnTo>
                <a:lnTo>
                  <a:pt x="439967" y="516379"/>
                </a:lnTo>
                <a:lnTo>
                  <a:pt x="403723" y="539613"/>
                </a:lnTo>
                <a:lnTo>
                  <a:pt x="364036" y="556936"/>
                </a:lnTo>
                <a:lnTo>
                  <a:pt x="321473" y="567761"/>
                </a:lnTo>
                <a:lnTo>
                  <a:pt x="276605" y="571500"/>
                </a:lnTo>
                <a:lnTo>
                  <a:pt x="231738" y="567761"/>
                </a:lnTo>
                <a:lnTo>
                  <a:pt x="189175" y="556936"/>
                </a:lnTo>
                <a:lnTo>
                  <a:pt x="149488" y="539613"/>
                </a:lnTo>
                <a:lnTo>
                  <a:pt x="113244" y="516379"/>
                </a:lnTo>
                <a:lnTo>
                  <a:pt x="81014" y="487822"/>
                </a:lnTo>
                <a:lnTo>
                  <a:pt x="53368" y="454529"/>
                </a:lnTo>
                <a:lnTo>
                  <a:pt x="30873" y="417088"/>
                </a:lnTo>
                <a:lnTo>
                  <a:pt x="14101" y="376086"/>
                </a:lnTo>
                <a:lnTo>
                  <a:pt x="3620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21207" y="24485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9515" y="2671064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CCEBFF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52777" y="224866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24632" y="22327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7600" y="312826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9678" y="3725036"/>
            <a:ext cx="489584" cy="1166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endParaRPr baseline="-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74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680205" y="3231641"/>
            <a:ext cx="407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22577" y="6093967"/>
            <a:ext cx="4064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8100" y="1792985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50113" y="2625851"/>
            <a:ext cx="657225" cy="114300"/>
          </a:xfrm>
          <a:custGeom>
            <a:avLst/>
            <a:gdLst/>
            <a:ahLst/>
            <a:cxnLst/>
            <a:rect l="l" t="t" r="r" b="b"/>
            <a:pathLst>
              <a:path w="657225" h="114300">
                <a:moveTo>
                  <a:pt x="542544" y="0"/>
                </a:moveTo>
                <a:lnTo>
                  <a:pt x="542544" y="114300"/>
                </a:lnTo>
                <a:lnTo>
                  <a:pt x="618744" y="76200"/>
                </a:lnTo>
                <a:lnTo>
                  <a:pt x="561594" y="76200"/>
                </a:lnTo>
                <a:lnTo>
                  <a:pt x="561594" y="38100"/>
                </a:lnTo>
                <a:lnTo>
                  <a:pt x="618744" y="38100"/>
                </a:lnTo>
                <a:lnTo>
                  <a:pt x="542544" y="0"/>
                </a:lnTo>
                <a:close/>
              </a:path>
              <a:path w="657225" h="114300">
                <a:moveTo>
                  <a:pt x="5425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42544" y="76200"/>
                </a:lnTo>
                <a:lnTo>
                  <a:pt x="542544" y="38100"/>
                </a:lnTo>
                <a:close/>
              </a:path>
              <a:path w="657225" h="114300">
                <a:moveTo>
                  <a:pt x="618744" y="38100"/>
                </a:moveTo>
                <a:lnTo>
                  <a:pt x="561594" y="38100"/>
                </a:lnTo>
                <a:lnTo>
                  <a:pt x="561594" y="76200"/>
                </a:lnTo>
                <a:lnTo>
                  <a:pt x="618744" y="76200"/>
                </a:lnTo>
                <a:lnTo>
                  <a:pt x="656844" y="57150"/>
                </a:lnTo>
                <a:lnTo>
                  <a:pt x="61874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8392" y="490727"/>
            <a:ext cx="8979535" cy="1126490"/>
          </a:xfrm>
          <a:custGeom>
            <a:avLst/>
            <a:gdLst/>
            <a:ahLst/>
            <a:cxnLst/>
            <a:rect l="l" t="t" r="r" b="b"/>
            <a:pathLst>
              <a:path w="8979535" h="1126490">
                <a:moveTo>
                  <a:pt x="0" y="1126236"/>
                </a:moveTo>
                <a:lnTo>
                  <a:pt x="8979408" y="1126236"/>
                </a:lnTo>
                <a:lnTo>
                  <a:pt x="8979408" y="0"/>
                </a:lnTo>
                <a:lnTo>
                  <a:pt x="0" y="0"/>
                </a:lnTo>
                <a:lnTo>
                  <a:pt x="0" y="1126236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95529" y="490727"/>
          <a:ext cx="8187690" cy="1126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6615"/>
                <a:gridCol w="2230755"/>
                <a:gridCol w="1975485"/>
                <a:gridCol w="1854835"/>
              </a:tblGrid>
              <a:tr h="391693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FFFF99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FFFF9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,0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,1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,0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75" b="1" i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100">
                        <a:latin typeface="Symbol"/>
                        <a:cs typeface="Symbol"/>
                      </a:endParaRPr>
                    </a:p>
                  </a:txBody>
                  <a:tcPr marL="0" marR="0" marB="0" marT="27305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,1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={</a:t>
                      </a:r>
                      <a:r>
                        <a:rPr dirty="0" sz="2000" spc="-8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solidFill>
                      <a:srgbClr val="800000"/>
                    </a:solidFill>
                  </a:tcPr>
                </a:tc>
              </a:tr>
              <a:tr h="734542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,0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,0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,1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1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54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,1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={</a:t>
                      </a:r>
                      <a:r>
                        <a:rPr dirty="0" sz="2000" spc="-8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,0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spc="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baseline="-21367" sz="195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000" spc="-1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75" b="1" i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</a:t>
                      </a:r>
                      <a:endParaRPr sz="2100">
                        <a:latin typeface="Symbol"/>
                        <a:cs typeface="Symbol"/>
                      </a:endParaRPr>
                    </a:p>
                  </a:txBody>
                  <a:tcPr marL="0" marR="0" marB="0" marT="1270">
                    <a:solidFill>
                      <a:srgbClr val="800000"/>
                    </a:solidFill>
                  </a:tcPr>
                </a:tc>
              </a:tr>
            </a:tbl>
          </a:graphicData>
        </a:graphic>
      </p:graphicFrame>
      <p:sp>
        <p:nvSpPr>
          <p:cNvPr id="59" name="object 59"/>
          <p:cNvSpPr/>
          <p:nvPr/>
        </p:nvSpPr>
        <p:spPr>
          <a:xfrm>
            <a:off x="873442" y="2158745"/>
            <a:ext cx="447040" cy="309880"/>
          </a:xfrm>
          <a:custGeom>
            <a:avLst/>
            <a:gdLst/>
            <a:ahLst/>
            <a:cxnLst/>
            <a:rect l="l" t="t" r="r" b="b"/>
            <a:pathLst>
              <a:path w="447040" h="309880">
                <a:moveTo>
                  <a:pt x="360785" y="172591"/>
                </a:moveTo>
                <a:lnTo>
                  <a:pt x="306514" y="183514"/>
                </a:lnTo>
                <a:lnTo>
                  <a:pt x="404812" y="309499"/>
                </a:lnTo>
                <a:lnTo>
                  <a:pt x="437784" y="187832"/>
                </a:lnTo>
                <a:lnTo>
                  <a:pt x="365798" y="187832"/>
                </a:lnTo>
                <a:lnTo>
                  <a:pt x="360785" y="172591"/>
                </a:lnTo>
                <a:close/>
              </a:path>
              <a:path w="447040" h="309880">
                <a:moveTo>
                  <a:pt x="208953" y="0"/>
                </a:moveTo>
                <a:lnTo>
                  <a:pt x="167716" y="7619"/>
                </a:lnTo>
                <a:lnTo>
                  <a:pt x="129311" y="28066"/>
                </a:lnTo>
                <a:lnTo>
                  <a:pt x="94043" y="59181"/>
                </a:lnTo>
                <a:lnTo>
                  <a:pt x="63169" y="98551"/>
                </a:lnTo>
                <a:lnTo>
                  <a:pt x="37160" y="144906"/>
                </a:lnTo>
                <a:lnTo>
                  <a:pt x="17271" y="196214"/>
                </a:lnTo>
                <a:lnTo>
                  <a:pt x="4483" y="251332"/>
                </a:lnTo>
                <a:lnTo>
                  <a:pt x="292" y="293877"/>
                </a:lnTo>
                <a:lnTo>
                  <a:pt x="0" y="307593"/>
                </a:lnTo>
                <a:lnTo>
                  <a:pt x="28575" y="308101"/>
                </a:lnTo>
                <a:lnTo>
                  <a:pt x="28854" y="294386"/>
                </a:lnTo>
                <a:lnTo>
                  <a:pt x="29692" y="281177"/>
                </a:lnTo>
                <a:lnTo>
                  <a:pt x="37934" y="228980"/>
                </a:lnTo>
                <a:lnTo>
                  <a:pt x="53390" y="179450"/>
                </a:lnTo>
                <a:lnTo>
                  <a:pt x="74891" y="133984"/>
                </a:lnTo>
                <a:lnTo>
                  <a:pt x="101130" y="94614"/>
                </a:lnTo>
                <a:lnTo>
                  <a:pt x="130759" y="63118"/>
                </a:lnTo>
                <a:lnTo>
                  <a:pt x="162394" y="41148"/>
                </a:lnTo>
                <a:lnTo>
                  <a:pt x="202323" y="28828"/>
                </a:lnTo>
                <a:lnTo>
                  <a:pt x="210146" y="28575"/>
                </a:lnTo>
                <a:lnTo>
                  <a:pt x="290334" y="28575"/>
                </a:lnTo>
                <a:lnTo>
                  <a:pt x="289140" y="27686"/>
                </a:lnTo>
                <a:lnTo>
                  <a:pt x="250240" y="7365"/>
                </a:lnTo>
                <a:lnTo>
                  <a:pt x="219290" y="380"/>
                </a:lnTo>
                <a:lnTo>
                  <a:pt x="208953" y="0"/>
                </a:lnTo>
                <a:close/>
              </a:path>
              <a:path w="447040" h="309880">
                <a:moveTo>
                  <a:pt x="388990" y="166915"/>
                </a:moveTo>
                <a:lnTo>
                  <a:pt x="360785" y="172591"/>
                </a:lnTo>
                <a:lnTo>
                  <a:pt x="365798" y="187832"/>
                </a:lnTo>
                <a:lnTo>
                  <a:pt x="392938" y="178942"/>
                </a:lnTo>
                <a:lnTo>
                  <a:pt x="388990" y="166915"/>
                </a:lnTo>
                <a:close/>
              </a:path>
              <a:path w="447040" h="309880">
                <a:moveTo>
                  <a:pt x="446595" y="155320"/>
                </a:moveTo>
                <a:lnTo>
                  <a:pt x="388990" y="166915"/>
                </a:lnTo>
                <a:lnTo>
                  <a:pt x="392938" y="178942"/>
                </a:lnTo>
                <a:lnTo>
                  <a:pt x="365798" y="187832"/>
                </a:lnTo>
                <a:lnTo>
                  <a:pt x="437784" y="187832"/>
                </a:lnTo>
                <a:lnTo>
                  <a:pt x="446595" y="155320"/>
                </a:lnTo>
                <a:close/>
              </a:path>
              <a:path w="447040" h="309880">
                <a:moveTo>
                  <a:pt x="355528" y="156604"/>
                </a:moveTo>
                <a:lnTo>
                  <a:pt x="360785" y="172591"/>
                </a:lnTo>
                <a:lnTo>
                  <a:pt x="388990" y="166915"/>
                </a:lnTo>
                <a:lnTo>
                  <a:pt x="385977" y="157733"/>
                </a:lnTo>
                <a:lnTo>
                  <a:pt x="356107" y="157733"/>
                </a:lnTo>
                <a:lnTo>
                  <a:pt x="355528" y="156604"/>
                </a:lnTo>
                <a:close/>
              </a:path>
              <a:path w="447040" h="309880">
                <a:moveTo>
                  <a:pt x="355231" y="155701"/>
                </a:moveTo>
                <a:lnTo>
                  <a:pt x="355528" y="156604"/>
                </a:lnTo>
                <a:lnTo>
                  <a:pt x="356107" y="157733"/>
                </a:lnTo>
                <a:lnTo>
                  <a:pt x="355231" y="155701"/>
                </a:lnTo>
                <a:close/>
              </a:path>
              <a:path w="447040" h="309880">
                <a:moveTo>
                  <a:pt x="385310" y="155701"/>
                </a:moveTo>
                <a:lnTo>
                  <a:pt x="355231" y="155701"/>
                </a:lnTo>
                <a:lnTo>
                  <a:pt x="356107" y="157733"/>
                </a:lnTo>
                <a:lnTo>
                  <a:pt x="385977" y="157733"/>
                </a:lnTo>
                <a:lnTo>
                  <a:pt x="385310" y="155701"/>
                </a:lnTo>
                <a:close/>
              </a:path>
              <a:path w="447040" h="309880">
                <a:moveTo>
                  <a:pt x="290334" y="28575"/>
                </a:moveTo>
                <a:lnTo>
                  <a:pt x="210146" y="28575"/>
                </a:lnTo>
                <a:lnTo>
                  <a:pt x="218097" y="28955"/>
                </a:lnTo>
                <a:lnTo>
                  <a:pt x="225780" y="30099"/>
                </a:lnTo>
                <a:lnTo>
                  <a:pt x="265468" y="46227"/>
                </a:lnTo>
                <a:lnTo>
                  <a:pt x="296506" y="70992"/>
                </a:lnTo>
                <a:lnTo>
                  <a:pt x="332155" y="114934"/>
                </a:lnTo>
                <a:lnTo>
                  <a:pt x="355528" y="156604"/>
                </a:lnTo>
                <a:lnTo>
                  <a:pt x="355231" y="155701"/>
                </a:lnTo>
                <a:lnTo>
                  <a:pt x="385310" y="155701"/>
                </a:lnTo>
                <a:lnTo>
                  <a:pt x="382142" y="146050"/>
                </a:lnTo>
                <a:lnTo>
                  <a:pt x="381850" y="145414"/>
                </a:lnTo>
                <a:lnTo>
                  <a:pt x="381507" y="144779"/>
                </a:lnTo>
                <a:lnTo>
                  <a:pt x="369100" y="120650"/>
                </a:lnTo>
                <a:lnTo>
                  <a:pt x="340347" y="77469"/>
                </a:lnTo>
                <a:lnTo>
                  <a:pt x="307327" y="42163"/>
                </a:lnTo>
                <a:lnTo>
                  <a:pt x="298348" y="34543"/>
                </a:lnTo>
                <a:lnTo>
                  <a:pt x="290334" y="28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563365" y="2972180"/>
            <a:ext cx="606425" cy="339090"/>
          </a:xfrm>
          <a:custGeom>
            <a:avLst/>
            <a:gdLst/>
            <a:ahLst/>
            <a:cxnLst/>
            <a:rect l="l" t="t" r="r" b="b"/>
            <a:pathLst>
              <a:path w="606425" h="339089">
                <a:moveTo>
                  <a:pt x="28448" y="0"/>
                </a:moveTo>
                <a:lnTo>
                  <a:pt x="0" y="762"/>
                </a:lnTo>
                <a:lnTo>
                  <a:pt x="381" y="15875"/>
                </a:lnTo>
                <a:lnTo>
                  <a:pt x="1650" y="31877"/>
                </a:lnTo>
                <a:lnTo>
                  <a:pt x="9906" y="78867"/>
                </a:lnTo>
                <a:lnTo>
                  <a:pt x="24818" y="124460"/>
                </a:lnTo>
                <a:lnTo>
                  <a:pt x="53086" y="181102"/>
                </a:lnTo>
                <a:lnTo>
                  <a:pt x="89916" y="232029"/>
                </a:lnTo>
                <a:lnTo>
                  <a:pt x="122174" y="265430"/>
                </a:lnTo>
                <a:lnTo>
                  <a:pt x="157734" y="293497"/>
                </a:lnTo>
                <a:lnTo>
                  <a:pt x="195961" y="315595"/>
                </a:lnTo>
                <a:lnTo>
                  <a:pt x="236093" y="330708"/>
                </a:lnTo>
                <a:lnTo>
                  <a:pt x="277495" y="338201"/>
                </a:lnTo>
                <a:lnTo>
                  <a:pt x="291592" y="338709"/>
                </a:lnTo>
                <a:lnTo>
                  <a:pt x="305688" y="338201"/>
                </a:lnTo>
                <a:lnTo>
                  <a:pt x="347218" y="331089"/>
                </a:lnTo>
                <a:lnTo>
                  <a:pt x="387604" y="316103"/>
                </a:lnTo>
                <a:lnTo>
                  <a:pt x="399091" y="310134"/>
                </a:lnTo>
                <a:lnTo>
                  <a:pt x="292608" y="310134"/>
                </a:lnTo>
                <a:lnTo>
                  <a:pt x="280543" y="309753"/>
                </a:lnTo>
                <a:lnTo>
                  <a:pt x="232537" y="299847"/>
                </a:lnTo>
                <a:lnTo>
                  <a:pt x="197231" y="284226"/>
                </a:lnTo>
                <a:lnTo>
                  <a:pt x="163322" y="262382"/>
                </a:lnTo>
                <a:lnTo>
                  <a:pt x="131825" y="235204"/>
                </a:lnTo>
                <a:lnTo>
                  <a:pt x="94361" y="191516"/>
                </a:lnTo>
                <a:lnTo>
                  <a:pt x="63626" y="141224"/>
                </a:lnTo>
                <a:lnTo>
                  <a:pt x="46228" y="100457"/>
                </a:lnTo>
                <a:lnTo>
                  <a:pt x="34544" y="58293"/>
                </a:lnTo>
                <a:lnTo>
                  <a:pt x="28829" y="15113"/>
                </a:lnTo>
                <a:lnTo>
                  <a:pt x="28448" y="0"/>
                </a:lnTo>
                <a:close/>
              </a:path>
              <a:path w="606425" h="339089">
                <a:moveTo>
                  <a:pt x="537962" y="141224"/>
                </a:moveTo>
                <a:lnTo>
                  <a:pt x="520954" y="141224"/>
                </a:lnTo>
                <a:lnTo>
                  <a:pt x="519811" y="143891"/>
                </a:lnTo>
                <a:lnTo>
                  <a:pt x="519475" y="143891"/>
                </a:lnTo>
                <a:lnTo>
                  <a:pt x="490474" y="191135"/>
                </a:lnTo>
                <a:lnTo>
                  <a:pt x="453009" y="234950"/>
                </a:lnTo>
                <a:lnTo>
                  <a:pt x="421386" y="262255"/>
                </a:lnTo>
                <a:lnTo>
                  <a:pt x="387604" y="283972"/>
                </a:lnTo>
                <a:lnTo>
                  <a:pt x="352425" y="299593"/>
                </a:lnTo>
                <a:lnTo>
                  <a:pt x="304546" y="309626"/>
                </a:lnTo>
                <a:lnTo>
                  <a:pt x="292608" y="310134"/>
                </a:lnTo>
                <a:lnTo>
                  <a:pt x="399091" y="310134"/>
                </a:lnTo>
                <a:lnTo>
                  <a:pt x="438023" y="285496"/>
                </a:lnTo>
                <a:lnTo>
                  <a:pt x="472567" y="255778"/>
                </a:lnTo>
                <a:lnTo>
                  <a:pt x="512953" y="208915"/>
                </a:lnTo>
                <a:lnTo>
                  <a:pt x="545973" y="155194"/>
                </a:lnTo>
                <a:lnTo>
                  <a:pt x="546988" y="152527"/>
                </a:lnTo>
                <a:lnTo>
                  <a:pt x="549707" y="144012"/>
                </a:lnTo>
                <a:lnTo>
                  <a:pt x="549194" y="143891"/>
                </a:lnTo>
                <a:lnTo>
                  <a:pt x="519811" y="143891"/>
                </a:lnTo>
                <a:lnTo>
                  <a:pt x="520266" y="142463"/>
                </a:lnTo>
                <a:lnTo>
                  <a:pt x="543182" y="142463"/>
                </a:lnTo>
                <a:lnTo>
                  <a:pt x="537962" y="141224"/>
                </a:lnTo>
                <a:close/>
              </a:path>
              <a:path w="606425" h="339089">
                <a:moveTo>
                  <a:pt x="598295" y="122809"/>
                </a:moveTo>
                <a:lnTo>
                  <a:pt x="526542" y="122809"/>
                </a:lnTo>
                <a:lnTo>
                  <a:pt x="553720" y="131445"/>
                </a:lnTo>
                <a:lnTo>
                  <a:pt x="549707" y="144012"/>
                </a:lnTo>
                <a:lnTo>
                  <a:pt x="606425" y="157480"/>
                </a:lnTo>
                <a:lnTo>
                  <a:pt x="598295" y="122809"/>
                </a:lnTo>
                <a:close/>
              </a:path>
              <a:path w="606425" h="339089">
                <a:moveTo>
                  <a:pt x="526542" y="122809"/>
                </a:moveTo>
                <a:lnTo>
                  <a:pt x="521881" y="137405"/>
                </a:lnTo>
                <a:lnTo>
                  <a:pt x="549707" y="144012"/>
                </a:lnTo>
                <a:lnTo>
                  <a:pt x="553720" y="131445"/>
                </a:lnTo>
                <a:lnTo>
                  <a:pt x="526542" y="122809"/>
                </a:lnTo>
                <a:close/>
              </a:path>
              <a:path w="606425" h="339089">
                <a:moveTo>
                  <a:pt x="520954" y="141224"/>
                </a:moveTo>
                <a:lnTo>
                  <a:pt x="520266" y="142463"/>
                </a:lnTo>
                <a:lnTo>
                  <a:pt x="519811" y="143891"/>
                </a:lnTo>
                <a:lnTo>
                  <a:pt x="520954" y="141224"/>
                </a:lnTo>
                <a:close/>
              </a:path>
              <a:path w="606425" h="339089">
                <a:moveTo>
                  <a:pt x="521881" y="137405"/>
                </a:moveTo>
                <a:lnTo>
                  <a:pt x="520266" y="142463"/>
                </a:lnTo>
                <a:lnTo>
                  <a:pt x="520954" y="141224"/>
                </a:lnTo>
                <a:lnTo>
                  <a:pt x="537962" y="141224"/>
                </a:lnTo>
                <a:lnTo>
                  <a:pt x="521881" y="137405"/>
                </a:lnTo>
                <a:close/>
              </a:path>
              <a:path w="606425" h="339089">
                <a:moveTo>
                  <a:pt x="569976" y="2032"/>
                </a:moveTo>
                <a:lnTo>
                  <a:pt x="467360" y="124460"/>
                </a:lnTo>
                <a:lnTo>
                  <a:pt x="521881" y="137405"/>
                </a:lnTo>
                <a:lnTo>
                  <a:pt x="526542" y="122809"/>
                </a:lnTo>
                <a:lnTo>
                  <a:pt x="598295" y="122809"/>
                </a:lnTo>
                <a:lnTo>
                  <a:pt x="569976" y="2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88682" y="5908954"/>
            <a:ext cx="607060" cy="339090"/>
          </a:xfrm>
          <a:custGeom>
            <a:avLst/>
            <a:gdLst/>
            <a:ahLst/>
            <a:cxnLst/>
            <a:rect l="l" t="t" r="r" b="b"/>
            <a:pathLst>
              <a:path w="607060" h="339089">
                <a:moveTo>
                  <a:pt x="28575" y="0"/>
                </a:moveTo>
                <a:lnTo>
                  <a:pt x="0" y="711"/>
                </a:lnTo>
                <a:lnTo>
                  <a:pt x="381" y="15862"/>
                </a:lnTo>
                <a:lnTo>
                  <a:pt x="1663" y="31902"/>
                </a:lnTo>
                <a:lnTo>
                  <a:pt x="9969" y="78828"/>
                </a:lnTo>
                <a:lnTo>
                  <a:pt x="24860" y="124447"/>
                </a:lnTo>
                <a:lnTo>
                  <a:pt x="53136" y="181025"/>
                </a:lnTo>
                <a:lnTo>
                  <a:pt x="89928" y="231978"/>
                </a:lnTo>
                <a:lnTo>
                  <a:pt x="122288" y="265430"/>
                </a:lnTo>
                <a:lnTo>
                  <a:pt x="157822" y="293446"/>
                </a:lnTo>
                <a:lnTo>
                  <a:pt x="195973" y="315531"/>
                </a:lnTo>
                <a:lnTo>
                  <a:pt x="236131" y="330720"/>
                </a:lnTo>
                <a:lnTo>
                  <a:pt x="277520" y="338124"/>
                </a:lnTo>
                <a:lnTo>
                  <a:pt x="291604" y="338670"/>
                </a:lnTo>
                <a:lnTo>
                  <a:pt x="305701" y="338201"/>
                </a:lnTo>
                <a:lnTo>
                  <a:pt x="347345" y="331038"/>
                </a:lnTo>
                <a:lnTo>
                  <a:pt x="387667" y="316026"/>
                </a:lnTo>
                <a:lnTo>
                  <a:pt x="399206" y="310121"/>
                </a:lnTo>
                <a:lnTo>
                  <a:pt x="292658" y="310121"/>
                </a:lnTo>
                <a:lnTo>
                  <a:pt x="280644" y="309714"/>
                </a:lnTo>
                <a:lnTo>
                  <a:pt x="232575" y="299783"/>
                </a:lnTo>
                <a:lnTo>
                  <a:pt x="197307" y="284238"/>
                </a:lnTo>
                <a:lnTo>
                  <a:pt x="163347" y="262318"/>
                </a:lnTo>
                <a:lnTo>
                  <a:pt x="131902" y="235229"/>
                </a:lnTo>
                <a:lnTo>
                  <a:pt x="94386" y="191516"/>
                </a:lnTo>
                <a:lnTo>
                  <a:pt x="63690" y="141224"/>
                </a:lnTo>
                <a:lnTo>
                  <a:pt x="46342" y="100469"/>
                </a:lnTo>
                <a:lnTo>
                  <a:pt x="34632" y="58254"/>
                </a:lnTo>
                <a:lnTo>
                  <a:pt x="28956" y="15138"/>
                </a:lnTo>
                <a:lnTo>
                  <a:pt x="28575" y="0"/>
                </a:lnTo>
                <a:close/>
              </a:path>
              <a:path w="607060" h="339089">
                <a:moveTo>
                  <a:pt x="537997" y="141224"/>
                </a:moveTo>
                <a:lnTo>
                  <a:pt x="521017" y="141224"/>
                </a:lnTo>
                <a:lnTo>
                  <a:pt x="519874" y="143840"/>
                </a:lnTo>
                <a:lnTo>
                  <a:pt x="519568" y="143840"/>
                </a:lnTo>
                <a:lnTo>
                  <a:pt x="490537" y="191135"/>
                </a:lnTo>
                <a:lnTo>
                  <a:pt x="453072" y="234911"/>
                </a:lnTo>
                <a:lnTo>
                  <a:pt x="421449" y="262191"/>
                </a:lnTo>
                <a:lnTo>
                  <a:pt x="387667" y="283959"/>
                </a:lnTo>
                <a:lnTo>
                  <a:pt x="352437" y="299529"/>
                </a:lnTo>
                <a:lnTo>
                  <a:pt x="304660" y="309638"/>
                </a:lnTo>
                <a:lnTo>
                  <a:pt x="292658" y="310121"/>
                </a:lnTo>
                <a:lnTo>
                  <a:pt x="399206" y="310121"/>
                </a:lnTo>
                <a:lnTo>
                  <a:pt x="438086" y="285445"/>
                </a:lnTo>
                <a:lnTo>
                  <a:pt x="472630" y="255765"/>
                </a:lnTo>
                <a:lnTo>
                  <a:pt x="513016" y="208864"/>
                </a:lnTo>
                <a:lnTo>
                  <a:pt x="546036" y="155143"/>
                </a:lnTo>
                <a:lnTo>
                  <a:pt x="547052" y="152527"/>
                </a:lnTo>
                <a:lnTo>
                  <a:pt x="549764" y="144021"/>
                </a:lnTo>
                <a:lnTo>
                  <a:pt x="549003" y="143840"/>
                </a:lnTo>
                <a:lnTo>
                  <a:pt x="519874" y="143840"/>
                </a:lnTo>
                <a:lnTo>
                  <a:pt x="520289" y="142537"/>
                </a:lnTo>
                <a:lnTo>
                  <a:pt x="543523" y="142537"/>
                </a:lnTo>
                <a:lnTo>
                  <a:pt x="537997" y="141224"/>
                </a:lnTo>
                <a:close/>
              </a:path>
              <a:path w="607060" h="339089">
                <a:moveTo>
                  <a:pt x="598339" y="122732"/>
                </a:moveTo>
                <a:lnTo>
                  <a:pt x="526605" y="122732"/>
                </a:lnTo>
                <a:lnTo>
                  <a:pt x="553783" y="131419"/>
                </a:lnTo>
                <a:lnTo>
                  <a:pt x="549764" y="144021"/>
                </a:lnTo>
                <a:lnTo>
                  <a:pt x="606488" y="157505"/>
                </a:lnTo>
                <a:lnTo>
                  <a:pt x="598339" y="122732"/>
                </a:lnTo>
                <a:close/>
              </a:path>
              <a:path w="607060" h="339089">
                <a:moveTo>
                  <a:pt x="526605" y="122732"/>
                </a:moveTo>
                <a:lnTo>
                  <a:pt x="521927" y="137403"/>
                </a:lnTo>
                <a:lnTo>
                  <a:pt x="549764" y="144021"/>
                </a:lnTo>
                <a:lnTo>
                  <a:pt x="553783" y="131419"/>
                </a:lnTo>
                <a:lnTo>
                  <a:pt x="526605" y="122732"/>
                </a:lnTo>
                <a:close/>
              </a:path>
              <a:path w="607060" h="339089">
                <a:moveTo>
                  <a:pt x="521017" y="141224"/>
                </a:moveTo>
                <a:lnTo>
                  <a:pt x="520289" y="142537"/>
                </a:lnTo>
                <a:lnTo>
                  <a:pt x="519874" y="143840"/>
                </a:lnTo>
                <a:lnTo>
                  <a:pt x="521017" y="141224"/>
                </a:lnTo>
                <a:close/>
              </a:path>
              <a:path w="607060" h="339089">
                <a:moveTo>
                  <a:pt x="521927" y="137403"/>
                </a:moveTo>
                <a:lnTo>
                  <a:pt x="520289" y="142537"/>
                </a:lnTo>
                <a:lnTo>
                  <a:pt x="521017" y="141224"/>
                </a:lnTo>
                <a:lnTo>
                  <a:pt x="537997" y="141224"/>
                </a:lnTo>
                <a:lnTo>
                  <a:pt x="521927" y="137403"/>
                </a:lnTo>
                <a:close/>
              </a:path>
              <a:path w="607060" h="339089">
                <a:moveTo>
                  <a:pt x="570039" y="1981"/>
                </a:moveTo>
                <a:lnTo>
                  <a:pt x="467423" y="124447"/>
                </a:lnTo>
                <a:lnTo>
                  <a:pt x="521927" y="137403"/>
                </a:lnTo>
                <a:lnTo>
                  <a:pt x="526605" y="122732"/>
                </a:lnTo>
                <a:lnTo>
                  <a:pt x="598339" y="122732"/>
                </a:lnTo>
                <a:lnTo>
                  <a:pt x="570039" y="198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027926" y="4624578"/>
            <a:ext cx="753110" cy="692150"/>
          </a:xfrm>
          <a:custGeom>
            <a:avLst/>
            <a:gdLst/>
            <a:ahLst/>
            <a:cxnLst/>
            <a:rect l="l" t="t" r="r" b="b"/>
            <a:pathLst>
              <a:path w="753109" h="692150">
                <a:moveTo>
                  <a:pt x="0" y="691896"/>
                </a:moveTo>
                <a:lnTo>
                  <a:pt x="752855" y="691896"/>
                </a:lnTo>
                <a:lnTo>
                  <a:pt x="752855" y="0"/>
                </a:lnTo>
                <a:lnTo>
                  <a:pt x="0" y="0"/>
                </a:lnTo>
                <a:lnTo>
                  <a:pt x="0" y="691896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027926" y="4624578"/>
            <a:ext cx="753110" cy="692150"/>
          </a:xfrm>
          <a:custGeom>
            <a:avLst/>
            <a:gdLst/>
            <a:ahLst/>
            <a:cxnLst/>
            <a:rect l="l" t="t" r="r" b="b"/>
            <a:pathLst>
              <a:path w="753109" h="692150">
                <a:moveTo>
                  <a:pt x="0" y="691896"/>
                </a:moveTo>
                <a:lnTo>
                  <a:pt x="752855" y="691896"/>
                </a:lnTo>
                <a:lnTo>
                  <a:pt x="752855" y="0"/>
                </a:lnTo>
                <a:lnTo>
                  <a:pt x="0" y="0"/>
                </a:lnTo>
                <a:lnTo>
                  <a:pt x="0" y="69189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458205" y="3216401"/>
            <a:ext cx="753110" cy="693420"/>
          </a:xfrm>
          <a:custGeom>
            <a:avLst/>
            <a:gdLst/>
            <a:ahLst/>
            <a:cxnLst/>
            <a:rect l="l" t="t" r="r" b="b"/>
            <a:pathLst>
              <a:path w="753110" h="693420">
                <a:moveTo>
                  <a:pt x="0" y="693420"/>
                </a:moveTo>
                <a:lnTo>
                  <a:pt x="752855" y="693420"/>
                </a:lnTo>
                <a:lnTo>
                  <a:pt x="752855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58205" y="3216401"/>
            <a:ext cx="753110" cy="693420"/>
          </a:xfrm>
          <a:custGeom>
            <a:avLst/>
            <a:gdLst/>
            <a:ahLst/>
            <a:cxnLst/>
            <a:rect l="l" t="t" r="r" b="b"/>
            <a:pathLst>
              <a:path w="753110" h="693420">
                <a:moveTo>
                  <a:pt x="0" y="693420"/>
                </a:moveTo>
                <a:lnTo>
                  <a:pt x="752855" y="693420"/>
                </a:lnTo>
                <a:lnTo>
                  <a:pt x="752855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234933" y="1756410"/>
            <a:ext cx="680085" cy="4450080"/>
          </a:xfrm>
          <a:custGeom>
            <a:avLst/>
            <a:gdLst/>
            <a:ahLst/>
            <a:cxnLst/>
            <a:rect l="l" t="t" r="r" b="b"/>
            <a:pathLst>
              <a:path w="680084" h="4450080">
                <a:moveTo>
                  <a:pt x="0" y="4450080"/>
                </a:moveTo>
                <a:lnTo>
                  <a:pt x="679703" y="4450080"/>
                </a:lnTo>
                <a:lnTo>
                  <a:pt x="679703" y="0"/>
                </a:lnTo>
                <a:lnTo>
                  <a:pt x="0" y="0"/>
                </a:lnTo>
                <a:lnTo>
                  <a:pt x="0" y="4450080"/>
                </a:lnTo>
                <a:close/>
              </a:path>
            </a:pathLst>
          </a:custGeom>
          <a:solidFill>
            <a:srgbClr val="75A2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234933" y="1756410"/>
            <a:ext cx="680085" cy="4450080"/>
          </a:xfrm>
          <a:custGeom>
            <a:avLst/>
            <a:gdLst/>
            <a:ahLst/>
            <a:cxnLst/>
            <a:rect l="l" t="t" r="r" b="b"/>
            <a:pathLst>
              <a:path w="680084" h="4450080">
                <a:moveTo>
                  <a:pt x="0" y="4450080"/>
                </a:moveTo>
                <a:lnTo>
                  <a:pt x="679703" y="4450080"/>
                </a:lnTo>
                <a:lnTo>
                  <a:pt x="679703" y="0"/>
                </a:lnTo>
                <a:lnTo>
                  <a:pt x="0" y="0"/>
                </a:lnTo>
                <a:lnTo>
                  <a:pt x="0" y="445008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6542" y="678307"/>
            <a:ext cx="380872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latin typeface="宋体"/>
                <a:cs typeface="宋体"/>
              </a:rPr>
              <a:t>二</a:t>
            </a:r>
            <a:r>
              <a:rPr dirty="0" spc="-35">
                <a:latin typeface="宋体"/>
                <a:cs typeface="宋体"/>
              </a:rPr>
              <a:t> </a:t>
            </a:r>
            <a:r>
              <a:rPr dirty="0">
                <a:latin typeface="宋体"/>
                <a:cs typeface="宋体"/>
              </a:rPr>
              <a:t>.</a:t>
            </a:r>
            <a:r>
              <a:rPr dirty="0" u="heavy" spc="-4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pc="-8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N</a:t>
            </a:r>
            <a:r>
              <a:rPr dirty="0" u="heavy" spc="-80">
                <a:uFill>
                  <a:solidFill>
                    <a:srgbClr val="FFFF00"/>
                  </a:solidFill>
                </a:uFill>
              </a:rPr>
              <a:t>FA</a:t>
            </a:r>
            <a:r>
              <a:rPr dirty="0" u="heavy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的识别机制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8940" y="1354132"/>
            <a:ext cx="8400415" cy="5367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 marR="309880">
              <a:lnSpc>
                <a:spcPct val="114700"/>
              </a:lnSpc>
              <a:spcBef>
                <a:spcPts val="9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非确定的有限自动</a:t>
            </a:r>
            <a:r>
              <a:rPr dirty="0" sz="3200" spc="5" b="1">
                <a:solidFill>
                  <a:srgbClr val="66FFFF"/>
                </a:solidFill>
                <a:latin typeface="宋体"/>
                <a:cs typeface="宋体"/>
              </a:rPr>
              <a:t>机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-4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350" spc="-50" b="1" i="1">
                <a:solidFill>
                  <a:srgbClr val="66FFFF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Z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接受 或识别字母</a:t>
            </a:r>
            <a:r>
              <a:rPr dirty="0" sz="3200" spc="5" b="1">
                <a:solidFill>
                  <a:srgbClr val="66FFFF"/>
                </a:solidFill>
                <a:latin typeface="宋体"/>
                <a:cs typeface="宋体"/>
              </a:rPr>
              <a:t>表</a:t>
            </a:r>
            <a:r>
              <a:rPr dirty="0" sz="3350" spc="-105" b="1" i="1">
                <a:solidFill>
                  <a:srgbClr val="66FFFF"/>
                </a:solidFill>
                <a:latin typeface="Symbol"/>
                <a:cs typeface="Symbol"/>
              </a:rPr>
              <a:t>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上的字符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sz="3350" spc="-15" b="1" i="1">
                <a:solidFill>
                  <a:srgbClr val="66FFFF"/>
                </a:solidFill>
                <a:latin typeface="Symbol"/>
                <a:cs typeface="Symbol"/>
              </a:rPr>
              <a:t>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＝</a:t>
            </a:r>
            <a:r>
              <a:rPr dirty="0" sz="3200" spc="-15" b="1" i="1">
                <a:solidFill>
                  <a:srgbClr val="66FFFF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spc="-15" b="1" i="1">
                <a:solidFill>
                  <a:srgbClr val="66FFFF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-22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spc="-15" b="1">
                <a:solidFill>
                  <a:srgbClr val="66FFFF"/>
                </a:solidFill>
                <a:latin typeface="Symbol"/>
                <a:cs typeface="Symbol"/>
              </a:rPr>
              <a:t></a:t>
            </a:r>
            <a:r>
              <a:rPr dirty="0" sz="3200" spc="-4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w</a:t>
            </a:r>
            <a:r>
              <a:rPr dirty="0" baseline="-25132" sz="3150" spc="7" b="1" i="1">
                <a:solidFill>
                  <a:srgbClr val="66FFFF"/>
                </a:solidFill>
                <a:latin typeface="Times New Roman"/>
                <a:cs typeface="Times New Roman"/>
              </a:rPr>
              <a:t>n 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，  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w</a:t>
            </a:r>
            <a:r>
              <a:rPr dirty="0" baseline="-21164" sz="3150" spc="-7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66FFFF"/>
                </a:solidFill>
                <a:latin typeface="Symbol"/>
                <a:cs typeface="Symbol"/>
              </a:rPr>
              <a:t>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350" spc="-110" b="1" i="1">
                <a:solidFill>
                  <a:srgbClr val="66FFFF"/>
                </a:solidFill>
                <a:latin typeface="Symbol"/>
                <a:cs typeface="Symbol"/>
              </a:rPr>
              <a:t></a:t>
            </a:r>
            <a:r>
              <a:rPr dirty="0" sz="3350" spc="-3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3350" spc="-20" b="1" i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的意义：</a:t>
            </a:r>
            <a:endParaRPr sz="3200">
              <a:latin typeface="宋体"/>
              <a:cs typeface="宋体"/>
            </a:endParaRPr>
          </a:p>
          <a:p>
            <a:pPr marL="520700" marR="43180" indent="-457834">
              <a:lnSpc>
                <a:spcPct val="130100"/>
              </a:lnSpc>
              <a:spcBef>
                <a:spcPts val="1370"/>
              </a:spcBef>
            </a:pP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如果存</a:t>
            </a:r>
            <a:r>
              <a:rPr dirty="0" sz="2800" spc="17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15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15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170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2800" spc="155" b="1">
                <a:solidFill>
                  <a:srgbClr val="FFFFFF"/>
                </a:solidFill>
                <a:latin typeface="宋体"/>
                <a:cs typeface="宋体"/>
              </a:rPr>
              <a:t>态序</a:t>
            </a:r>
            <a:r>
              <a:rPr dirty="0" sz="2800" spc="180" b="1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60" b="1">
                <a:solidFill>
                  <a:srgbClr val="FFFFFF"/>
                </a:solidFill>
                <a:latin typeface="宋体"/>
                <a:cs typeface="宋体"/>
              </a:rPr>
              <a:t>满足下列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条件：</a:t>
            </a:r>
            <a:endParaRPr sz="28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010"/>
              </a:spcBef>
              <a:tabLst>
                <a:tab pos="69913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5525" sz="2775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080"/>
              </a:spcBef>
              <a:tabLst>
                <a:tab pos="69913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080"/>
              </a:spcBef>
              <a:tabLst>
                <a:tab pos="69913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3)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8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接受（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2800" spc="-6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510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宋体"/>
              <a:cs typeface="宋体"/>
            </a:endParaRPr>
          </a:p>
          <a:p>
            <a:pPr marL="193675">
              <a:lnSpc>
                <a:spcPct val="100000"/>
              </a:lnSpc>
            </a:pPr>
            <a:r>
              <a:rPr dirty="0" sz="3200" b="1">
                <a:solidFill>
                  <a:srgbClr val="00FF00"/>
                </a:solidFill>
                <a:latin typeface="宋体"/>
                <a:cs typeface="宋体"/>
              </a:rPr>
              <a:t>从状态转换图进行描述：</a:t>
            </a:r>
            <a:endParaRPr sz="3200">
              <a:latin typeface="宋体"/>
              <a:cs typeface="宋体"/>
            </a:endParaRPr>
          </a:p>
          <a:p>
            <a:pPr marL="327025" marR="484505">
              <a:lnSpc>
                <a:spcPct val="126099"/>
              </a:lnSpc>
              <a:spcBef>
                <a:spcPts val="335"/>
              </a:spcBef>
            </a:pP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一条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路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径；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始结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为初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114" b="1">
                <a:solidFill>
                  <a:srgbClr val="FFFFFF"/>
                </a:solidFill>
                <a:latin typeface="宋体"/>
                <a:cs typeface="宋体"/>
              </a:rPr>
              <a:t>弧上</a:t>
            </a:r>
            <a:r>
              <a:rPr dirty="0" sz="3200" spc="10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记连接成字符串</a:t>
            </a:r>
            <a:r>
              <a:rPr dirty="0" sz="3350" spc="-5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spc="-5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终点为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态结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3200">
              <a:latin typeface="宋体"/>
              <a:cs typeface="宋体"/>
            </a:endParaRPr>
          </a:p>
          <a:p>
            <a:pPr marL="327025">
              <a:lnSpc>
                <a:spcPct val="100000"/>
              </a:lnSpc>
              <a:spcBef>
                <a:spcPts val="97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3350" spc="-10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被该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接受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50">
              <a:latin typeface="宋体"/>
              <a:cs typeface="宋体"/>
            </a:endParaRPr>
          </a:p>
          <a:p>
            <a:pPr marL="441325" marR="676275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非确定的有限自动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识别的字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串的全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体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识别的语言，记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00FF00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00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00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00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4444" y="1987295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76200">
            <a:solidFill>
              <a:srgbClr val="00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39" y="72644"/>
            <a:ext cx="8774430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05790" algn="l"/>
                <a:tab pos="3924300" algn="l"/>
                <a:tab pos="6091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 marL="425450">
              <a:lnSpc>
                <a:spcPct val="100000"/>
              </a:lnSpc>
              <a:tabLst>
                <a:tab pos="2035175" algn="l"/>
                <a:tab pos="81426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2.24: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给出一个识别语言为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  <a:p>
            <a:pPr marL="1861185">
              <a:lnSpc>
                <a:spcPct val="100000"/>
              </a:lnSpc>
              <a:spcBef>
                <a:spcPts val="57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如下图所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1332" y="2335190"/>
            <a:ext cx="326390" cy="1326515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56845">
              <a:lnSpc>
                <a:spcPct val="100000"/>
              </a:lnSpc>
              <a:spcBef>
                <a:spcPts val="158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1142" y="342087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2659" y="345262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8910" y="21199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0908" y="307187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6515" y="372262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12184" y="24208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12184" y="372262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55241" y="2006345"/>
            <a:ext cx="5135626" cy="23568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94908" y="24208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36842" y="184691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6841" y="4368546"/>
            <a:ext cx="471741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对字符串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aaa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算路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径：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67205" y="5527547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19" h="114300">
                <a:moveTo>
                  <a:pt x="362712" y="0"/>
                </a:moveTo>
                <a:lnTo>
                  <a:pt x="362712" y="114299"/>
                </a:lnTo>
                <a:lnTo>
                  <a:pt x="438912" y="76199"/>
                </a:lnTo>
                <a:lnTo>
                  <a:pt x="381762" y="76199"/>
                </a:lnTo>
                <a:lnTo>
                  <a:pt x="381762" y="38099"/>
                </a:lnTo>
                <a:lnTo>
                  <a:pt x="438912" y="38099"/>
                </a:lnTo>
                <a:lnTo>
                  <a:pt x="362712" y="0"/>
                </a:lnTo>
                <a:close/>
              </a:path>
              <a:path w="477519" h="114300">
                <a:moveTo>
                  <a:pt x="36271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62712" y="76199"/>
                </a:lnTo>
                <a:lnTo>
                  <a:pt x="362712" y="38099"/>
                </a:lnTo>
                <a:close/>
              </a:path>
              <a:path w="477519" h="114300">
                <a:moveTo>
                  <a:pt x="438912" y="38099"/>
                </a:moveTo>
                <a:lnTo>
                  <a:pt x="381762" y="38099"/>
                </a:lnTo>
                <a:lnTo>
                  <a:pt x="381762" y="76199"/>
                </a:lnTo>
                <a:lnTo>
                  <a:pt x="438912" y="76199"/>
                </a:lnTo>
                <a:lnTo>
                  <a:pt x="477012" y="57149"/>
                </a:lnTo>
                <a:lnTo>
                  <a:pt x="438912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25217" y="5527547"/>
            <a:ext cx="475615" cy="114300"/>
          </a:xfrm>
          <a:custGeom>
            <a:avLst/>
            <a:gdLst/>
            <a:ahLst/>
            <a:cxnLst/>
            <a:rect l="l" t="t" r="r" b="b"/>
            <a:pathLst>
              <a:path w="475614" h="114300">
                <a:moveTo>
                  <a:pt x="361188" y="0"/>
                </a:moveTo>
                <a:lnTo>
                  <a:pt x="361188" y="114299"/>
                </a:lnTo>
                <a:lnTo>
                  <a:pt x="437388" y="76199"/>
                </a:lnTo>
                <a:lnTo>
                  <a:pt x="380238" y="76199"/>
                </a:lnTo>
                <a:lnTo>
                  <a:pt x="380238" y="38099"/>
                </a:lnTo>
                <a:lnTo>
                  <a:pt x="437388" y="38099"/>
                </a:lnTo>
                <a:lnTo>
                  <a:pt x="361188" y="0"/>
                </a:lnTo>
                <a:close/>
              </a:path>
              <a:path w="475614" h="114300">
                <a:moveTo>
                  <a:pt x="3611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61188" y="76199"/>
                </a:lnTo>
                <a:lnTo>
                  <a:pt x="361188" y="38099"/>
                </a:lnTo>
                <a:close/>
              </a:path>
              <a:path w="475614" h="114300">
                <a:moveTo>
                  <a:pt x="437388" y="38099"/>
                </a:moveTo>
                <a:lnTo>
                  <a:pt x="380238" y="38099"/>
                </a:lnTo>
                <a:lnTo>
                  <a:pt x="380238" y="76199"/>
                </a:lnTo>
                <a:lnTo>
                  <a:pt x="437388" y="76199"/>
                </a:lnTo>
                <a:lnTo>
                  <a:pt x="475488" y="57149"/>
                </a:lnTo>
                <a:lnTo>
                  <a:pt x="43738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81705" y="5507735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1" y="0"/>
                </a:moveTo>
                <a:lnTo>
                  <a:pt x="362711" y="114300"/>
                </a:lnTo>
                <a:lnTo>
                  <a:pt x="438911" y="76200"/>
                </a:lnTo>
                <a:lnTo>
                  <a:pt x="381761" y="76200"/>
                </a:lnTo>
                <a:lnTo>
                  <a:pt x="381761" y="38100"/>
                </a:lnTo>
                <a:lnTo>
                  <a:pt x="438911" y="38100"/>
                </a:lnTo>
                <a:lnTo>
                  <a:pt x="362711" y="0"/>
                </a:lnTo>
                <a:close/>
              </a:path>
              <a:path w="477520" h="114300">
                <a:moveTo>
                  <a:pt x="3627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1" y="76200"/>
                </a:lnTo>
                <a:lnTo>
                  <a:pt x="362711" y="38100"/>
                </a:lnTo>
                <a:close/>
              </a:path>
              <a:path w="477520" h="114300">
                <a:moveTo>
                  <a:pt x="438911" y="38100"/>
                </a:moveTo>
                <a:lnTo>
                  <a:pt x="381761" y="38100"/>
                </a:lnTo>
                <a:lnTo>
                  <a:pt x="381761" y="76200"/>
                </a:lnTo>
                <a:lnTo>
                  <a:pt x="438911" y="76200"/>
                </a:lnTo>
                <a:lnTo>
                  <a:pt x="477011" y="57150"/>
                </a:lnTo>
                <a:lnTo>
                  <a:pt x="438911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34205" y="5527547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20" h="114300">
                <a:moveTo>
                  <a:pt x="362712" y="0"/>
                </a:moveTo>
                <a:lnTo>
                  <a:pt x="362712" y="114299"/>
                </a:lnTo>
                <a:lnTo>
                  <a:pt x="438912" y="76199"/>
                </a:lnTo>
                <a:lnTo>
                  <a:pt x="381762" y="76199"/>
                </a:lnTo>
                <a:lnTo>
                  <a:pt x="381762" y="38099"/>
                </a:lnTo>
                <a:lnTo>
                  <a:pt x="438912" y="38099"/>
                </a:lnTo>
                <a:lnTo>
                  <a:pt x="362712" y="0"/>
                </a:lnTo>
                <a:close/>
              </a:path>
              <a:path w="477520" h="114300">
                <a:moveTo>
                  <a:pt x="36271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62712" y="76199"/>
                </a:lnTo>
                <a:lnTo>
                  <a:pt x="362712" y="38099"/>
                </a:lnTo>
                <a:close/>
              </a:path>
              <a:path w="477520" h="114300">
                <a:moveTo>
                  <a:pt x="438912" y="38099"/>
                </a:moveTo>
                <a:lnTo>
                  <a:pt x="381762" y="38099"/>
                </a:lnTo>
                <a:lnTo>
                  <a:pt x="381762" y="76199"/>
                </a:lnTo>
                <a:lnTo>
                  <a:pt x="438912" y="76199"/>
                </a:lnTo>
                <a:lnTo>
                  <a:pt x="477012" y="57149"/>
                </a:lnTo>
                <a:lnTo>
                  <a:pt x="438912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837689" y="5146370"/>
            <a:ext cx="6076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8229" sz="4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18229" sz="4800" spc="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07513" y="5276494"/>
            <a:ext cx="26314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33070" algn="l"/>
                <a:tab pos="905510" algn="l"/>
                <a:tab pos="1328420" algn="l"/>
                <a:tab pos="177228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baseline="20833" sz="48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baseline="-1736" sz="4800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baseline="17361" sz="48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-254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spc="7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baseline="1736" sz="4800" spc="7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endParaRPr baseline="1736" sz="4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5852" y="5106694"/>
            <a:ext cx="60071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7777" sz="4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27777" sz="4800" spc="35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33233" y="5825350"/>
            <a:ext cx="511175" cy="730250"/>
          </a:xfrm>
          <a:custGeom>
            <a:avLst/>
            <a:gdLst/>
            <a:ahLst/>
            <a:cxnLst/>
            <a:rect l="l" t="t" r="r" b="b"/>
            <a:pathLst>
              <a:path w="511175" h="730250">
                <a:moveTo>
                  <a:pt x="430461" y="646797"/>
                </a:moveTo>
                <a:lnTo>
                  <a:pt x="399097" y="668401"/>
                </a:lnTo>
                <a:lnTo>
                  <a:pt x="510984" y="730135"/>
                </a:lnTo>
                <a:lnTo>
                  <a:pt x="501479" y="662482"/>
                </a:lnTo>
                <a:lnTo>
                  <a:pt x="441261" y="662482"/>
                </a:lnTo>
                <a:lnTo>
                  <a:pt x="430461" y="646797"/>
                </a:lnTo>
                <a:close/>
              </a:path>
              <a:path w="511175" h="730250">
                <a:moveTo>
                  <a:pt x="461828" y="625191"/>
                </a:moveTo>
                <a:lnTo>
                  <a:pt x="430461" y="646797"/>
                </a:lnTo>
                <a:lnTo>
                  <a:pt x="441261" y="662482"/>
                </a:lnTo>
                <a:lnTo>
                  <a:pt x="472630" y="640880"/>
                </a:lnTo>
                <a:lnTo>
                  <a:pt x="461828" y="625191"/>
                </a:lnTo>
                <a:close/>
              </a:path>
              <a:path w="511175" h="730250">
                <a:moveTo>
                  <a:pt x="493204" y="603580"/>
                </a:moveTo>
                <a:lnTo>
                  <a:pt x="461828" y="625191"/>
                </a:lnTo>
                <a:lnTo>
                  <a:pt x="472630" y="640880"/>
                </a:lnTo>
                <a:lnTo>
                  <a:pt x="441261" y="662482"/>
                </a:lnTo>
                <a:lnTo>
                  <a:pt x="501479" y="662482"/>
                </a:lnTo>
                <a:lnTo>
                  <a:pt x="493204" y="603580"/>
                </a:lnTo>
                <a:close/>
              </a:path>
              <a:path w="511175" h="730250">
                <a:moveTo>
                  <a:pt x="31368" y="0"/>
                </a:moveTo>
                <a:lnTo>
                  <a:pt x="0" y="21615"/>
                </a:lnTo>
                <a:lnTo>
                  <a:pt x="430461" y="646797"/>
                </a:lnTo>
                <a:lnTo>
                  <a:pt x="461828" y="625191"/>
                </a:lnTo>
                <a:lnTo>
                  <a:pt x="31368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517396" y="5781470"/>
            <a:ext cx="1024255" cy="952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3725"/>
              </a:lnSpc>
              <a:spcBef>
                <a:spcPts val="130"/>
              </a:spcBef>
            </a:pPr>
            <a:r>
              <a:rPr dirty="0" sz="33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  <a:p>
            <a:pPr marL="318135">
              <a:lnSpc>
                <a:spcPts val="354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604" sz="4800" spc="-15" b="1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endParaRPr baseline="-2604" sz="48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51301" y="3403275"/>
            <a:ext cx="5128895" cy="148971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含有两个相邻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或两个相邻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的由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组成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1613" y="1594866"/>
            <a:ext cx="4115562" cy="4099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0035" y="4804917"/>
            <a:ext cx="3833495" cy="819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289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endParaRPr baseline="-25525" sz="2775">
              <a:latin typeface="Times New Roman"/>
              <a:cs typeface="Times New Roman"/>
            </a:endParaRPr>
          </a:p>
          <a:p>
            <a:pPr marL="2013585">
              <a:lnSpc>
                <a:spcPts val="337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的字符串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4658" y="1889505"/>
            <a:ext cx="18091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460500" algn="l"/>
              </a:tabLst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0	</a:t>
            </a: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3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4532" y="1689303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6132" y="16737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9050" y="256890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1152" y="3165805"/>
            <a:ext cx="490220" cy="1167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1</a:t>
            </a:r>
            <a:endParaRPr baseline="-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75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4461" y="1889505"/>
            <a:ext cx="45720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CCEB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7" b="1">
                <a:solidFill>
                  <a:srgbClr val="CCEBFF"/>
                </a:solidFill>
                <a:latin typeface="Times New Roman"/>
                <a:cs typeface="Times New Roman"/>
              </a:rPr>
              <a:t>4</a:t>
            </a:r>
            <a:endParaRPr baseline="-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6607" y="5468823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39" y="72644"/>
            <a:ext cx="8789670" cy="148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4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2.23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的非确定的有限自动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的语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（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）？</a:t>
            </a:r>
            <a:endParaRPr sz="2800">
              <a:latin typeface="宋体"/>
              <a:cs typeface="宋体"/>
            </a:endParaRPr>
          </a:p>
          <a:p>
            <a:pPr marL="965835">
              <a:lnSpc>
                <a:spcPct val="100000"/>
              </a:lnSpc>
              <a:spcBef>
                <a:spcPts val="5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1574" y="668273"/>
            <a:ext cx="8400415" cy="1198245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00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285"/>
              </a:spcBef>
              <a:tabLst>
                <a:tab pos="1442085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2.22:	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设计一台</a:t>
            </a:r>
            <a:r>
              <a:rPr dirty="0" sz="2800" spc="-110" b="1">
                <a:solidFill>
                  <a:srgbClr val="66FFFF"/>
                </a:solidFill>
                <a:latin typeface="Times New Roman"/>
                <a:cs typeface="Times New Roman"/>
              </a:rPr>
              <a:t>FA</a:t>
            </a:r>
            <a:r>
              <a:rPr dirty="0" sz="2800" spc="-1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，接受含有子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的所有二</a:t>
            </a:r>
            <a:endParaRPr sz="2800">
              <a:latin typeface="宋体"/>
              <a:cs typeface="宋体"/>
            </a:endParaRPr>
          </a:p>
          <a:p>
            <a:pPr marL="89535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进制串。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942" y="1958695"/>
            <a:ext cx="5530850" cy="114681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670"/>
              </a:spcBef>
              <a:buClr>
                <a:srgbClr val="B0FFFF"/>
              </a:buClr>
              <a:buSzPct val="134375"/>
              <a:buFont typeface="Wingdings"/>
              <a:buChar char=""/>
              <a:tabLst>
                <a:tab pos="366395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问题分析：</a:t>
            </a:r>
            <a:endParaRPr sz="3200">
              <a:latin typeface="宋体"/>
              <a:cs typeface="宋体"/>
            </a:endParaRPr>
          </a:p>
          <a:p>
            <a:pPr marL="456565">
              <a:lnSpc>
                <a:spcPct val="100000"/>
              </a:lnSpc>
              <a:spcBef>
                <a:spcPts val="57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输入字母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或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，所以</a:t>
            </a:r>
            <a:r>
              <a:rPr dirty="0" sz="2950" spc="-15" b="1" i="1">
                <a:solidFill>
                  <a:srgbClr val="FFCCCC"/>
                </a:solidFill>
                <a:latin typeface="Symbol"/>
                <a:cs typeface="Symbol"/>
              </a:rPr>
              <a:t>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＝</a:t>
            </a:r>
            <a:r>
              <a:rPr dirty="0" sz="3200" spc="-15" b="1">
                <a:solidFill>
                  <a:srgbClr val="FFCCCC"/>
                </a:solidFill>
                <a:latin typeface="Times New Roman"/>
                <a:cs typeface="Times New Roman"/>
              </a:rPr>
              <a:t>{0,1}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3303270"/>
            <a:ext cx="5325110" cy="3107690"/>
          </a:xfrm>
          <a:prstGeom prst="rect">
            <a:avLst/>
          </a:prstGeom>
          <a:solidFill>
            <a:srgbClr val="000000"/>
          </a:solidFill>
          <a:ln w="28575">
            <a:solidFill>
              <a:srgbClr val="FFCCCC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扫描过程中有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种可能性：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5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开始寻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找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读到一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到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00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7370" indent="-457834">
              <a:lnSpc>
                <a:spcPct val="100000"/>
              </a:lnSpc>
              <a:spcBef>
                <a:spcPts val="1680"/>
              </a:spcBef>
              <a:buClr>
                <a:srgbClr val="CC99FF"/>
              </a:buClr>
              <a:buFont typeface="Times New Roman"/>
              <a:buAutoNum type="arabicParenR"/>
              <a:tabLst>
                <a:tab pos="547370" algn="l"/>
                <a:tab pos="54800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读到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了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001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63461" y="3291078"/>
            <a:ext cx="2781300" cy="3114040"/>
          </a:xfrm>
          <a:custGeom>
            <a:avLst/>
            <a:gdLst/>
            <a:ahLst/>
            <a:cxnLst/>
            <a:rect l="l" t="t" r="r" b="b"/>
            <a:pathLst>
              <a:path w="2781300" h="3114040">
                <a:moveTo>
                  <a:pt x="0" y="3113532"/>
                </a:moveTo>
                <a:lnTo>
                  <a:pt x="2781299" y="3113532"/>
                </a:lnTo>
                <a:lnTo>
                  <a:pt x="2781299" y="0"/>
                </a:lnTo>
                <a:lnTo>
                  <a:pt x="0" y="0"/>
                </a:lnTo>
                <a:lnTo>
                  <a:pt x="0" y="3113532"/>
                </a:lnTo>
                <a:close/>
              </a:path>
            </a:pathLst>
          </a:custGeom>
          <a:ln w="28575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416928" y="3103270"/>
            <a:ext cx="2571750" cy="322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所以有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个状态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为初态，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终态。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2273" y="3269741"/>
            <a:ext cx="266700" cy="3084830"/>
          </a:xfrm>
          <a:custGeom>
            <a:avLst/>
            <a:gdLst/>
            <a:ahLst/>
            <a:cxnLst/>
            <a:rect l="l" t="t" r="r" b="b"/>
            <a:pathLst>
              <a:path w="266700" h="3084829">
                <a:moveTo>
                  <a:pt x="0" y="0"/>
                </a:moveTo>
                <a:lnTo>
                  <a:pt x="58649" y="26122"/>
                </a:lnTo>
                <a:lnTo>
                  <a:pt x="83409" y="56463"/>
                </a:lnTo>
                <a:lnTo>
                  <a:pt x="104058" y="96268"/>
                </a:lnTo>
                <a:lnTo>
                  <a:pt x="119798" y="143995"/>
                </a:lnTo>
                <a:lnTo>
                  <a:pt x="129828" y="198102"/>
                </a:lnTo>
                <a:lnTo>
                  <a:pt x="133350" y="257048"/>
                </a:lnTo>
                <a:lnTo>
                  <a:pt x="133350" y="1285240"/>
                </a:lnTo>
                <a:lnTo>
                  <a:pt x="136871" y="1344185"/>
                </a:lnTo>
                <a:lnTo>
                  <a:pt x="146901" y="1398292"/>
                </a:lnTo>
                <a:lnTo>
                  <a:pt x="162641" y="1446019"/>
                </a:lnTo>
                <a:lnTo>
                  <a:pt x="183290" y="1485824"/>
                </a:lnTo>
                <a:lnTo>
                  <a:pt x="208050" y="1516165"/>
                </a:lnTo>
                <a:lnTo>
                  <a:pt x="266700" y="1542288"/>
                </a:lnTo>
                <a:lnTo>
                  <a:pt x="236120" y="1549075"/>
                </a:lnTo>
                <a:lnTo>
                  <a:pt x="183290" y="1598751"/>
                </a:lnTo>
                <a:lnTo>
                  <a:pt x="162641" y="1638556"/>
                </a:lnTo>
                <a:lnTo>
                  <a:pt x="146901" y="1686283"/>
                </a:lnTo>
                <a:lnTo>
                  <a:pt x="136871" y="1740390"/>
                </a:lnTo>
                <a:lnTo>
                  <a:pt x="133350" y="1799336"/>
                </a:lnTo>
                <a:lnTo>
                  <a:pt x="133350" y="2827540"/>
                </a:lnTo>
                <a:lnTo>
                  <a:pt x="129828" y="2886473"/>
                </a:lnTo>
                <a:lnTo>
                  <a:pt x="119798" y="2940574"/>
                </a:lnTo>
                <a:lnTo>
                  <a:pt x="104058" y="2988299"/>
                </a:lnTo>
                <a:lnTo>
                  <a:pt x="83409" y="3028105"/>
                </a:lnTo>
                <a:lnTo>
                  <a:pt x="58649" y="3058449"/>
                </a:lnTo>
                <a:lnTo>
                  <a:pt x="30579" y="3077787"/>
                </a:lnTo>
                <a:lnTo>
                  <a:pt x="0" y="30845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834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2.2.1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（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DFA</a:t>
            </a:r>
            <a:r>
              <a:rPr dirty="0" sz="2000" spc="-40" b="1">
                <a:solidFill>
                  <a:srgbClr val="A15100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3558" y="280581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0397" y="2681427"/>
            <a:ext cx="374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4442" y="2768295"/>
            <a:ext cx="4927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00505" y="2132964"/>
            <a:ext cx="6426200" cy="31509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77407" y="4674234"/>
            <a:ext cx="612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001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49497" y="26518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1078" y="26518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8133" y="360464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018" y="627075"/>
            <a:ext cx="769747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66FFFF"/>
                </a:solidFill>
                <a:latin typeface="宋体"/>
                <a:cs typeface="宋体"/>
              </a:rPr>
              <a:t>接受含有子</a:t>
            </a:r>
            <a:r>
              <a:rPr dirty="0" sz="3600" spc="-5">
                <a:solidFill>
                  <a:srgbClr val="66FFFF"/>
                </a:solidFill>
                <a:latin typeface="宋体"/>
                <a:cs typeface="宋体"/>
              </a:rPr>
              <a:t>串</a:t>
            </a:r>
            <a:r>
              <a:rPr dirty="0" sz="3600" spc="-5">
                <a:solidFill>
                  <a:srgbClr val="66FFFF"/>
                </a:solidFill>
              </a:rPr>
              <a:t>001</a:t>
            </a:r>
            <a:r>
              <a:rPr dirty="0" sz="3600" spc="-5">
                <a:solidFill>
                  <a:srgbClr val="66FFFF"/>
                </a:solidFill>
                <a:latin typeface="宋体"/>
                <a:cs typeface="宋体"/>
              </a:rPr>
              <a:t>的所有二进制串</a:t>
            </a:r>
            <a:r>
              <a:rPr dirty="0" sz="3600" spc="-20">
                <a:solidFill>
                  <a:srgbClr val="66FFFF"/>
                </a:solidFill>
                <a:latin typeface="宋体"/>
                <a:cs typeface="宋体"/>
              </a:rPr>
              <a:t>的</a:t>
            </a:r>
            <a:r>
              <a:rPr dirty="0" sz="3600" spc="-270">
                <a:solidFill>
                  <a:srgbClr val="66FFFF"/>
                </a:solidFill>
              </a:rPr>
              <a:t>FA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6498" y="1753361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3784" y="4458970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0,1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682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非确定的</a:t>
            </a:r>
            <a:r>
              <a:rPr dirty="0" sz="2000" spc="-40" b="1">
                <a:solidFill>
                  <a:srgbClr val="A15100"/>
                </a:solidFill>
                <a:latin typeface="Times New Roman"/>
                <a:cs typeface="Times New Roman"/>
              </a:rPr>
              <a:t>FA(NFA)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84475" y="1785366"/>
            <a:ext cx="728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4549" y="1785366"/>
            <a:ext cx="7277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9585" y="2956659"/>
            <a:ext cx="188912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b="1" i="1">
                <a:solidFill>
                  <a:srgbClr val="DDDDDD"/>
                </a:solidFill>
                <a:latin typeface="Times New Roman"/>
                <a:cs typeface="Times New Roman"/>
              </a:rPr>
              <a:t>f </a:t>
            </a:r>
            <a:r>
              <a:rPr dirty="0" sz="2400" b="1">
                <a:solidFill>
                  <a:srgbClr val="DDDDDD"/>
                </a:solidFill>
                <a:latin typeface="Times New Roman"/>
                <a:cs typeface="Times New Roman"/>
              </a:rPr>
              <a:t>( </a:t>
            </a:r>
            <a:r>
              <a:rPr dirty="0" sz="2400" spc="-25" b="1" i="1">
                <a:solidFill>
                  <a:srgbClr val="DDDDDD"/>
                </a:solidFill>
                <a:latin typeface="Times New Roman"/>
                <a:cs typeface="Times New Roman"/>
              </a:rPr>
              <a:t>Q</a:t>
            </a:r>
            <a:r>
              <a:rPr dirty="0" sz="2400" spc="-25" b="1">
                <a:solidFill>
                  <a:srgbClr val="DDDDDD"/>
                </a:solidFill>
                <a:latin typeface="Symbol"/>
                <a:cs typeface="Symbol"/>
              </a:rPr>
              <a:t></a:t>
            </a:r>
            <a:r>
              <a:rPr dirty="0" sz="2500" spc="-25" b="1" i="1">
                <a:solidFill>
                  <a:srgbClr val="DDDDDD"/>
                </a:solidFill>
                <a:latin typeface="Symbol"/>
                <a:cs typeface="Symbol"/>
              </a:rPr>
              <a:t></a:t>
            </a:r>
            <a:r>
              <a:rPr dirty="0" sz="2500" spc="-110" b="1" i="1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15" b="1" i="1">
                <a:solidFill>
                  <a:srgbClr val="DDDDDD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r>
              <a:rPr dirty="0" sz="2400" spc="-15" b="1">
                <a:solidFill>
                  <a:srgbClr val="DDDDDD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1225" y="3009671"/>
            <a:ext cx="1191260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b="1" i="1">
                <a:solidFill>
                  <a:srgbClr val="DDDDDD"/>
                </a:solidFill>
                <a:latin typeface="Times New Roman"/>
                <a:cs typeface="Times New Roman"/>
              </a:rPr>
              <a:t>f </a:t>
            </a:r>
            <a:r>
              <a:rPr dirty="0" sz="2400" b="1">
                <a:solidFill>
                  <a:srgbClr val="DDDDDD"/>
                </a:solidFill>
                <a:latin typeface="Times New Roman"/>
                <a:cs typeface="Times New Roman"/>
              </a:rPr>
              <a:t>( </a:t>
            </a:r>
            <a:r>
              <a:rPr dirty="0" sz="2400" spc="-25" b="1" i="1">
                <a:solidFill>
                  <a:srgbClr val="DDDDDD"/>
                </a:solidFill>
                <a:latin typeface="Times New Roman"/>
                <a:cs typeface="Times New Roman"/>
              </a:rPr>
              <a:t>Q</a:t>
            </a:r>
            <a:r>
              <a:rPr dirty="0" sz="2400" spc="-25" b="1">
                <a:solidFill>
                  <a:srgbClr val="DDDDDD"/>
                </a:solidFill>
                <a:latin typeface="Symbol"/>
                <a:cs typeface="Symbol"/>
              </a:rPr>
              <a:t></a:t>
            </a:r>
            <a:r>
              <a:rPr dirty="0" sz="2500" spc="-25" b="1" i="1">
                <a:solidFill>
                  <a:srgbClr val="DDDDDD"/>
                </a:solidFill>
                <a:latin typeface="Symbol"/>
                <a:cs typeface="Symbol"/>
              </a:rPr>
              <a:t></a:t>
            </a:r>
            <a:r>
              <a:rPr dirty="0" sz="2500" spc="80" b="1" i="1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DDDDDD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5186" y="3614115"/>
            <a:ext cx="144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DDDDDD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194" y="4237073"/>
            <a:ext cx="181165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b="1" i="1">
                <a:solidFill>
                  <a:srgbClr val="FFCCCC"/>
                </a:solidFill>
                <a:latin typeface="Times New Roman"/>
                <a:cs typeface="Times New Roman"/>
              </a:rPr>
              <a:t>f </a:t>
            </a:r>
            <a:r>
              <a:rPr dirty="0" sz="2400" spc="-20" b="1">
                <a:solidFill>
                  <a:srgbClr val="FFCCCC"/>
                </a:solidFill>
                <a:latin typeface="Times New Roman"/>
                <a:cs typeface="Times New Roman"/>
              </a:rPr>
              <a:t>(</a:t>
            </a:r>
            <a:r>
              <a:rPr dirty="0" sz="2400" spc="-20" b="1" i="1">
                <a:solidFill>
                  <a:srgbClr val="DDDDDD"/>
                </a:solidFill>
                <a:latin typeface="Times New Roman"/>
                <a:cs typeface="Times New Roman"/>
              </a:rPr>
              <a:t>Q</a:t>
            </a:r>
            <a:r>
              <a:rPr dirty="0" sz="2400" spc="-20" b="1">
                <a:solidFill>
                  <a:srgbClr val="DDDDDD"/>
                </a:solidFill>
                <a:latin typeface="Symbol"/>
                <a:cs typeface="Symbol"/>
              </a:rPr>
              <a:t></a:t>
            </a:r>
            <a:r>
              <a:rPr dirty="0" sz="2500" spc="-20" b="1" i="1">
                <a:solidFill>
                  <a:srgbClr val="DDDDDD"/>
                </a:solidFill>
                <a:latin typeface="Symbol"/>
                <a:cs typeface="Symbol"/>
              </a:rPr>
              <a:t></a:t>
            </a:r>
            <a:r>
              <a:rPr dirty="0" sz="2500" spc="-120" b="1" i="1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15" b="1" i="1">
                <a:solidFill>
                  <a:srgbClr val="DDDDDD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r>
              <a:rPr dirty="0" sz="2400" spc="-15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34433" y="4149597"/>
            <a:ext cx="4267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6865" sz="4200" spc="7" b="1">
                <a:solidFill>
                  <a:srgbClr val="FFCCCC"/>
                </a:solidFill>
                <a:latin typeface="Times New Roman"/>
                <a:cs typeface="Times New Roman"/>
              </a:rPr>
              <a:t>2</a:t>
            </a:r>
            <a:r>
              <a:rPr dirty="0" sz="1850" spc="5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2353" y="4290085"/>
            <a:ext cx="1841500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08455" algn="l"/>
              </a:tabLst>
            </a:pPr>
            <a:r>
              <a:rPr dirty="0" sz="2400" b="1" i="1">
                <a:solidFill>
                  <a:srgbClr val="FFCCCC"/>
                </a:solidFill>
                <a:latin typeface="Times New Roman"/>
                <a:cs typeface="Times New Roman"/>
              </a:rPr>
              <a:t>f </a:t>
            </a:r>
            <a:r>
              <a:rPr dirty="0" sz="2400" b="1">
                <a:solidFill>
                  <a:srgbClr val="FFCCCC"/>
                </a:solidFill>
                <a:latin typeface="Times New Roman"/>
                <a:cs typeface="Times New Roman"/>
              </a:rPr>
              <a:t>(</a:t>
            </a:r>
            <a:r>
              <a:rPr dirty="0" sz="2400" spc="-1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r>
              <a:rPr dirty="0" sz="2400" spc="10" b="1">
                <a:solidFill>
                  <a:srgbClr val="FFCCCC"/>
                </a:solidFill>
                <a:latin typeface="Symbol"/>
                <a:cs typeface="Symbol"/>
              </a:rPr>
              <a:t></a:t>
            </a:r>
            <a:r>
              <a:rPr dirty="0" sz="2500" spc="-60" b="1" i="1">
                <a:solidFill>
                  <a:srgbClr val="FFCCCC"/>
                </a:solidFill>
                <a:latin typeface="Symbol"/>
                <a:cs typeface="Symbol"/>
              </a:rPr>
              <a:t></a:t>
            </a:r>
            <a:r>
              <a:rPr dirty="0" sz="2400" b="1">
                <a:solidFill>
                  <a:srgbClr val="FFCCCC"/>
                </a:solidFill>
                <a:latin typeface="Times New Roman"/>
                <a:cs typeface="Times New Roman"/>
              </a:rPr>
              <a:t>)	</a:t>
            </a:r>
            <a:r>
              <a:rPr dirty="0" sz="2400" spc="-5" b="1" i="1">
                <a:solidFill>
                  <a:srgbClr val="FFCCCC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961" y="2344673"/>
            <a:ext cx="7526020" cy="0"/>
          </a:xfrm>
          <a:custGeom>
            <a:avLst/>
            <a:gdLst/>
            <a:ahLst/>
            <a:cxnLst/>
            <a:rect l="l" t="t" r="r" b="b"/>
            <a:pathLst>
              <a:path w="7526020" h="0">
                <a:moveTo>
                  <a:pt x="0" y="0"/>
                </a:moveTo>
                <a:lnTo>
                  <a:pt x="7525511" y="0"/>
                </a:lnTo>
              </a:path>
            </a:pathLst>
          </a:custGeom>
          <a:ln w="38100">
            <a:solidFill>
              <a:srgbClr val="FF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38961" y="1829561"/>
            <a:ext cx="7526020" cy="0"/>
          </a:xfrm>
          <a:custGeom>
            <a:avLst/>
            <a:gdLst/>
            <a:ahLst/>
            <a:cxnLst/>
            <a:rect l="l" t="t" r="r" b="b"/>
            <a:pathLst>
              <a:path w="7526020" h="0">
                <a:moveTo>
                  <a:pt x="0" y="0"/>
                </a:moveTo>
                <a:lnTo>
                  <a:pt x="7525511" y="0"/>
                </a:lnTo>
              </a:path>
            </a:pathLst>
          </a:custGeom>
          <a:ln w="38100">
            <a:solidFill>
              <a:srgbClr val="FF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38961" y="4935473"/>
            <a:ext cx="7526020" cy="0"/>
          </a:xfrm>
          <a:custGeom>
            <a:avLst/>
            <a:gdLst/>
            <a:ahLst/>
            <a:cxnLst/>
            <a:rect l="l" t="t" r="r" b="b"/>
            <a:pathLst>
              <a:path w="7526020" h="0">
                <a:moveTo>
                  <a:pt x="0" y="0"/>
                </a:moveTo>
                <a:lnTo>
                  <a:pt x="7525511" y="0"/>
                </a:lnTo>
              </a:path>
            </a:pathLst>
          </a:custGeom>
          <a:ln w="38100">
            <a:solidFill>
              <a:srgbClr val="FF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34361" y="1829561"/>
            <a:ext cx="0" cy="3106420"/>
          </a:xfrm>
          <a:custGeom>
            <a:avLst/>
            <a:gdLst/>
            <a:ahLst/>
            <a:cxnLst/>
            <a:rect l="l" t="t" r="r" b="b"/>
            <a:pathLst>
              <a:path w="0" h="3106420">
                <a:moveTo>
                  <a:pt x="0" y="0"/>
                </a:moveTo>
                <a:lnTo>
                  <a:pt x="0" y="3105912"/>
                </a:lnTo>
              </a:path>
            </a:pathLst>
          </a:custGeom>
          <a:ln w="38100">
            <a:solidFill>
              <a:srgbClr val="FF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64152" y="4492752"/>
            <a:ext cx="496570" cy="114300"/>
          </a:xfrm>
          <a:custGeom>
            <a:avLst/>
            <a:gdLst/>
            <a:ahLst/>
            <a:cxnLst/>
            <a:rect l="l" t="t" r="r" b="b"/>
            <a:pathLst>
              <a:path w="496570" h="114300">
                <a:moveTo>
                  <a:pt x="384175" y="0"/>
                </a:moveTo>
                <a:lnTo>
                  <a:pt x="382650" y="38100"/>
                </a:lnTo>
                <a:lnTo>
                  <a:pt x="401700" y="38862"/>
                </a:lnTo>
                <a:lnTo>
                  <a:pt x="400176" y="76962"/>
                </a:lnTo>
                <a:lnTo>
                  <a:pt x="381096" y="76962"/>
                </a:lnTo>
                <a:lnTo>
                  <a:pt x="379602" y="114300"/>
                </a:lnTo>
                <a:lnTo>
                  <a:pt x="462305" y="76962"/>
                </a:lnTo>
                <a:lnTo>
                  <a:pt x="400176" y="76962"/>
                </a:lnTo>
                <a:lnTo>
                  <a:pt x="381126" y="76200"/>
                </a:lnTo>
                <a:lnTo>
                  <a:pt x="463993" y="76200"/>
                </a:lnTo>
                <a:lnTo>
                  <a:pt x="496062" y="61722"/>
                </a:lnTo>
                <a:lnTo>
                  <a:pt x="384175" y="0"/>
                </a:lnTo>
                <a:close/>
              </a:path>
              <a:path w="496570" h="114300">
                <a:moveTo>
                  <a:pt x="382650" y="38100"/>
                </a:moveTo>
                <a:lnTo>
                  <a:pt x="381126" y="76200"/>
                </a:lnTo>
                <a:lnTo>
                  <a:pt x="400176" y="76962"/>
                </a:lnTo>
                <a:lnTo>
                  <a:pt x="401700" y="38862"/>
                </a:lnTo>
                <a:lnTo>
                  <a:pt x="382650" y="38100"/>
                </a:lnTo>
                <a:close/>
              </a:path>
              <a:path w="496570" h="114300">
                <a:moveTo>
                  <a:pt x="1524" y="22860"/>
                </a:moveTo>
                <a:lnTo>
                  <a:pt x="0" y="60960"/>
                </a:lnTo>
                <a:lnTo>
                  <a:pt x="381126" y="76200"/>
                </a:lnTo>
                <a:lnTo>
                  <a:pt x="382650" y="38100"/>
                </a:lnTo>
                <a:lnTo>
                  <a:pt x="1524" y="2286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81443" y="4517516"/>
            <a:ext cx="496570" cy="114300"/>
          </a:xfrm>
          <a:custGeom>
            <a:avLst/>
            <a:gdLst/>
            <a:ahLst/>
            <a:cxnLst/>
            <a:rect l="l" t="t" r="r" b="b"/>
            <a:pathLst>
              <a:path w="496570" h="114300">
                <a:moveTo>
                  <a:pt x="383921" y="0"/>
                </a:moveTo>
                <a:lnTo>
                  <a:pt x="382524" y="38033"/>
                </a:lnTo>
                <a:lnTo>
                  <a:pt x="401574" y="38734"/>
                </a:lnTo>
                <a:lnTo>
                  <a:pt x="400176" y="76834"/>
                </a:lnTo>
                <a:lnTo>
                  <a:pt x="381100" y="76834"/>
                </a:lnTo>
                <a:lnTo>
                  <a:pt x="379729" y="114172"/>
                </a:lnTo>
                <a:lnTo>
                  <a:pt x="461945" y="76834"/>
                </a:lnTo>
                <a:lnTo>
                  <a:pt x="400176" y="76834"/>
                </a:lnTo>
                <a:lnTo>
                  <a:pt x="381126" y="76133"/>
                </a:lnTo>
                <a:lnTo>
                  <a:pt x="463489" y="76133"/>
                </a:lnTo>
                <a:lnTo>
                  <a:pt x="496061" y="61340"/>
                </a:lnTo>
                <a:lnTo>
                  <a:pt x="383921" y="0"/>
                </a:lnTo>
                <a:close/>
              </a:path>
              <a:path w="496570" h="114300">
                <a:moveTo>
                  <a:pt x="382524" y="38033"/>
                </a:moveTo>
                <a:lnTo>
                  <a:pt x="381126" y="76133"/>
                </a:lnTo>
                <a:lnTo>
                  <a:pt x="400176" y="76834"/>
                </a:lnTo>
                <a:lnTo>
                  <a:pt x="401574" y="38734"/>
                </a:lnTo>
                <a:lnTo>
                  <a:pt x="382524" y="38033"/>
                </a:lnTo>
                <a:close/>
              </a:path>
              <a:path w="496570" h="114300">
                <a:moveTo>
                  <a:pt x="1524" y="24002"/>
                </a:moveTo>
                <a:lnTo>
                  <a:pt x="0" y="62102"/>
                </a:lnTo>
                <a:lnTo>
                  <a:pt x="381126" y="76133"/>
                </a:lnTo>
                <a:lnTo>
                  <a:pt x="382524" y="38033"/>
                </a:lnTo>
                <a:lnTo>
                  <a:pt x="1524" y="24002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97557" y="3220973"/>
            <a:ext cx="269875" cy="1348740"/>
          </a:xfrm>
          <a:custGeom>
            <a:avLst/>
            <a:gdLst/>
            <a:ahLst/>
            <a:cxnLst/>
            <a:rect l="l" t="t" r="r" b="b"/>
            <a:pathLst>
              <a:path w="269875" h="1348739">
                <a:moveTo>
                  <a:pt x="269748" y="1348739"/>
                </a:moveTo>
                <a:lnTo>
                  <a:pt x="217223" y="1339911"/>
                </a:lnTo>
                <a:lnTo>
                  <a:pt x="174355" y="1315831"/>
                </a:lnTo>
                <a:lnTo>
                  <a:pt x="145464" y="1280106"/>
                </a:lnTo>
                <a:lnTo>
                  <a:pt x="134874" y="1236345"/>
                </a:lnTo>
                <a:lnTo>
                  <a:pt x="134874" y="786764"/>
                </a:lnTo>
                <a:lnTo>
                  <a:pt x="124283" y="743003"/>
                </a:lnTo>
                <a:lnTo>
                  <a:pt x="95392" y="707278"/>
                </a:lnTo>
                <a:lnTo>
                  <a:pt x="52524" y="683198"/>
                </a:lnTo>
                <a:lnTo>
                  <a:pt x="0" y="674369"/>
                </a:lnTo>
                <a:lnTo>
                  <a:pt x="52524" y="665541"/>
                </a:lnTo>
                <a:lnTo>
                  <a:pt x="95392" y="641461"/>
                </a:lnTo>
                <a:lnTo>
                  <a:pt x="124283" y="605736"/>
                </a:lnTo>
                <a:lnTo>
                  <a:pt x="134874" y="561975"/>
                </a:lnTo>
                <a:lnTo>
                  <a:pt x="134874" y="112395"/>
                </a:lnTo>
                <a:lnTo>
                  <a:pt x="145464" y="68633"/>
                </a:lnTo>
                <a:lnTo>
                  <a:pt x="174355" y="32908"/>
                </a:lnTo>
                <a:lnTo>
                  <a:pt x="217223" y="8828"/>
                </a:lnTo>
                <a:lnTo>
                  <a:pt x="26974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38048" y="842848"/>
            <a:ext cx="40862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宋体"/>
                <a:cs typeface="宋体"/>
              </a:rPr>
              <a:t>三</a:t>
            </a:r>
            <a:r>
              <a:rPr dirty="0"/>
              <a:t>.</a:t>
            </a:r>
            <a:r>
              <a:rPr dirty="0" u="heavy" spc="725">
                <a:uFill>
                  <a:solidFill>
                    <a:srgbClr val="FFFF00"/>
                  </a:solidFill>
                </a:uFill>
              </a:rPr>
              <a:t> </a:t>
            </a:r>
            <a:r>
              <a:rPr dirty="0" u="heavy" spc="-80">
                <a:uFill>
                  <a:solidFill>
                    <a:srgbClr val="FFFF00"/>
                  </a:solidFill>
                </a:uFill>
              </a:rPr>
              <a:t>NFA</a:t>
            </a:r>
            <a:r>
              <a:rPr dirty="0" u="heavy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和</a:t>
            </a:r>
            <a:r>
              <a:rPr dirty="0" u="heavy" spc="-80">
                <a:uFill>
                  <a:solidFill>
                    <a:srgbClr val="FFFF00"/>
                  </a:solidFill>
                </a:uFill>
              </a:rPr>
              <a:t>DFA</a:t>
            </a:r>
            <a:r>
              <a:rPr dirty="0" u="heavy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的区别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83540" y="5211571"/>
            <a:ext cx="8587740" cy="11963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865"/>
              </a:spcBef>
            </a:pPr>
            <a:r>
              <a:rPr dirty="0" sz="2800" spc="-5" b="1">
                <a:solidFill>
                  <a:srgbClr val="66FFFF"/>
                </a:solidFill>
                <a:latin typeface="Symbol"/>
                <a:cs typeface="Symbol"/>
              </a:rPr>
              <a:t>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在</a:t>
            </a:r>
            <a:r>
              <a:rPr dirty="0" sz="3200" spc="-80" b="1">
                <a:solidFill>
                  <a:srgbClr val="66FFFF"/>
                </a:solidFill>
                <a:latin typeface="Times New Roman"/>
                <a:cs typeface="Times New Roman"/>
              </a:rPr>
              <a:t>NFA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中对字的识别时验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证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的路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径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可能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不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唯一。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880109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5">
                <a:latin typeface="黑体"/>
                <a:cs typeface="黑体"/>
              </a:rPr>
              <a:t>第</a:t>
            </a:r>
            <a:r>
              <a:rPr dirty="0" sz="3800" spc="-960">
                <a:latin typeface="黑体"/>
                <a:cs typeface="黑体"/>
              </a:rPr>
              <a:t> </a:t>
            </a:r>
            <a:r>
              <a:rPr dirty="0" sz="3800"/>
              <a:t>2</a:t>
            </a:r>
            <a:r>
              <a:rPr dirty="0" sz="3800" spc="-10"/>
              <a:t> </a:t>
            </a:r>
            <a:r>
              <a:rPr dirty="0" sz="3800" spc="-15">
                <a:latin typeface="黑体"/>
                <a:cs typeface="黑体"/>
              </a:rPr>
              <a:t>章	</a:t>
            </a:r>
            <a:r>
              <a:rPr dirty="0" sz="3800">
                <a:latin typeface="黑体"/>
                <a:cs typeface="黑体"/>
              </a:rPr>
              <a:t>形式</a:t>
            </a:r>
            <a:r>
              <a:rPr dirty="0" sz="3800" spc="-10">
                <a:latin typeface="黑体"/>
                <a:cs typeface="黑体"/>
              </a:rPr>
              <a:t>语言</a:t>
            </a:r>
            <a:r>
              <a:rPr dirty="0" sz="3800" spc="-15">
                <a:latin typeface="黑体"/>
                <a:cs typeface="黑体"/>
              </a:rPr>
              <a:t>与</a:t>
            </a:r>
            <a:r>
              <a:rPr dirty="0" sz="3800" spc="-10">
                <a:latin typeface="黑体"/>
                <a:cs typeface="黑体"/>
              </a:rPr>
              <a:t>自动</a:t>
            </a:r>
            <a:r>
              <a:rPr dirty="0" sz="3800" spc="-15">
                <a:latin typeface="黑体"/>
                <a:cs typeface="黑体"/>
              </a:rPr>
              <a:t>机</a:t>
            </a:r>
            <a:r>
              <a:rPr dirty="0" sz="3800" spc="-10">
                <a:latin typeface="黑体"/>
                <a:cs typeface="黑体"/>
              </a:rPr>
              <a:t>基</a:t>
            </a:r>
            <a:r>
              <a:rPr dirty="0" sz="3800" spc="-15"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1775" rIns="0" bIns="0" rtlCol="0" vert="horz">
            <a:spAutoFit/>
          </a:bodyPr>
          <a:lstStyle/>
          <a:p>
            <a:pPr lvl="1" marL="1135380" indent="-802005">
              <a:lnSpc>
                <a:spcPct val="100000"/>
              </a:lnSpc>
              <a:spcBef>
                <a:spcPts val="1825"/>
              </a:spcBef>
              <a:buFont typeface="Times New Roman"/>
              <a:buAutoNum type="arabicPeriod" startAt="2"/>
              <a:tabLst>
                <a:tab pos="1136015" algn="l"/>
                <a:tab pos="113665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有限自动机基础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确定的有限状态自动</a:t>
            </a:r>
            <a:r>
              <a:rPr dirty="0" sz="3600" spc="-2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非确定的有限状态自动</a:t>
            </a:r>
            <a:r>
              <a:rPr dirty="0" sz="3600" spc="-2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00"/>
                </a:solidFill>
                <a:latin typeface="Times New Roman"/>
                <a:cs typeface="Times New Roman"/>
              </a:rPr>
              <a:t>NFA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确定化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" y="4553711"/>
            <a:ext cx="934719" cy="657225"/>
          </a:xfrm>
          <a:custGeom>
            <a:avLst/>
            <a:gdLst/>
            <a:ahLst/>
            <a:cxnLst/>
            <a:rect l="l" t="t" r="r" b="b"/>
            <a:pathLst>
              <a:path w="934719" h="657225">
                <a:moveTo>
                  <a:pt x="700989" y="0"/>
                </a:moveTo>
                <a:lnTo>
                  <a:pt x="700989" y="164211"/>
                </a:lnTo>
                <a:lnTo>
                  <a:pt x="0" y="164211"/>
                </a:lnTo>
                <a:lnTo>
                  <a:pt x="0" y="492632"/>
                </a:lnTo>
                <a:lnTo>
                  <a:pt x="700989" y="492632"/>
                </a:lnTo>
                <a:lnTo>
                  <a:pt x="700989" y="656844"/>
                </a:lnTo>
                <a:lnTo>
                  <a:pt x="934212" y="328421"/>
                </a:lnTo>
                <a:lnTo>
                  <a:pt x="700989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100" y="4553711"/>
            <a:ext cx="934719" cy="657225"/>
          </a:xfrm>
          <a:custGeom>
            <a:avLst/>
            <a:gdLst/>
            <a:ahLst/>
            <a:cxnLst/>
            <a:rect l="l" t="t" r="r" b="b"/>
            <a:pathLst>
              <a:path w="934719" h="657225">
                <a:moveTo>
                  <a:pt x="0" y="164211"/>
                </a:moveTo>
                <a:lnTo>
                  <a:pt x="700989" y="164211"/>
                </a:lnTo>
                <a:lnTo>
                  <a:pt x="700989" y="0"/>
                </a:lnTo>
                <a:lnTo>
                  <a:pt x="934212" y="328421"/>
                </a:lnTo>
                <a:lnTo>
                  <a:pt x="700989" y="656844"/>
                </a:lnTo>
                <a:lnTo>
                  <a:pt x="700989" y="492632"/>
                </a:lnTo>
                <a:lnTo>
                  <a:pt x="0" y="492632"/>
                </a:lnTo>
                <a:lnTo>
                  <a:pt x="0" y="164211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1927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7840" y="801370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0530" indent="-418465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</a:tabLst>
            </a:pPr>
            <a:r>
              <a:rPr dirty="0">
                <a:latin typeface="宋体"/>
                <a:cs typeface="宋体"/>
              </a:rPr>
              <a:t>定理</a:t>
            </a:r>
            <a:r>
              <a:rPr dirty="0" spc="5"/>
              <a:t>2</a:t>
            </a:r>
            <a:r>
              <a:rPr dirty="0"/>
              <a:t>.1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2055" y="1351000"/>
            <a:ext cx="8344534" cy="14884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2020"/>
              </a:spcBef>
              <a:tabLst>
                <a:tab pos="3653790" algn="l"/>
                <a:tab pos="745045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对任何一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NFA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都存在一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,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使</a:t>
            </a:r>
            <a:r>
              <a:rPr dirty="0" sz="3200" spc="-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900" y="3486911"/>
            <a:ext cx="8724900" cy="2100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2900" y="3486911"/>
            <a:ext cx="8724900" cy="2100580"/>
          </a:xfrm>
          <a:prstGeom prst="rect">
            <a:avLst/>
          </a:prstGeom>
          <a:ln w="57150">
            <a:solidFill>
              <a:srgbClr val="CCEBF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29640">
              <a:lnSpc>
                <a:spcPct val="100000"/>
              </a:lnSpc>
              <a:spcBef>
                <a:spcPts val="290"/>
              </a:spcBef>
              <a:tabLst>
                <a:tab pos="6605905" algn="l"/>
              </a:tabLst>
            </a:pPr>
            <a:r>
              <a:rPr dirty="0" sz="3200" spc="-5" b="1">
                <a:latin typeface="宋体"/>
                <a:cs typeface="宋体"/>
              </a:rPr>
              <a:t>定理</a:t>
            </a:r>
            <a:r>
              <a:rPr dirty="0" sz="3200" spc="5" b="1">
                <a:latin typeface="Times New Roman"/>
                <a:cs typeface="Times New Roman"/>
              </a:rPr>
              <a:t>2.1</a:t>
            </a:r>
            <a:r>
              <a:rPr dirty="0" sz="3200" b="1">
                <a:latin typeface="宋体"/>
                <a:cs typeface="宋体"/>
              </a:rPr>
              <a:t>说明</a:t>
            </a:r>
            <a:r>
              <a:rPr dirty="0" sz="3200" spc="-10" b="1">
                <a:latin typeface="宋体"/>
                <a:cs typeface="宋体"/>
              </a:rPr>
              <a:t>：</a:t>
            </a:r>
            <a:r>
              <a:rPr dirty="0" sz="3200" spc="-825" b="1">
                <a:latin typeface="宋体"/>
                <a:cs typeface="宋体"/>
              </a:rPr>
              <a:t> </a:t>
            </a:r>
            <a:r>
              <a:rPr dirty="0" sz="3200" spc="-5" b="1">
                <a:latin typeface="宋体"/>
                <a:cs typeface="宋体"/>
              </a:rPr>
              <a:t>对任何一</a:t>
            </a:r>
            <a:r>
              <a:rPr dirty="0" sz="3200" b="1">
                <a:latin typeface="宋体"/>
                <a:cs typeface="宋体"/>
              </a:rPr>
              <a:t>个</a:t>
            </a:r>
            <a:r>
              <a:rPr dirty="0" sz="3200" spc="-80" b="1">
                <a:latin typeface="Times New Roman"/>
                <a:cs typeface="Times New Roman"/>
              </a:rPr>
              <a:t>NFA	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spc="-5" b="1">
                <a:latin typeface="宋体"/>
                <a:cs typeface="宋体"/>
              </a:rPr>
              <a:t>，都存</a:t>
            </a:r>
            <a:endParaRPr sz="3200">
              <a:latin typeface="宋体"/>
              <a:cs typeface="宋体"/>
            </a:endParaRPr>
          </a:p>
          <a:p>
            <a:pPr marL="91440" marR="919480">
              <a:lnSpc>
                <a:spcPts val="5760"/>
              </a:lnSpc>
              <a:spcBef>
                <a:spcPts val="515"/>
              </a:spcBef>
              <a:tabLst>
                <a:tab pos="2301240" algn="l"/>
              </a:tabLst>
            </a:pPr>
            <a:r>
              <a:rPr dirty="0" sz="3200" b="1">
                <a:latin typeface="宋体"/>
                <a:cs typeface="宋体"/>
              </a:rPr>
              <a:t>在一个</a:t>
            </a:r>
            <a:r>
              <a:rPr dirty="0" sz="3200" spc="-80" b="1">
                <a:latin typeface="Times New Roman"/>
                <a:cs typeface="Times New Roman"/>
              </a:rPr>
              <a:t>DFA	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spc="-5" b="1">
                <a:latin typeface="Times New Roman"/>
                <a:cs typeface="Times New Roman"/>
              </a:rPr>
              <a:t>'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宋体"/>
                <a:cs typeface="宋体"/>
              </a:rPr>
              <a:t>，使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b="1">
                <a:latin typeface="宋体"/>
                <a:cs typeface="宋体"/>
              </a:rPr>
              <a:t>和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spc="-5" b="1">
                <a:latin typeface="Times New Roman"/>
                <a:cs typeface="Times New Roman"/>
              </a:rPr>
              <a:t>'</a:t>
            </a:r>
            <a:r>
              <a:rPr dirty="0" sz="3200" b="1">
                <a:latin typeface="宋体"/>
                <a:cs typeface="宋体"/>
              </a:rPr>
              <a:t>所识别的字的全 体相同，我们可简记</a:t>
            </a:r>
            <a:r>
              <a:rPr dirty="0" sz="3200" spc="-10" b="1">
                <a:latin typeface="宋体"/>
                <a:cs typeface="宋体"/>
              </a:rPr>
              <a:t>为</a:t>
            </a:r>
            <a:r>
              <a:rPr dirty="0" sz="3200" spc="-835" b="1">
                <a:latin typeface="宋体"/>
                <a:cs typeface="宋体"/>
              </a:rPr>
              <a:t> 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spc="-5" b="1">
                <a:latin typeface="Times New Roman"/>
                <a:cs typeface="Times New Roman"/>
              </a:rPr>
              <a:t>' </a:t>
            </a:r>
            <a:r>
              <a:rPr dirty="0" sz="3200" spc="-5" b="1">
                <a:latin typeface="宋体"/>
                <a:cs typeface="宋体"/>
              </a:rPr>
              <a:t>＝</a:t>
            </a:r>
            <a:r>
              <a:rPr dirty="0" sz="3200" spc="-5" b="1" i="1">
                <a:latin typeface="Times New Roman"/>
                <a:cs typeface="Times New Roman"/>
              </a:rPr>
              <a:t>M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72644"/>
            <a:ext cx="6261100" cy="131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宋体"/>
              <a:cs typeface="宋体"/>
            </a:endParaRPr>
          </a:p>
          <a:p>
            <a:pPr marL="662940" indent="-307975">
              <a:lnSpc>
                <a:spcPct val="100000"/>
              </a:lnSpc>
              <a:buFont typeface="Wingdings"/>
              <a:buChar char=""/>
              <a:tabLst>
                <a:tab pos="663575" algn="l"/>
              </a:tabLst>
            </a:pPr>
            <a:r>
              <a:rPr dirty="0" u="heavy" sz="3750" spc="-229">
                <a:solidFill>
                  <a:srgbClr val="FFFF00"/>
                </a:solidFill>
                <a:uFill>
                  <a:solidFill>
                    <a:srgbClr val="CCEB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8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heavy" sz="320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宋体"/>
                <a:cs typeface="宋体"/>
              </a:rPr>
              <a:t>确定化的算</a:t>
            </a:r>
            <a:r>
              <a:rPr dirty="0" u="heavy" sz="3200" spc="77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Times New Roman"/>
                <a:cs typeface="Times New Roman"/>
              </a:rPr>
              <a:t>—</a:t>
            </a:r>
            <a:r>
              <a:rPr dirty="0" u="heavy" sz="3200" spc="-8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宋体"/>
                <a:cs typeface="宋体"/>
              </a:rPr>
              <a:t>子集法</a:t>
            </a:r>
            <a:r>
              <a:rPr dirty="0" u="heavy" sz="3200" spc="-10" b="1">
                <a:solidFill>
                  <a:srgbClr val="99FF99"/>
                </a:solidFill>
                <a:uFill>
                  <a:solidFill>
                    <a:srgbClr val="CCEBFF"/>
                  </a:solidFill>
                </a:u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440" y="1658577"/>
            <a:ext cx="7449184" cy="4043679"/>
          </a:xfrm>
          <a:prstGeom prst="rect">
            <a:avLst/>
          </a:prstGeom>
        </p:spPr>
        <p:txBody>
          <a:bodyPr wrap="square" lIns="0" tIns="340995" rIns="0" bIns="0" rtlCol="0" vert="horz">
            <a:spAutoFit/>
          </a:bodyPr>
          <a:lstStyle/>
          <a:p>
            <a:pPr marL="457200" indent="-419734">
              <a:lnSpc>
                <a:spcPct val="100000"/>
              </a:lnSpc>
              <a:spcBef>
                <a:spcPts val="26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2.26</a:t>
            </a:r>
            <a:endParaRPr sz="3200">
              <a:latin typeface="Times New Roman"/>
              <a:cs typeface="Times New Roman"/>
            </a:endParaRPr>
          </a:p>
          <a:p>
            <a:pPr marL="38100" marR="30480" indent="445134">
              <a:lnSpc>
                <a:spcPct val="150000"/>
              </a:lnSpc>
              <a:spcBef>
                <a:spcPts val="5"/>
              </a:spcBef>
              <a:tabLst>
                <a:tab pos="1840864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状态集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的一个子集。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lvl="1" marL="987425" indent="-594995">
              <a:lnSpc>
                <a:spcPct val="100000"/>
              </a:lnSpc>
              <a:spcBef>
                <a:spcPts val="1685"/>
              </a:spcBef>
              <a:buFont typeface="Times New Roman"/>
              <a:buAutoNum type="arabicParenBoth"/>
              <a:tabLst>
                <a:tab pos="987425" algn="l"/>
                <a:tab pos="988060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32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926465" marR="242570" indent="-534035">
              <a:lnSpc>
                <a:spcPts val="5040"/>
              </a:lnSpc>
              <a:spcBef>
                <a:spcPts val="445"/>
              </a:spcBef>
              <a:buClr>
                <a:srgbClr val="FFFFFF"/>
              </a:buClr>
              <a:buFont typeface="Times New Roman"/>
              <a:buAutoNum type="arabicParenBoth"/>
              <a:tabLst>
                <a:tab pos="987425" algn="l"/>
                <a:tab pos="988060" algn="l"/>
              </a:tabLst>
            </a:pPr>
            <a:r>
              <a:rPr dirty="0"/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2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出发经过任意条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弧而能到达 的任何状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1021" sz="2775" spc="3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1021" sz="2775" spc="3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4040" y="3942212"/>
            <a:ext cx="5758180" cy="2682240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775"/>
              </a:spcBef>
            </a:pPr>
            <a:r>
              <a:rPr dirty="0" sz="2800" b="1" i="1">
                <a:solidFill>
                  <a:srgbClr val="CCEB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{1,5}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1680"/>
              </a:spcBef>
            </a:pPr>
            <a:r>
              <a:rPr dirty="0" sz="2800" spc="-5" b="1" i="1">
                <a:solidFill>
                  <a:srgbClr val="FFCC99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CC99"/>
                </a:solidFill>
                <a:latin typeface="Times New Roman"/>
                <a:cs typeface="Times New Roman"/>
              </a:rPr>
              <a:t>-closure({1,5})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dirty="0" sz="2800" spc="-5" b="1">
                <a:solidFill>
                  <a:srgbClr val="FFCC99"/>
                </a:solidFill>
                <a:latin typeface="宋体"/>
                <a:cs typeface="宋体"/>
              </a:rPr>
              <a:t>＝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-closure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({1})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({5})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spc="-5" b="1">
                <a:solidFill>
                  <a:srgbClr val="FFCC99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CC99"/>
                </a:solidFill>
                <a:latin typeface="Times New Roman"/>
                <a:cs typeface="Times New Roman"/>
              </a:rPr>
              <a:t>{1,2,5,6}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058" y="2482342"/>
            <a:ext cx="1487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2800" b="1">
                <a:solidFill>
                  <a:srgbClr val="FFCC99"/>
                </a:solidFill>
                <a:latin typeface="Times New Roman"/>
                <a:cs typeface="Times New Roman"/>
              </a:rPr>
              <a:t>{5, 6,</a:t>
            </a:r>
            <a:r>
              <a:rPr dirty="0" sz="2800" spc="-95" b="1">
                <a:solidFill>
                  <a:srgbClr val="FFCC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CC99"/>
                </a:solidFill>
                <a:latin typeface="Times New Roman"/>
                <a:cs typeface="Times New Roman"/>
              </a:rPr>
              <a:t>2}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848" y="2524150"/>
            <a:ext cx="2082164" cy="98425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800" b="1">
                <a:solidFill>
                  <a:srgbClr val="CCEBFF"/>
                </a:solidFill>
                <a:latin typeface="Times New Roman"/>
                <a:cs typeface="Times New Roman"/>
              </a:rPr>
              <a:t>I={1}</a:t>
            </a:r>
            <a:endParaRPr sz="28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1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clos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u</a:t>
            </a:r>
            <a:r>
              <a:rPr dirty="0" sz="2800" spc="-6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e(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{1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1000" y="3696665"/>
            <a:ext cx="11322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>
                <a:solidFill>
                  <a:srgbClr val="FFCC99"/>
                </a:solidFill>
                <a:latin typeface="Times New Roman"/>
                <a:cs typeface="Times New Roman"/>
              </a:rPr>
              <a:t>{1,</a:t>
            </a:r>
            <a:r>
              <a:rPr dirty="0" sz="2800" spc="-70" b="1">
                <a:solidFill>
                  <a:srgbClr val="FFCC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99"/>
                </a:solidFill>
                <a:latin typeface="Times New Roman"/>
                <a:cs typeface="Times New Roman"/>
              </a:rPr>
              <a:t>2}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99709" y="496062"/>
            <a:ext cx="3845560" cy="3556000"/>
          </a:xfrm>
          <a:custGeom>
            <a:avLst/>
            <a:gdLst/>
            <a:ahLst/>
            <a:cxnLst/>
            <a:rect l="l" t="t" r="r" b="b"/>
            <a:pathLst>
              <a:path w="3845559" h="3556000">
                <a:moveTo>
                  <a:pt x="0" y="3555491"/>
                </a:moveTo>
                <a:lnTo>
                  <a:pt x="3845051" y="3555491"/>
                </a:lnTo>
                <a:lnTo>
                  <a:pt x="3845051" y="0"/>
                </a:lnTo>
                <a:lnTo>
                  <a:pt x="0" y="0"/>
                </a:lnTo>
                <a:lnTo>
                  <a:pt x="0" y="3555491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99709" y="496062"/>
            <a:ext cx="3845560" cy="3556000"/>
          </a:xfrm>
          <a:custGeom>
            <a:avLst/>
            <a:gdLst/>
            <a:ahLst/>
            <a:cxnLst/>
            <a:rect l="l" t="t" r="r" b="b"/>
            <a:pathLst>
              <a:path w="3845559" h="3556000">
                <a:moveTo>
                  <a:pt x="0" y="3555491"/>
                </a:moveTo>
                <a:lnTo>
                  <a:pt x="3845051" y="3555491"/>
                </a:lnTo>
                <a:lnTo>
                  <a:pt x="3845051" y="0"/>
                </a:lnTo>
                <a:lnTo>
                  <a:pt x="0" y="0"/>
                </a:lnTo>
                <a:lnTo>
                  <a:pt x="0" y="3555491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41670" y="1844801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7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5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7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15965" y="185940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55130" y="179451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28535" y="180873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9821" y="179451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708897" y="1811273"/>
            <a:ext cx="350520" cy="506095"/>
          </a:xfrm>
          <a:custGeom>
            <a:avLst/>
            <a:gdLst/>
            <a:ahLst/>
            <a:cxnLst/>
            <a:rect l="l" t="t" r="r" b="b"/>
            <a:pathLst>
              <a:path w="350520" h="506094">
                <a:moveTo>
                  <a:pt x="0" y="252984"/>
                </a:moveTo>
                <a:lnTo>
                  <a:pt x="4629" y="194983"/>
                </a:lnTo>
                <a:lnTo>
                  <a:pt x="17817" y="141736"/>
                </a:lnTo>
                <a:lnTo>
                  <a:pt x="38508" y="94763"/>
                </a:lnTo>
                <a:lnTo>
                  <a:pt x="65651" y="55583"/>
                </a:lnTo>
                <a:lnTo>
                  <a:pt x="98193" y="25716"/>
                </a:lnTo>
                <a:lnTo>
                  <a:pt x="135080" y="6682"/>
                </a:lnTo>
                <a:lnTo>
                  <a:pt x="175259" y="0"/>
                </a:lnTo>
                <a:lnTo>
                  <a:pt x="215439" y="6682"/>
                </a:lnTo>
                <a:lnTo>
                  <a:pt x="252326" y="25716"/>
                </a:lnTo>
                <a:lnTo>
                  <a:pt x="284868" y="55583"/>
                </a:lnTo>
                <a:lnTo>
                  <a:pt x="312011" y="94763"/>
                </a:lnTo>
                <a:lnTo>
                  <a:pt x="332702" y="141736"/>
                </a:lnTo>
                <a:lnTo>
                  <a:pt x="345890" y="194983"/>
                </a:lnTo>
                <a:lnTo>
                  <a:pt x="350520" y="252984"/>
                </a:lnTo>
                <a:lnTo>
                  <a:pt x="345890" y="310984"/>
                </a:lnTo>
                <a:lnTo>
                  <a:pt x="332702" y="364231"/>
                </a:lnTo>
                <a:lnTo>
                  <a:pt x="312011" y="411204"/>
                </a:lnTo>
                <a:lnTo>
                  <a:pt x="284868" y="450384"/>
                </a:lnTo>
                <a:lnTo>
                  <a:pt x="252326" y="480251"/>
                </a:lnTo>
                <a:lnTo>
                  <a:pt x="215439" y="499285"/>
                </a:lnTo>
                <a:lnTo>
                  <a:pt x="175259" y="505967"/>
                </a:lnTo>
                <a:lnTo>
                  <a:pt x="135080" y="499285"/>
                </a:lnTo>
                <a:lnTo>
                  <a:pt x="98193" y="480251"/>
                </a:lnTo>
                <a:lnTo>
                  <a:pt x="65651" y="450384"/>
                </a:lnTo>
                <a:lnTo>
                  <a:pt x="38508" y="411204"/>
                </a:lnTo>
                <a:lnTo>
                  <a:pt x="17817" y="364231"/>
                </a:lnTo>
                <a:lnTo>
                  <a:pt x="4629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784081" y="182519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55130" y="730758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3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3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28535" y="7456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48093" y="3228594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5">
                <a:moveTo>
                  <a:pt x="0" y="252983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3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21754" y="324289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40318" y="1709166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4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3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7" y="355854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3" y="711708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44206" y="69723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773669" y="7118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74102" y="596645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3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4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7" y="355853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4" y="711707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95081" y="3124961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5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969122" y="313918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24978" y="3022854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4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4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7" y="355854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4" y="711708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07861" y="1052322"/>
            <a:ext cx="770255" cy="855980"/>
          </a:xfrm>
          <a:custGeom>
            <a:avLst/>
            <a:gdLst/>
            <a:ahLst/>
            <a:cxnLst/>
            <a:rect l="l" t="t" r="r" b="b"/>
            <a:pathLst>
              <a:path w="770254" h="855980">
                <a:moveTo>
                  <a:pt x="679633" y="72402"/>
                </a:moveTo>
                <a:lnTo>
                  <a:pt x="0" y="830072"/>
                </a:lnTo>
                <a:lnTo>
                  <a:pt x="28448" y="855472"/>
                </a:lnTo>
                <a:lnTo>
                  <a:pt x="707974" y="97782"/>
                </a:lnTo>
                <a:lnTo>
                  <a:pt x="679633" y="72402"/>
                </a:lnTo>
                <a:close/>
              </a:path>
              <a:path w="770254" h="855980">
                <a:moveTo>
                  <a:pt x="754177" y="58165"/>
                </a:moveTo>
                <a:lnTo>
                  <a:pt x="692404" y="58165"/>
                </a:lnTo>
                <a:lnTo>
                  <a:pt x="720724" y="83565"/>
                </a:lnTo>
                <a:lnTo>
                  <a:pt x="707974" y="97782"/>
                </a:lnTo>
                <a:lnTo>
                  <a:pt x="736345" y="123189"/>
                </a:lnTo>
                <a:lnTo>
                  <a:pt x="754177" y="58165"/>
                </a:lnTo>
                <a:close/>
              </a:path>
              <a:path w="770254" h="855980">
                <a:moveTo>
                  <a:pt x="692404" y="58165"/>
                </a:moveTo>
                <a:lnTo>
                  <a:pt x="679633" y="72402"/>
                </a:lnTo>
                <a:lnTo>
                  <a:pt x="707974" y="97782"/>
                </a:lnTo>
                <a:lnTo>
                  <a:pt x="720724" y="83565"/>
                </a:lnTo>
                <a:lnTo>
                  <a:pt x="692404" y="58165"/>
                </a:lnTo>
                <a:close/>
              </a:path>
              <a:path w="770254" h="855980">
                <a:moveTo>
                  <a:pt x="770128" y="0"/>
                </a:moveTo>
                <a:lnTo>
                  <a:pt x="651256" y="46989"/>
                </a:lnTo>
                <a:lnTo>
                  <a:pt x="679633" y="72402"/>
                </a:lnTo>
                <a:lnTo>
                  <a:pt x="692404" y="58165"/>
                </a:lnTo>
                <a:lnTo>
                  <a:pt x="754177" y="58165"/>
                </a:lnTo>
                <a:lnTo>
                  <a:pt x="77012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04126" y="893063"/>
            <a:ext cx="570230" cy="114300"/>
          </a:xfrm>
          <a:custGeom>
            <a:avLst/>
            <a:gdLst/>
            <a:ahLst/>
            <a:cxnLst/>
            <a:rect l="l" t="t" r="r" b="b"/>
            <a:pathLst>
              <a:path w="570229" h="114300">
                <a:moveTo>
                  <a:pt x="455675" y="0"/>
                </a:moveTo>
                <a:lnTo>
                  <a:pt x="455675" y="114300"/>
                </a:lnTo>
                <a:lnTo>
                  <a:pt x="531876" y="76200"/>
                </a:lnTo>
                <a:lnTo>
                  <a:pt x="474725" y="76200"/>
                </a:lnTo>
                <a:lnTo>
                  <a:pt x="474725" y="38100"/>
                </a:lnTo>
                <a:lnTo>
                  <a:pt x="531876" y="38100"/>
                </a:lnTo>
                <a:lnTo>
                  <a:pt x="455675" y="0"/>
                </a:lnTo>
                <a:close/>
              </a:path>
              <a:path w="570229" h="114300">
                <a:moveTo>
                  <a:pt x="45567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55675" y="76200"/>
                </a:lnTo>
                <a:lnTo>
                  <a:pt x="455675" y="38100"/>
                </a:lnTo>
                <a:close/>
              </a:path>
              <a:path w="570229" h="114300">
                <a:moveTo>
                  <a:pt x="531876" y="38100"/>
                </a:moveTo>
                <a:lnTo>
                  <a:pt x="474725" y="38100"/>
                </a:lnTo>
                <a:lnTo>
                  <a:pt x="474725" y="76200"/>
                </a:lnTo>
                <a:lnTo>
                  <a:pt x="531876" y="76200"/>
                </a:lnTo>
                <a:lnTo>
                  <a:pt x="569976" y="57150"/>
                </a:lnTo>
                <a:lnTo>
                  <a:pt x="531876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90665" y="1990344"/>
            <a:ext cx="664845" cy="114300"/>
          </a:xfrm>
          <a:custGeom>
            <a:avLst/>
            <a:gdLst/>
            <a:ahLst/>
            <a:cxnLst/>
            <a:rect l="l" t="t" r="r" b="b"/>
            <a:pathLst>
              <a:path w="664845" h="114300">
                <a:moveTo>
                  <a:pt x="550163" y="0"/>
                </a:moveTo>
                <a:lnTo>
                  <a:pt x="550163" y="114300"/>
                </a:lnTo>
                <a:lnTo>
                  <a:pt x="6263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26363" y="38100"/>
                </a:lnTo>
                <a:lnTo>
                  <a:pt x="550163" y="0"/>
                </a:lnTo>
                <a:close/>
              </a:path>
              <a:path w="664845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664845" h="114300">
                <a:moveTo>
                  <a:pt x="6263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26363" y="76200"/>
                </a:lnTo>
                <a:lnTo>
                  <a:pt x="664463" y="57150"/>
                </a:lnTo>
                <a:lnTo>
                  <a:pt x="626363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04126" y="1990344"/>
            <a:ext cx="619125" cy="114300"/>
          </a:xfrm>
          <a:custGeom>
            <a:avLst/>
            <a:gdLst/>
            <a:ahLst/>
            <a:cxnLst/>
            <a:rect l="l" t="t" r="r" b="b"/>
            <a:pathLst>
              <a:path w="619125" h="114300">
                <a:moveTo>
                  <a:pt x="504444" y="0"/>
                </a:moveTo>
                <a:lnTo>
                  <a:pt x="504444" y="114300"/>
                </a:lnTo>
                <a:lnTo>
                  <a:pt x="580644" y="76200"/>
                </a:lnTo>
                <a:lnTo>
                  <a:pt x="523494" y="76200"/>
                </a:lnTo>
                <a:lnTo>
                  <a:pt x="523494" y="38100"/>
                </a:lnTo>
                <a:lnTo>
                  <a:pt x="580644" y="38100"/>
                </a:lnTo>
                <a:lnTo>
                  <a:pt x="504444" y="0"/>
                </a:lnTo>
                <a:close/>
              </a:path>
              <a:path w="619125" h="114300">
                <a:moveTo>
                  <a:pt x="5044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4444" y="76200"/>
                </a:lnTo>
                <a:lnTo>
                  <a:pt x="504444" y="38100"/>
                </a:lnTo>
                <a:close/>
              </a:path>
              <a:path w="619125" h="114300">
                <a:moveTo>
                  <a:pt x="580644" y="38100"/>
                </a:moveTo>
                <a:lnTo>
                  <a:pt x="523494" y="38100"/>
                </a:lnTo>
                <a:lnTo>
                  <a:pt x="523494" y="76200"/>
                </a:lnTo>
                <a:lnTo>
                  <a:pt x="580644" y="76200"/>
                </a:lnTo>
                <a:lnTo>
                  <a:pt x="618744" y="57150"/>
                </a:lnTo>
                <a:lnTo>
                  <a:pt x="580644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68818" y="2007107"/>
            <a:ext cx="576580" cy="114300"/>
          </a:xfrm>
          <a:custGeom>
            <a:avLst/>
            <a:gdLst/>
            <a:ahLst/>
            <a:cxnLst/>
            <a:rect l="l" t="t" r="r" b="b"/>
            <a:pathLst>
              <a:path w="576579" h="114300">
                <a:moveTo>
                  <a:pt x="461772" y="0"/>
                </a:moveTo>
                <a:lnTo>
                  <a:pt x="461772" y="114300"/>
                </a:lnTo>
                <a:lnTo>
                  <a:pt x="537972" y="76200"/>
                </a:lnTo>
                <a:lnTo>
                  <a:pt x="480822" y="76200"/>
                </a:lnTo>
                <a:lnTo>
                  <a:pt x="480822" y="38100"/>
                </a:lnTo>
                <a:lnTo>
                  <a:pt x="537972" y="38100"/>
                </a:lnTo>
                <a:lnTo>
                  <a:pt x="461772" y="0"/>
                </a:lnTo>
                <a:close/>
              </a:path>
              <a:path w="576579" h="114300">
                <a:moveTo>
                  <a:pt x="4617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1772" y="76200"/>
                </a:lnTo>
                <a:lnTo>
                  <a:pt x="461772" y="38100"/>
                </a:lnTo>
                <a:close/>
              </a:path>
              <a:path w="576579" h="114300">
                <a:moveTo>
                  <a:pt x="537972" y="38100"/>
                </a:moveTo>
                <a:lnTo>
                  <a:pt x="480822" y="38100"/>
                </a:lnTo>
                <a:lnTo>
                  <a:pt x="480822" y="76200"/>
                </a:lnTo>
                <a:lnTo>
                  <a:pt x="537972" y="76200"/>
                </a:lnTo>
                <a:lnTo>
                  <a:pt x="576072" y="57150"/>
                </a:lnTo>
                <a:lnTo>
                  <a:pt x="537972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07227" y="2288539"/>
            <a:ext cx="841375" cy="1036319"/>
          </a:xfrm>
          <a:custGeom>
            <a:avLst/>
            <a:gdLst/>
            <a:ahLst/>
            <a:cxnLst/>
            <a:rect l="l" t="t" r="r" b="b"/>
            <a:pathLst>
              <a:path w="841375" h="1036320">
                <a:moveTo>
                  <a:pt x="754282" y="959071"/>
                </a:moveTo>
                <a:lnTo>
                  <a:pt x="724662" y="982980"/>
                </a:lnTo>
                <a:lnTo>
                  <a:pt x="840867" y="1036065"/>
                </a:lnTo>
                <a:lnTo>
                  <a:pt x="827256" y="973836"/>
                </a:lnTo>
                <a:lnTo>
                  <a:pt x="766191" y="973836"/>
                </a:lnTo>
                <a:lnTo>
                  <a:pt x="754282" y="959071"/>
                </a:lnTo>
                <a:close/>
              </a:path>
              <a:path w="841375" h="1036320">
                <a:moveTo>
                  <a:pt x="783946" y="935128"/>
                </a:moveTo>
                <a:lnTo>
                  <a:pt x="754282" y="959071"/>
                </a:lnTo>
                <a:lnTo>
                  <a:pt x="766191" y="973836"/>
                </a:lnTo>
                <a:lnTo>
                  <a:pt x="795908" y="949960"/>
                </a:lnTo>
                <a:lnTo>
                  <a:pt x="783946" y="935128"/>
                </a:lnTo>
                <a:close/>
              </a:path>
              <a:path w="841375" h="1036320">
                <a:moveTo>
                  <a:pt x="813562" y="911225"/>
                </a:moveTo>
                <a:lnTo>
                  <a:pt x="783946" y="935128"/>
                </a:lnTo>
                <a:lnTo>
                  <a:pt x="795908" y="949960"/>
                </a:lnTo>
                <a:lnTo>
                  <a:pt x="766191" y="973836"/>
                </a:lnTo>
                <a:lnTo>
                  <a:pt x="827256" y="973836"/>
                </a:lnTo>
                <a:lnTo>
                  <a:pt x="813562" y="911225"/>
                </a:lnTo>
                <a:close/>
              </a:path>
              <a:path w="841375" h="1036320">
                <a:moveTo>
                  <a:pt x="29718" y="0"/>
                </a:moveTo>
                <a:lnTo>
                  <a:pt x="0" y="23875"/>
                </a:lnTo>
                <a:lnTo>
                  <a:pt x="754282" y="959071"/>
                </a:lnTo>
                <a:lnTo>
                  <a:pt x="783946" y="935128"/>
                </a:lnTo>
                <a:lnTo>
                  <a:pt x="2971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97090" y="3404615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7" y="0"/>
                </a:moveTo>
                <a:lnTo>
                  <a:pt x="513587" y="114300"/>
                </a:lnTo>
                <a:lnTo>
                  <a:pt x="589787" y="76200"/>
                </a:lnTo>
                <a:lnTo>
                  <a:pt x="532637" y="76200"/>
                </a:lnTo>
                <a:lnTo>
                  <a:pt x="532637" y="38100"/>
                </a:lnTo>
                <a:lnTo>
                  <a:pt x="589787" y="38100"/>
                </a:lnTo>
                <a:lnTo>
                  <a:pt x="513587" y="0"/>
                </a:lnTo>
                <a:close/>
              </a:path>
              <a:path w="628015" h="114300">
                <a:moveTo>
                  <a:pt x="5135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7" y="76200"/>
                </a:lnTo>
                <a:lnTo>
                  <a:pt x="513587" y="38100"/>
                </a:lnTo>
                <a:close/>
              </a:path>
              <a:path w="628015" h="114300">
                <a:moveTo>
                  <a:pt x="589787" y="38100"/>
                </a:moveTo>
                <a:lnTo>
                  <a:pt x="532637" y="38100"/>
                </a:lnTo>
                <a:lnTo>
                  <a:pt x="532637" y="76200"/>
                </a:lnTo>
                <a:lnTo>
                  <a:pt x="589787" y="76200"/>
                </a:lnTo>
                <a:lnTo>
                  <a:pt x="627887" y="57150"/>
                </a:lnTo>
                <a:lnTo>
                  <a:pt x="589787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110985" y="107238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9695" y="250405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67396" y="3043504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94752" y="1644218"/>
            <a:ext cx="5530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3700" algn="l"/>
              </a:tabLst>
            </a:pPr>
            <a:r>
              <a:rPr dirty="0" baseline="-25793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25793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42379" y="1644218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91933" y="1206753"/>
            <a:ext cx="634365" cy="655320"/>
          </a:xfrm>
          <a:custGeom>
            <a:avLst/>
            <a:gdLst/>
            <a:ahLst/>
            <a:cxnLst/>
            <a:rect l="l" t="t" r="r" b="b"/>
            <a:pathLst>
              <a:path w="634365" h="655319">
                <a:moveTo>
                  <a:pt x="38354" y="532892"/>
                </a:moveTo>
                <a:lnTo>
                  <a:pt x="0" y="654812"/>
                </a:lnTo>
                <a:lnTo>
                  <a:pt x="120523" y="612394"/>
                </a:lnTo>
                <a:lnTo>
                  <a:pt x="107265" y="599567"/>
                </a:lnTo>
                <a:lnTo>
                  <a:pt x="79883" y="599567"/>
                </a:lnTo>
                <a:lnTo>
                  <a:pt x="52450" y="573151"/>
                </a:lnTo>
                <a:lnTo>
                  <a:pt x="65747" y="559396"/>
                </a:lnTo>
                <a:lnTo>
                  <a:pt x="38354" y="532892"/>
                </a:lnTo>
                <a:close/>
              </a:path>
              <a:path w="634365" h="655319">
                <a:moveTo>
                  <a:pt x="65747" y="559396"/>
                </a:moveTo>
                <a:lnTo>
                  <a:pt x="52450" y="573151"/>
                </a:lnTo>
                <a:lnTo>
                  <a:pt x="79883" y="599567"/>
                </a:lnTo>
                <a:lnTo>
                  <a:pt x="93117" y="585877"/>
                </a:lnTo>
                <a:lnTo>
                  <a:pt x="65747" y="559396"/>
                </a:lnTo>
                <a:close/>
              </a:path>
              <a:path w="634365" h="655319">
                <a:moveTo>
                  <a:pt x="93117" y="585877"/>
                </a:moveTo>
                <a:lnTo>
                  <a:pt x="79883" y="599567"/>
                </a:lnTo>
                <a:lnTo>
                  <a:pt x="107265" y="599567"/>
                </a:lnTo>
                <a:lnTo>
                  <a:pt x="93117" y="585877"/>
                </a:lnTo>
                <a:close/>
              </a:path>
              <a:path w="634365" h="655319">
                <a:moveTo>
                  <a:pt x="606551" y="0"/>
                </a:moveTo>
                <a:lnTo>
                  <a:pt x="65747" y="559396"/>
                </a:lnTo>
                <a:lnTo>
                  <a:pt x="93117" y="585877"/>
                </a:lnTo>
                <a:lnTo>
                  <a:pt x="633984" y="26416"/>
                </a:lnTo>
                <a:lnTo>
                  <a:pt x="606551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198232" y="355117"/>
            <a:ext cx="327025" cy="1759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3664" indent="46990">
              <a:lnSpc>
                <a:spcPct val="1414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79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99709" y="2028444"/>
            <a:ext cx="441959" cy="114300"/>
          </a:xfrm>
          <a:custGeom>
            <a:avLst/>
            <a:gdLst/>
            <a:ahLst/>
            <a:cxnLst/>
            <a:rect l="l" t="t" r="r" b="b"/>
            <a:pathLst>
              <a:path w="441960" h="114300">
                <a:moveTo>
                  <a:pt x="327660" y="0"/>
                </a:moveTo>
                <a:lnTo>
                  <a:pt x="327660" y="114300"/>
                </a:lnTo>
                <a:lnTo>
                  <a:pt x="403860" y="76200"/>
                </a:lnTo>
                <a:lnTo>
                  <a:pt x="346710" y="76200"/>
                </a:lnTo>
                <a:lnTo>
                  <a:pt x="346710" y="38100"/>
                </a:lnTo>
                <a:lnTo>
                  <a:pt x="403860" y="38100"/>
                </a:lnTo>
                <a:lnTo>
                  <a:pt x="327660" y="0"/>
                </a:lnTo>
                <a:close/>
              </a:path>
              <a:path w="441960" h="114300">
                <a:moveTo>
                  <a:pt x="3276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7660" y="76200"/>
                </a:lnTo>
                <a:lnTo>
                  <a:pt x="327660" y="38100"/>
                </a:lnTo>
                <a:close/>
              </a:path>
              <a:path w="441960" h="114300">
                <a:moveTo>
                  <a:pt x="403860" y="38100"/>
                </a:moveTo>
                <a:lnTo>
                  <a:pt x="346710" y="38100"/>
                </a:lnTo>
                <a:lnTo>
                  <a:pt x="346710" y="76200"/>
                </a:lnTo>
                <a:lnTo>
                  <a:pt x="403860" y="76200"/>
                </a:lnTo>
                <a:lnTo>
                  <a:pt x="441960" y="57150"/>
                </a:lnTo>
                <a:lnTo>
                  <a:pt x="40386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54939" y="0"/>
            <a:ext cx="5651500" cy="237236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 marL="172085" marR="582930" indent="-41275">
              <a:lnSpc>
                <a:spcPct val="137500"/>
              </a:lnSpc>
              <a:spcBef>
                <a:spcPts val="470"/>
              </a:spcBef>
              <a:tabLst>
                <a:tab pos="26060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25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如右图所示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  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CCEBFF"/>
                </a:solidFill>
                <a:latin typeface="Times New Roman"/>
                <a:cs typeface="Times New Roman"/>
              </a:rPr>
              <a:t>={5}</a:t>
            </a:r>
            <a:endParaRPr sz="28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9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=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-closure({5})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9948" y="862330"/>
            <a:ext cx="7914640" cy="457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9415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综述：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宋体"/>
              <a:cs typeface="宋体"/>
            </a:endParaRPr>
          </a:p>
          <a:p>
            <a:pPr marL="866140" indent="-613410">
              <a:lnSpc>
                <a:spcPct val="100000"/>
              </a:lnSpc>
              <a:buSzPct val="96875"/>
              <a:buFont typeface="Times New Roman"/>
              <a:buAutoNum type="arabicPlain"/>
              <a:tabLst>
                <a:tab pos="866775" algn="l"/>
              </a:tabLst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状态集</a:t>
            </a:r>
            <a:r>
              <a:rPr dirty="0" sz="3200" b="1" i="1">
                <a:solidFill>
                  <a:srgbClr val="CCEB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的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-closure(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仍是一状态集；</a:t>
            </a:r>
            <a:endParaRPr sz="2800">
              <a:latin typeface="宋体"/>
              <a:cs typeface="宋体"/>
            </a:endParaRPr>
          </a:p>
          <a:p>
            <a:pPr marL="760730" marR="5080" indent="-508000">
              <a:lnSpc>
                <a:spcPct val="150000"/>
              </a:lnSpc>
              <a:spcBef>
                <a:spcPts val="1455"/>
              </a:spcBef>
              <a:buSzPct val="87500"/>
              <a:buFont typeface="Times New Roman"/>
              <a:buAutoNum type="arabicPlain"/>
              <a:tabLst>
                <a:tab pos="877569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-clo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状态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下，不输入任何字符所能到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的状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全体并包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中的状态，就是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闭包。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51750" y="6678574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40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4939" y="72644"/>
            <a:ext cx="8192770" cy="475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宋体"/>
              <a:cs typeface="宋体"/>
            </a:endParaRPr>
          </a:p>
          <a:p>
            <a:pPr marL="610870" indent="-389255">
              <a:lnSpc>
                <a:spcPct val="100000"/>
              </a:lnSpc>
              <a:spcBef>
                <a:spcPts val="5"/>
              </a:spcBef>
              <a:buClr>
                <a:srgbClr val="99FF99"/>
              </a:buClr>
              <a:buFont typeface="Wingdings"/>
              <a:buChar char=""/>
              <a:tabLst>
                <a:tab pos="610870" algn="l"/>
                <a:tab pos="611505" algn="l"/>
                <a:tab pos="21393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ε-closure(I))</a:t>
            </a:r>
            <a:endParaRPr sz="3200">
              <a:latin typeface="Times New Roman"/>
              <a:cs typeface="Times New Roman"/>
            </a:endParaRPr>
          </a:p>
          <a:p>
            <a:pPr marL="527050">
              <a:lnSpc>
                <a:spcPct val="100000"/>
              </a:lnSpc>
              <a:spcBef>
                <a:spcPts val="940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输入</a:t>
            </a:r>
            <a:r>
              <a:rPr dirty="0" sz="2800" spc="-50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600" spc="-5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600" spc="-1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的子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  <a:p>
            <a:pPr marL="553085">
              <a:lnSpc>
                <a:spcPct val="100000"/>
              </a:lnSpc>
              <a:spcBef>
                <a:spcPts val="66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输出：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ε-closure(I)</a:t>
            </a:r>
            <a:endParaRPr sz="2600">
              <a:latin typeface="Times New Roman"/>
              <a:cs typeface="Times New Roman"/>
            </a:endParaRPr>
          </a:p>
          <a:p>
            <a:pPr marL="488950">
              <a:lnSpc>
                <a:spcPct val="100000"/>
              </a:lnSpc>
              <a:spcBef>
                <a:spcPts val="465"/>
              </a:spcBef>
              <a:tabLst>
                <a:tab pos="3674110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算法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800" spc="-68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set_of_state	look (set_of_state</a:t>
            </a:r>
            <a:r>
              <a:rPr dirty="0" sz="29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I)</a:t>
            </a:r>
            <a:endParaRPr sz="2900">
              <a:latin typeface="Times New Roman"/>
              <a:cs typeface="Times New Roman"/>
            </a:endParaRPr>
          </a:p>
          <a:p>
            <a:pPr marL="2156460">
              <a:lnSpc>
                <a:spcPct val="100000"/>
              </a:lnSpc>
              <a:spcBef>
                <a:spcPts val="505"/>
              </a:spcBef>
            </a:pP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900">
              <a:latin typeface="Times New Roman"/>
              <a:cs typeface="Times New Roman"/>
            </a:endParaRPr>
          </a:p>
          <a:p>
            <a:pPr marL="2340610" marR="4693285">
              <a:lnSpc>
                <a:spcPct val="114799"/>
              </a:lnSpc>
              <a:spcBef>
                <a:spcPts val="15"/>
              </a:spcBef>
            </a:pP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loo</a:t>
            </a:r>
            <a:r>
              <a:rPr dirty="0" sz="2900" spc="-2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=I;  </a:t>
            </a:r>
            <a:r>
              <a:rPr dirty="0" sz="2900" spc="5" b="1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endParaRPr sz="2900">
              <a:latin typeface="Times New Roman"/>
              <a:cs typeface="Times New Roman"/>
            </a:endParaRPr>
          </a:p>
          <a:p>
            <a:pPr algn="ctr" marL="737870">
              <a:lnSpc>
                <a:spcPct val="100000"/>
              </a:lnSpc>
              <a:spcBef>
                <a:spcPts val="565"/>
              </a:spcBef>
            </a:pPr>
            <a:r>
              <a:rPr dirty="0" sz="29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900" spc="-5" b="1">
                <a:solidFill>
                  <a:srgbClr val="FFFFFF"/>
                </a:solidFill>
                <a:latin typeface="Times New Roman"/>
                <a:cs typeface="Times New Roman"/>
              </a:rPr>
              <a:t>look</a:t>
            </a:r>
            <a:r>
              <a:rPr dirty="0" sz="2900" b="1">
                <a:solidFill>
                  <a:srgbClr val="FFFFFF"/>
                </a:solidFill>
                <a:latin typeface="宋体"/>
                <a:cs typeface="宋体"/>
              </a:rPr>
              <a:t>中每一个状态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5045" y="4871466"/>
            <a:ext cx="340360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005" algn="l"/>
                <a:tab pos="2649220" algn="l"/>
              </a:tabLst>
            </a:pP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00" b="1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00" b="1">
                <a:solidFill>
                  <a:srgbClr val="FFFFFF"/>
                </a:solidFill>
                <a:latin typeface="宋体"/>
                <a:cs typeface="宋体"/>
              </a:rPr>
              <a:t>结构</a:t>
            </a:r>
            <a:endParaRPr sz="29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5045" y="5305758"/>
            <a:ext cx="3407410" cy="10509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655"/>
              </a:spcBef>
            </a:pP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look = look +</a:t>
            </a:r>
            <a:r>
              <a:rPr dirty="0" sz="29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{j};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900" spc="-5" b="1">
                <a:solidFill>
                  <a:srgbClr val="FFFFFF"/>
                </a:solidFill>
                <a:latin typeface="Times New Roman"/>
                <a:cs typeface="Times New Roman"/>
              </a:rPr>
              <a:t>}while(look</a:t>
            </a:r>
            <a:r>
              <a:rPr dirty="0" sz="2900" b="1">
                <a:solidFill>
                  <a:srgbClr val="FFFFFF"/>
                </a:solidFill>
                <a:latin typeface="宋体"/>
                <a:cs typeface="宋体"/>
              </a:rPr>
              <a:t>不再扩大</a:t>
            </a: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917" y="6392671"/>
            <a:ext cx="17081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0761" y="4915661"/>
            <a:ext cx="394970" cy="394970"/>
          </a:xfrm>
          <a:custGeom>
            <a:avLst/>
            <a:gdLst/>
            <a:ahLst/>
            <a:cxnLst/>
            <a:rect l="l" t="t" r="r" b="b"/>
            <a:pathLst>
              <a:path w="394970" h="394970">
                <a:moveTo>
                  <a:pt x="0" y="197357"/>
                </a:moveTo>
                <a:lnTo>
                  <a:pt x="5214" y="152115"/>
                </a:lnTo>
                <a:lnTo>
                  <a:pt x="20065" y="110578"/>
                </a:lnTo>
                <a:lnTo>
                  <a:pt x="43367" y="73933"/>
                </a:lnTo>
                <a:lnTo>
                  <a:pt x="73933" y="43367"/>
                </a:lnTo>
                <a:lnTo>
                  <a:pt x="110578" y="20065"/>
                </a:lnTo>
                <a:lnTo>
                  <a:pt x="152115" y="5214"/>
                </a:lnTo>
                <a:lnTo>
                  <a:pt x="197358" y="0"/>
                </a:lnTo>
                <a:lnTo>
                  <a:pt x="242600" y="5214"/>
                </a:lnTo>
                <a:lnTo>
                  <a:pt x="284137" y="20065"/>
                </a:lnTo>
                <a:lnTo>
                  <a:pt x="320782" y="43367"/>
                </a:lnTo>
                <a:lnTo>
                  <a:pt x="351348" y="73933"/>
                </a:lnTo>
                <a:lnTo>
                  <a:pt x="374650" y="110578"/>
                </a:lnTo>
                <a:lnTo>
                  <a:pt x="389501" y="152115"/>
                </a:lnTo>
                <a:lnTo>
                  <a:pt x="394715" y="197357"/>
                </a:lnTo>
                <a:lnTo>
                  <a:pt x="389501" y="242600"/>
                </a:lnTo>
                <a:lnTo>
                  <a:pt x="374650" y="284137"/>
                </a:lnTo>
                <a:lnTo>
                  <a:pt x="351348" y="320782"/>
                </a:lnTo>
                <a:lnTo>
                  <a:pt x="320782" y="351348"/>
                </a:lnTo>
                <a:lnTo>
                  <a:pt x="284137" y="374650"/>
                </a:lnTo>
                <a:lnTo>
                  <a:pt x="242600" y="389501"/>
                </a:lnTo>
                <a:lnTo>
                  <a:pt x="197358" y="394716"/>
                </a:lnTo>
                <a:lnTo>
                  <a:pt x="152115" y="389501"/>
                </a:lnTo>
                <a:lnTo>
                  <a:pt x="110578" y="374650"/>
                </a:lnTo>
                <a:lnTo>
                  <a:pt x="73933" y="351348"/>
                </a:lnTo>
                <a:lnTo>
                  <a:pt x="43367" y="320782"/>
                </a:lnTo>
                <a:lnTo>
                  <a:pt x="20065" y="284137"/>
                </a:lnTo>
                <a:lnTo>
                  <a:pt x="5214" y="242600"/>
                </a:lnTo>
                <a:lnTo>
                  <a:pt x="0" y="197357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44261" y="4915661"/>
            <a:ext cx="394970" cy="394970"/>
          </a:xfrm>
          <a:custGeom>
            <a:avLst/>
            <a:gdLst/>
            <a:ahLst/>
            <a:cxnLst/>
            <a:rect l="l" t="t" r="r" b="b"/>
            <a:pathLst>
              <a:path w="394970" h="394970">
                <a:moveTo>
                  <a:pt x="0" y="197357"/>
                </a:moveTo>
                <a:lnTo>
                  <a:pt x="5214" y="152115"/>
                </a:lnTo>
                <a:lnTo>
                  <a:pt x="20065" y="110578"/>
                </a:lnTo>
                <a:lnTo>
                  <a:pt x="43367" y="73933"/>
                </a:lnTo>
                <a:lnTo>
                  <a:pt x="73933" y="43367"/>
                </a:lnTo>
                <a:lnTo>
                  <a:pt x="110578" y="20065"/>
                </a:lnTo>
                <a:lnTo>
                  <a:pt x="152115" y="5214"/>
                </a:lnTo>
                <a:lnTo>
                  <a:pt x="197358" y="0"/>
                </a:lnTo>
                <a:lnTo>
                  <a:pt x="242600" y="5214"/>
                </a:lnTo>
                <a:lnTo>
                  <a:pt x="284137" y="20065"/>
                </a:lnTo>
                <a:lnTo>
                  <a:pt x="320782" y="43367"/>
                </a:lnTo>
                <a:lnTo>
                  <a:pt x="351348" y="73933"/>
                </a:lnTo>
                <a:lnTo>
                  <a:pt x="374650" y="110578"/>
                </a:lnTo>
                <a:lnTo>
                  <a:pt x="389501" y="152115"/>
                </a:lnTo>
                <a:lnTo>
                  <a:pt x="394715" y="197357"/>
                </a:lnTo>
                <a:lnTo>
                  <a:pt x="389501" y="242600"/>
                </a:lnTo>
                <a:lnTo>
                  <a:pt x="374650" y="284137"/>
                </a:lnTo>
                <a:lnTo>
                  <a:pt x="351348" y="320782"/>
                </a:lnTo>
                <a:lnTo>
                  <a:pt x="320782" y="351348"/>
                </a:lnTo>
                <a:lnTo>
                  <a:pt x="284137" y="374650"/>
                </a:lnTo>
                <a:lnTo>
                  <a:pt x="242600" y="389501"/>
                </a:lnTo>
                <a:lnTo>
                  <a:pt x="197358" y="394716"/>
                </a:lnTo>
                <a:lnTo>
                  <a:pt x="152115" y="389501"/>
                </a:lnTo>
                <a:lnTo>
                  <a:pt x="110578" y="374650"/>
                </a:lnTo>
                <a:lnTo>
                  <a:pt x="73933" y="351348"/>
                </a:lnTo>
                <a:lnTo>
                  <a:pt x="43367" y="320782"/>
                </a:lnTo>
                <a:lnTo>
                  <a:pt x="20065" y="284137"/>
                </a:lnTo>
                <a:lnTo>
                  <a:pt x="5214" y="242600"/>
                </a:lnTo>
                <a:lnTo>
                  <a:pt x="0" y="197357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49446" y="4890338"/>
            <a:ext cx="146177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3858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05478" y="5120640"/>
            <a:ext cx="939165" cy="114300"/>
          </a:xfrm>
          <a:custGeom>
            <a:avLst/>
            <a:gdLst/>
            <a:ahLst/>
            <a:cxnLst/>
            <a:rect l="l" t="t" r="r" b="b"/>
            <a:pathLst>
              <a:path w="939164" h="114300">
                <a:moveTo>
                  <a:pt x="824484" y="0"/>
                </a:moveTo>
                <a:lnTo>
                  <a:pt x="824484" y="114300"/>
                </a:lnTo>
                <a:lnTo>
                  <a:pt x="900684" y="76200"/>
                </a:lnTo>
                <a:lnTo>
                  <a:pt x="843534" y="76200"/>
                </a:lnTo>
                <a:lnTo>
                  <a:pt x="843534" y="38100"/>
                </a:lnTo>
                <a:lnTo>
                  <a:pt x="900684" y="38100"/>
                </a:lnTo>
                <a:lnTo>
                  <a:pt x="824484" y="0"/>
                </a:lnTo>
                <a:close/>
              </a:path>
              <a:path w="939164" h="114300">
                <a:moveTo>
                  <a:pt x="8244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4484" y="76200"/>
                </a:lnTo>
                <a:lnTo>
                  <a:pt x="824484" y="38100"/>
                </a:lnTo>
                <a:close/>
              </a:path>
              <a:path w="939164" h="114300">
                <a:moveTo>
                  <a:pt x="900684" y="38100"/>
                </a:moveTo>
                <a:lnTo>
                  <a:pt x="843534" y="38100"/>
                </a:lnTo>
                <a:lnTo>
                  <a:pt x="843534" y="76200"/>
                </a:lnTo>
                <a:lnTo>
                  <a:pt x="900684" y="76200"/>
                </a:lnTo>
                <a:lnTo>
                  <a:pt x="938784" y="57150"/>
                </a:lnTo>
                <a:lnTo>
                  <a:pt x="900684" y="381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505705" y="4763770"/>
            <a:ext cx="159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5940" y="991565"/>
            <a:ext cx="1976755" cy="5873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31800" indent="-419734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31800" algn="l"/>
                <a:tab pos="43243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68802" y="1052830"/>
            <a:ext cx="50501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60438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（状态集合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弧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转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换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3060" sz="3975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793" y="1712066"/>
            <a:ext cx="7849870" cy="4886960"/>
          </a:xfrm>
          <a:prstGeom prst="rect">
            <a:avLst/>
          </a:prstGeom>
        </p:spPr>
        <p:txBody>
          <a:bodyPr wrap="square" lIns="0" tIns="240665" rIns="0" bIns="0" rtlCol="0" vert="horz">
            <a:spAutoFit/>
          </a:bodyPr>
          <a:lstStyle/>
          <a:p>
            <a:pPr marL="371475">
              <a:lnSpc>
                <a:spcPct val="100000"/>
              </a:lnSpc>
              <a:spcBef>
                <a:spcPts val="1895"/>
              </a:spcBef>
            </a:pP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000" spc="-8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75" b="1">
                <a:solidFill>
                  <a:srgbClr val="FFFFFF"/>
                </a:solidFill>
                <a:latin typeface="Times New Roman"/>
                <a:cs typeface="Times New Roman"/>
              </a:rPr>
              <a:t>NFA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' =(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3000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409575">
              <a:lnSpc>
                <a:spcPct val="100000"/>
              </a:lnSpc>
              <a:spcBef>
                <a:spcPts val="180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假定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则定义</a:t>
            </a:r>
            <a:endParaRPr sz="3000">
              <a:latin typeface="宋体"/>
              <a:cs typeface="宋体"/>
            </a:endParaRPr>
          </a:p>
          <a:p>
            <a:pPr marL="409575">
              <a:lnSpc>
                <a:spcPct val="100000"/>
              </a:lnSpc>
              <a:spcBef>
                <a:spcPts val="1650"/>
              </a:spcBef>
            </a:pP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3148" sz="3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-closure({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000" spc="-10" b="1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1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15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-close(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)})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620"/>
              </a:spcBef>
              <a:tabLst>
                <a:tab pos="478155" algn="l"/>
              </a:tabLst>
            </a:pPr>
            <a:r>
              <a:rPr dirty="0" sz="3200">
                <a:solidFill>
                  <a:srgbClr val="CC99FF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CC99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00CC00"/>
                </a:solidFill>
                <a:latin typeface="宋体"/>
                <a:cs typeface="宋体"/>
              </a:rPr>
              <a:t>计算</a:t>
            </a:r>
            <a:r>
              <a:rPr dirty="0" sz="3200" spc="5" b="1" i="1">
                <a:solidFill>
                  <a:srgbClr val="00CC00"/>
                </a:solidFill>
                <a:latin typeface="Times New Roman"/>
                <a:cs typeface="Times New Roman"/>
              </a:rPr>
              <a:t>I</a:t>
            </a:r>
            <a:r>
              <a:rPr dirty="0" baseline="-23809" sz="3150" spc="7" b="1" i="1">
                <a:solidFill>
                  <a:srgbClr val="00CC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00CC00"/>
                </a:solidFill>
                <a:latin typeface="宋体"/>
                <a:cs typeface="宋体"/>
              </a:rPr>
              <a:t>需三步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6364">
              <a:lnSpc>
                <a:spcPct val="100000"/>
              </a:lnSpc>
              <a:spcBef>
                <a:spcPts val="164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150" spc="-5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闭包；闭包的映射集；映射集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150" spc="-5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闭包。</a:t>
            </a:r>
            <a:endParaRPr sz="3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625"/>
              </a:spcBef>
            </a:pP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3148" sz="36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-closure</a:t>
            </a:r>
            <a:r>
              <a:rPr dirty="0" sz="3000" spc="-10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0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40" b="1">
                <a:solidFill>
                  <a:srgbClr val="D2360C"/>
                </a:solidFill>
                <a:latin typeface="Times New Roman"/>
                <a:cs typeface="Times New Roman"/>
              </a:rPr>
              <a:t>(</a:t>
            </a:r>
            <a:r>
              <a:rPr dirty="0" sz="3150" spc="-4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1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-close(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D2360C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4642" y="756031"/>
            <a:ext cx="12846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26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4342" y="807847"/>
            <a:ext cx="3253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3317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如例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25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458" y="1336742"/>
            <a:ext cx="4667885" cy="295021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570"/>
              </a:spcBef>
              <a:tabLst>
                <a:tab pos="156845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spc="10" b="1" i="1">
                <a:solidFill>
                  <a:srgbClr val="FFCCCC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1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endParaRPr baseline="-15873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则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-closure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（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）＝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{1,</a:t>
            </a:r>
            <a:r>
              <a:rPr dirty="0" sz="3200" spc="-5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2}</a:t>
            </a:r>
            <a:endParaRPr sz="32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960"/>
              </a:spcBef>
            </a:pP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({1,2},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)=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(1,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∪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(2,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2170430">
              <a:lnSpc>
                <a:spcPct val="100000"/>
              </a:lnSpc>
              <a:spcBef>
                <a:spcPts val="965"/>
              </a:spcBef>
            </a:pP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={3,4,5}</a:t>
            </a:r>
            <a:endParaRPr sz="32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960"/>
              </a:spcBef>
            </a:pPr>
            <a:r>
              <a:rPr dirty="0" sz="3200" spc="10" b="1" i="1">
                <a:solidFill>
                  <a:srgbClr val="FFCCCC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15" b="1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-52" b="1" i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-closure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CCCC"/>
                </a:solidFill>
                <a:latin typeface="Times New Roman"/>
                <a:cs typeface="Times New Roman"/>
              </a:rPr>
              <a:t>{3,4,5}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143" y="4382515"/>
            <a:ext cx="6698615" cy="224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= { 2, 3, 4, 5, 6,7,8</a:t>
            </a:r>
            <a:r>
              <a:rPr dirty="0" sz="3200" spc="-9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2,5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939800">
              <a:lnSpc>
                <a:spcPct val="100000"/>
              </a:lnSpc>
              <a:spcBef>
                <a:spcPts val="960"/>
              </a:spcBef>
              <a:tabLst>
                <a:tab pos="1757680" algn="l"/>
              </a:tabLst>
            </a:pPr>
            <a:r>
              <a:rPr dirty="0" sz="3200" spc="-10" b="1">
                <a:solidFill>
                  <a:srgbClr val="CCEBFF"/>
                </a:solidFill>
                <a:latin typeface="宋体"/>
                <a:cs typeface="宋体"/>
              </a:rPr>
              <a:t>则	</a:t>
            </a:r>
            <a:r>
              <a:rPr dirty="0" sz="3200" spc="5" b="1" i="1">
                <a:solidFill>
                  <a:srgbClr val="CCEBFF"/>
                </a:solidFill>
                <a:latin typeface="Times New Roman"/>
                <a:cs typeface="Times New Roman"/>
              </a:rPr>
              <a:t>I</a:t>
            </a:r>
            <a:r>
              <a:rPr dirty="0" baseline="-12578" sz="3975" spc="7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baseline="-12578" sz="3975" spc="-209" b="1" i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-closure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（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({2,5,6},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2159000">
              <a:lnSpc>
                <a:spcPct val="100000"/>
              </a:lnSpc>
              <a:spcBef>
                <a:spcPts val="965"/>
              </a:spcBef>
            </a:pP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ε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-closure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{3}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）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= 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{ 3,8</a:t>
            </a:r>
            <a:r>
              <a:rPr dirty="0" sz="3200" spc="-7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97602" y="496062"/>
            <a:ext cx="3845560" cy="3390900"/>
          </a:xfrm>
          <a:custGeom>
            <a:avLst/>
            <a:gdLst/>
            <a:ahLst/>
            <a:cxnLst/>
            <a:rect l="l" t="t" r="r" b="b"/>
            <a:pathLst>
              <a:path w="3845559" h="3390900">
                <a:moveTo>
                  <a:pt x="0" y="3390900"/>
                </a:moveTo>
                <a:lnTo>
                  <a:pt x="3845052" y="3390900"/>
                </a:lnTo>
                <a:lnTo>
                  <a:pt x="3845052" y="0"/>
                </a:lnTo>
                <a:lnTo>
                  <a:pt x="0" y="0"/>
                </a:lnTo>
                <a:lnTo>
                  <a:pt x="0" y="339090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97602" y="496062"/>
            <a:ext cx="3845560" cy="3390900"/>
          </a:xfrm>
          <a:custGeom>
            <a:avLst/>
            <a:gdLst/>
            <a:ahLst/>
            <a:cxnLst/>
            <a:rect l="l" t="t" r="r" b="b"/>
            <a:pathLst>
              <a:path w="3845559" h="3390900">
                <a:moveTo>
                  <a:pt x="0" y="3390900"/>
                </a:moveTo>
                <a:lnTo>
                  <a:pt x="3845052" y="3390900"/>
                </a:lnTo>
                <a:lnTo>
                  <a:pt x="3845052" y="0"/>
                </a:lnTo>
                <a:lnTo>
                  <a:pt x="0" y="0"/>
                </a:lnTo>
                <a:lnTo>
                  <a:pt x="0" y="33909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41085" y="1844801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14491" y="185940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53021" y="179451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27063" y="180873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9238" y="179451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7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5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7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08314" y="1811273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7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5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7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682355" y="182519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53021" y="730758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3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3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727063" y="7456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45985" y="3228594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5">
                <a:moveTo>
                  <a:pt x="0" y="252983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3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7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820027" y="324289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38209" y="1709166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4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4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8" y="355854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4" y="711708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42097" y="697230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4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672196" y="71183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71993" y="596645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3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3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7" y="355853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3" y="711707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792973" y="3124961"/>
            <a:ext cx="349250" cy="506095"/>
          </a:xfrm>
          <a:custGeom>
            <a:avLst/>
            <a:gdLst/>
            <a:ahLst/>
            <a:cxnLst/>
            <a:rect l="l" t="t" r="r" b="b"/>
            <a:pathLst>
              <a:path w="349250" h="506095">
                <a:moveTo>
                  <a:pt x="0" y="252984"/>
                </a:moveTo>
                <a:lnTo>
                  <a:pt x="4607" y="194983"/>
                </a:lnTo>
                <a:lnTo>
                  <a:pt x="17732" y="141736"/>
                </a:lnTo>
                <a:lnTo>
                  <a:pt x="38328" y="94763"/>
                </a:lnTo>
                <a:lnTo>
                  <a:pt x="65349" y="55583"/>
                </a:lnTo>
                <a:lnTo>
                  <a:pt x="97749" y="25716"/>
                </a:lnTo>
                <a:lnTo>
                  <a:pt x="134480" y="6682"/>
                </a:lnTo>
                <a:lnTo>
                  <a:pt x="174498" y="0"/>
                </a:lnTo>
                <a:lnTo>
                  <a:pt x="214515" y="6682"/>
                </a:lnTo>
                <a:lnTo>
                  <a:pt x="251246" y="25716"/>
                </a:lnTo>
                <a:lnTo>
                  <a:pt x="283646" y="55583"/>
                </a:lnTo>
                <a:lnTo>
                  <a:pt x="310667" y="94763"/>
                </a:lnTo>
                <a:lnTo>
                  <a:pt x="331263" y="141736"/>
                </a:lnTo>
                <a:lnTo>
                  <a:pt x="344388" y="194983"/>
                </a:lnTo>
                <a:lnTo>
                  <a:pt x="348996" y="252984"/>
                </a:lnTo>
                <a:lnTo>
                  <a:pt x="344388" y="310984"/>
                </a:lnTo>
                <a:lnTo>
                  <a:pt x="331263" y="364231"/>
                </a:lnTo>
                <a:lnTo>
                  <a:pt x="310667" y="411204"/>
                </a:lnTo>
                <a:lnTo>
                  <a:pt x="283646" y="450384"/>
                </a:lnTo>
                <a:lnTo>
                  <a:pt x="251246" y="480251"/>
                </a:lnTo>
                <a:lnTo>
                  <a:pt x="214515" y="499285"/>
                </a:lnTo>
                <a:lnTo>
                  <a:pt x="174498" y="505968"/>
                </a:lnTo>
                <a:lnTo>
                  <a:pt x="134480" y="499285"/>
                </a:lnTo>
                <a:lnTo>
                  <a:pt x="97749" y="480251"/>
                </a:lnTo>
                <a:lnTo>
                  <a:pt x="65349" y="450384"/>
                </a:lnTo>
                <a:lnTo>
                  <a:pt x="38328" y="411204"/>
                </a:lnTo>
                <a:lnTo>
                  <a:pt x="17732" y="364231"/>
                </a:lnTo>
                <a:lnTo>
                  <a:pt x="4607" y="310984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867650" y="313918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22869" y="3022854"/>
            <a:ext cx="490855" cy="711835"/>
          </a:xfrm>
          <a:custGeom>
            <a:avLst/>
            <a:gdLst/>
            <a:ahLst/>
            <a:cxnLst/>
            <a:rect l="l" t="t" r="r" b="b"/>
            <a:pathLst>
              <a:path w="490854" h="711835">
                <a:moveTo>
                  <a:pt x="0" y="355854"/>
                </a:moveTo>
                <a:lnTo>
                  <a:pt x="3211" y="298117"/>
                </a:lnTo>
                <a:lnTo>
                  <a:pt x="12508" y="243352"/>
                </a:lnTo>
                <a:lnTo>
                  <a:pt x="27387" y="192290"/>
                </a:lnTo>
                <a:lnTo>
                  <a:pt x="47341" y="145663"/>
                </a:lnTo>
                <a:lnTo>
                  <a:pt x="71866" y="104203"/>
                </a:lnTo>
                <a:lnTo>
                  <a:pt x="100455" y="68640"/>
                </a:lnTo>
                <a:lnTo>
                  <a:pt x="132605" y="39707"/>
                </a:lnTo>
                <a:lnTo>
                  <a:pt x="167810" y="18135"/>
                </a:lnTo>
                <a:lnTo>
                  <a:pt x="205565" y="4655"/>
                </a:lnTo>
                <a:lnTo>
                  <a:pt x="245363" y="0"/>
                </a:lnTo>
                <a:lnTo>
                  <a:pt x="285162" y="4655"/>
                </a:lnTo>
                <a:lnTo>
                  <a:pt x="322917" y="18135"/>
                </a:lnTo>
                <a:lnTo>
                  <a:pt x="358122" y="39707"/>
                </a:lnTo>
                <a:lnTo>
                  <a:pt x="390272" y="68640"/>
                </a:lnTo>
                <a:lnTo>
                  <a:pt x="418861" y="104203"/>
                </a:lnTo>
                <a:lnTo>
                  <a:pt x="443386" y="145663"/>
                </a:lnTo>
                <a:lnTo>
                  <a:pt x="463340" y="192290"/>
                </a:lnTo>
                <a:lnTo>
                  <a:pt x="478219" y="243352"/>
                </a:lnTo>
                <a:lnTo>
                  <a:pt x="487516" y="298117"/>
                </a:lnTo>
                <a:lnTo>
                  <a:pt x="490727" y="355854"/>
                </a:lnTo>
                <a:lnTo>
                  <a:pt x="487516" y="413590"/>
                </a:lnTo>
                <a:lnTo>
                  <a:pt x="478219" y="468355"/>
                </a:lnTo>
                <a:lnTo>
                  <a:pt x="463340" y="519417"/>
                </a:lnTo>
                <a:lnTo>
                  <a:pt x="443386" y="566044"/>
                </a:lnTo>
                <a:lnTo>
                  <a:pt x="418861" y="607504"/>
                </a:lnTo>
                <a:lnTo>
                  <a:pt x="390272" y="643067"/>
                </a:lnTo>
                <a:lnTo>
                  <a:pt x="358122" y="672000"/>
                </a:lnTo>
                <a:lnTo>
                  <a:pt x="322917" y="693572"/>
                </a:lnTo>
                <a:lnTo>
                  <a:pt x="285162" y="707052"/>
                </a:lnTo>
                <a:lnTo>
                  <a:pt x="245363" y="711708"/>
                </a:lnTo>
                <a:lnTo>
                  <a:pt x="205565" y="707052"/>
                </a:lnTo>
                <a:lnTo>
                  <a:pt x="167810" y="693572"/>
                </a:lnTo>
                <a:lnTo>
                  <a:pt x="132605" y="672000"/>
                </a:lnTo>
                <a:lnTo>
                  <a:pt x="100455" y="643067"/>
                </a:lnTo>
                <a:lnTo>
                  <a:pt x="71866" y="607504"/>
                </a:lnTo>
                <a:lnTo>
                  <a:pt x="47341" y="566044"/>
                </a:lnTo>
                <a:lnTo>
                  <a:pt x="27387" y="519417"/>
                </a:lnTo>
                <a:lnTo>
                  <a:pt x="12508" y="468355"/>
                </a:lnTo>
                <a:lnTo>
                  <a:pt x="3211" y="413590"/>
                </a:lnTo>
                <a:lnTo>
                  <a:pt x="0" y="3558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05753" y="1052322"/>
            <a:ext cx="770255" cy="855980"/>
          </a:xfrm>
          <a:custGeom>
            <a:avLst/>
            <a:gdLst/>
            <a:ahLst/>
            <a:cxnLst/>
            <a:rect l="l" t="t" r="r" b="b"/>
            <a:pathLst>
              <a:path w="770254" h="855980">
                <a:moveTo>
                  <a:pt x="679633" y="72402"/>
                </a:moveTo>
                <a:lnTo>
                  <a:pt x="0" y="830072"/>
                </a:lnTo>
                <a:lnTo>
                  <a:pt x="28448" y="855472"/>
                </a:lnTo>
                <a:lnTo>
                  <a:pt x="707974" y="97782"/>
                </a:lnTo>
                <a:lnTo>
                  <a:pt x="679633" y="72402"/>
                </a:lnTo>
                <a:close/>
              </a:path>
              <a:path w="770254" h="855980">
                <a:moveTo>
                  <a:pt x="754177" y="58165"/>
                </a:moveTo>
                <a:lnTo>
                  <a:pt x="692403" y="58165"/>
                </a:lnTo>
                <a:lnTo>
                  <a:pt x="720725" y="83565"/>
                </a:lnTo>
                <a:lnTo>
                  <a:pt x="707974" y="97782"/>
                </a:lnTo>
                <a:lnTo>
                  <a:pt x="736346" y="123189"/>
                </a:lnTo>
                <a:lnTo>
                  <a:pt x="754177" y="58165"/>
                </a:lnTo>
                <a:close/>
              </a:path>
              <a:path w="770254" h="855980">
                <a:moveTo>
                  <a:pt x="692403" y="58165"/>
                </a:moveTo>
                <a:lnTo>
                  <a:pt x="679633" y="72402"/>
                </a:lnTo>
                <a:lnTo>
                  <a:pt x="707974" y="97782"/>
                </a:lnTo>
                <a:lnTo>
                  <a:pt x="720725" y="83565"/>
                </a:lnTo>
                <a:lnTo>
                  <a:pt x="692403" y="58165"/>
                </a:lnTo>
                <a:close/>
              </a:path>
              <a:path w="770254" h="855980">
                <a:moveTo>
                  <a:pt x="770127" y="0"/>
                </a:moveTo>
                <a:lnTo>
                  <a:pt x="651255" y="46989"/>
                </a:lnTo>
                <a:lnTo>
                  <a:pt x="679633" y="72402"/>
                </a:lnTo>
                <a:lnTo>
                  <a:pt x="692403" y="58165"/>
                </a:lnTo>
                <a:lnTo>
                  <a:pt x="754177" y="58165"/>
                </a:lnTo>
                <a:lnTo>
                  <a:pt x="77012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02018" y="893063"/>
            <a:ext cx="570230" cy="114300"/>
          </a:xfrm>
          <a:custGeom>
            <a:avLst/>
            <a:gdLst/>
            <a:ahLst/>
            <a:cxnLst/>
            <a:rect l="l" t="t" r="r" b="b"/>
            <a:pathLst>
              <a:path w="570229" h="114300">
                <a:moveTo>
                  <a:pt x="455675" y="0"/>
                </a:moveTo>
                <a:lnTo>
                  <a:pt x="455675" y="114300"/>
                </a:lnTo>
                <a:lnTo>
                  <a:pt x="531876" y="76200"/>
                </a:lnTo>
                <a:lnTo>
                  <a:pt x="474725" y="76200"/>
                </a:lnTo>
                <a:lnTo>
                  <a:pt x="474725" y="38100"/>
                </a:lnTo>
                <a:lnTo>
                  <a:pt x="531876" y="38100"/>
                </a:lnTo>
                <a:lnTo>
                  <a:pt x="455675" y="0"/>
                </a:lnTo>
                <a:close/>
              </a:path>
              <a:path w="570229" h="114300">
                <a:moveTo>
                  <a:pt x="45567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55675" y="76200"/>
                </a:lnTo>
                <a:lnTo>
                  <a:pt x="455675" y="38100"/>
                </a:lnTo>
                <a:close/>
              </a:path>
              <a:path w="570229" h="114300">
                <a:moveTo>
                  <a:pt x="531876" y="38100"/>
                </a:moveTo>
                <a:lnTo>
                  <a:pt x="474725" y="38100"/>
                </a:lnTo>
                <a:lnTo>
                  <a:pt x="474725" y="76200"/>
                </a:lnTo>
                <a:lnTo>
                  <a:pt x="531876" y="76200"/>
                </a:lnTo>
                <a:lnTo>
                  <a:pt x="569976" y="57150"/>
                </a:lnTo>
                <a:lnTo>
                  <a:pt x="531876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990082" y="1990344"/>
            <a:ext cx="662940" cy="114300"/>
          </a:xfrm>
          <a:custGeom>
            <a:avLst/>
            <a:gdLst/>
            <a:ahLst/>
            <a:cxnLst/>
            <a:rect l="l" t="t" r="r" b="b"/>
            <a:pathLst>
              <a:path w="662940" h="114300">
                <a:moveTo>
                  <a:pt x="548639" y="0"/>
                </a:moveTo>
                <a:lnTo>
                  <a:pt x="548639" y="114300"/>
                </a:lnTo>
                <a:lnTo>
                  <a:pt x="624839" y="76200"/>
                </a:lnTo>
                <a:lnTo>
                  <a:pt x="567689" y="76200"/>
                </a:lnTo>
                <a:lnTo>
                  <a:pt x="567689" y="38100"/>
                </a:lnTo>
                <a:lnTo>
                  <a:pt x="624839" y="38100"/>
                </a:lnTo>
                <a:lnTo>
                  <a:pt x="548639" y="0"/>
                </a:lnTo>
                <a:close/>
              </a:path>
              <a:path w="662940" h="114300">
                <a:moveTo>
                  <a:pt x="5486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48639" y="76200"/>
                </a:lnTo>
                <a:lnTo>
                  <a:pt x="548639" y="38100"/>
                </a:lnTo>
                <a:close/>
              </a:path>
              <a:path w="662940" h="114300">
                <a:moveTo>
                  <a:pt x="624839" y="38100"/>
                </a:moveTo>
                <a:lnTo>
                  <a:pt x="567689" y="38100"/>
                </a:lnTo>
                <a:lnTo>
                  <a:pt x="567689" y="76200"/>
                </a:lnTo>
                <a:lnTo>
                  <a:pt x="624839" y="76200"/>
                </a:lnTo>
                <a:lnTo>
                  <a:pt x="662939" y="57150"/>
                </a:lnTo>
                <a:lnTo>
                  <a:pt x="624839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02018" y="1990344"/>
            <a:ext cx="620395" cy="114300"/>
          </a:xfrm>
          <a:custGeom>
            <a:avLst/>
            <a:gdLst/>
            <a:ahLst/>
            <a:cxnLst/>
            <a:rect l="l" t="t" r="r" b="b"/>
            <a:pathLst>
              <a:path w="620395" h="114300">
                <a:moveTo>
                  <a:pt x="505967" y="0"/>
                </a:moveTo>
                <a:lnTo>
                  <a:pt x="505967" y="114300"/>
                </a:lnTo>
                <a:lnTo>
                  <a:pt x="582167" y="76200"/>
                </a:lnTo>
                <a:lnTo>
                  <a:pt x="525017" y="76200"/>
                </a:lnTo>
                <a:lnTo>
                  <a:pt x="525017" y="38100"/>
                </a:lnTo>
                <a:lnTo>
                  <a:pt x="582167" y="38100"/>
                </a:lnTo>
                <a:lnTo>
                  <a:pt x="505967" y="0"/>
                </a:lnTo>
                <a:close/>
              </a:path>
              <a:path w="620395" h="114300">
                <a:moveTo>
                  <a:pt x="50596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5967" y="76200"/>
                </a:lnTo>
                <a:lnTo>
                  <a:pt x="505967" y="38100"/>
                </a:lnTo>
                <a:close/>
              </a:path>
              <a:path w="620395" h="114300">
                <a:moveTo>
                  <a:pt x="582167" y="38100"/>
                </a:moveTo>
                <a:lnTo>
                  <a:pt x="525017" y="38100"/>
                </a:lnTo>
                <a:lnTo>
                  <a:pt x="525017" y="76200"/>
                </a:lnTo>
                <a:lnTo>
                  <a:pt x="582167" y="76200"/>
                </a:lnTo>
                <a:lnTo>
                  <a:pt x="620267" y="57150"/>
                </a:lnTo>
                <a:lnTo>
                  <a:pt x="582167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68233" y="2007107"/>
            <a:ext cx="576580" cy="114300"/>
          </a:xfrm>
          <a:custGeom>
            <a:avLst/>
            <a:gdLst/>
            <a:ahLst/>
            <a:cxnLst/>
            <a:rect l="l" t="t" r="r" b="b"/>
            <a:pathLst>
              <a:path w="576579" h="114300">
                <a:moveTo>
                  <a:pt x="461772" y="0"/>
                </a:moveTo>
                <a:lnTo>
                  <a:pt x="461772" y="114300"/>
                </a:lnTo>
                <a:lnTo>
                  <a:pt x="537972" y="76200"/>
                </a:lnTo>
                <a:lnTo>
                  <a:pt x="480822" y="76200"/>
                </a:lnTo>
                <a:lnTo>
                  <a:pt x="480822" y="38100"/>
                </a:lnTo>
                <a:lnTo>
                  <a:pt x="537972" y="38100"/>
                </a:lnTo>
                <a:lnTo>
                  <a:pt x="461772" y="0"/>
                </a:lnTo>
                <a:close/>
              </a:path>
              <a:path w="576579" h="114300">
                <a:moveTo>
                  <a:pt x="4617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1772" y="76200"/>
                </a:lnTo>
                <a:lnTo>
                  <a:pt x="461772" y="38100"/>
                </a:lnTo>
                <a:close/>
              </a:path>
              <a:path w="576579" h="114300">
                <a:moveTo>
                  <a:pt x="537972" y="38100"/>
                </a:moveTo>
                <a:lnTo>
                  <a:pt x="480822" y="38100"/>
                </a:lnTo>
                <a:lnTo>
                  <a:pt x="480822" y="76200"/>
                </a:lnTo>
                <a:lnTo>
                  <a:pt x="537972" y="76200"/>
                </a:lnTo>
                <a:lnTo>
                  <a:pt x="576072" y="57150"/>
                </a:lnTo>
                <a:lnTo>
                  <a:pt x="537972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05119" y="2288539"/>
            <a:ext cx="841375" cy="1036319"/>
          </a:xfrm>
          <a:custGeom>
            <a:avLst/>
            <a:gdLst/>
            <a:ahLst/>
            <a:cxnLst/>
            <a:rect l="l" t="t" r="r" b="b"/>
            <a:pathLst>
              <a:path w="841375" h="1036320">
                <a:moveTo>
                  <a:pt x="754282" y="959071"/>
                </a:moveTo>
                <a:lnTo>
                  <a:pt x="724661" y="982980"/>
                </a:lnTo>
                <a:lnTo>
                  <a:pt x="840866" y="1036065"/>
                </a:lnTo>
                <a:lnTo>
                  <a:pt x="827256" y="973836"/>
                </a:lnTo>
                <a:lnTo>
                  <a:pt x="766190" y="973836"/>
                </a:lnTo>
                <a:lnTo>
                  <a:pt x="754282" y="959071"/>
                </a:lnTo>
                <a:close/>
              </a:path>
              <a:path w="841375" h="1036320">
                <a:moveTo>
                  <a:pt x="783946" y="935128"/>
                </a:moveTo>
                <a:lnTo>
                  <a:pt x="754282" y="959071"/>
                </a:lnTo>
                <a:lnTo>
                  <a:pt x="766190" y="973836"/>
                </a:lnTo>
                <a:lnTo>
                  <a:pt x="795908" y="949960"/>
                </a:lnTo>
                <a:lnTo>
                  <a:pt x="783946" y="935128"/>
                </a:lnTo>
                <a:close/>
              </a:path>
              <a:path w="841375" h="1036320">
                <a:moveTo>
                  <a:pt x="813561" y="911225"/>
                </a:moveTo>
                <a:lnTo>
                  <a:pt x="783946" y="935128"/>
                </a:lnTo>
                <a:lnTo>
                  <a:pt x="795908" y="949960"/>
                </a:lnTo>
                <a:lnTo>
                  <a:pt x="766190" y="973836"/>
                </a:lnTo>
                <a:lnTo>
                  <a:pt x="827256" y="973836"/>
                </a:lnTo>
                <a:lnTo>
                  <a:pt x="813561" y="911225"/>
                </a:lnTo>
                <a:close/>
              </a:path>
              <a:path w="841375" h="1036320">
                <a:moveTo>
                  <a:pt x="29717" y="0"/>
                </a:moveTo>
                <a:lnTo>
                  <a:pt x="0" y="23875"/>
                </a:lnTo>
                <a:lnTo>
                  <a:pt x="754282" y="959071"/>
                </a:lnTo>
                <a:lnTo>
                  <a:pt x="783946" y="935128"/>
                </a:lnTo>
                <a:lnTo>
                  <a:pt x="2971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094981" y="3404615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009513" y="107238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47840" y="250405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65923" y="3043504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92897" y="1644218"/>
            <a:ext cx="5537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4335" algn="l"/>
              </a:tabLst>
            </a:pPr>
            <a:r>
              <a:rPr dirty="0" baseline="-25793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25793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0526" y="1644218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89826" y="1206753"/>
            <a:ext cx="634365" cy="655320"/>
          </a:xfrm>
          <a:custGeom>
            <a:avLst/>
            <a:gdLst/>
            <a:ahLst/>
            <a:cxnLst/>
            <a:rect l="l" t="t" r="r" b="b"/>
            <a:pathLst>
              <a:path w="634365" h="655319">
                <a:moveTo>
                  <a:pt x="38353" y="532892"/>
                </a:moveTo>
                <a:lnTo>
                  <a:pt x="0" y="654812"/>
                </a:lnTo>
                <a:lnTo>
                  <a:pt x="120523" y="612394"/>
                </a:lnTo>
                <a:lnTo>
                  <a:pt x="107265" y="599567"/>
                </a:lnTo>
                <a:lnTo>
                  <a:pt x="79882" y="599567"/>
                </a:lnTo>
                <a:lnTo>
                  <a:pt x="52450" y="573151"/>
                </a:lnTo>
                <a:lnTo>
                  <a:pt x="65747" y="559396"/>
                </a:lnTo>
                <a:lnTo>
                  <a:pt x="38353" y="532892"/>
                </a:lnTo>
                <a:close/>
              </a:path>
              <a:path w="634365" h="655319">
                <a:moveTo>
                  <a:pt x="65747" y="559396"/>
                </a:moveTo>
                <a:lnTo>
                  <a:pt x="52450" y="573151"/>
                </a:lnTo>
                <a:lnTo>
                  <a:pt x="79882" y="599567"/>
                </a:lnTo>
                <a:lnTo>
                  <a:pt x="93117" y="585877"/>
                </a:lnTo>
                <a:lnTo>
                  <a:pt x="65747" y="559396"/>
                </a:lnTo>
                <a:close/>
              </a:path>
              <a:path w="634365" h="655319">
                <a:moveTo>
                  <a:pt x="93117" y="585877"/>
                </a:moveTo>
                <a:lnTo>
                  <a:pt x="79882" y="599567"/>
                </a:lnTo>
                <a:lnTo>
                  <a:pt x="107265" y="599567"/>
                </a:lnTo>
                <a:lnTo>
                  <a:pt x="93117" y="585877"/>
                </a:lnTo>
                <a:close/>
              </a:path>
              <a:path w="634365" h="655319">
                <a:moveTo>
                  <a:pt x="606551" y="0"/>
                </a:moveTo>
                <a:lnTo>
                  <a:pt x="65747" y="559396"/>
                </a:lnTo>
                <a:lnTo>
                  <a:pt x="93117" y="585877"/>
                </a:lnTo>
                <a:lnTo>
                  <a:pt x="633983" y="26416"/>
                </a:lnTo>
                <a:lnTo>
                  <a:pt x="606551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096506" y="355117"/>
            <a:ext cx="327660" cy="1759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3664" indent="46990">
              <a:lnSpc>
                <a:spcPct val="1414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79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97602" y="2028444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4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4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7340" y="1189792"/>
            <a:ext cx="5242560" cy="222123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277495" indent="-265430">
              <a:lnSpc>
                <a:spcPct val="100000"/>
              </a:lnSpc>
              <a:spcBef>
                <a:spcPts val="2025"/>
              </a:spcBef>
              <a:buClr>
                <a:srgbClr val="66FFFF"/>
              </a:buClr>
              <a:buSzPct val="101562"/>
              <a:buFont typeface="Wingdings"/>
              <a:buChar char=""/>
              <a:tabLst>
                <a:tab pos="278130" algn="l"/>
              </a:tabLst>
            </a:pPr>
            <a:r>
              <a:rPr dirty="0" u="heavy" sz="3200" spc="-8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确定化关键：</a:t>
            </a:r>
            <a:endParaRPr sz="32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192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消去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弧；</a:t>
            </a:r>
            <a:endParaRPr sz="3200">
              <a:latin typeface="宋体"/>
              <a:cs typeface="宋体"/>
            </a:endParaRPr>
          </a:p>
          <a:p>
            <a:pPr marL="520065">
              <a:lnSpc>
                <a:spcPct val="100000"/>
              </a:lnSpc>
              <a:spcBef>
                <a:spcPts val="192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解决映射不唯一问题。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7944" y="2071116"/>
            <a:ext cx="2458720" cy="581025"/>
          </a:xfrm>
          <a:prstGeom prst="rect">
            <a:avLst/>
          </a:prstGeom>
          <a:solidFill>
            <a:srgbClr val="DDDDDD"/>
          </a:solidFill>
        </p:spPr>
        <p:txBody>
          <a:bodyPr wrap="square" lIns="0" tIns="3365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265"/>
              </a:spcBef>
            </a:pPr>
            <a:r>
              <a:rPr dirty="0" sz="3200" spc="-5" b="1" i="1">
                <a:latin typeface="Times New Roman"/>
                <a:cs typeface="Times New Roman"/>
              </a:rPr>
              <a:t>ε</a:t>
            </a:r>
            <a:r>
              <a:rPr dirty="0" sz="3200" spc="-5" b="1">
                <a:latin typeface="Times New Roman"/>
                <a:cs typeface="Times New Roman"/>
              </a:rPr>
              <a:t>-closure(</a:t>
            </a:r>
            <a:r>
              <a:rPr dirty="0" sz="3200" spc="-5" b="1" i="1">
                <a:latin typeface="Times New Roman"/>
                <a:cs typeface="Times New Roman"/>
              </a:rPr>
              <a:t>I</a:t>
            </a:r>
            <a:r>
              <a:rPr dirty="0" sz="3200" spc="-5" b="1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90644" y="2185416"/>
            <a:ext cx="1257300" cy="329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324600" y="2872739"/>
            <a:ext cx="1620520" cy="581025"/>
          </a:xfrm>
          <a:prstGeom prst="rect">
            <a:avLst/>
          </a:prstGeom>
          <a:solidFill>
            <a:srgbClr val="DDDDDD"/>
          </a:solidFill>
        </p:spPr>
        <p:txBody>
          <a:bodyPr wrap="square" lIns="0" tIns="38100" rIns="0" bIns="0" rtlCol="0" vert="horz">
            <a:spAutoFit/>
          </a:bodyPr>
          <a:lstStyle/>
          <a:p>
            <a:pPr marL="458470">
              <a:lnSpc>
                <a:spcPct val="100000"/>
              </a:lnSpc>
              <a:spcBef>
                <a:spcPts val="300"/>
              </a:spcBef>
            </a:pPr>
            <a:r>
              <a:rPr dirty="0" sz="3200" b="1">
                <a:latin typeface="宋体"/>
                <a:cs typeface="宋体"/>
              </a:rPr>
              <a:t>求</a:t>
            </a:r>
            <a:r>
              <a:rPr dirty="0" sz="3200" spc="5" b="1" i="1">
                <a:latin typeface="Times New Roman"/>
                <a:cs typeface="Times New Roman"/>
              </a:rPr>
              <a:t>I</a:t>
            </a:r>
            <a:r>
              <a:rPr dirty="0" baseline="-21164" sz="3150" spc="7" b="1" i="1">
                <a:latin typeface="Times New Roman"/>
                <a:cs typeface="Times New Roman"/>
              </a:rPr>
              <a:t>a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86400" y="2987039"/>
            <a:ext cx="838200" cy="342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77061" y="3601973"/>
            <a:ext cx="7620000" cy="0"/>
          </a:xfrm>
          <a:custGeom>
            <a:avLst/>
            <a:gdLst/>
            <a:ahLst/>
            <a:cxnLst/>
            <a:rect l="l" t="t" r="r" b="b"/>
            <a:pathLst>
              <a:path w="7620000" h="0">
                <a:moveTo>
                  <a:pt x="0" y="0"/>
                </a:moveTo>
                <a:lnTo>
                  <a:pt x="76200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73273" y="2759201"/>
            <a:ext cx="0" cy="3744595"/>
          </a:xfrm>
          <a:custGeom>
            <a:avLst/>
            <a:gdLst/>
            <a:ahLst/>
            <a:cxnLst/>
            <a:rect l="l" t="t" r="r" b="b"/>
            <a:pathLst>
              <a:path w="0" h="3744595">
                <a:moveTo>
                  <a:pt x="0" y="0"/>
                </a:moveTo>
                <a:lnTo>
                  <a:pt x="0" y="3744468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39055" y="4386071"/>
            <a:ext cx="2799588" cy="705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39055" y="4386071"/>
            <a:ext cx="2799715" cy="706120"/>
          </a:xfrm>
          <a:custGeom>
            <a:avLst/>
            <a:gdLst/>
            <a:ahLst/>
            <a:cxnLst/>
            <a:rect l="l" t="t" r="r" b="b"/>
            <a:pathLst>
              <a:path w="2799715" h="706120">
                <a:moveTo>
                  <a:pt x="0" y="352805"/>
                </a:moveTo>
                <a:lnTo>
                  <a:pt x="16129" y="299084"/>
                </a:lnTo>
                <a:lnTo>
                  <a:pt x="44071" y="264644"/>
                </a:lnTo>
                <a:lnTo>
                  <a:pt x="84943" y="231512"/>
                </a:lnTo>
                <a:lnTo>
                  <a:pt x="138041" y="199863"/>
                </a:lnTo>
                <a:lnTo>
                  <a:pt x="202661" y="169877"/>
                </a:lnTo>
                <a:lnTo>
                  <a:pt x="239072" y="155562"/>
                </a:lnTo>
                <a:lnTo>
                  <a:pt x="278100" y="141730"/>
                </a:lnTo>
                <a:lnTo>
                  <a:pt x="319656" y="128401"/>
                </a:lnTo>
                <a:lnTo>
                  <a:pt x="363653" y="115599"/>
                </a:lnTo>
                <a:lnTo>
                  <a:pt x="410003" y="103346"/>
                </a:lnTo>
                <a:lnTo>
                  <a:pt x="458618" y="91663"/>
                </a:lnTo>
                <a:lnTo>
                  <a:pt x="509409" y="80573"/>
                </a:lnTo>
                <a:lnTo>
                  <a:pt x="562290" y="70099"/>
                </a:lnTo>
                <a:lnTo>
                  <a:pt x="617171" y="60261"/>
                </a:lnTo>
                <a:lnTo>
                  <a:pt x="673965" y="51084"/>
                </a:lnTo>
                <a:lnTo>
                  <a:pt x="732584" y="42588"/>
                </a:lnTo>
                <a:lnTo>
                  <a:pt x="792941" y="34795"/>
                </a:lnTo>
                <a:lnTo>
                  <a:pt x="854946" y="27729"/>
                </a:lnTo>
                <a:lnTo>
                  <a:pt x="918512" y="21411"/>
                </a:lnTo>
                <a:lnTo>
                  <a:pt x="983551" y="15864"/>
                </a:lnTo>
                <a:lnTo>
                  <a:pt x="1049975" y="11109"/>
                </a:lnTo>
                <a:lnTo>
                  <a:pt x="1117696" y="7169"/>
                </a:lnTo>
                <a:lnTo>
                  <a:pt x="1186627" y="4065"/>
                </a:lnTo>
                <a:lnTo>
                  <a:pt x="1256679" y="1821"/>
                </a:lnTo>
                <a:lnTo>
                  <a:pt x="1327763" y="459"/>
                </a:lnTo>
                <a:lnTo>
                  <a:pt x="1399794" y="0"/>
                </a:lnTo>
                <a:lnTo>
                  <a:pt x="1471824" y="459"/>
                </a:lnTo>
                <a:lnTo>
                  <a:pt x="1542908" y="1821"/>
                </a:lnTo>
                <a:lnTo>
                  <a:pt x="1612960" y="4065"/>
                </a:lnTo>
                <a:lnTo>
                  <a:pt x="1681891" y="7169"/>
                </a:lnTo>
                <a:lnTo>
                  <a:pt x="1749612" y="11109"/>
                </a:lnTo>
                <a:lnTo>
                  <a:pt x="1816036" y="15864"/>
                </a:lnTo>
                <a:lnTo>
                  <a:pt x="1881075" y="21411"/>
                </a:lnTo>
                <a:lnTo>
                  <a:pt x="1944641" y="27729"/>
                </a:lnTo>
                <a:lnTo>
                  <a:pt x="2006646" y="34795"/>
                </a:lnTo>
                <a:lnTo>
                  <a:pt x="2067003" y="42588"/>
                </a:lnTo>
                <a:lnTo>
                  <a:pt x="2125622" y="51084"/>
                </a:lnTo>
                <a:lnTo>
                  <a:pt x="2182416" y="60261"/>
                </a:lnTo>
                <a:lnTo>
                  <a:pt x="2237297" y="70099"/>
                </a:lnTo>
                <a:lnTo>
                  <a:pt x="2290178" y="80573"/>
                </a:lnTo>
                <a:lnTo>
                  <a:pt x="2340969" y="91663"/>
                </a:lnTo>
                <a:lnTo>
                  <a:pt x="2389584" y="103346"/>
                </a:lnTo>
                <a:lnTo>
                  <a:pt x="2435934" y="115599"/>
                </a:lnTo>
                <a:lnTo>
                  <a:pt x="2479931" y="128401"/>
                </a:lnTo>
                <a:lnTo>
                  <a:pt x="2521487" y="141730"/>
                </a:lnTo>
                <a:lnTo>
                  <a:pt x="2560515" y="155562"/>
                </a:lnTo>
                <a:lnTo>
                  <a:pt x="2596926" y="169877"/>
                </a:lnTo>
                <a:lnTo>
                  <a:pt x="2661546" y="199863"/>
                </a:lnTo>
                <a:lnTo>
                  <a:pt x="2714644" y="231512"/>
                </a:lnTo>
                <a:lnTo>
                  <a:pt x="2755516" y="264644"/>
                </a:lnTo>
                <a:lnTo>
                  <a:pt x="2783458" y="299084"/>
                </a:lnTo>
                <a:lnTo>
                  <a:pt x="2797766" y="334653"/>
                </a:lnTo>
                <a:lnTo>
                  <a:pt x="2799588" y="352805"/>
                </a:lnTo>
                <a:lnTo>
                  <a:pt x="2797766" y="370958"/>
                </a:lnTo>
                <a:lnTo>
                  <a:pt x="2783458" y="406527"/>
                </a:lnTo>
                <a:lnTo>
                  <a:pt x="2755516" y="440967"/>
                </a:lnTo>
                <a:lnTo>
                  <a:pt x="2714644" y="474099"/>
                </a:lnTo>
                <a:lnTo>
                  <a:pt x="2661546" y="505748"/>
                </a:lnTo>
                <a:lnTo>
                  <a:pt x="2596926" y="535734"/>
                </a:lnTo>
                <a:lnTo>
                  <a:pt x="2560515" y="550049"/>
                </a:lnTo>
                <a:lnTo>
                  <a:pt x="2521487" y="563881"/>
                </a:lnTo>
                <a:lnTo>
                  <a:pt x="2479931" y="577210"/>
                </a:lnTo>
                <a:lnTo>
                  <a:pt x="2435934" y="590012"/>
                </a:lnTo>
                <a:lnTo>
                  <a:pt x="2389584" y="602265"/>
                </a:lnTo>
                <a:lnTo>
                  <a:pt x="2340969" y="613948"/>
                </a:lnTo>
                <a:lnTo>
                  <a:pt x="2290178" y="625038"/>
                </a:lnTo>
                <a:lnTo>
                  <a:pt x="2237297" y="635512"/>
                </a:lnTo>
                <a:lnTo>
                  <a:pt x="2182416" y="645350"/>
                </a:lnTo>
                <a:lnTo>
                  <a:pt x="2125622" y="654527"/>
                </a:lnTo>
                <a:lnTo>
                  <a:pt x="2067003" y="663023"/>
                </a:lnTo>
                <a:lnTo>
                  <a:pt x="2006646" y="670816"/>
                </a:lnTo>
                <a:lnTo>
                  <a:pt x="1944641" y="677882"/>
                </a:lnTo>
                <a:lnTo>
                  <a:pt x="1881075" y="684200"/>
                </a:lnTo>
                <a:lnTo>
                  <a:pt x="1816036" y="689747"/>
                </a:lnTo>
                <a:lnTo>
                  <a:pt x="1749612" y="694502"/>
                </a:lnTo>
                <a:lnTo>
                  <a:pt x="1681891" y="698442"/>
                </a:lnTo>
                <a:lnTo>
                  <a:pt x="1612960" y="701546"/>
                </a:lnTo>
                <a:lnTo>
                  <a:pt x="1542908" y="703790"/>
                </a:lnTo>
                <a:lnTo>
                  <a:pt x="1471824" y="705152"/>
                </a:lnTo>
                <a:lnTo>
                  <a:pt x="1399794" y="705611"/>
                </a:lnTo>
                <a:lnTo>
                  <a:pt x="1327763" y="705152"/>
                </a:lnTo>
                <a:lnTo>
                  <a:pt x="1256679" y="703790"/>
                </a:lnTo>
                <a:lnTo>
                  <a:pt x="1186627" y="701546"/>
                </a:lnTo>
                <a:lnTo>
                  <a:pt x="1117696" y="698442"/>
                </a:lnTo>
                <a:lnTo>
                  <a:pt x="1049975" y="694502"/>
                </a:lnTo>
                <a:lnTo>
                  <a:pt x="983551" y="689747"/>
                </a:lnTo>
                <a:lnTo>
                  <a:pt x="918512" y="684200"/>
                </a:lnTo>
                <a:lnTo>
                  <a:pt x="854946" y="677882"/>
                </a:lnTo>
                <a:lnTo>
                  <a:pt x="792941" y="670816"/>
                </a:lnTo>
                <a:lnTo>
                  <a:pt x="732584" y="663023"/>
                </a:lnTo>
                <a:lnTo>
                  <a:pt x="673965" y="654527"/>
                </a:lnTo>
                <a:lnTo>
                  <a:pt x="617171" y="645350"/>
                </a:lnTo>
                <a:lnTo>
                  <a:pt x="562290" y="635512"/>
                </a:lnTo>
                <a:lnTo>
                  <a:pt x="509409" y="625038"/>
                </a:lnTo>
                <a:lnTo>
                  <a:pt x="458618" y="613948"/>
                </a:lnTo>
                <a:lnTo>
                  <a:pt x="410003" y="602265"/>
                </a:lnTo>
                <a:lnTo>
                  <a:pt x="363653" y="590012"/>
                </a:lnTo>
                <a:lnTo>
                  <a:pt x="319656" y="577210"/>
                </a:lnTo>
                <a:lnTo>
                  <a:pt x="278100" y="563881"/>
                </a:lnTo>
                <a:lnTo>
                  <a:pt x="239072" y="550049"/>
                </a:lnTo>
                <a:lnTo>
                  <a:pt x="202661" y="535734"/>
                </a:lnTo>
                <a:lnTo>
                  <a:pt x="138041" y="505748"/>
                </a:lnTo>
                <a:lnTo>
                  <a:pt x="84943" y="474099"/>
                </a:lnTo>
                <a:lnTo>
                  <a:pt x="44071" y="440967"/>
                </a:lnTo>
                <a:lnTo>
                  <a:pt x="16129" y="406527"/>
                </a:lnTo>
                <a:lnTo>
                  <a:pt x="1821" y="370958"/>
                </a:lnTo>
                <a:lnTo>
                  <a:pt x="0" y="352805"/>
                </a:lnTo>
                <a:close/>
              </a:path>
            </a:pathLst>
          </a:custGeom>
          <a:ln w="9525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4139" y="0"/>
            <a:ext cx="8356600" cy="496760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75"/>
              </a:spcBef>
              <a:tabLst>
                <a:tab pos="643890" algn="l"/>
                <a:tab pos="3962400" algn="l"/>
                <a:tab pos="63201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宋体"/>
              <a:cs typeface="宋体"/>
            </a:endParaRPr>
          </a:p>
          <a:p>
            <a:pPr marL="828675" indent="-308610">
              <a:lnSpc>
                <a:spcPct val="100000"/>
              </a:lnSpc>
              <a:buClr>
                <a:srgbClr val="66FFFF"/>
              </a:buClr>
              <a:buSzPct val="133928"/>
              <a:buFont typeface="Wingdings"/>
              <a:buChar char=""/>
              <a:tabLst>
                <a:tab pos="82931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子集法</a:t>
            </a:r>
            <a:r>
              <a:rPr dirty="0" sz="2800" spc="-50" b="1">
                <a:solidFill>
                  <a:srgbClr val="FFFF00"/>
                </a:solidFill>
                <a:latin typeface="Arial"/>
                <a:cs typeface="Arial"/>
              </a:rPr>
              <a:t>——</a:t>
            </a:r>
            <a:r>
              <a:rPr dirty="0" sz="2800" spc="-50" b="1">
                <a:solidFill>
                  <a:srgbClr val="FFFF00"/>
                </a:solidFill>
                <a:latin typeface="Times New Roman"/>
                <a:cs typeface="Times New Roman"/>
              </a:rPr>
              <a:t>NFA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的确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化算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endParaRPr sz="2800">
              <a:latin typeface="宋体"/>
              <a:cs typeface="宋体"/>
            </a:endParaRPr>
          </a:p>
          <a:p>
            <a:pPr marL="545465">
              <a:lnSpc>
                <a:spcPct val="100000"/>
              </a:lnSpc>
              <a:spcBef>
                <a:spcPts val="560"/>
              </a:spcBef>
              <a:tabLst>
                <a:tab pos="1939925" algn="l"/>
                <a:tab pos="3748404" algn="l"/>
                <a:tab pos="6541770" algn="l"/>
                <a:tab pos="6980555" algn="l"/>
                <a:tab pos="7623809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NFA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</a:t>
            </a:r>
            <a:r>
              <a:rPr dirty="0" sz="3200" spc="-2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950" spc="-2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3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950" spc="-3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52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 ,</a:t>
            </a:r>
            <a:r>
              <a:rPr dirty="0" sz="2800" spc="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4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6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021" sz="2775" spc="-22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},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545465">
              <a:lnSpc>
                <a:spcPct val="100000"/>
              </a:lnSpc>
              <a:spcBef>
                <a:spcPts val="1665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设一状态表：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宋体"/>
              <a:cs typeface="宋体"/>
            </a:endParaRPr>
          </a:p>
          <a:p>
            <a:pPr marL="1464310">
              <a:lnSpc>
                <a:spcPct val="100000"/>
              </a:lnSpc>
              <a:tabLst>
                <a:tab pos="2933700" algn="l"/>
                <a:tab pos="4324985" algn="l"/>
                <a:tab pos="5805170" algn="l"/>
                <a:tab pos="7226934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900" spc="-30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44" b="1">
                <a:solidFill>
                  <a:srgbClr val="FFFF00"/>
                </a:solidFill>
                <a:latin typeface="Times New Roman"/>
                <a:cs typeface="Times New Roman"/>
              </a:rPr>
              <a:t>1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900" spc="-7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1900" spc="2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21021" sz="2775" spc="15" b="1">
                <a:solidFill>
                  <a:srgbClr val="FFFF00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1900" spc="-7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1900" spc="2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21021" sz="2775" spc="1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baseline="-21021" sz="27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5059680">
              <a:lnSpc>
                <a:spcPct val="100000"/>
              </a:lnSpc>
              <a:spcBef>
                <a:spcPts val="1755"/>
              </a:spcBef>
            </a:pPr>
            <a:r>
              <a:rPr dirty="0" sz="2400" b="1">
                <a:latin typeface="Times New Roman"/>
                <a:cs typeface="Times New Roman"/>
              </a:rPr>
              <a:t>Step1:</a:t>
            </a:r>
            <a:r>
              <a:rPr dirty="0" sz="2400" b="1">
                <a:latin typeface="宋体"/>
                <a:cs typeface="宋体"/>
              </a:rPr>
              <a:t>初始化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2573" y="1418082"/>
            <a:ext cx="7620000" cy="0"/>
          </a:xfrm>
          <a:custGeom>
            <a:avLst/>
            <a:gdLst/>
            <a:ahLst/>
            <a:cxnLst/>
            <a:rect l="l" t="t" r="r" b="b"/>
            <a:pathLst>
              <a:path w="7620000" h="0">
                <a:moveTo>
                  <a:pt x="0" y="0"/>
                </a:moveTo>
                <a:lnTo>
                  <a:pt x="76200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77261" y="576833"/>
            <a:ext cx="0" cy="5495925"/>
          </a:xfrm>
          <a:custGeom>
            <a:avLst/>
            <a:gdLst/>
            <a:ahLst/>
            <a:cxnLst/>
            <a:rect l="l" t="t" r="r" b="b"/>
            <a:pathLst>
              <a:path w="0" h="5495925">
                <a:moveTo>
                  <a:pt x="0" y="0"/>
                </a:moveTo>
                <a:lnTo>
                  <a:pt x="0" y="5495544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9539" y="72644"/>
            <a:ext cx="3473450" cy="1186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84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宋体"/>
              <a:cs typeface="宋体"/>
            </a:endParaRPr>
          </a:p>
          <a:p>
            <a:pPr marL="1343025">
              <a:lnSpc>
                <a:spcPct val="100000"/>
              </a:lnSpc>
              <a:tabLst>
                <a:tab pos="281241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900" spc="-30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44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6155" y="806958"/>
            <a:ext cx="673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1900" spc="-7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sz="1900" spc="1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21021" sz="2775" spc="1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1614" y="806958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8106" y="806958"/>
            <a:ext cx="6007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800" spc="-6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1900" spc="-25" b="1" i="1">
                <a:solidFill>
                  <a:srgbClr val="FFFF00"/>
                </a:solidFill>
                <a:latin typeface="Symbol"/>
                <a:cs typeface="Symbol"/>
              </a:rPr>
              <a:t></a:t>
            </a:r>
            <a:r>
              <a:rPr dirty="0" baseline="-21021" sz="2775" spc="-3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550" y="2345817"/>
            <a:ext cx="195516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-closure(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62300" y="1431036"/>
            <a:ext cx="228600" cy="629920"/>
          </a:xfrm>
          <a:custGeom>
            <a:avLst/>
            <a:gdLst/>
            <a:ahLst/>
            <a:cxnLst/>
            <a:rect l="l" t="t" r="r" b="b"/>
            <a:pathLst>
              <a:path w="228600" h="629919">
                <a:moveTo>
                  <a:pt x="76200" y="400812"/>
                </a:moveTo>
                <a:lnTo>
                  <a:pt x="0" y="400812"/>
                </a:lnTo>
                <a:lnTo>
                  <a:pt x="114300" y="629412"/>
                </a:lnTo>
                <a:lnTo>
                  <a:pt x="209550" y="438912"/>
                </a:lnTo>
                <a:lnTo>
                  <a:pt x="76200" y="438912"/>
                </a:lnTo>
                <a:lnTo>
                  <a:pt x="76200" y="400812"/>
                </a:lnTo>
                <a:close/>
              </a:path>
              <a:path w="228600" h="629919">
                <a:moveTo>
                  <a:pt x="152400" y="0"/>
                </a:moveTo>
                <a:lnTo>
                  <a:pt x="76200" y="0"/>
                </a:lnTo>
                <a:lnTo>
                  <a:pt x="76200" y="438912"/>
                </a:lnTo>
                <a:lnTo>
                  <a:pt x="152400" y="438912"/>
                </a:lnTo>
                <a:lnTo>
                  <a:pt x="152400" y="0"/>
                </a:lnTo>
                <a:close/>
              </a:path>
              <a:path w="228600" h="629919">
                <a:moveTo>
                  <a:pt x="228600" y="400812"/>
                </a:moveTo>
                <a:lnTo>
                  <a:pt x="152400" y="400812"/>
                </a:lnTo>
                <a:lnTo>
                  <a:pt x="152400" y="438912"/>
                </a:lnTo>
                <a:lnTo>
                  <a:pt x="209550" y="438912"/>
                </a:lnTo>
                <a:lnTo>
                  <a:pt x="228600" y="400812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72000" y="1431036"/>
            <a:ext cx="228600" cy="629920"/>
          </a:xfrm>
          <a:custGeom>
            <a:avLst/>
            <a:gdLst/>
            <a:ahLst/>
            <a:cxnLst/>
            <a:rect l="l" t="t" r="r" b="b"/>
            <a:pathLst>
              <a:path w="228600" h="629919">
                <a:moveTo>
                  <a:pt x="76200" y="400812"/>
                </a:moveTo>
                <a:lnTo>
                  <a:pt x="0" y="400812"/>
                </a:lnTo>
                <a:lnTo>
                  <a:pt x="114300" y="629412"/>
                </a:lnTo>
                <a:lnTo>
                  <a:pt x="209550" y="438912"/>
                </a:lnTo>
                <a:lnTo>
                  <a:pt x="76200" y="438912"/>
                </a:lnTo>
                <a:lnTo>
                  <a:pt x="76200" y="400812"/>
                </a:lnTo>
                <a:close/>
              </a:path>
              <a:path w="228600" h="629919">
                <a:moveTo>
                  <a:pt x="152400" y="0"/>
                </a:moveTo>
                <a:lnTo>
                  <a:pt x="76200" y="0"/>
                </a:lnTo>
                <a:lnTo>
                  <a:pt x="76200" y="438912"/>
                </a:lnTo>
                <a:lnTo>
                  <a:pt x="152400" y="438912"/>
                </a:lnTo>
                <a:lnTo>
                  <a:pt x="152400" y="0"/>
                </a:lnTo>
                <a:close/>
              </a:path>
              <a:path w="228600" h="629919">
                <a:moveTo>
                  <a:pt x="228600" y="400812"/>
                </a:moveTo>
                <a:lnTo>
                  <a:pt x="152400" y="400812"/>
                </a:lnTo>
                <a:lnTo>
                  <a:pt x="152400" y="438912"/>
                </a:lnTo>
                <a:lnTo>
                  <a:pt x="209550" y="438912"/>
                </a:lnTo>
                <a:lnTo>
                  <a:pt x="228600" y="400812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25511" y="1469136"/>
            <a:ext cx="228600" cy="629920"/>
          </a:xfrm>
          <a:custGeom>
            <a:avLst/>
            <a:gdLst/>
            <a:ahLst/>
            <a:cxnLst/>
            <a:rect l="l" t="t" r="r" b="b"/>
            <a:pathLst>
              <a:path w="228600" h="629919">
                <a:moveTo>
                  <a:pt x="76200" y="400812"/>
                </a:moveTo>
                <a:lnTo>
                  <a:pt x="0" y="400812"/>
                </a:lnTo>
                <a:lnTo>
                  <a:pt x="114300" y="629412"/>
                </a:lnTo>
                <a:lnTo>
                  <a:pt x="209550" y="438912"/>
                </a:lnTo>
                <a:lnTo>
                  <a:pt x="76200" y="438912"/>
                </a:lnTo>
                <a:lnTo>
                  <a:pt x="76200" y="400812"/>
                </a:lnTo>
                <a:close/>
              </a:path>
              <a:path w="228600" h="629919">
                <a:moveTo>
                  <a:pt x="152400" y="0"/>
                </a:moveTo>
                <a:lnTo>
                  <a:pt x="76200" y="0"/>
                </a:lnTo>
                <a:lnTo>
                  <a:pt x="76200" y="438912"/>
                </a:lnTo>
                <a:lnTo>
                  <a:pt x="152400" y="438912"/>
                </a:lnTo>
                <a:lnTo>
                  <a:pt x="152400" y="0"/>
                </a:lnTo>
                <a:close/>
              </a:path>
              <a:path w="228600" h="629919">
                <a:moveTo>
                  <a:pt x="228600" y="400812"/>
                </a:moveTo>
                <a:lnTo>
                  <a:pt x="152400" y="400812"/>
                </a:lnTo>
                <a:lnTo>
                  <a:pt x="152400" y="438912"/>
                </a:lnTo>
                <a:lnTo>
                  <a:pt x="209550" y="438912"/>
                </a:lnTo>
                <a:lnTo>
                  <a:pt x="228600" y="400812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01085" y="2456815"/>
            <a:ext cx="378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82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spc="-5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7290" y="2410714"/>
            <a:ext cx="399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72426" y="2329688"/>
            <a:ext cx="4102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43761" y="3172205"/>
            <a:ext cx="800100" cy="486409"/>
          </a:xfrm>
          <a:custGeom>
            <a:avLst/>
            <a:gdLst/>
            <a:ahLst/>
            <a:cxnLst/>
            <a:rect l="l" t="t" r="r" b="b"/>
            <a:pathLst>
              <a:path w="800100" h="486410">
                <a:moveTo>
                  <a:pt x="0" y="486156"/>
                </a:moveTo>
                <a:lnTo>
                  <a:pt x="800100" y="486156"/>
                </a:lnTo>
                <a:lnTo>
                  <a:pt x="800100" y="0"/>
                </a:lnTo>
                <a:lnTo>
                  <a:pt x="0" y="0"/>
                </a:lnTo>
                <a:lnTo>
                  <a:pt x="0" y="486156"/>
                </a:lnTo>
                <a:close/>
              </a:path>
            </a:pathLst>
          </a:custGeom>
          <a:ln w="28574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48105" y="3269741"/>
            <a:ext cx="378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82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spc="-5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39747" y="2793492"/>
            <a:ext cx="1179830" cy="767715"/>
          </a:xfrm>
          <a:custGeom>
            <a:avLst/>
            <a:gdLst/>
            <a:ahLst/>
            <a:cxnLst/>
            <a:rect l="l" t="t" r="r" b="b"/>
            <a:pathLst>
              <a:path w="1179830" h="767714">
                <a:moveTo>
                  <a:pt x="114426" y="652907"/>
                </a:moveTo>
                <a:lnTo>
                  <a:pt x="0" y="709930"/>
                </a:lnTo>
                <a:lnTo>
                  <a:pt x="114172" y="767207"/>
                </a:lnTo>
                <a:lnTo>
                  <a:pt x="114257" y="729193"/>
                </a:lnTo>
                <a:lnTo>
                  <a:pt x="95250" y="729107"/>
                </a:lnTo>
                <a:lnTo>
                  <a:pt x="95376" y="691007"/>
                </a:lnTo>
                <a:lnTo>
                  <a:pt x="114342" y="691007"/>
                </a:lnTo>
                <a:lnTo>
                  <a:pt x="114426" y="652907"/>
                </a:lnTo>
                <a:close/>
              </a:path>
              <a:path w="1179830" h="767714">
                <a:moveTo>
                  <a:pt x="114342" y="691092"/>
                </a:moveTo>
                <a:lnTo>
                  <a:pt x="114257" y="729193"/>
                </a:lnTo>
                <a:lnTo>
                  <a:pt x="132206" y="729361"/>
                </a:lnTo>
                <a:lnTo>
                  <a:pt x="140334" y="729361"/>
                </a:lnTo>
                <a:lnTo>
                  <a:pt x="148081" y="729615"/>
                </a:lnTo>
                <a:lnTo>
                  <a:pt x="155447" y="729742"/>
                </a:lnTo>
                <a:lnTo>
                  <a:pt x="169671" y="730250"/>
                </a:lnTo>
                <a:lnTo>
                  <a:pt x="192912" y="731393"/>
                </a:lnTo>
                <a:lnTo>
                  <a:pt x="202056" y="732028"/>
                </a:lnTo>
                <a:lnTo>
                  <a:pt x="235711" y="733806"/>
                </a:lnTo>
                <a:lnTo>
                  <a:pt x="249808" y="734695"/>
                </a:lnTo>
                <a:lnTo>
                  <a:pt x="513333" y="748284"/>
                </a:lnTo>
                <a:lnTo>
                  <a:pt x="514857" y="748284"/>
                </a:lnTo>
                <a:lnTo>
                  <a:pt x="560451" y="739013"/>
                </a:lnTo>
                <a:lnTo>
                  <a:pt x="603376" y="729234"/>
                </a:lnTo>
                <a:lnTo>
                  <a:pt x="646683" y="718312"/>
                </a:lnTo>
                <a:lnTo>
                  <a:pt x="674282" y="710565"/>
                </a:lnTo>
                <a:lnTo>
                  <a:pt x="510285" y="710565"/>
                </a:lnTo>
                <a:lnTo>
                  <a:pt x="512649" y="710074"/>
                </a:lnTo>
                <a:lnTo>
                  <a:pt x="251840" y="696722"/>
                </a:lnTo>
                <a:lnTo>
                  <a:pt x="237997" y="695833"/>
                </a:lnTo>
                <a:lnTo>
                  <a:pt x="171576" y="692150"/>
                </a:lnTo>
                <a:lnTo>
                  <a:pt x="149097" y="691515"/>
                </a:lnTo>
                <a:lnTo>
                  <a:pt x="123443" y="691134"/>
                </a:lnTo>
                <a:lnTo>
                  <a:pt x="114342" y="691092"/>
                </a:lnTo>
                <a:close/>
              </a:path>
              <a:path w="1179830" h="767714">
                <a:moveTo>
                  <a:pt x="95376" y="691007"/>
                </a:moveTo>
                <a:lnTo>
                  <a:pt x="95250" y="729107"/>
                </a:lnTo>
                <a:lnTo>
                  <a:pt x="114257" y="729193"/>
                </a:lnTo>
                <a:lnTo>
                  <a:pt x="114342" y="691092"/>
                </a:lnTo>
                <a:lnTo>
                  <a:pt x="95376" y="691007"/>
                </a:lnTo>
                <a:close/>
              </a:path>
              <a:path w="1179830" h="767714">
                <a:moveTo>
                  <a:pt x="512649" y="710074"/>
                </a:moveTo>
                <a:lnTo>
                  <a:pt x="510285" y="710565"/>
                </a:lnTo>
                <a:lnTo>
                  <a:pt x="515111" y="710184"/>
                </a:lnTo>
                <a:lnTo>
                  <a:pt x="512649" y="710074"/>
                </a:lnTo>
                <a:close/>
              </a:path>
              <a:path w="1179830" h="767714">
                <a:moveTo>
                  <a:pt x="1143127" y="0"/>
                </a:moveTo>
                <a:lnTo>
                  <a:pt x="1130934" y="48387"/>
                </a:lnTo>
                <a:lnTo>
                  <a:pt x="1124330" y="98552"/>
                </a:lnTo>
                <a:lnTo>
                  <a:pt x="1121664" y="148590"/>
                </a:lnTo>
                <a:lnTo>
                  <a:pt x="1120356" y="198755"/>
                </a:lnTo>
                <a:lnTo>
                  <a:pt x="1119504" y="221869"/>
                </a:lnTo>
                <a:lnTo>
                  <a:pt x="1116202" y="269367"/>
                </a:lnTo>
                <a:lnTo>
                  <a:pt x="1109090" y="314579"/>
                </a:lnTo>
                <a:lnTo>
                  <a:pt x="1096009" y="357886"/>
                </a:lnTo>
                <a:lnTo>
                  <a:pt x="1076578" y="397637"/>
                </a:lnTo>
                <a:lnTo>
                  <a:pt x="1053464" y="434086"/>
                </a:lnTo>
                <a:lnTo>
                  <a:pt x="1027429" y="467741"/>
                </a:lnTo>
                <a:lnTo>
                  <a:pt x="998727" y="498475"/>
                </a:lnTo>
                <a:lnTo>
                  <a:pt x="967485" y="526796"/>
                </a:lnTo>
                <a:lnTo>
                  <a:pt x="934084" y="552323"/>
                </a:lnTo>
                <a:lnTo>
                  <a:pt x="898525" y="575818"/>
                </a:lnTo>
                <a:lnTo>
                  <a:pt x="841882" y="607060"/>
                </a:lnTo>
                <a:lnTo>
                  <a:pt x="802513" y="625348"/>
                </a:lnTo>
                <a:lnTo>
                  <a:pt x="762000" y="641731"/>
                </a:lnTo>
                <a:lnTo>
                  <a:pt x="720725" y="656590"/>
                </a:lnTo>
                <a:lnTo>
                  <a:pt x="678688" y="669798"/>
                </a:lnTo>
                <a:lnTo>
                  <a:pt x="636396" y="681609"/>
                </a:lnTo>
                <a:lnTo>
                  <a:pt x="593978" y="692277"/>
                </a:lnTo>
                <a:lnTo>
                  <a:pt x="551941" y="701929"/>
                </a:lnTo>
                <a:lnTo>
                  <a:pt x="512649" y="710074"/>
                </a:lnTo>
                <a:lnTo>
                  <a:pt x="515111" y="710184"/>
                </a:lnTo>
                <a:lnTo>
                  <a:pt x="510285" y="710565"/>
                </a:lnTo>
                <a:lnTo>
                  <a:pt x="674282" y="710565"/>
                </a:lnTo>
                <a:lnTo>
                  <a:pt x="733425" y="692404"/>
                </a:lnTo>
                <a:lnTo>
                  <a:pt x="776351" y="677037"/>
                </a:lnTo>
                <a:lnTo>
                  <a:pt x="818514" y="659892"/>
                </a:lnTo>
                <a:lnTo>
                  <a:pt x="859789" y="640715"/>
                </a:lnTo>
                <a:lnTo>
                  <a:pt x="899540" y="619506"/>
                </a:lnTo>
                <a:lnTo>
                  <a:pt x="938021" y="595757"/>
                </a:lnTo>
                <a:lnTo>
                  <a:pt x="974851" y="569595"/>
                </a:lnTo>
                <a:lnTo>
                  <a:pt x="1009522" y="540638"/>
                </a:lnTo>
                <a:lnTo>
                  <a:pt x="1041780" y="508762"/>
                </a:lnTo>
                <a:lnTo>
                  <a:pt x="1071498" y="473963"/>
                </a:lnTo>
                <a:lnTo>
                  <a:pt x="1098169" y="435863"/>
                </a:lnTo>
                <a:lnTo>
                  <a:pt x="1121536" y="394462"/>
                </a:lnTo>
                <a:lnTo>
                  <a:pt x="1140333" y="345948"/>
                </a:lnTo>
                <a:lnTo>
                  <a:pt x="1151127" y="297180"/>
                </a:lnTo>
                <a:lnTo>
                  <a:pt x="1156208" y="247904"/>
                </a:lnTo>
                <a:lnTo>
                  <a:pt x="1158517" y="197738"/>
                </a:lnTo>
                <a:lnTo>
                  <a:pt x="1159636" y="150113"/>
                </a:lnTo>
                <a:lnTo>
                  <a:pt x="1160652" y="126111"/>
                </a:lnTo>
                <a:lnTo>
                  <a:pt x="1164716" y="79248"/>
                </a:lnTo>
                <a:lnTo>
                  <a:pt x="1172971" y="34036"/>
                </a:lnTo>
                <a:lnTo>
                  <a:pt x="1179702" y="10668"/>
                </a:lnTo>
                <a:lnTo>
                  <a:pt x="1143127" y="0"/>
                </a:lnTo>
                <a:close/>
              </a:path>
              <a:path w="1179830" h="767714">
                <a:moveTo>
                  <a:pt x="114342" y="691007"/>
                </a:moveTo>
                <a:lnTo>
                  <a:pt x="95376" y="691007"/>
                </a:lnTo>
                <a:lnTo>
                  <a:pt x="114342" y="691092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43761" y="3957065"/>
            <a:ext cx="800100" cy="486409"/>
          </a:xfrm>
          <a:custGeom>
            <a:avLst/>
            <a:gdLst/>
            <a:ahLst/>
            <a:cxnLst/>
            <a:rect l="l" t="t" r="r" b="b"/>
            <a:pathLst>
              <a:path w="800100" h="486410">
                <a:moveTo>
                  <a:pt x="0" y="486155"/>
                </a:moveTo>
                <a:lnTo>
                  <a:pt x="800100" y="486155"/>
                </a:lnTo>
                <a:lnTo>
                  <a:pt x="800100" y="0"/>
                </a:lnTo>
                <a:lnTo>
                  <a:pt x="0" y="0"/>
                </a:lnTo>
                <a:lnTo>
                  <a:pt x="0" y="486155"/>
                </a:lnTo>
                <a:close/>
              </a:path>
            </a:pathLst>
          </a:custGeom>
          <a:ln w="28575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343533" y="4053662"/>
            <a:ext cx="3994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19807" y="2726054"/>
            <a:ext cx="2640965" cy="1601470"/>
          </a:xfrm>
          <a:custGeom>
            <a:avLst/>
            <a:gdLst/>
            <a:ahLst/>
            <a:cxnLst/>
            <a:rect l="l" t="t" r="r" b="b"/>
            <a:pathLst>
              <a:path w="2640965" h="1601470">
                <a:moveTo>
                  <a:pt x="69723" y="1494282"/>
                </a:moveTo>
                <a:lnTo>
                  <a:pt x="0" y="1601343"/>
                </a:lnTo>
                <a:lnTo>
                  <a:pt x="127508" y="1592834"/>
                </a:lnTo>
                <a:lnTo>
                  <a:pt x="114699" y="1570990"/>
                </a:lnTo>
                <a:lnTo>
                  <a:pt x="89027" y="1570990"/>
                </a:lnTo>
                <a:lnTo>
                  <a:pt x="75311" y="1535430"/>
                </a:lnTo>
                <a:lnTo>
                  <a:pt x="90444" y="1529622"/>
                </a:lnTo>
                <a:lnTo>
                  <a:pt x="69723" y="1494282"/>
                </a:lnTo>
                <a:close/>
              </a:path>
              <a:path w="2640965" h="1601470">
                <a:moveTo>
                  <a:pt x="1778291" y="1551940"/>
                </a:moveTo>
                <a:lnTo>
                  <a:pt x="662178" y="1551940"/>
                </a:lnTo>
                <a:lnTo>
                  <a:pt x="733298" y="1552321"/>
                </a:lnTo>
                <a:lnTo>
                  <a:pt x="804544" y="1553591"/>
                </a:lnTo>
                <a:lnTo>
                  <a:pt x="1017905" y="1560703"/>
                </a:lnTo>
                <a:lnTo>
                  <a:pt x="1446783" y="1582293"/>
                </a:lnTo>
                <a:lnTo>
                  <a:pt x="1449070" y="1582293"/>
                </a:lnTo>
                <a:lnTo>
                  <a:pt x="1452371" y="1581912"/>
                </a:lnTo>
                <a:lnTo>
                  <a:pt x="1456182" y="1581658"/>
                </a:lnTo>
                <a:lnTo>
                  <a:pt x="1460881" y="1581150"/>
                </a:lnTo>
                <a:lnTo>
                  <a:pt x="1467484" y="1580642"/>
                </a:lnTo>
                <a:lnTo>
                  <a:pt x="1474724" y="1580007"/>
                </a:lnTo>
                <a:lnTo>
                  <a:pt x="1483614" y="1579372"/>
                </a:lnTo>
                <a:lnTo>
                  <a:pt x="1730883" y="1556766"/>
                </a:lnTo>
                <a:lnTo>
                  <a:pt x="1778291" y="1551940"/>
                </a:lnTo>
                <a:close/>
              </a:path>
              <a:path w="2640965" h="1601470">
                <a:moveTo>
                  <a:pt x="90444" y="1529622"/>
                </a:moveTo>
                <a:lnTo>
                  <a:pt x="75311" y="1535430"/>
                </a:lnTo>
                <a:lnTo>
                  <a:pt x="89027" y="1570990"/>
                </a:lnTo>
                <a:lnTo>
                  <a:pt x="108336" y="1563538"/>
                </a:lnTo>
                <a:lnTo>
                  <a:pt x="104140" y="1563243"/>
                </a:lnTo>
                <a:lnTo>
                  <a:pt x="109659" y="1562393"/>
                </a:lnTo>
                <a:lnTo>
                  <a:pt x="90444" y="1529622"/>
                </a:lnTo>
                <a:close/>
              </a:path>
              <a:path w="2640965" h="1601470">
                <a:moveTo>
                  <a:pt x="108336" y="1563538"/>
                </a:moveTo>
                <a:lnTo>
                  <a:pt x="89027" y="1570990"/>
                </a:lnTo>
                <a:lnTo>
                  <a:pt x="114699" y="1570990"/>
                </a:lnTo>
                <a:lnTo>
                  <a:pt x="110417" y="1563685"/>
                </a:lnTo>
                <a:lnTo>
                  <a:pt x="108336" y="1563538"/>
                </a:lnTo>
                <a:close/>
              </a:path>
              <a:path w="2640965" h="1601470">
                <a:moveTo>
                  <a:pt x="326326" y="1561973"/>
                </a:moveTo>
                <a:lnTo>
                  <a:pt x="112394" y="1561973"/>
                </a:lnTo>
                <a:lnTo>
                  <a:pt x="109963" y="1562911"/>
                </a:lnTo>
                <a:lnTo>
                  <a:pt x="168021" y="1566545"/>
                </a:lnTo>
                <a:lnTo>
                  <a:pt x="192278" y="1566926"/>
                </a:lnTo>
                <a:lnTo>
                  <a:pt x="218312" y="1566926"/>
                </a:lnTo>
                <a:lnTo>
                  <a:pt x="245872" y="1566291"/>
                </a:lnTo>
                <a:lnTo>
                  <a:pt x="275336" y="1565148"/>
                </a:lnTo>
                <a:lnTo>
                  <a:pt x="326326" y="1561973"/>
                </a:lnTo>
                <a:close/>
              </a:path>
              <a:path w="2640965" h="1601470">
                <a:moveTo>
                  <a:pt x="109963" y="1562911"/>
                </a:moveTo>
                <a:lnTo>
                  <a:pt x="108336" y="1563538"/>
                </a:lnTo>
                <a:lnTo>
                  <a:pt x="110417" y="1563685"/>
                </a:lnTo>
                <a:lnTo>
                  <a:pt x="109963" y="1562911"/>
                </a:lnTo>
                <a:close/>
              </a:path>
              <a:path w="2640965" h="1601470">
                <a:moveTo>
                  <a:pt x="109659" y="1562393"/>
                </a:moveTo>
                <a:lnTo>
                  <a:pt x="104140" y="1563243"/>
                </a:lnTo>
                <a:lnTo>
                  <a:pt x="108336" y="1563538"/>
                </a:lnTo>
                <a:lnTo>
                  <a:pt x="109963" y="1562911"/>
                </a:lnTo>
                <a:lnTo>
                  <a:pt x="109659" y="1562393"/>
                </a:lnTo>
                <a:close/>
              </a:path>
              <a:path w="2640965" h="1601470">
                <a:moveTo>
                  <a:pt x="112394" y="1561973"/>
                </a:moveTo>
                <a:lnTo>
                  <a:pt x="109659" y="1562393"/>
                </a:lnTo>
                <a:lnTo>
                  <a:pt x="109963" y="1562911"/>
                </a:lnTo>
                <a:lnTo>
                  <a:pt x="112394" y="1561973"/>
                </a:lnTo>
                <a:close/>
              </a:path>
              <a:path w="2640965" h="1601470">
                <a:moveTo>
                  <a:pt x="104267" y="1525016"/>
                </a:moveTo>
                <a:lnTo>
                  <a:pt x="101346" y="1525397"/>
                </a:lnTo>
                <a:lnTo>
                  <a:pt x="98806" y="1526413"/>
                </a:lnTo>
                <a:lnTo>
                  <a:pt x="90444" y="1529622"/>
                </a:lnTo>
                <a:lnTo>
                  <a:pt x="109659" y="1562393"/>
                </a:lnTo>
                <a:lnTo>
                  <a:pt x="112394" y="1561973"/>
                </a:lnTo>
                <a:lnTo>
                  <a:pt x="326326" y="1561973"/>
                </a:lnTo>
                <a:lnTo>
                  <a:pt x="377317" y="1558798"/>
                </a:lnTo>
                <a:lnTo>
                  <a:pt x="448564" y="1555496"/>
                </a:lnTo>
                <a:lnTo>
                  <a:pt x="519811" y="1553337"/>
                </a:lnTo>
                <a:lnTo>
                  <a:pt x="591058" y="1552194"/>
                </a:lnTo>
                <a:lnTo>
                  <a:pt x="1778291" y="1551940"/>
                </a:lnTo>
                <a:lnTo>
                  <a:pt x="1794509" y="1550289"/>
                </a:lnTo>
                <a:lnTo>
                  <a:pt x="1848082" y="1544320"/>
                </a:lnTo>
                <a:lnTo>
                  <a:pt x="1445387" y="1544320"/>
                </a:lnTo>
                <a:lnTo>
                  <a:pt x="1447536" y="1544127"/>
                </a:lnTo>
                <a:lnTo>
                  <a:pt x="1149091" y="1528826"/>
                </a:lnTo>
                <a:lnTo>
                  <a:pt x="192278" y="1528826"/>
                </a:lnTo>
                <a:lnTo>
                  <a:pt x="168529" y="1528445"/>
                </a:lnTo>
                <a:lnTo>
                  <a:pt x="146431" y="1527683"/>
                </a:lnTo>
                <a:lnTo>
                  <a:pt x="125984" y="1526540"/>
                </a:lnTo>
                <a:lnTo>
                  <a:pt x="107061" y="1525143"/>
                </a:lnTo>
                <a:lnTo>
                  <a:pt x="104267" y="1525016"/>
                </a:lnTo>
                <a:close/>
              </a:path>
              <a:path w="2640965" h="1601470">
                <a:moveTo>
                  <a:pt x="1447536" y="1544127"/>
                </a:moveTo>
                <a:lnTo>
                  <a:pt x="1445387" y="1544320"/>
                </a:lnTo>
                <a:lnTo>
                  <a:pt x="1448816" y="1544193"/>
                </a:lnTo>
                <a:lnTo>
                  <a:pt x="1447536" y="1544127"/>
                </a:lnTo>
                <a:close/>
              </a:path>
              <a:path w="2640965" h="1601470">
                <a:moveTo>
                  <a:pt x="2609722" y="0"/>
                </a:moveTo>
                <a:lnTo>
                  <a:pt x="2571750" y="2286"/>
                </a:lnTo>
                <a:lnTo>
                  <a:pt x="2573909" y="37973"/>
                </a:lnTo>
                <a:lnTo>
                  <a:pt x="2578354" y="103632"/>
                </a:lnTo>
                <a:lnTo>
                  <a:pt x="2580513" y="134112"/>
                </a:lnTo>
                <a:lnTo>
                  <a:pt x="2582672" y="162814"/>
                </a:lnTo>
                <a:lnTo>
                  <a:pt x="2586609" y="216535"/>
                </a:lnTo>
                <a:lnTo>
                  <a:pt x="2588641" y="241808"/>
                </a:lnTo>
                <a:lnTo>
                  <a:pt x="2590419" y="265938"/>
                </a:lnTo>
                <a:lnTo>
                  <a:pt x="2592197" y="289306"/>
                </a:lnTo>
                <a:lnTo>
                  <a:pt x="2593721" y="311912"/>
                </a:lnTo>
                <a:lnTo>
                  <a:pt x="2595372" y="334137"/>
                </a:lnTo>
                <a:lnTo>
                  <a:pt x="2598166" y="377444"/>
                </a:lnTo>
                <a:lnTo>
                  <a:pt x="2600325" y="420116"/>
                </a:lnTo>
                <a:lnTo>
                  <a:pt x="2601976" y="463296"/>
                </a:lnTo>
                <a:lnTo>
                  <a:pt x="2602856" y="507619"/>
                </a:lnTo>
                <a:lnTo>
                  <a:pt x="2602861" y="581533"/>
                </a:lnTo>
                <a:lnTo>
                  <a:pt x="2602474" y="608203"/>
                </a:lnTo>
                <a:lnTo>
                  <a:pt x="2601049" y="665607"/>
                </a:lnTo>
                <a:lnTo>
                  <a:pt x="2598600" y="728980"/>
                </a:lnTo>
                <a:lnTo>
                  <a:pt x="2595143" y="799592"/>
                </a:lnTo>
                <a:lnTo>
                  <a:pt x="2592070" y="855726"/>
                </a:lnTo>
                <a:lnTo>
                  <a:pt x="2589022" y="902716"/>
                </a:lnTo>
                <a:lnTo>
                  <a:pt x="2583307" y="953389"/>
                </a:lnTo>
                <a:lnTo>
                  <a:pt x="2574417" y="1002030"/>
                </a:lnTo>
                <a:lnTo>
                  <a:pt x="2561590" y="1048385"/>
                </a:lnTo>
                <a:lnTo>
                  <a:pt x="2544826" y="1092200"/>
                </a:lnTo>
                <a:lnTo>
                  <a:pt x="2523109" y="1133348"/>
                </a:lnTo>
                <a:lnTo>
                  <a:pt x="2496185" y="1172210"/>
                </a:lnTo>
                <a:lnTo>
                  <a:pt x="2463419" y="1208278"/>
                </a:lnTo>
                <a:lnTo>
                  <a:pt x="2408428" y="1255649"/>
                </a:lnTo>
                <a:lnTo>
                  <a:pt x="2372995" y="1284224"/>
                </a:lnTo>
                <a:lnTo>
                  <a:pt x="2338197" y="1311021"/>
                </a:lnTo>
                <a:lnTo>
                  <a:pt x="2303907" y="1335913"/>
                </a:lnTo>
                <a:lnTo>
                  <a:pt x="2269871" y="1358773"/>
                </a:lnTo>
                <a:lnTo>
                  <a:pt x="2235835" y="1379855"/>
                </a:lnTo>
                <a:lnTo>
                  <a:pt x="2201672" y="1399413"/>
                </a:lnTo>
                <a:lnTo>
                  <a:pt x="2167128" y="1417066"/>
                </a:lnTo>
                <a:lnTo>
                  <a:pt x="2131822" y="1433322"/>
                </a:lnTo>
                <a:lnTo>
                  <a:pt x="2095627" y="1447927"/>
                </a:lnTo>
                <a:lnTo>
                  <a:pt x="2058289" y="1461008"/>
                </a:lnTo>
                <a:lnTo>
                  <a:pt x="2019427" y="1472819"/>
                </a:lnTo>
                <a:lnTo>
                  <a:pt x="1979041" y="1483106"/>
                </a:lnTo>
                <a:lnTo>
                  <a:pt x="1936622" y="1492123"/>
                </a:lnTo>
                <a:lnTo>
                  <a:pt x="1892300" y="1499743"/>
                </a:lnTo>
                <a:lnTo>
                  <a:pt x="1832737" y="1507744"/>
                </a:lnTo>
                <a:lnTo>
                  <a:pt x="1759458" y="1515618"/>
                </a:lnTo>
                <a:lnTo>
                  <a:pt x="1480184" y="1541399"/>
                </a:lnTo>
                <a:lnTo>
                  <a:pt x="1471803" y="1542034"/>
                </a:lnTo>
                <a:lnTo>
                  <a:pt x="1464056" y="1542796"/>
                </a:lnTo>
                <a:lnTo>
                  <a:pt x="1458087" y="1543177"/>
                </a:lnTo>
                <a:lnTo>
                  <a:pt x="1452626" y="1543685"/>
                </a:lnTo>
                <a:lnTo>
                  <a:pt x="1449324" y="1543939"/>
                </a:lnTo>
                <a:lnTo>
                  <a:pt x="1447536" y="1544127"/>
                </a:lnTo>
                <a:lnTo>
                  <a:pt x="1448816" y="1544193"/>
                </a:lnTo>
                <a:lnTo>
                  <a:pt x="1445387" y="1544320"/>
                </a:lnTo>
                <a:lnTo>
                  <a:pt x="1848082" y="1544320"/>
                </a:lnTo>
                <a:lnTo>
                  <a:pt x="1850263" y="1544066"/>
                </a:lnTo>
                <a:lnTo>
                  <a:pt x="1921764" y="1533652"/>
                </a:lnTo>
                <a:lnTo>
                  <a:pt x="1988439" y="1519936"/>
                </a:lnTo>
                <a:lnTo>
                  <a:pt x="2030476" y="1509268"/>
                </a:lnTo>
                <a:lnTo>
                  <a:pt x="2070989" y="1497076"/>
                </a:lnTo>
                <a:lnTo>
                  <a:pt x="2109978" y="1483233"/>
                </a:lnTo>
                <a:lnTo>
                  <a:pt x="2147697" y="1467993"/>
                </a:lnTo>
                <a:lnTo>
                  <a:pt x="2184527" y="1451102"/>
                </a:lnTo>
                <a:lnTo>
                  <a:pt x="2220722" y="1432560"/>
                </a:lnTo>
                <a:lnTo>
                  <a:pt x="2256028" y="1412240"/>
                </a:lnTo>
                <a:lnTo>
                  <a:pt x="2291207" y="1390396"/>
                </a:lnTo>
                <a:lnTo>
                  <a:pt x="2326259" y="1366774"/>
                </a:lnTo>
                <a:lnTo>
                  <a:pt x="2361438" y="1341247"/>
                </a:lnTo>
                <a:lnTo>
                  <a:pt x="2396871" y="1313942"/>
                </a:lnTo>
                <a:lnTo>
                  <a:pt x="2433066" y="1284859"/>
                </a:lnTo>
                <a:lnTo>
                  <a:pt x="2470277" y="1253490"/>
                </a:lnTo>
                <a:lnTo>
                  <a:pt x="2509647" y="1215136"/>
                </a:lnTo>
                <a:lnTo>
                  <a:pt x="2542286" y="1173734"/>
                </a:lnTo>
                <a:lnTo>
                  <a:pt x="2568829" y="1129665"/>
                </a:lnTo>
                <a:lnTo>
                  <a:pt x="2589657" y="1083310"/>
                </a:lnTo>
                <a:lnTo>
                  <a:pt x="2605405" y="1034669"/>
                </a:lnTo>
                <a:lnTo>
                  <a:pt x="2616962" y="984123"/>
                </a:lnTo>
                <a:lnTo>
                  <a:pt x="2624455" y="932053"/>
                </a:lnTo>
                <a:lnTo>
                  <a:pt x="2628772" y="878586"/>
                </a:lnTo>
                <a:lnTo>
                  <a:pt x="2633345" y="799592"/>
                </a:lnTo>
                <a:lnTo>
                  <a:pt x="2636774" y="728980"/>
                </a:lnTo>
                <a:lnTo>
                  <a:pt x="2639216" y="664464"/>
                </a:lnTo>
                <a:lnTo>
                  <a:pt x="2640591" y="607695"/>
                </a:lnTo>
                <a:lnTo>
                  <a:pt x="2640965" y="581533"/>
                </a:lnTo>
                <a:lnTo>
                  <a:pt x="2640965" y="507619"/>
                </a:lnTo>
                <a:lnTo>
                  <a:pt x="2639949" y="461899"/>
                </a:lnTo>
                <a:lnTo>
                  <a:pt x="2638425" y="418084"/>
                </a:lnTo>
                <a:lnTo>
                  <a:pt x="2636139" y="375031"/>
                </a:lnTo>
                <a:lnTo>
                  <a:pt x="2633345" y="331470"/>
                </a:lnTo>
                <a:lnTo>
                  <a:pt x="2630170" y="286512"/>
                </a:lnTo>
                <a:lnTo>
                  <a:pt x="2628392" y="263144"/>
                </a:lnTo>
                <a:lnTo>
                  <a:pt x="2626614" y="238760"/>
                </a:lnTo>
                <a:lnTo>
                  <a:pt x="2624582" y="213741"/>
                </a:lnTo>
                <a:lnTo>
                  <a:pt x="2620645" y="160020"/>
                </a:lnTo>
                <a:lnTo>
                  <a:pt x="2618486" y="131318"/>
                </a:lnTo>
                <a:lnTo>
                  <a:pt x="2616327" y="101092"/>
                </a:lnTo>
                <a:lnTo>
                  <a:pt x="2614295" y="69215"/>
                </a:lnTo>
                <a:lnTo>
                  <a:pt x="2612009" y="35560"/>
                </a:lnTo>
                <a:lnTo>
                  <a:pt x="2609722" y="0"/>
                </a:lnTo>
                <a:close/>
              </a:path>
              <a:path w="2640965" h="1601470">
                <a:moveTo>
                  <a:pt x="662432" y="1513840"/>
                </a:moveTo>
                <a:lnTo>
                  <a:pt x="590931" y="1514094"/>
                </a:lnTo>
                <a:lnTo>
                  <a:pt x="519303" y="1515237"/>
                </a:lnTo>
                <a:lnTo>
                  <a:pt x="447421" y="1517396"/>
                </a:lnTo>
                <a:lnTo>
                  <a:pt x="375666" y="1520698"/>
                </a:lnTo>
                <a:lnTo>
                  <a:pt x="272923" y="1527048"/>
                </a:lnTo>
                <a:lnTo>
                  <a:pt x="244348" y="1528191"/>
                </a:lnTo>
                <a:lnTo>
                  <a:pt x="217424" y="1528826"/>
                </a:lnTo>
                <a:lnTo>
                  <a:pt x="1149091" y="1528826"/>
                </a:lnTo>
                <a:lnTo>
                  <a:pt x="876935" y="1517396"/>
                </a:lnTo>
                <a:lnTo>
                  <a:pt x="805561" y="1515491"/>
                </a:lnTo>
                <a:lnTo>
                  <a:pt x="662432" y="151384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371980" y="4398645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7853" y="5002529"/>
            <a:ext cx="800100" cy="486409"/>
          </a:xfrm>
          <a:prstGeom prst="rect">
            <a:avLst/>
          </a:prstGeom>
          <a:solidFill>
            <a:srgbClr val="000000"/>
          </a:solidFill>
          <a:ln w="28575">
            <a:solidFill>
              <a:srgbClr val="CCEBFF"/>
            </a:solidFill>
          </a:ln>
        </p:spPr>
        <p:txBody>
          <a:bodyPr wrap="square" lIns="0" tIns="110489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869"/>
              </a:spcBef>
            </a:pPr>
            <a:r>
              <a:rPr dirty="0" baseline="13888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6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17954" y="2624454"/>
            <a:ext cx="5768340" cy="2546350"/>
          </a:xfrm>
          <a:custGeom>
            <a:avLst/>
            <a:gdLst/>
            <a:ahLst/>
            <a:cxnLst/>
            <a:rect l="l" t="t" r="r" b="b"/>
            <a:pathLst>
              <a:path w="5768340" h="2546350">
                <a:moveTo>
                  <a:pt x="81787" y="2441448"/>
                </a:moveTo>
                <a:lnTo>
                  <a:pt x="0" y="2539619"/>
                </a:lnTo>
                <a:lnTo>
                  <a:pt x="127634" y="2546096"/>
                </a:lnTo>
                <a:lnTo>
                  <a:pt x="115728" y="2518918"/>
                </a:lnTo>
                <a:lnTo>
                  <a:pt x="94868" y="2518918"/>
                </a:lnTo>
                <a:lnTo>
                  <a:pt x="79628" y="2483993"/>
                </a:lnTo>
                <a:lnTo>
                  <a:pt x="97079" y="2476352"/>
                </a:lnTo>
                <a:lnTo>
                  <a:pt x="81787" y="2441448"/>
                </a:lnTo>
                <a:close/>
              </a:path>
              <a:path w="5768340" h="2546350">
                <a:moveTo>
                  <a:pt x="97079" y="2476352"/>
                </a:moveTo>
                <a:lnTo>
                  <a:pt x="79628" y="2483993"/>
                </a:lnTo>
                <a:lnTo>
                  <a:pt x="94868" y="2518918"/>
                </a:lnTo>
                <a:lnTo>
                  <a:pt x="112370" y="2511254"/>
                </a:lnTo>
                <a:lnTo>
                  <a:pt x="97079" y="2476352"/>
                </a:lnTo>
                <a:close/>
              </a:path>
              <a:path w="5768340" h="2546350">
                <a:moveTo>
                  <a:pt x="112370" y="2511254"/>
                </a:moveTo>
                <a:lnTo>
                  <a:pt x="94868" y="2518918"/>
                </a:lnTo>
                <a:lnTo>
                  <a:pt x="115728" y="2518918"/>
                </a:lnTo>
                <a:lnTo>
                  <a:pt x="112370" y="2511254"/>
                </a:lnTo>
                <a:close/>
              </a:path>
              <a:path w="5768340" h="2546350">
                <a:moveTo>
                  <a:pt x="5753100" y="0"/>
                </a:moveTo>
                <a:lnTo>
                  <a:pt x="97079" y="2476352"/>
                </a:lnTo>
                <a:lnTo>
                  <a:pt x="112370" y="2511254"/>
                </a:lnTo>
                <a:lnTo>
                  <a:pt x="5768340" y="34798"/>
                </a:lnTo>
                <a:lnTo>
                  <a:pt x="5753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95900" y="5629655"/>
            <a:ext cx="2781300" cy="704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295900" y="5629655"/>
            <a:ext cx="2781300" cy="704215"/>
          </a:xfrm>
          <a:custGeom>
            <a:avLst/>
            <a:gdLst/>
            <a:ahLst/>
            <a:cxnLst/>
            <a:rect l="l" t="t" r="r" b="b"/>
            <a:pathLst>
              <a:path w="2781300" h="704214">
                <a:moveTo>
                  <a:pt x="0" y="352044"/>
                </a:moveTo>
                <a:lnTo>
                  <a:pt x="16021" y="298432"/>
                </a:lnTo>
                <a:lnTo>
                  <a:pt x="43777" y="264064"/>
                </a:lnTo>
                <a:lnTo>
                  <a:pt x="84377" y="231001"/>
                </a:lnTo>
                <a:lnTo>
                  <a:pt x="137122" y="199420"/>
                </a:lnTo>
                <a:lnTo>
                  <a:pt x="201314" y="169498"/>
                </a:lnTo>
                <a:lnTo>
                  <a:pt x="237485" y="155214"/>
                </a:lnTo>
                <a:lnTo>
                  <a:pt x="276254" y="141412"/>
                </a:lnTo>
                <a:lnTo>
                  <a:pt x="317537" y="128113"/>
                </a:lnTo>
                <a:lnTo>
                  <a:pt x="361244" y="115339"/>
                </a:lnTo>
                <a:lnTo>
                  <a:pt x="407288" y="103112"/>
                </a:lnTo>
                <a:lnTo>
                  <a:pt x="455584" y="91456"/>
                </a:lnTo>
                <a:lnTo>
                  <a:pt x="506042" y="80391"/>
                </a:lnTo>
                <a:lnTo>
                  <a:pt x="558575" y="69939"/>
                </a:lnTo>
                <a:lnTo>
                  <a:pt x="613097" y="60124"/>
                </a:lnTo>
                <a:lnTo>
                  <a:pt x="669520" y="50967"/>
                </a:lnTo>
                <a:lnTo>
                  <a:pt x="727756" y="42490"/>
                </a:lnTo>
                <a:lnTo>
                  <a:pt x="787719" y="34716"/>
                </a:lnTo>
                <a:lnTo>
                  <a:pt x="849320" y="27665"/>
                </a:lnTo>
                <a:lnTo>
                  <a:pt x="912473" y="21362"/>
                </a:lnTo>
                <a:lnTo>
                  <a:pt x="977090" y="15827"/>
                </a:lnTo>
                <a:lnTo>
                  <a:pt x="1043084" y="11083"/>
                </a:lnTo>
                <a:lnTo>
                  <a:pt x="1110367" y="7152"/>
                </a:lnTo>
                <a:lnTo>
                  <a:pt x="1178853" y="4056"/>
                </a:lnTo>
                <a:lnTo>
                  <a:pt x="1248454" y="1817"/>
                </a:lnTo>
                <a:lnTo>
                  <a:pt x="1319081" y="458"/>
                </a:lnTo>
                <a:lnTo>
                  <a:pt x="1390650" y="0"/>
                </a:lnTo>
                <a:lnTo>
                  <a:pt x="1462218" y="458"/>
                </a:lnTo>
                <a:lnTo>
                  <a:pt x="1532845" y="1817"/>
                </a:lnTo>
                <a:lnTo>
                  <a:pt x="1602446" y="4056"/>
                </a:lnTo>
                <a:lnTo>
                  <a:pt x="1670932" y="7152"/>
                </a:lnTo>
                <a:lnTo>
                  <a:pt x="1738215" y="11083"/>
                </a:lnTo>
                <a:lnTo>
                  <a:pt x="1804209" y="15827"/>
                </a:lnTo>
                <a:lnTo>
                  <a:pt x="1868826" y="21362"/>
                </a:lnTo>
                <a:lnTo>
                  <a:pt x="1931979" y="27665"/>
                </a:lnTo>
                <a:lnTo>
                  <a:pt x="1993580" y="34716"/>
                </a:lnTo>
                <a:lnTo>
                  <a:pt x="2053543" y="42490"/>
                </a:lnTo>
                <a:lnTo>
                  <a:pt x="2111779" y="50967"/>
                </a:lnTo>
                <a:lnTo>
                  <a:pt x="2168202" y="60124"/>
                </a:lnTo>
                <a:lnTo>
                  <a:pt x="2222724" y="69939"/>
                </a:lnTo>
                <a:lnTo>
                  <a:pt x="2275257" y="80391"/>
                </a:lnTo>
                <a:lnTo>
                  <a:pt x="2325715" y="91456"/>
                </a:lnTo>
                <a:lnTo>
                  <a:pt x="2374011" y="103112"/>
                </a:lnTo>
                <a:lnTo>
                  <a:pt x="2420055" y="115339"/>
                </a:lnTo>
                <a:lnTo>
                  <a:pt x="2463762" y="128113"/>
                </a:lnTo>
                <a:lnTo>
                  <a:pt x="2505045" y="141412"/>
                </a:lnTo>
                <a:lnTo>
                  <a:pt x="2543814" y="155214"/>
                </a:lnTo>
                <a:lnTo>
                  <a:pt x="2579985" y="169498"/>
                </a:lnTo>
                <a:lnTo>
                  <a:pt x="2644177" y="199420"/>
                </a:lnTo>
                <a:lnTo>
                  <a:pt x="2696922" y="231001"/>
                </a:lnTo>
                <a:lnTo>
                  <a:pt x="2737522" y="264064"/>
                </a:lnTo>
                <a:lnTo>
                  <a:pt x="2765278" y="298432"/>
                </a:lnTo>
                <a:lnTo>
                  <a:pt x="2779490" y="333928"/>
                </a:lnTo>
                <a:lnTo>
                  <a:pt x="2781300" y="352044"/>
                </a:lnTo>
                <a:lnTo>
                  <a:pt x="2779490" y="370159"/>
                </a:lnTo>
                <a:lnTo>
                  <a:pt x="2765278" y="405655"/>
                </a:lnTo>
                <a:lnTo>
                  <a:pt x="2737522" y="440023"/>
                </a:lnTo>
                <a:lnTo>
                  <a:pt x="2696922" y="473086"/>
                </a:lnTo>
                <a:lnTo>
                  <a:pt x="2644177" y="504667"/>
                </a:lnTo>
                <a:lnTo>
                  <a:pt x="2579985" y="534589"/>
                </a:lnTo>
                <a:lnTo>
                  <a:pt x="2543814" y="548873"/>
                </a:lnTo>
                <a:lnTo>
                  <a:pt x="2505045" y="562675"/>
                </a:lnTo>
                <a:lnTo>
                  <a:pt x="2463762" y="575974"/>
                </a:lnTo>
                <a:lnTo>
                  <a:pt x="2420055" y="588748"/>
                </a:lnTo>
                <a:lnTo>
                  <a:pt x="2374010" y="600975"/>
                </a:lnTo>
                <a:lnTo>
                  <a:pt x="2325715" y="612631"/>
                </a:lnTo>
                <a:lnTo>
                  <a:pt x="2275257" y="623696"/>
                </a:lnTo>
                <a:lnTo>
                  <a:pt x="2222724" y="634148"/>
                </a:lnTo>
                <a:lnTo>
                  <a:pt x="2168202" y="643963"/>
                </a:lnTo>
                <a:lnTo>
                  <a:pt x="2111779" y="653120"/>
                </a:lnTo>
                <a:lnTo>
                  <a:pt x="2053543" y="661597"/>
                </a:lnTo>
                <a:lnTo>
                  <a:pt x="1993580" y="669371"/>
                </a:lnTo>
                <a:lnTo>
                  <a:pt x="1931979" y="676422"/>
                </a:lnTo>
                <a:lnTo>
                  <a:pt x="1868826" y="682725"/>
                </a:lnTo>
                <a:lnTo>
                  <a:pt x="1804209" y="688260"/>
                </a:lnTo>
                <a:lnTo>
                  <a:pt x="1738215" y="693004"/>
                </a:lnTo>
                <a:lnTo>
                  <a:pt x="1670932" y="696935"/>
                </a:lnTo>
                <a:lnTo>
                  <a:pt x="1602446" y="700031"/>
                </a:lnTo>
                <a:lnTo>
                  <a:pt x="1532845" y="702270"/>
                </a:lnTo>
                <a:lnTo>
                  <a:pt x="1462218" y="703629"/>
                </a:lnTo>
                <a:lnTo>
                  <a:pt x="1390650" y="704088"/>
                </a:lnTo>
                <a:lnTo>
                  <a:pt x="1319081" y="703629"/>
                </a:lnTo>
                <a:lnTo>
                  <a:pt x="1248454" y="702270"/>
                </a:lnTo>
                <a:lnTo>
                  <a:pt x="1178853" y="700031"/>
                </a:lnTo>
                <a:lnTo>
                  <a:pt x="1110367" y="696935"/>
                </a:lnTo>
                <a:lnTo>
                  <a:pt x="1043084" y="693004"/>
                </a:lnTo>
                <a:lnTo>
                  <a:pt x="977090" y="688260"/>
                </a:lnTo>
                <a:lnTo>
                  <a:pt x="912473" y="682725"/>
                </a:lnTo>
                <a:lnTo>
                  <a:pt x="849320" y="676422"/>
                </a:lnTo>
                <a:lnTo>
                  <a:pt x="787719" y="669371"/>
                </a:lnTo>
                <a:lnTo>
                  <a:pt x="727756" y="661597"/>
                </a:lnTo>
                <a:lnTo>
                  <a:pt x="669520" y="653120"/>
                </a:lnTo>
                <a:lnTo>
                  <a:pt x="613097" y="643963"/>
                </a:lnTo>
                <a:lnTo>
                  <a:pt x="558575" y="634148"/>
                </a:lnTo>
                <a:lnTo>
                  <a:pt x="506042" y="623696"/>
                </a:lnTo>
                <a:lnTo>
                  <a:pt x="455584" y="612631"/>
                </a:lnTo>
                <a:lnTo>
                  <a:pt x="407288" y="600975"/>
                </a:lnTo>
                <a:lnTo>
                  <a:pt x="361244" y="588748"/>
                </a:lnTo>
                <a:lnTo>
                  <a:pt x="317537" y="575974"/>
                </a:lnTo>
                <a:lnTo>
                  <a:pt x="276254" y="562675"/>
                </a:lnTo>
                <a:lnTo>
                  <a:pt x="237485" y="548873"/>
                </a:lnTo>
                <a:lnTo>
                  <a:pt x="201314" y="534589"/>
                </a:lnTo>
                <a:lnTo>
                  <a:pt x="137122" y="504667"/>
                </a:lnTo>
                <a:lnTo>
                  <a:pt x="84377" y="473086"/>
                </a:lnTo>
                <a:lnTo>
                  <a:pt x="43777" y="440023"/>
                </a:lnTo>
                <a:lnTo>
                  <a:pt x="16021" y="405655"/>
                </a:lnTo>
                <a:lnTo>
                  <a:pt x="1809" y="370159"/>
                </a:lnTo>
                <a:lnTo>
                  <a:pt x="0" y="352044"/>
                </a:lnTo>
                <a:close/>
              </a:path>
            </a:pathLst>
          </a:custGeom>
          <a:ln w="9525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863082" y="5751067"/>
            <a:ext cx="1649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latin typeface="Times New Roman"/>
                <a:cs typeface="Times New Roman"/>
              </a:rPr>
              <a:t>Step2:</a:t>
            </a:r>
            <a:r>
              <a:rPr dirty="0" sz="2400" b="1">
                <a:latin typeface="宋体"/>
                <a:cs typeface="宋体"/>
              </a:rPr>
              <a:t>求</a:t>
            </a:r>
            <a:r>
              <a:rPr dirty="0" sz="2800" spc="-20" b="1" i="1">
                <a:latin typeface="Times New Roman"/>
                <a:cs typeface="Times New Roman"/>
              </a:rPr>
              <a:t>I</a:t>
            </a:r>
            <a:r>
              <a:rPr dirty="0" sz="1900" spc="-20" b="1" i="1">
                <a:latin typeface="Symbol"/>
                <a:cs typeface="Symbol"/>
              </a:rPr>
              <a:t></a:t>
            </a:r>
            <a:r>
              <a:rPr dirty="0" baseline="-21021" sz="2775" spc="-30" b="1" i="1">
                <a:latin typeface="Times New Roman"/>
                <a:cs typeface="Times New Roman"/>
              </a:rPr>
              <a:t>n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54648" y="2178811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338577" y="3211067"/>
            <a:ext cx="1526286" cy="3520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68905" y="3299078"/>
            <a:ext cx="113061" cy="1760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055876" y="3299078"/>
            <a:ext cx="56530" cy="176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544054" y="3083509"/>
            <a:ext cx="41020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6022" y="293263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38577" y="3938015"/>
            <a:ext cx="1526286" cy="3520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68905" y="4026027"/>
            <a:ext cx="113061" cy="1760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55876" y="4026027"/>
            <a:ext cx="56530" cy="176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488301" y="3912870"/>
            <a:ext cx="4102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16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70523" y="3800094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26385" y="4518659"/>
            <a:ext cx="1526286" cy="3505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56714" y="4606290"/>
            <a:ext cx="113061" cy="175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43683" y="4606290"/>
            <a:ext cx="56530" cy="175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233417" y="437281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943861" y="3430270"/>
            <a:ext cx="5740400" cy="2459990"/>
          </a:xfrm>
          <a:custGeom>
            <a:avLst/>
            <a:gdLst/>
            <a:ahLst/>
            <a:cxnLst/>
            <a:rect l="l" t="t" r="r" b="b"/>
            <a:pathLst>
              <a:path w="5740400" h="2459990">
                <a:moveTo>
                  <a:pt x="103505" y="2328456"/>
                </a:moveTo>
                <a:lnTo>
                  <a:pt x="0" y="2450083"/>
                </a:lnTo>
                <a:lnTo>
                  <a:pt x="159385" y="2459951"/>
                </a:lnTo>
                <a:lnTo>
                  <a:pt x="139416" y="2412961"/>
                </a:lnTo>
                <a:lnTo>
                  <a:pt x="123951" y="2412961"/>
                </a:lnTo>
                <a:lnTo>
                  <a:pt x="112775" y="2386660"/>
                </a:lnTo>
                <a:lnTo>
                  <a:pt x="125873" y="2381094"/>
                </a:lnTo>
                <a:lnTo>
                  <a:pt x="103505" y="2328456"/>
                </a:lnTo>
                <a:close/>
              </a:path>
              <a:path w="5740400" h="2459990">
                <a:moveTo>
                  <a:pt x="125873" y="2381094"/>
                </a:moveTo>
                <a:lnTo>
                  <a:pt x="112775" y="2386660"/>
                </a:lnTo>
                <a:lnTo>
                  <a:pt x="123951" y="2412961"/>
                </a:lnTo>
                <a:lnTo>
                  <a:pt x="137050" y="2407395"/>
                </a:lnTo>
                <a:lnTo>
                  <a:pt x="125873" y="2381094"/>
                </a:lnTo>
                <a:close/>
              </a:path>
              <a:path w="5740400" h="2459990">
                <a:moveTo>
                  <a:pt x="137050" y="2407395"/>
                </a:moveTo>
                <a:lnTo>
                  <a:pt x="123951" y="2412961"/>
                </a:lnTo>
                <a:lnTo>
                  <a:pt x="139416" y="2412961"/>
                </a:lnTo>
                <a:lnTo>
                  <a:pt x="137050" y="2407395"/>
                </a:lnTo>
                <a:close/>
              </a:path>
              <a:path w="5740400" h="2459990">
                <a:moveTo>
                  <a:pt x="5729223" y="0"/>
                </a:moveTo>
                <a:lnTo>
                  <a:pt x="125873" y="2381094"/>
                </a:lnTo>
                <a:lnTo>
                  <a:pt x="137050" y="2407395"/>
                </a:lnTo>
                <a:lnTo>
                  <a:pt x="5740399" y="26415"/>
                </a:lnTo>
                <a:lnTo>
                  <a:pt x="5729223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69669" y="5653278"/>
            <a:ext cx="800100" cy="475615"/>
          </a:xfrm>
          <a:custGeom>
            <a:avLst/>
            <a:gdLst/>
            <a:ahLst/>
            <a:cxnLst/>
            <a:rect l="l" t="t" r="r" b="b"/>
            <a:pathLst>
              <a:path w="800100" h="475614">
                <a:moveTo>
                  <a:pt x="0" y="475488"/>
                </a:moveTo>
                <a:lnTo>
                  <a:pt x="800100" y="475488"/>
                </a:lnTo>
                <a:lnTo>
                  <a:pt x="800100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391666" y="5760211"/>
            <a:ext cx="353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3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6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943861" y="4257802"/>
            <a:ext cx="5740400" cy="2459990"/>
          </a:xfrm>
          <a:custGeom>
            <a:avLst/>
            <a:gdLst/>
            <a:ahLst/>
            <a:cxnLst/>
            <a:rect l="l" t="t" r="r" b="b"/>
            <a:pathLst>
              <a:path w="5740400" h="2459990">
                <a:moveTo>
                  <a:pt x="103505" y="2328456"/>
                </a:moveTo>
                <a:lnTo>
                  <a:pt x="0" y="2450084"/>
                </a:lnTo>
                <a:lnTo>
                  <a:pt x="159385" y="2459951"/>
                </a:lnTo>
                <a:lnTo>
                  <a:pt x="139416" y="2412961"/>
                </a:lnTo>
                <a:lnTo>
                  <a:pt x="123951" y="2412961"/>
                </a:lnTo>
                <a:lnTo>
                  <a:pt x="112775" y="2386660"/>
                </a:lnTo>
                <a:lnTo>
                  <a:pt x="125873" y="2381094"/>
                </a:lnTo>
                <a:lnTo>
                  <a:pt x="103505" y="2328456"/>
                </a:lnTo>
                <a:close/>
              </a:path>
              <a:path w="5740400" h="2459990">
                <a:moveTo>
                  <a:pt x="125873" y="2381094"/>
                </a:moveTo>
                <a:lnTo>
                  <a:pt x="112775" y="2386660"/>
                </a:lnTo>
                <a:lnTo>
                  <a:pt x="123951" y="2412961"/>
                </a:lnTo>
                <a:lnTo>
                  <a:pt x="137050" y="2407395"/>
                </a:lnTo>
                <a:lnTo>
                  <a:pt x="125873" y="2381094"/>
                </a:lnTo>
                <a:close/>
              </a:path>
              <a:path w="5740400" h="2459990">
                <a:moveTo>
                  <a:pt x="137050" y="2407395"/>
                </a:moveTo>
                <a:lnTo>
                  <a:pt x="123951" y="2412961"/>
                </a:lnTo>
                <a:lnTo>
                  <a:pt x="139416" y="2412961"/>
                </a:lnTo>
                <a:lnTo>
                  <a:pt x="137050" y="2407395"/>
                </a:lnTo>
                <a:close/>
              </a:path>
              <a:path w="5740400" h="2459990">
                <a:moveTo>
                  <a:pt x="5729223" y="0"/>
                </a:moveTo>
                <a:lnTo>
                  <a:pt x="125873" y="2381094"/>
                </a:lnTo>
                <a:lnTo>
                  <a:pt x="137050" y="2407395"/>
                </a:lnTo>
                <a:lnTo>
                  <a:pt x="5740399" y="26416"/>
                </a:lnTo>
                <a:lnTo>
                  <a:pt x="5729223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761" y="934974"/>
            <a:ext cx="3314700" cy="556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1761" y="934974"/>
            <a:ext cx="3314700" cy="556260"/>
          </a:xfrm>
          <a:prstGeom prst="rect">
            <a:avLst/>
          </a:prstGeom>
          <a:ln w="38100">
            <a:solidFill>
              <a:srgbClr val="1E2D52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285"/>
              </a:spcBef>
            </a:pPr>
            <a:r>
              <a:rPr dirty="0" sz="2800" b="1">
                <a:latin typeface="Times New Roman"/>
                <a:cs typeface="Times New Roman"/>
              </a:rPr>
              <a:t>Step3: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重新命名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9740" y="1683711"/>
            <a:ext cx="8047355" cy="266192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 indent="711835">
              <a:lnSpc>
                <a:spcPct val="142000"/>
              </a:lnSpc>
              <a:spcBef>
                <a:spcPts val="34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对求得的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6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）的第一列各状态子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集重新命名为状态，然后代入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应的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元素；</a:t>
            </a:r>
            <a:endParaRPr sz="2800">
              <a:latin typeface="宋体"/>
              <a:cs typeface="宋体"/>
            </a:endParaRPr>
          </a:p>
          <a:p>
            <a:pPr marL="724535" marR="1495425">
              <a:lnSpc>
                <a:spcPts val="5040"/>
              </a:lnSpc>
              <a:spcBef>
                <a:spcPts val="4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第一列第一行为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的惟一初态；  含有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原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终态的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终态。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04190"/>
          </a:xfrm>
          <a:custGeom>
            <a:avLst/>
            <a:gdLst/>
            <a:ahLst/>
            <a:cxnLst/>
            <a:rect l="l" t="t" r="r" b="b"/>
            <a:pathLst>
              <a:path w="9144000" h="504190">
                <a:moveTo>
                  <a:pt x="0" y="503682"/>
                </a:moveTo>
                <a:lnTo>
                  <a:pt x="9144000" y="503682"/>
                </a:lnTo>
                <a:lnTo>
                  <a:pt x="9144000" y="0"/>
                </a:lnTo>
                <a:lnTo>
                  <a:pt x="0" y="0"/>
                </a:lnTo>
                <a:lnTo>
                  <a:pt x="0" y="503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2786633"/>
            <a:ext cx="9144000" cy="4071620"/>
          </a:xfrm>
          <a:custGeom>
            <a:avLst/>
            <a:gdLst/>
            <a:ahLst/>
            <a:cxnLst/>
            <a:rect l="l" t="t" r="r" b="b"/>
            <a:pathLst>
              <a:path w="9144000" h="4071620">
                <a:moveTo>
                  <a:pt x="0" y="4071365"/>
                </a:moveTo>
                <a:lnTo>
                  <a:pt x="9144000" y="4071365"/>
                </a:lnTo>
                <a:lnTo>
                  <a:pt x="9144000" y="0"/>
                </a:lnTo>
                <a:lnTo>
                  <a:pt x="0" y="0"/>
                </a:lnTo>
                <a:lnTo>
                  <a:pt x="0" y="407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503681"/>
            <a:ext cx="9144000" cy="2283460"/>
          </a:xfrm>
          <a:custGeom>
            <a:avLst/>
            <a:gdLst/>
            <a:ahLst/>
            <a:cxnLst/>
            <a:rect l="l" t="t" r="r" b="b"/>
            <a:pathLst>
              <a:path w="9144000" h="2283460">
                <a:moveTo>
                  <a:pt x="0" y="2282952"/>
                </a:moveTo>
                <a:lnTo>
                  <a:pt x="9144000" y="2282952"/>
                </a:lnTo>
                <a:lnTo>
                  <a:pt x="9144000" y="0"/>
                </a:lnTo>
                <a:lnTo>
                  <a:pt x="0" y="0"/>
                </a:lnTo>
                <a:lnTo>
                  <a:pt x="0" y="2282952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3229" y="2772918"/>
            <a:ext cx="1841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19961" y="3385565"/>
            <a:ext cx="7620000" cy="0"/>
          </a:xfrm>
          <a:custGeom>
            <a:avLst/>
            <a:gdLst/>
            <a:ahLst/>
            <a:cxnLst/>
            <a:rect l="l" t="t" r="r" b="b"/>
            <a:pathLst>
              <a:path w="7620000" h="0">
                <a:moveTo>
                  <a:pt x="0" y="0"/>
                </a:moveTo>
                <a:lnTo>
                  <a:pt x="76200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53661" y="2779014"/>
            <a:ext cx="6350" cy="4079875"/>
          </a:xfrm>
          <a:custGeom>
            <a:avLst/>
            <a:gdLst/>
            <a:ahLst/>
            <a:cxnLst/>
            <a:rect l="l" t="t" r="r" b="b"/>
            <a:pathLst>
              <a:path w="6350" h="4079875">
                <a:moveTo>
                  <a:pt x="6096" y="0"/>
                </a:moveTo>
                <a:lnTo>
                  <a:pt x="0" y="4079747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207505" y="2772918"/>
            <a:ext cx="3708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4878" y="3596766"/>
            <a:ext cx="26181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{2,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3, 4,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6, 7,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7633" y="4447488"/>
            <a:ext cx="10172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51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8561" y="5465468"/>
            <a:ext cx="29654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120" b="1" i="1">
                <a:solidFill>
                  <a:srgbClr val="FFFFFF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97011" y="3543300"/>
            <a:ext cx="462280" cy="1624965"/>
          </a:xfrm>
          <a:prstGeom prst="rect">
            <a:avLst/>
          </a:prstGeom>
          <a:solidFill>
            <a:srgbClr val="FFFF99"/>
          </a:solidFill>
        </p:spPr>
        <p:txBody>
          <a:bodyPr wrap="square" lIns="0" tIns="762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60"/>
              </a:spcBef>
            </a:pPr>
            <a:r>
              <a:rPr dirty="0" sz="2800" spc="-5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95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dirty="0" sz="2800" spc="-5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056" y="3296411"/>
            <a:ext cx="809625" cy="3104515"/>
          </a:xfrm>
          <a:custGeom>
            <a:avLst/>
            <a:gdLst/>
            <a:ahLst/>
            <a:cxnLst/>
            <a:rect l="l" t="t" r="r" b="b"/>
            <a:pathLst>
              <a:path w="809625" h="3104515">
                <a:moveTo>
                  <a:pt x="0" y="3104388"/>
                </a:moveTo>
                <a:lnTo>
                  <a:pt x="809244" y="3104388"/>
                </a:lnTo>
                <a:lnTo>
                  <a:pt x="809244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68604" y="353339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06195" y="4498594"/>
            <a:ext cx="26181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{2, 3, 4, 5,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6, 7,</a:t>
            </a:r>
            <a:r>
              <a:rPr dirty="0" sz="28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945" y="5419750"/>
            <a:ext cx="10179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643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91221" y="1284859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52621" y="143636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48202" y="15149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09209" y="137845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305805" y="14579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91121" y="137845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887082" y="14579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09609" y="139826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506714" y="14768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109209" y="71246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305805" y="79108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020817" y="208407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216778" y="216293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95309" y="1283969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8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7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29221" y="61036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888606" y="688924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614921" y="496062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8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8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35318" y="206730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931532" y="214706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619493" y="1963673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8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8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902583" y="988313"/>
            <a:ext cx="1207135" cy="522605"/>
          </a:xfrm>
          <a:custGeom>
            <a:avLst/>
            <a:gdLst/>
            <a:ahLst/>
            <a:cxnLst/>
            <a:rect l="l" t="t" r="r" b="b"/>
            <a:pathLst>
              <a:path w="1207135" h="522605">
                <a:moveTo>
                  <a:pt x="1093705" y="35236"/>
                </a:moveTo>
                <a:lnTo>
                  <a:pt x="0" y="486790"/>
                </a:lnTo>
                <a:lnTo>
                  <a:pt x="14477" y="522097"/>
                </a:lnTo>
                <a:lnTo>
                  <a:pt x="1108256" y="70386"/>
                </a:lnTo>
                <a:lnTo>
                  <a:pt x="1093705" y="35236"/>
                </a:lnTo>
                <a:close/>
              </a:path>
              <a:path w="1207135" h="522605">
                <a:moveTo>
                  <a:pt x="1190282" y="27939"/>
                </a:moveTo>
                <a:lnTo>
                  <a:pt x="1111377" y="27939"/>
                </a:lnTo>
                <a:lnTo>
                  <a:pt x="1125854" y="63119"/>
                </a:lnTo>
                <a:lnTo>
                  <a:pt x="1108256" y="70386"/>
                </a:lnTo>
                <a:lnTo>
                  <a:pt x="1122806" y="105537"/>
                </a:lnTo>
                <a:lnTo>
                  <a:pt x="1190282" y="27939"/>
                </a:lnTo>
                <a:close/>
              </a:path>
              <a:path w="1207135" h="522605">
                <a:moveTo>
                  <a:pt x="1111377" y="27939"/>
                </a:moveTo>
                <a:lnTo>
                  <a:pt x="1093705" y="35236"/>
                </a:lnTo>
                <a:lnTo>
                  <a:pt x="1108256" y="70386"/>
                </a:lnTo>
                <a:lnTo>
                  <a:pt x="1125854" y="63119"/>
                </a:lnTo>
                <a:lnTo>
                  <a:pt x="1111377" y="27939"/>
                </a:lnTo>
                <a:close/>
              </a:path>
              <a:path w="1207135" h="522605">
                <a:moveTo>
                  <a:pt x="1079118" y="0"/>
                </a:moveTo>
                <a:lnTo>
                  <a:pt x="1093705" y="35236"/>
                </a:lnTo>
                <a:lnTo>
                  <a:pt x="1111377" y="27939"/>
                </a:lnTo>
                <a:lnTo>
                  <a:pt x="1190282" y="27939"/>
                </a:lnTo>
                <a:lnTo>
                  <a:pt x="1206627" y="9144"/>
                </a:lnTo>
                <a:lnTo>
                  <a:pt x="107911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680709" y="915924"/>
            <a:ext cx="934719" cy="114300"/>
          </a:xfrm>
          <a:custGeom>
            <a:avLst/>
            <a:gdLst/>
            <a:ahLst/>
            <a:cxnLst/>
            <a:rect l="l" t="t" r="r" b="b"/>
            <a:pathLst>
              <a:path w="934720" h="114300">
                <a:moveTo>
                  <a:pt x="819912" y="0"/>
                </a:moveTo>
                <a:lnTo>
                  <a:pt x="819912" y="114300"/>
                </a:lnTo>
                <a:lnTo>
                  <a:pt x="896112" y="76200"/>
                </a:lnTo>
                <a:lnTo>
                  <a:pt x="838962" y="76200"/>
                </a:lnTo>
                <a:lnTo>
                  <a:pt x="838962" y="38100"/>
                </a:lnTo>
                <a:lnTo>
                  <a:pt x="896112" y="38100"/>
                </a:lnTo>
                <a:lnTo>
                  <a:pt x="819912" y="0"/>
                </a:lnTo>
                <a:close/>
              </a:path>
              <a:path w="934720" h="114300">
                <a:moveTo>
                  <a:pt x="8199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9912" y="76200"/>
                </a:lnTo>
                <a:lnTo>
                  <a:pt x="819912" y="38100"/>
                </a:lnTo>
                <a:close/>
              </a:path>
              <a:path w="934720" h="114300">
                <a:moveTo>
                  <a:pt x="896112" y="38100"/>
                </a:moveTo>
                <a:lnTo>
                  <a:pt x="838962" y="38100"/>
                </a:lnTo>
                <a:lnTo>
                  <a:pt x="838962" y="76200"/>
                </a:lnTo>
                <a:lnTo>
                  <a:pt x="896112" y="76200"/>
                </a:lnTo>
                <a:lnTo>
                  <a:pt x="934212" y="57150"/>
                </a:lnTo>
                <a:lnTo>
                  <a:pt x="896112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24121" y="1607819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8" y="0"/>
                </a:moveTo>
                <a:lnTo>
                  <a:pt x="970788" y="114300"/>
                </a:lnTo>
                <a:lnTo>
                  <a:pt x="1046988" y="76200"/>
                </a:lnTo>
                <a:lnTo>
                  <a:pt x="989838" y="76200"/>
                </a:lnTo>
                <a:lnTo>
                  <a:pt x="989838" y="38100"/>
                </a:lnTo>
                <a:lnTo>
                  <a:pt x="1046988" y="38100"/>
                </a:lnTo>
                <a:lnTo>
                  <a:pt x="970788" y="0"/>
                </a:lnTo>
                <a:close/>
              </a:path>
              <a:path w="1085214" h="114300">
                <a:moveTo>
                  <a:pt x="9707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8" y="76200"/>
                </a:lnTo>
                <a:lnTo>
                  <a:pt x="970788" y="38100"/>
                </a:lnTo>
                <a:close/>
              </a:path>
              <a:path w="1085214" h="114300">
                <a:moveTo>
                  <a:pt x="1046988" y="38100"/>
                </a:moveTo>
                <a:lnTo>
                  <a:pt x="989838" y="38100"/>
                </a:lnTo>
                <a:lnTo>
                  <a:pt x="989838" y="76200"/>
                </a:lnTo>
                <a:lnTo>
                  <a:pt x="1046988" y="76200"/>
                </a:lnTo>
                <a:lnTo>
                  <a:pt x="1085088" y="57150"/>
                </a:lnTo>
                <a:lnTo>
                  <a:pt x="10469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80709" y="1607819"/>
            <a:ext cx="1015365" cy="114300"/>
          </a:xfrm>
          <a:custGeom>
            <a:avLst/>
            <a:gdLst/>
            <a:ahLst/>
            <a:cxnLst/>
            <a:rect l="l" t="t" r="r" b="b"/>
            <a:pathLst>
              <a:path w="1015365" h="114300">
                <a:moveTo>
                  <a:pt x="900684" y="0"/>
                </a:moveTo>
                <a:lnTo>
                  <a:pt x="900684" y="114300"/>
                </a:lnTo>
                <a:lnTo>
                  <a:pt x="976884" y="76200"/>
                </a:lnTo>
                <a:lnTo>
                  <a:pt x="919734" y="76200"/>
                </a:lnTo>
                <a:lnTo>
                  <a:pt x="919734" y="38100"/>
                </a:lnTo>
                <a:lnTo>
                  <a:pt x="976884" y="38100"/>
                </a:lnTo>
                <a:lnTo>
                  <a:pt x="900684" y="0"/>
                </a:lnTo>
                <a:close/>
              </a:path>
              <a:path w="1015365" h="114300">
                <a:moveTo>
                  <a:pt x="9006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00684" y="76200"/>
                </a:lnTo>
                <a:lnTo>
                  <a:pt x="900684" y="38100"/>
                </a:lnTo>
                <a:close/>
              </a:path>
              <a:path w="1015365" h="114300">
                <a:moveTo>
                  <a:pt x="976884" y="38100"/>
                </a:moveTo>
                <a:lnTo>
                  <a:pt x="919734" y="38100"/>
                </a:lnTo>
                <a:lnTo>
                  <a:pt x="919734" y="76200"/>
                </a:lnTo>
                <a:lnTo>
                  <a:pt x="976884" y="76200"/>
                </a:lnTo>
                <a:lnTo>
                  <a:pt x="1014984" y="57150"/>
                </a:lnTo>
                <a:lnTo>
                  <a:pt x="976884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262621" y="1626107"/>
            <a:ext cx="942340" cy="114300"/>
          </a:xfrm>
          <a:custGeom>
            <a:avLst/>
            <a:gdLst/>
            <a:ahLst/>
            <a:cxnLst/>
            <a:rect l="l" t="t" r="r" b="b"/>
            <a:pathLst>
              <a:path w="942340" h="114300">
                <a:moveTo>
                  <a:pt x="827531" y="0"/>
                </a:moveTo>
                <a:lnTo>
                  <a:pt x="827531" y="114300"/>
                </a:lnTo>
                <a:lnTo>
                  <a:pt x="903731" y="76200"/>
                </a:lnTo>
                <a:lnTo>
                  <a:pt x="846581" y="76200"/>
                </a:lnTo>
                <a:lnTo>
                  <a:pt x="846581" y="38100"/>
                </a:lnTo>
                <a:lnTo>
                  <a:pt x="903731" y="38100"/>
                </a:lnTo>
                <a:lnTo>
                  <a:pt x="827531" y="0"/>
                </a:lnTo>
                <a:close/>
              </a:path>
              <a:path w="942340" h="114300">
                <a:moveTo>
                  <a:pt x="8275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7531" y="76200"/>
                </a:lnTo>
                <a:lnTo>
                  <a:pt x="827531" y="38100"/>
                </a:lnTo>
                <a:close/>
              </a:path>
              <a:path w="942340" h="114300">
                <a:moveTo>
                  <a:pt x="903731" y="38100"/>
                </a:moveTo>
                <a:lnTo>
                  <a:pt x="846581" y="38100"/>
                </a:lnTo>
                <a:lnTo>
                  <a:pt x="846581" y="76200"/>
                </a:lnTo>
                <a:lnTo>
                  <a:pt x="903731" y="76200"/>
                </a:lnTo>
                <a:lnTo>
                  <a:pt x="941831" y="57150"/>
                </a:lnTo>
                <a:lnTo>
                  <a:pt x="903731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903090" y="1932177"/>
            <a:ext cx="1118235" cy="452755"/>
          </a:xfrm>
          <a:custGeom>
            <a:avLst/>
            <a:gdLst/>
            <a:ahLst/>
            <a:cxnLst/>
            <a:rect l="l" t="t" r="r" b="b"/>
            <a:pathLst>
              <a:path w="1118235" h="452755">
                <a:moveTo>
                  <a:pt x="1004146" y="417153"/>
                </a:moveTo>
                <a:lnTo>
                  <a:pt x="990600" y="452755"/>
                </a:lnTo>
                <a:lnTo>
                  <a:pt x="1117727" y="439927"/>
                </a:lnTo>
                <a:lnTo>
                  <a:pt x="1103000" y="423925"/>
                </a:lnTo>
                <a:lnTo>
                  <a:pt x="1021969" y="423925"/>
                </a:lnTo>
                <a:lnTo>
                  <a:pt x="1004146" y="417153"/>
                </a:lnTo>
                <a:close/>
              </a:path>
              <a:path w="1118235" h="452755">
                <a:moveTo>
                  <a:pt x="1017709" y="381506"/>
                </a:moveTo>
                <a:lnTo>
                  <a:pt x="1004146" y="417153"/>
                </a:lnTo>
                <a:lnTo>
                  <a:pt x="1021969" y="423925"/>
                </a:lnTo>
                <a:lnTo>
                  <a:pt x="1035431" y="388238"/>
                </a:lnTo>
                <a:lnTo>
                  <a:pt x="1017709" y="381506"/>
                </a:lnTo>
                <a:close/>
              </a:path>
              <a:path w="1118235" h="452755">
                <a:moveTo>
                  <a:pt x="1031239" y="345948"/>
                </a:moveTo>
                <a:lnTo>
                  <a:pt x="1017709" y="381506"/>
                </a:lnTo>
                <a:lnTo>
                  <a:pt x="1035431" y="388238"/>
                </a:lnTo>
                <a:lnTo>
                  <a:pt x="1021969" y="423925"/>
                </a:lnTo>
                <a:lnTo>
                  <a:pt x="1103000" y="423925"/>
                </a:lnTo>
                <a:lnTo>
                  <a:pt x="1031239" y="345948"/>
                </a:lnTo>
                <a:close/>
              </a:path>
              <a:path w="1118235" h="452755">
                <a:moveTo>
                  <a:pt x="13462" y="0"/>
                </a:moveTo>
                <a:lnTo>
                  <a:pt x="0" y="35560"/>
                </a:lnTo>
                <a:lnTo>
                  <a:pt x="1004146" y="417153"/>
                </a:lnTo>
                <a:lnTo>
                  <a:pt x="1017709" y="381506"/>
                </a:lnTo>
                <a:lnTo>
                  <a:pt x="1346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92317" y="2314955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914400" y="0"/>
                </a:moveTo>
                <a:lnTo>
                  <a:pt x="914400" y="114300"/>
                </a:lnTo>
                <a:lnTo>
                  <a:pt x="9906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990600" y="38100"/>
                </a:lnTo>
                <a:lnTo>
                  <a:pt x="914400" y="0"/>
                </a:lnTo>
                <a:close/>
              </a:path>
              <a:path w="10287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028700" h="114300">
                <a:moveTo>
                  <a:pt x="9906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990600" y="76200"/>
                </a:lnTo>
                <a:lnTo>
                  <a:pt x="1028700" y="57150"/>
                </a:lnTo>
                <a:lnTo>
                  <a:pt x="99060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230115" y="19754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16192" y="131800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67120" y="1973961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50765" y="905383"/>
            <a:ext cx="311150" cy="755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ts val="311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592317" y="980058"/>
            <a:ext cx="1030605" cy="480059"/>
          </a:xfrm>
          <a:custGeom>
            <a:avLst/>
            <a:gdLst/>
            <a:ahLst/>
            <a:cxnLst/>
            <a:rect l="l" t="t" r="r" b="b"/>
            <a:pathLst>
              <a:path w="1030604" h="480059">
                <a:moveTo>
                  <a:pt x="81026" y="375792"/>
                </a:moveTo>
                <a:lnTo>
                  <a:pt x="0" y="474599"/>
                </a:lnTo>
                <a:lnTo>
                  <a:pt x="127635" y="480060"/>
                </a:lnTo>
                <a:lnTo>
                  <a:pt x="115599" y="453136"/>
                </a:lnTo>
                <a:lnTo>
                  <a:pt x="94742" y="453136"/>
                </a:lnTo>
                <a:lnTo>
                  <a:pt x="79121" y="418338"/>
                </a:lnTo>
                <a:lnTo>
                  <a:pt x="96559" y="410541"/>
                </a:lnTo>
                <a:lnTo>
                  <a:pt x="81026" y="375792"/>
                </a:lnTo>
                <a:close/>
              </a:path>
              <a:path w="1030604" h="480059">
                <a:moveTo>
                  <a:pt x="96559" y="410541"/>
                </a:moveTo>
                <a:lnTo>
                  <a:pt x="79121" y="418338"/>
                </a:lnTo>
                <a:lnTo>
                  <a:pt x="94742" y="453136"/>
                </a:lnTo>
                <a:lnTo>
                  <a:pt x="112125" y="445363"/>
                </a:lnTo>
                <a:lnTo>
                  <a:pt x="96559" y="410541"/>
                </a:lnTo>
                <a:close/>
              </a:path>
              <a:path w="1030604" h="480059">
                <a:moveTo>
                  <a:pt x="112125" y="445363"/>
                </a:moveTo>
                <a:lnTo>
                  <a:pt x="94742" y="453136"/>
                </a:lnTo>
                <a:lnTo>
                  <a:pt x="115599" y="453136"/>
                </a:lnTo>
                <a:lnTo>
                  <a:pt x="112125" y="445363"/>
                </a:lnTo>
                <a:close/>
              </a:path>
              <a:path w="1030604" h="480059">
                <a:moveTo>
                  <a:pt x="1014857" y="0"/>
                </a:moveTo>
                <a:lnTo>
                  <a:pt x="96559" y="410541"/>
                </a:lnTo>
                <a:lnTo>
                  <a:pt x="112125" y="445363"/>
                </a:lnTo>
                <a:lnTo>
                  <a:pt x="1030351" y="34798"/>
                </a:lnTo>
                <a:lnTo>
                  <a:pt x="101485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890640" y="535304"/>
            <a:ext cx="247650" cy="80327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 marR="5080" indent="76200">
              <a:lnSpc>
                <a:spcPts val="2770"/>
              </a:lnSpc>
              <a:spcBef>
                <a:spcPts val="6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728722" y="1650492"/>
            <a:ext cx="723900" cy="114300"/>
          </a:xfrm>
          <a:custGeom>
            <a:avLst/>
            <a:gdLst/>
            <a:ahLst/>
            <a:cxnLst/>
            <a:rect l="l" t="t" r="r" b="b"/>
            <a:pathLst>
              <a:path w="723900" h="114300">
                <a:moveTo>
                  <a:pt x="609600" y="0"/>
                </a:moveTo>
                <a:lnTo>
                  <a:pt x="609600" y="114300"/>
                </a:lnTo>
                <a:lnTo>
                  <a:pt x="685800" y="76200"/>
                </a:lnTo>
                <a:lnTo>
                  <a:pt x="628650" y="76200"/>
                </a:lnTo>
                <a:lnTo>
                  <a:pt x="628650" y="38100"/>
                </a:lnTo>
                <a:lnTo>
                  <a:pt x="685800" y="38100"/>
                </a:lnTo>
                <a:lnTo>
                  <a:pt x="609600" y="0"/>
                </a:lnTo>
                <a:close/>
              </a:path>
              <a:path w="723900" h="114300">
                <a:moveTo>
                  <a:pt x="609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  <a:path w="723900" h="114300">
                <a:moveTo>
                  <a:pt x="685800" y="38100"/>
                </a:moveTo>
                <a:lnTo>
                  <a:pt x="628650" y="38100"/>
                </a:lnTo>
                <a:lnTo>
                  <a:pt x="628650" y="76200"/>
                </a:lnTo>
                <a:lnTo>
                  <a:pt x="685800" y="76200"/>
                </a:lnTo>
                <a:lnTo>
                  <a:pt x="723900" y="57150"/>
                </a:lnTo>
                <a:lnTo>
                  <a:pt x="68580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24408" y="4471796"/>
            <a:ext cx="3587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960" sz="4200" spc="-577" b="1">
                <a:latin typeface="Times New Roman"/>
                <a:cs typeface="Times New Roman"/>
              </a:rPr>
              <a:t>1</a:t>
            </a:r>
            <a:r>
              <a:rPr dirty="0" sz="3200"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343204" y="5595924"/>
            <a:ext cx="4318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5952" sz="4200" spc="-157" b="1">
                <a:latin typeface="Times New Roman"/>
                <a:cs typeface="Times New Roman"/>
              </a:rPr>
              <a:t>2</a:t>
            </a:r>
            <a:r>
              <a:rPr dirty="0" sz="3200" spc="-105"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4388" y="630123"/>
            <a:ext cx="2736215" cy="151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105"/>
              </a:spcBef>
              <a:tabLst>
                <a:tab pos="1815464" algn="l"/>
              </a:tabLst>
            </a:pP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2.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7</a:t>
            </a:r>
            <a:r>
              <a:rPr dirty="0" sz="3200" spc="5" b="1">
                <a:solidFill>
                  <a:srgbClr val="CCEBFF"/>
                </a:solidFill>
                <a:latin typeface="Times New Roman"/>
                <a:cs typeface="Times New Roman"/>
              </a:rPr>
              <a:t>: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将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右图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所示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NFA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确定化。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94103" y="3596462"/>
            <a:ext cx="195516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32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-cl</a:t>
            </a:r>
            <a:r>
              <a:rPr dirty="0" sz="2800" spc="-325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spc="-32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325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800" spc="-32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32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e(</a:t>
            </a:r>
            <a:r>
              <a:rPr dirty="0" sz="2800" spc="-32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48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32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08634"/>
          </a:xfrm>
          <a:custGeom>
            <a:avLst/>
            <a:gdLst/>
            <a:ahLst/>
            <a:cxnLst/>
            <a:rect l="l" t="t" r="r" b="b"/>
            <a:pathLst>
              <a:path w="9144000" h="508634">
                <a:moveTo>
                  <a:pt x="0" y="508254"/>
                </a:moveTo>
                <a:lnTo>
                  <a:pt x="9144000" y="508254"/>
                </a:lnTo>
                <a:lnTo>
                  <a:pt x="9144000" y="0"/>
                </a:lnTo>
                <a:lnTo>
                  <a:pt x="0" y="0"/>
                </a:lnTo>
                <a:lnTo>
                  <a:pt x="0" y="50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2791205"/>
            <a:ext cx="9144000" cy="4067175"/>
          </a:xfrm>
          <a:custGeom>
            <a:avLst/>
            <a:gdLst/>
            <a:ahLst/>
            <a:cxnLst/>
            <a:rect l="l" t="t" r="r" b="b"/>
            <a:pathLst>
              <a:path w="9144000" h="4067175">
                <a:moveTo>
                  <a:pt x="0" y="4066793"/>
                </a:moveTo>
                <a:lnTo>
                  <a:pt x="9144000" y="4066793"/>
                </a:lnTo>
                <a:lnTo>
                  <a:pt x="9144000" y="0"/>
                </a:lnTo>
                <a:lnTo>
                  <a:pt x="0" y="0"/>
                </a:lnTo>
                <a:lnTo>
                  <a:pt x="0" y="40667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3074" y="3646170"/>
            <a:ext cx="2895600" cy="0"/>
          </a:xfrm>
          <a:custGeom>
            <a:avLst/>
            <a:gdLst/>
            <a:ahLst/>
            <a:cxnLst/>
            <a:rect l="l" t="t" r="r" b="b"/>
            <a:pathLst>
              <a:path w="2895600" h="0">
                <a:moveTo>
                  <a:pt x="0" y="0"/>
                </a:moveTo>
                <a:lnTo>
                  <a:pt x="28956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53361" y="2884170"/>
            <a:ext cx="0" cy="2781300"/>
          </a:xfrm>
          <a:custGeom>
            <a:avLst/>
            <a:gdLst/>
            <a:ahLst/>
            <a:cxnLst/>
            <a:rect l="l" t="t" r="r" b="b"/>
            <a:pathLst>
              <a:path w="0" h="2781300">
                <a:moveTo>
                  <a:pt x="0" y="0"/>
                </a:moveTo>
                <a:lnTo>
                  <a:pt x="0" y="2781299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69794" y="301878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5644" y="3649878"/>
            <a:ext cx="401320" cy="190246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5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1*</a:t>
            </a:r>
            <a:endParaRPr sz="280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1739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0998" y="3597427"/>
            <a:ext cx="222250" cy="1359535"/>
          </a:xfrm>
          <a:prstGeom prst="rect">
            <a:avLst/>
          </a:prstGeom>
        </p:spPr>
        <p:txBody>
          <a:bodyPr wrap="square" lIns="0" tIns="252729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98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44111" y="3922776"/>
            <a:ext cx="1085088" cy="5958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1" y="508254"/>
            <a:ext cx="9144000" cy="2283460"/>
          </a:xfrm>
          <a:custGeom>
            <a:avLst/>
            <a:gdLst/>
            <a:ahLst/>
            <a:cxnLst/>
            <a:rect l="l" t="t" r="r" b="b"/>
            <a:pathLst>
              <a:path w="9144000" h="2283460">
                <a:moveTo>
                  <a:pt x="0" y="2282952"/>
                </a:moveTo>
                <a:lnTo>
                  <a:pt x="9144000" y="2282952"/>
                </a:lnTo>
                <a:lnTo>
                  <a:pt x="9144000" y="0"/>
                </a:lnTo>
                <a:lnTo>
                  <a:pt x="0" y="0"/>
                </a:lnTo>
                <a:lnTo>
                  <a:pt x="0" y="2282952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79697" y="139217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75023" y="1470101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21585" y="14485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217547" y="15278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60085" y="139217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56682" y="1470101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80097" y="14104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076058" y="14897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79697" y="72466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875023" y="803224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89782" y="20962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786378" y="217520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65797" y="1296161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8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8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98185" y="62255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458205" y="70205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183885" y="508254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8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8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304282" y="208102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285750"/>
                </a:moveTo>
                <a:lnTo>
                  <a:pt x="3738" y="239388"/>
                </a:lnTo>
                <a:lnTo>
                  <a:pt x="14563" y="195413"/>
                </a:lnTo>
                <a:lnTo>
                  <a:pt x="31886" y="154411"/>
                </a:lnTo>
                <a:lnTo>
                  <a:pt x="55120" y="116970"/>
                </a:lnTo>
                <a:lnTo>
                  <a:pt x="83677" y="83677"/>
                </a:lnTo>
                <a:lnTo>
                  <a:pt x="116970" y="55120"/>
                </a:lnTo>
                <a:lnTo>
                  <a:pt x="154411" y="31886"/>
                </a:lnTo>
                <a:lnTo>
                  <a:pt x="195413" y="14563"/>
                </a:lnTo>
                <a:lnTo>
                  <a:pt x="239388" y="3738"/>
                </a:lnTo>
                <a:lnTo>
                  <a:pt x="285750" y="0"/>
                </a:lnTo>
                <a:lnTo>
                  <a:pt x="332111" y="3738"/>
                </a:lnTo>
                <a:lnTo>
                  <a:pt x="376086" y="14563"/>
                </a:lnTo>
                <a:lnTo>
                  <a:pt x="417088" y="31886"/>
                </a:lnTo>
                <a:lnTo>
                  <a:pt x="454529" y="55120"/>
                </a:lnTo>
                <a:lnTo>
                  <a:pt x="487822" y="83677"/>
                </a:lnTo>
                <a:lnTo>
                  <a:pt x="516379" y="116970"/>
                </a:lnTo>
                <a:lnTo>
                  <a:pt x="539613" y="154411"/>
                </a:lnTo>
                <a:lnTo>
                  <a:pt x="556936" y="195413"/>
                </a:lnTo>
                <a:lnTo>
                  <a:pt x="567761" y="239388"/>
                </a:lnTo>
                <a:lnTo>
                  <a:pt x="571500" y="285750"/>
                </a:lnTo>
                <a:lnTo>
                  <a:pt x="567761" y="332111"/>
                </a:lnTo>
                <a:lnTo>
                  <a:pt x="556936" y="376086"/>
                </a:lnTo>
                <a:lnTo>
                  <a:pt x="539613" y="417088"/>
                </a:lnTo>
                <a:lnTo>
                  <a:pt x="516379" y="454529"/>
                </a:lnTo>
                <a:lnTo>
                  <a:pt x="487822" y="487822"/>
                </a:lnTo>
                <a:lnTo>
                  <a:pt x="454529" y="516379"/>
                </a:lnTo>
                <a:lnTo>
                  <a:pt x="417088" y="539613"/>
                </a:lnTo>
                <a:lnTo>
                  <a:pt x="376086" y="556936"/>
                </a:lnTo>
                <a:lnTo>
                  <a:pt x="332111" y="567761"/>
                </a:lnTo>
                <a:lnTo>
                  <a:pt x="285750" y="571500"/>
                </a:lnTo>
                <a:lnTo>
                  <a:pt x="239388" y="567761"/>
                </a:lnTo>
                <a:lnTo>
                  <a:pt x="195413" y="556936"/>
                </a:lnTo>
                <a:lnTo>
                  <a:pt x="154411" y="539613"/>
                </a:lnTo>
                <a:lnTo>
                  <a:pt x="116970" y="516379"/>
                </a:lnTo>
                <a:lnTo>
                  <a:pt x="83677" y="487822"/>
                </a:lnTo>
                <a:lnTo>
                  <a:pt x="55120" y="454529"/>
                </a:lnTo>
                <a:lnTo>
                  <a:pt x="31886" y="417088"/>
                </a:lnTo>
                <a:lnTo>
                  <a:pt x="14563" y="376086"/>
                </a:lnTo>
                <a:lnTo>
                  <a:pt x="3738" y="332111"/>
                </a:lnTo>
                <a:lnTo>
                  <a:pt x="0" y="28575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501132" y="2159330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188458" y="1975866"/>
            <a:ext cx="803275" cy="803275"/>
          </a:xfrm>
          <a:custGeom>
            <a:avLst/>
            <a:gdLst/>
            <a:ahLst/>
            <a:cxnLst/>
            <a:rect l="l" t="t" r="r" b="b"/>
            <a:pathLst>
              <a:path w="803275" h="803275">
                <a:moveTo>
                  <a:pt x="0" y="401574"/>
                </a:moveTo>
                <a:lnTo>
                  <a:pt x="2702" y="354749"/>
                </a:lnTo>
                <a:lnTo>
                  <a:pt x="10608" y="309509"/>
                </a:lnTo>
                <a:lnTo>
                  <a:pt x="23415" y="266155"/>
                </a:lnTo>
                <a:lnTo>
                  <a:pt x="40823" y="224989"/>
                </a:lnTo>
                <a:lnTo>
                  <a:pt x="62530" y="186313"/>
                </a:lnTo>
                <a:lnTo>
                  <a:pt x="88234" y="150427"/>
                </a:lnTo>
                <a:lnTo>
                  <a:pt x="117633" y="117633"/>
                </a:lnTo>
                <a:lnTo>
                  <a:pt x="150427" y="88234"/>
                </a:lnTo>
                <a:lnTo>
                  <a:pt x="186313" y="62530"/>
                </a:lnTo>
                <a:lnTo>
                  <a:pt x="224989" y="40823"/>
                </a:lnTo>
                <a:lnTo>
                  <a:pt x="266155" y="23415"/>
                </a:lnTo>
                <a:lnTo>
                  <a:pt x="309509" y="10608"/>
                </a:lnTo>
                <a:lnTo>
                  <a:pt x="354749" y="2702"/>
                </a:lnTo>
                <a:lnTo>
                  <a:pt x="401574" y="0"/>
                </a:lnTo>
                <a:lnTo>
                  <a:pt x="448398" y="2702"/>
                </a:lnTo>
                <a:lnTo>
                  <a:pt x="493638" y="10608"/>
                </a:lnTo>
                <a:lnTo>
                  <a:pt x="536992" y="23415"/>
                </a:lnTo>
                <a:lnTo>
                  <a:pt x="578158" y="40823"/>
                </a:lnTo>
                <a:lnTo>
                  <a:pt x="616834" y="62530"/>
                </a:lnTo>
                <a:lnTo>
                  <a:pt x="652720" y="88234"/>
                </a:lnTo>
                <a:lnTo>
                  <a:pt x="685514" y="117633"/>
                </a:lnTo>
                <a:lnTo>
                  <a:pt x="714913" y="150427"/>
                </a:lnTo>
                <a:lnTo>
                  <a:pt x="740617" y="186313"/>
                </a:lnTo>
                <a:lnTo>
                  <a:pt x="762324" y="224989"/>
                </a:lnTo>
                <a:lnTo>
                  <a:pt x="779732" y="266155"/>
                </a:lnTo>
                <a:lnTo>
                  <a:pt x="792539" y="309509"/>
                </a:lnTo>
                <a:lnTo>
                  <a:pt x="800445" y="354749"/>
                </a:lnTo>
                <a:lnTo>
                  <a:pt x="803147" y="401574"/>
                </a:lnTo>
                <a:lnTo>
                  <a:pt x="800445" y="448398"/>
                </a:lnTo>
                <a:lnTo>
                  <a:pt x="792539" y="493638"/>
                </a:lnTo>
                <a:lnTo>
                  <a:pt x="779732" y="536992"/>
                </a:lnTo>
                <a:lnTo>
                  <a:pt x="762324" y="578158"/>
                </a:lnTo>
                <a:lnTo>
                  <a:pt x="740617" y="616834"/>
                </a:lnTo>
                <a:lnTo>
                  <a:pt x="714913" y="652720"/>
                </a:lnTo>
                <a:lnTo>
                  <a:pt x="685514" y="685514"/>
                </a:lnTo>
                <a:lnTo>
                  <a:pt x="652720" y="714913"/>
                </a:lnTo>
                <a:lnTo>
                  <a:pt x="616834" y="740617"/>
                </a:lnTo>
                <a:lnTo>
                  <a:pt x="578158" y="762324"/>
                </a:lnTo>
                <a:lnTo>
                  <a:pt x="536992" y="779732"/>
                </a:lnTo>
                <a:lnTo>
                  <a:pt x="493638" y="792539"/>
                </a:lnTo>
                <a:lnTo>
                  <a:pt x="448398" y="800445"/>
                </a:lnTo>
                <a:lnTo>
                  <a:pt x="401574" y="803148"/>
                </a:lnTo>
                <a:lnTo>
                  <a:pt x="354749" y="800445"/>
                </a:lnTo>
                <a:lnTo>
                  <a:pt x="309509" y="792539"/>
                </a:lnTo>
                <a:lnTo>
                  <a:pt x="266155" y="779732"/>
                </a:lnTo>
                <a:lnTo>
                  <a:pt x="224989" y="762324"/>
                </a:lnTo>
                <a:lnTo>
                  <a:pt x="186313" y="740617"/>
                </a:lnTo>
                <a:lnTo>
                  <a:pt x="150427" y="714913"/>
                </a:lnTo>
                <a:lnTo>
                  <a:pt x="117633" y="685514"/>
                </a:lnTo>
                <a:lnTo>
                  <a:pt x="88234" y="652720"/>
                </a:lnTo>
                <a:lnTo>
                  <a:pt x="62530" y="616834"/>
                </a:lnTo>
                <a:lnTo>
                  <a:pt x="40823" y="578158"/>
                </a:lnTo>
                <a:lnTo>
                  <a:pt x="23415" y="536992"/>
                </a:lnTo>
                <a:lnTo>
                  <a:pt x="10608" y="493638"/>
                </a:lnTo>
                <a:lnTo>
                  <a:pt x="2702" y="448398"/>
                </a:lnTo>
                <a:lnTo>
                  <a:pt x="0" y="4015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71547" y="1001902"/>
            <a:ext cx="1208405" cy="522605"/>
          </a:xfrm>
          <a:custGeom>
            <a:avLst/>
            <a:gdLst/>
            <a:ahLst/>
            <a:cxnLst/>
            <a:rect l="l" t="t" r="r" b="b"/>
            <a:pathLst>
              <a:path w="1208404" h="522605">
                <a:moveTo>
                  <a:pt x="1095193" y="35191"/>
                </a:moveTo>
                <a:lnTo>
                  <a:pt x="0" y="486918"/>
                </a:lnTo>
                <a:lnTo>
                  <a:pt x="14477" y="522224"/>
                </a:lnTo>
                <a:lnTo>
                  <a:pt x="1109791" y="70499"/>
                </a:lnTo>
                <a:lnTo>
                  <a:pt x="1095193" y="35191"/>
                </a:lnTo>
                <a:close/>
              </a:path>
              <a:path w="1208404" h="522605">
                <a:moveTo>
                  <a:pt x="1191917" y="27939"/>
                </a:moveTo>
                <a:lnTo>
                  <a:pt x="1112774" y="27939"/>
                </a:lnTo>
                <a:lnTo>
                  <a:pt x="1127378" y="63246"/>
                </a:lnTo>
                <a:lnTo>
                  <a:pt x="1109791" y="70499"/>
                </a:lnTo>
                <a:lnTo>
                  <a:pt x="1124330" y="105663"/>
                </a:lnTo>
                <a:lnTo>
                  <a:pt x="1191917" y="27939"/>
                </a:lnTo>
                <a:close/>
              </a:path>
              <a:path w="1208404" h="522605">
                <a:moveTo>
                  <a:pt x="1112774" y="27939"/>
                </a:moveTo>
                <a:lnTo>
                  <a:pt x="1095193" y="35191"/>
                </a:lnTo>
                <a:lnTo>
                  <a:pt x="1109791" y="70499"/>
                </a:lnTo>
                <a:lnTo>
                  <a:pt x="1127378" y="63246"/>
                </a:lnTo>
                <a:lnTo>
                  <a:pt x="1112774" y="27939"/>
                </a:lnTo>
                <a:close/>
              </a:path>
              <a:path w="1208404" h="522605">
                <a:moveTo>
                  <a:pt x="1080642" y="0"/>
                </a:moveTo>
                <a:lnTo>
                  <a:pt x="1095193" y="35191"/>
                </a:lnTo>
                <a:lnTo>
                  <a:pt x="1112774" y="27939"/>
                </a:lnTo>
                <a:lnTo>
                  <a:pt x="1191917" y="27939"/>
                </a:lnTo>
                <a:lnTo>
                  <a:pt x="1208151" y="9271"/>
                </a:lnTo>
                <a:lnTo>
                  <a:pt x="108064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51197" y="928116"/>
            <a:ext cx="932815" cy="114300"/>
          </a:xfrm>
          <a:custGeom>
            <a:avLst/>
            <a:gdLst/>
            <a:ahLst/>
            <a:cxnLst/>
            <a:rect l="l" t="t" r="r" b="b"/>
            <a:pathLst>
              <a:path w="932814" h="114300">
                <a:moveTo>
                  <a:pt x="818388" y="0"/>
                </a:moveTo>
                <a:lnTo>
                  <a:pt x="818388" y="114300"/>
                </a:lnTo>
                <a:lnTo>
                  <a:pt x="894588" y="76200"/>
                </a:lnTo>
                <a:lnTo>
                  <a:pt x="837438" y="76200"/>
                </a:lnTo>
                <a:lnTo>
                  <a:pt x="837438" y="38100"/>
                </a:lnTo>
                <a:lnTo>
                  <a:pt x="894588" y="38100"/>
                </a:lnTo>
                <a:lnTo>
                  <a:pt x="818388" y="0"/>
                </a:lnTo>
                <a:close/>
              </a:path>
              <a:path w="932814" h="114300">
                <a:moveTo>
                  <a:pt x="8183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8388" y="76200"/>
                </a:lnTo>
                <a:lnTo>
                  <a:pt x="818388" y="38100"/>
                </a:lnTo>
                <a:close/>
              </a:path>
              <a:path w="932814" h="114300">
                <a:moveTo>
                  <a:pt x="894588" y="38100"/>
                </a:moveTo>
                <a:lnTo>
                  <a:pt x="837438" y="38100"/>
                </a:lnTo>
                <a:lnTo>
                  <a:pt x="837438" y="76200"/>
                </a:lnTo>
                <a:lnTo>
                  <a:pt x="894588" y="76200"/>
                </a:lnTo>
                <a:lnTo>
                  <a:pt x="932688" y="57150"/>
                </a:lnTo>
                <a:lnTo>
                  <a:pt x="8945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93085" y="1620011"/>
            <a:ext cx="1087120" cy="114300"/>
          </a:xfrm>
          <a:custGeom>
            <a:avLst/>
            <a:gdLst/>
            <a:ahLst/>
            <a:cxnLst/>
            <a:rect l="l" t="t" r="r" b="b"/>
            <a:pathLst>
              <a:path w="1087120" h="114300">
                <a:moveTo>
                  <a:pt x="972312" y="0"/>
                </a:moveTo>
                <a:lnTo>
                  <a:pt x="972312" y="114300"/>
                </a:lnTo>
                <a:lnTo>
                  <a:pt x="1048512" y="76200"/>
                </a:lnTo>
                <a:lnTo>
                  <a:pt x="991362" y="76200"/>
                </a:lnTo>
                <a:lnTo>
                  <a:pt x="991362" y="38100"/>
                </a:lnTo>
                <a:lnTo>
                  <a:pt x="1048512" y="38100"/>
                </a:lnTo>
                <a:lnTo>
                  <a:pt x="972312" y="0"/>
                </a:lnTo>
                <a:close/>
              </a:path>
              <a:path w="1087120" h="114300">
                <a:moveTo>
                  <a:pt x="9723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2312" y="76200"/>
                </a:lnTo>
                <a:lnTo>
                  <a:pt x="972312" y="38100"/>
                </a:lnTo>
                <a:close/>
              </a:path>
              <a:path w="1087120" h="114300">
                <a:moveTo>
                  <a:pt x="1048512" y="38100"/>
                </a:moveTo>
                <a:lnTo>
                  <a:pt x="991362" y="38100"/>
                </a:lnTo>
                <a:lnTo>
                  <a:pt x="991362" y="76200"/>
                </a:lnTo>
                <a:lnTo>
                  <a:pt x="1048512" y="76200"/>
                </a:lnTo>
                <a:lnTo>
                  <a:pt x="1086612" y="57150"/>
                </a:lnTo>
                <a:lnTo>
                  <a:pt x="1048512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51197" y="1620011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899160" y="0"/>
                </a:moveTo>
                <a:lnTo>
                  <a:pt x="899160" y="114300"/>
                </a:lnTo>
                <a:lnTo>
                  <a:pt x="975360" y="76200"/>
                </a:lnTo>
                <a:lnTo>
                  <a:pt x="918210" y="76200"/>
                </a:lnTo>
                <a:lnTo>
                  <a:pt x="918210" y="38100"/>
                </a:lnTo>
                <a:lnTo>
                  <a:pt x="975360" y="38100"/>
                </a:lnTo>
                <a:lnTo>
                  <a:pt x="899160" y="0"/>
                </a:lnTo>
                <a:close/>
              </a:path>
              <a:path w="1013460" h="114300">
                <a:moveTo>
                  <a:pt x="8991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99160" y="76200"/>
                </a:lnTo>
                <a:lnTo>
                  <a:pt x="899160" y="38100"/>
                </a:lnTo>
                <a:close/>
              </a:path>
              <a:path w="1013460" h="114300">
                <a:moveTo>
                  <a:pt x="975360" y="38100"/>
                </a:moveTo>
                <a:lnTo>
                  <a:pt x="918210" y="38100"/>
                </a:lnTo>
                <a:lnTo>
                  <a:pt x="918210" y="76200"/>
                </a:lnTo>
                <a:lnTo>
                  <a:pt x="975360" y="76200"/>
                </a:lnTo>
                <a:lnTo>
                  <a:pt x="1013460" y="57150"/>
                </a:lnTo>
                <a:lnTo>
                  <a:pt x="97536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31585" y="1639823"/>
            <a:ext cx="943610" cy="114300"/>
          </a:xfrm>
          <a:custGeom>
            <a:avLst/>
            <a:gdLst/>
            <a:ahLst/>
            <a:cxnLst/>
            <a:rect l="l" t="t" r="r" b="b"/>
            <a:pathLst>
              <a:path w="943609" h="114300">
                <a:moveTo>
                  <a:pt x="829056" y="0"/>
                </a:moveTo>
                <a:lnTo>
                  <a:pt x="829056" y="114300"/>
                </a:lnTo>
                <a:lnTo>
                  <a:pt x="905256" y="76200"/>
                </a:lnTo>
                <a:lnTo>
                  <a:pt x="848106" y="76200"/>
                </a:lnTo>
                <a:lnTo>
                  <a:pt x="848106" y="38100"/>
                </a:lnTo>
                <a:lnTo>
                  <a:pt x="905256" y="38100"/>
                </a:lnTo>
                <a:lnTo>
                  <a:pt x="829056" y="0"/>
                </a:lnTo>
                <a:close/>
              </a:path>
              <a:path w="943609" h="114300">
                <a:moveTo>
                  <a:pt x="8290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9056" y="76200"/>
                </a:lnTo>
                <a:lnTo>
                  <a:pt x="829056" y="38100"/>
                </a:lnTo>
                <a:close/>
              </a:path>
              <a:path w="943609" h="114300">
                <a:moveTo>
                  <a:pt x="905256" y="38100"/>
                </a:moveTo>
                <a:lnTo>
                  <a:pt x="848106" y="38100"/>
                </a:lnTo>
                <a:lnTo>
                  <a:pt x="848106" y="76200"/>
                </a:lnTo>
                <a:lnTo>
                  <a:pt x="905256" y="76200"/>
                </a:lnTo>
                <a:lnTo>
                  <a:pt x="943356" y="57150"/>
                </a:lnTo>
                <a:lnTo>
                  <a:pt x="905256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472054" y="1945894"/>
            <a:ext cx="1118235" cy="452755"/>
          </a:xfrm>
          <a:custGeom>
            <a:avLst/>
            <a:gdLst/>
            <a:ahLst/>
            <a:cxnLst/>
            <a:rect l="l" t="t" r="r" b="b"/>
            <a:pathLst>
              <a:path w="1118235" h="452755">
                <a:moveTo>
                  <a:pt x="1004146" y="417153"/>
                </a:moveTo>
                <a:lnTo>
                  <a:pt x="990599" y="452754"/>
                </a:lnTo>
                <a:lnTo>
                  <a:pt x="1117727" y="439927"/>
                </a:lnTo>
                <a:lnTo>
                  <a:pt x="1103000" y="423925"/>
                </a:lnTo>
                <a:lnTo>
                  <a:pt x="1021969" y="423925"/>
                </a:lnTo>
                <a:lnTo>
                  <a:pt x="1004146" y="417153"/>
                </a:lnTo>
                <a:close/>
              </a:path>
              <a:path w="1118235" h="452755">
                <a:moveTo>
                  <a:pt x="1017709" y="381506"/>
                </a:moveTo>
                <a:lnTo>
                  <a:pt x="1004146" y="417153"/>
                </a:lnTo>
                <a:lnTo>
                  <a:pt x="1021969" y="423925"/>
                </a:lnTo>
                <a:lnTo>
                  <a:pt x="1035431" y="388238"/>
                </a:lnTo>
                <a:lnTo>
                  <a:pt x="1017709" y="381506"/>
                </a:lnTo>
                <a:close/>
              </a:path>
              <a:path w="1118235" h="452755">
                <a:moveTo>
                  <a:pt x="1031240" y="345947"/>
                </a:moveTo>
                <a:lnTo>
                  <a:pt x="1017709" y="381506"/>
                </a:lnTo>
                <a:lnTo>
                  <a:pt x="1035431" y="388238"/>
                </a:lnTo>
                <a:lnTo>
                  <a:pt x="1021969" y="423925"/>
                </a:lnTo>
                <a:lnTo>
                  <a:pt x="1103000" y="423925"/>
                </a:lnTo>
                <a:lnTo>
                  <a:pt x="1031240" y="345947"/>
                </a:lnTo>
                <a:close/>
              </a:path>
              <a:path w="1118235" h="452755">
                <a:moveTo>
                  <a:pt x="13462" y="0"/>
                </a:moveTo>
                <a:lnTo>
                  <a:pt x="0" y="35559"/>
                </a:lnTo>
                <a:lnTo>
                  <a:pt x="1004146" y="417153"/>
                </a:lnTo>
                <a:lnTo>
                  <a:pt x="1017709" y="381506"/>
                </a:lnTo>
                <a:lnTo>
                  <a:pt x="1346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61282" y="2328672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914400" y="0"/>
                </a:moveTo>
                <a:lnTo>
                  <a:pt x="914400" y="114300"/>
                </a:lnTo>
                <a:lnTo>
                  <a:pt x="9906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990600" y="38100"/>
                </a:lnTo>
                <a:lnTo>
                  <a:pt x="914400" y="0"/>
                </a:lnTo>
                <a:close/>
              </a:path>
              <a:path w="10287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028700" h="114300">
                <a:moveTo>
                  <a:pt x="9906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990600" y="76200"/>
                </a:lnTo>
                <a:lnTo>
                  <a:pt x="1028700" y="57150"/>
                </a:lnTo>
                <a:lnTo>
                  <a:pt x="99060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843910" y="96875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86888" y="2000453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85791" y="131800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36338" y="1986787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76569" y="1307084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59683" y="1221486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161282" y="993775"/>
            <a:ext cx="1030605" cy="480059"/>
          </a:xfrm>
          <a:custGeom>
            <a:avLst/>
            <a:gdLst/>
            <a:ahLst/>
            <a:cxnLst/>
            <a:rect l="l" t="t" r="r" b="b"/>
            <a:pathLst>
              <a:path w="1030604" h="480059">
                <a:moveTo>
                  <a:pt x="81025" y="375792"/>
                </a:moveTo>
                <a:lnTo>
                  <a:pt x="0" y="474599"/>
                </a:lnTo>
                <a:lnTo>
                  <a:pt x="127634" y="480060"/>
                </a:lnTo>
                <a:lnTo>
                  <a:pt x="115599" y="453136"/>
                </a:lnTo>
                <a:lnTo>
                  <a:pt x="94741" y="453136"/>
                </a:lnTo>
                <a:lnTo>
                  <a:pt x="79120" y="418338"/>
                </a:lnTo>
                <a:lnTo>
                  <a:pt x="96559" y="410541"/>
                </a:lnTo>
                <a:lnTo>
                  <a:pt x="81025" y="375792"/>
                </a:lnTo>
                <a:close/>
              </a:path>
              <a:path w="1030604" h="480059">
                <a:moveTo>
                  <a:pt x="96559" y="410541"/>
                </a:moveTo>
                <a:lnTo>
                  <a:pt x="79120" y="418338"/>
                </a:lnTo>
                <a:lnTo>
                  <a:pt x="94741" y="453136"/>
                </a:lnTo>
                <a:lnTo>
                  <a:pt x="112125" y="445363"/>
                </a:lnTo>
                <a:lnTo>
                  <a:pt x="96559" y="410541"/>
                </a:lnTo>
                <a:close/>
              </a:path>
              <a:path w="1030604" h="480059">
                <a:moveTo>
                  <a:pt x="112125" y="445363"/>
                </a:moveTo>
                <a:lnTo>
                  <a:pt x="94741" y="453136"/>
                </a:lnTo>
                <a:lnTo>
                  <a:pt x="115599" y="453136"/>
                </a:lnTo>
                <a:lnTo>
                  <a:pt x="112125" y="445363"/>
                </a:lnTo>
                <a:close/>
              </a:path>
              <a:path w="1030604" h="480059">
                <a:moveTo>
                  <a:pt x="1014856" y="0"/>
                </a:moveTo>
                <a:lnTo>
                  <a:pt x="96559" y="410541"/>
                </a:lnTo>
                <a:lnTo>
                  <a:pt x="112125" y="445363"/>
                </a:lnTo>
                <a:lnTo>
                  <a:pt x="1030351" y="34798"/>
                </a:lnTo>
                <a:lnTo>
                  <a:pt x="1014856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460240" y="548131"/>
            <a:ext cx="247650" cy="80264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 marR="5080" indent="76200">
              <a:lnSpc>
                <a:spcPts val="2760"/>
              </a:lnSpc>
              <a:spcBef>
                <a:spcPts val="68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297686" y="1662683"/>
            <a:ext cx="723900" cy="114300"/>
          </a:xfrm>
          <a:custGeom>
            <a:avLst/>
            <a:gdLst/>
            <a:ahLst/>
            <a:cxnLst/>
            <a:rect l="l" t="t" r="r" b="b"/>
            <a:pathLst>
              <a:path w="723900" h="114300">
                <a:moveTo>
                  <a:pt x="609600" y="0"/>
                </a:moveTo>
                <a:lnTo>
                  <a:pt x="609600" y="114300"/>
                </a:lnTo>
                <a:lnTo>
                  <a:pt x="685800" y="76200"/>
                </a:lnTo>
                <a:lnTo>
                  <a:pt x="628650" y="76200"/>
                </a:lnTo>
                <a:lnTo>
                  <a:pt x="628650" y="38100"/>
                </a:lnTo>
                <a:lnTo>
                  <a:pt x="685800" y="38100"/>
                </a:lnTo>
                <a:lnTo>
                  <a:pt x="609600" y="0"/>
                </a:lnTo>
                <a:close/>
              </a:path>
              <a:path w="723900" h="114300">
                <a:moveTo>
                  <a:pt x="6096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9600" y="76200"/>
                </a:lnTo>
                <a:lnTo>
                  <a:pt x="609600" y="38100"/>
                </a:lnTo>
                <a:close/>
              </a:path>
              <a:path w="723900" h="114300">
                <a:moveTo>
                  <a:pt x="685800" y="38100"/>
                </a:moveTo>
                <a:lnTo>
                  <a:pt x="628650" y="38100"/>
                </a:lnTo>
                <a:lnTo>
                  <a:pt x="628650" y="76200"/>
                </a:lnTo>
                <a:lnTo>
                  <a:pt x="685800" y="76200"/>
                </a:lnTo>
                <a:lnTo>
                  <a:pt x="723900" y="57150"/>
                </a:lnTo>
                <a:lnTo>
                  <a:pt x="685800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45073" y="3175254"/>
            <a:ext cx="664845" cy="668020"/>
          </a:xfrm>
          <a:custGeom>
            <a:avLst/>
            <a:gdLst/>
            <a:ahLst/>
            <a:cxnLst/>
            <a:rect l="l" t="t" r="r" b="b"/>
            <a:pathLst>
              <a:path w="664845" h="668020">
                <a:moveTo>
                  <a:pt x="0" y="333756"/>
                </a:moveTo>
                <a:lnTo>
                  <a:pt x="3601" y="284447"/>
                </a:lnTo>
                <a:lnTo>
                  <a:pt x="14064" y="237381"/>
                </a:lnTo>
                <a:lnTo>
                  <a:pt x="30873" y="193075"/>
                </a:lnTo>
                <a:lnTo>
                  <a:pt x="53517" y="152045"/>
                </a:lnTo>
                <a:lnTo>
                  <a:pt x="81481" y="114808"/>
                </a:lnTo>
                <a:lnTo>
                  <a:pt x="114251" y="81882"/>
                </a:lnTo>
                <a:lnTo>
                  <a:pt x="151315" y="53783"/>
                </a:lnTo>
                <a:lnTo>
                  <a:pt x="192159" y="31028"/>
                </a:lnTo>
                <a:lnTo>
                  <a:pt x="236268" y="14135"/>
                </a:lnTo>
                <a:lnTo>
                  <a:pt x="283130" y="3619"/>
                </a:lnTo>
                <a:lnTo>
                  <a:pt x="332231" y="0"/>
                </a:lnTo>
                <a:lnTo>
                  <a:pt x="381333" y="3619"/>
                </a:lnTo>
                <a:lnTo>
                  <a:pt x="428195" y="14135"/>
                </a:lnTo>
                <a:lnTo>
                  <a:pt x="472304" y="31028"/>
                </a:lnTo>
                <a:lnTo>
                  <a:pt x="513148" y="53783"/>
                </a:lnTo>
                <a:lnTo>
                  <a:pt x="550212" y="81882"/>
                </a:lnTo>
                <a:lnTo>
                  <a:pt x="582982" y="114808"/>
                </a:lnTo>
                <a:lnTo>
                  <a:pt x="610946" y="152045"/>
                </a:lnTo>
                <a:lnTo>
                  <a:pt x="633590" y="193075"/>
                </a:lnTo>
                <a:lnTo>
                  <a:pt x="650399" y="237381"/>
                </a:lnTo>
                <a:lnTo>
                  <a:pt x="660862" y="284447"/>
                </a:lnTo>
                <a:lnTo>
                  <a:pt x="664463" y="333756"/>
                </a:lnTo>
                <a:lnTo>
                  <a:pt x="660862" y="383064"/>
                </a:lnTo>
                <a:lnTo>
                  <a:pt x="650399" y="430130"/>
                </a:lnTo>
                <a:lnTo>
                  <a:pt x="633590" y="474436"/>
                </a:lnTo>
                <a:lnTo>
                  <a:pt x="610946" y="515466"/>
                </a:lnTo>
                <a:lnTo>
                  <a:pt x="582982" y="552703"/>
                </a:lnTo>
                <a:lnTo>
                  <a:pt x="550212" y="585629"/>
                </a:lnTo>
                <a:lnTo>
                  <a:pt x="513148" y="613728"/>
                </a:lnTo>
                <a:lnTo>
                  <a:pt x="472304" y="636483"/>
                </a:lnTo>
                <a:lnTo>
                  <a:pt x="428195" y="653376"/>
                </a:lnTo>
                <a:lnTo>
                  <a:pt x="381333" y="663892"/>
                </a:lnTo>
                <a:lnTo>
                  <a:pt x="332231" y="667512"/>
                </a:lnTo>
                <a:lnTo>
                  <a:pt x="283130" y="663892"/>
                </a:lnTo>
                <a:lnTo>
                  <a:pt x="236268" y="653376"/>
                </a:lnTo>
                <a:lnTo>
                  <a:pt x="192159" y="636483"/>
                </a:lnTo>
                <a:lnTo>
                  <a:pt x="151315" y="613728"/>
                </a:lnTo>
                <a:lnTo>
                  <a:pt x="114251" y="585629"/>
                </a:lnTo>
                <a:lnTo>
                  <a:pt x="81481" y="552703"/>
                </a:lnTo>
                <a:lnTo>
                  <a:pt x="53517" y="515466"/>
                </a:lnTo>
                <a:lnTo>
                  <a:pt x="30873" y="474436"/>
                </a:lnTo>
                <a:lnTo>
                  <a:pt x="14064" y="430130"/>
                </a:lnTo>
                <a:lnTo>
                  <a:pt x="3601" y="383064"/>
                </a:lnTo>
                <a:lnTo>
                  <a:pt x="0" y="33375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775452" y="327088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640573" y="3175254"/>
            <a:ext cx="664845" cy="668020"/>
          </a:xfrm>
          <a:custGeom>
            <a:avLst/>
            <a:gdLst/>
            <a:ahLst/>
            <a:cxnLst/>
            <a:rect l="l" t="t" r="r" b="b"/>
            <a:pathLst>
              <a:path w="664845" h="668020">
                <a:moveTo>
                  <a:pt x="0" y="333756"/>
                </a:moveTo>
                <a:lnTo>
                  <a:pt x="3601" y="284447"/>
                </a:lnTo>
                <a:lnTo>
                  <a:pt x="14064" y="237381"/>
                </a:lnTo>
                <a:lnTo>
                  <a:pt x="30873" y="193075"/>
                </a:lnTo>
                <a:lnTo>
                  <a:pt x="53517" y="152045"/>
                </a:lnTo>
                <a:lnTo>
                  <a:pt x="81481" y="114808"/>
                </a:lnTo>
                <a:lnTo>
                  <a:pt x="114251" y="81882"/>
                </a:lnTo>
                <a:lnTo>
                  <a:pt x="151315" y="53783"/>
                </a:lnTo>
                <a:lnTo>
                  <a:pt x="192159" y="31028"/>
                </a:lnTo>
                <a:lnTo>
                  <a:pt x="236268" y="14135"/>
                </a:lnTo>
                <a:lnTo>
                  <a:pt x="283130" y="3619"/>
                </a:lnTo>
                <a:lnTo>
                  <a:pt x="332231" y="0"/>
                </a:lnTo>
                <a:lnTo>
                  <a:pt x="381333" y="3619"/>
                </a:lnTo>
                <a:lnTo>
                  <a:pt x="428195" y="14135"/>
                </a:lnTo>
                <a:lnTo>
                  <a:pt x="472304" y="31028"/>
                </a:lnTo>
                <a:lnTo>
                  <a:pt x="513148" y="53783"/>
                </a:lnTo>
                <a:lnTo>
                  <a:pt x="550212" y="81882"/>
                </a:lnTo>
                <a:lnTo>
                  <a:pt x="582982" y="114808"/>
                </a:lnTo>
                <a:lnTo>
                  <a:pt x="610946" y="152045"/>
                </a:lnTo>
                <a:lnTo>
                  <a:pt x="633590" y="193075"/>
                </a:lnTo>
                <a:lnTo>
                  <a:pt x="650399" y="237381"/>
                </a:lnTo>
                <a:lnTo>
                  <a:pt x="660862" y="284447"/>
                </a:lnTo>
                <a:lnTo>
                  <a:pt x="664464" y="333756"/>
                </a:lnTo>
                <a:lnTo>
                  <a:pt x="660862" y="383064"/>
                </a:lnTo>
                <a:lnTo>
                  <a:pt x="650399" y="430130"/>
                </a:lnTo>
                <a:lnTo>
                  <a:pt x="633590" y="474436"/>
                </a:lnTo>
                <a:lnTo>
                  <a:pt x="610946" y="515466"/>
                </a:lnTo>
                <a:lnTo>
                  <a:pt x="582982" y="552703"/>
                </a:lnTo>
                <a:lnTo>
                  <a:pt x="550212" y="585629"/>
                </a:lnTo>
                <a:lnTo>
                  <a:pt x="513148" y="613728"/>
                </a:lnTo>
                <a:lnTo>
                  <a:pt x="472304" y="636483"/>
                </a:lnTo>
                <a:lnTo>
                  <a:pt x="428195" y="653376"/>
                </a:lnTo>
                <a:lnTo>
                  <a:pt x="381333" y="663892"/>
                </a:lnTo>
                <a:lnTo>
                  <a:pt x="332231" y="667512"/>
                </a:lnTo>
                <a:lnTo>
                  <a:pt x="283130" y="663892"/>
                </a:lnTo>
                <a:lnTo>
                  <a:pt x="236268" y="653376"/>
                </a:lnTo>
                <a:lnTo>
                  <a:pt x="192159" y="636483"/>
                </a:lnTo>
                <a:lnTo>
                  <a:pt x="151315" y="613728"/>
                </a:lnTo>
                <a:lnTo>
                  <a:pt x="114251" y="585629"/>
                </a:lnTo>
                <a:lnTo>
                  <a:pt x="81481" y="552703"/>
                </a:lnTo>
                <a:lnTo>
                  <a:pt x="53517" y="515466"/>
                </a:lnTo>
                <a:lnTo>
                  <a:pt x="30873" y="474436"/>
                </a:lnTo>
                <a:lnTo>
                  <a:pt x="14064" y="430130"/>
                </a:lnTo>
                <a:lnTo>
                  <a:pt x="3601" y="383064"/>
                </a:lnTo>
                <a:lnTo>
                  <a:pt x="0" y="33375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871586" y="327088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875782" y="4956809"/>
            <a:ext cx="666115" cy="668020"/>
          </a:xfrm>
          <a:custGeom>
            <a:avLst/>
            <a:gdLst/>
            <a:ahLst/>
            <a:cxnLst/>
            <a:rect l="l" t="t" r="r" b="b"/>
            <a:pathLst>
              <a:path w="666115" h="668020">
                <a:moveTo>
                  <a:pt x="0" y="333755"/>
                </a:moveTo>
                <a:lnTo>
                  <a:pt x="3610" y="284447"/>
                </a:lnTo>
                <a:lnTo>
                  <a:pt x="14099" y="237381"/>
                </a:lnTo>
                <a:lnTo>
                  <a:pt x="30951" y="193075"/>
                </a:lnTo>
                <a:lnTo>
                  <a:pt x="53650" y="152045"/>
                </a:lnTo>
                <a:lnTo>
                  <a:pt x="81681" y="114808"/>
                </a:lnTo>
                <a:lnTo>
                  <a:pt x="114530" y="81882"/>
                </a:lnTo>
                <a:lnTo>
                  <a:pt x="151680" y="53783"/>
                </a:lnTo>
                <a:lnTo>
                  <a:pt x="192617" y="31028"/>
                </a:lnTo>
                <a:lnTo>
                  <a:pt x="236825" y="14135"/>
                </a:lnTo>
                <a:lnTo>
                  <a:pt x="283789" y="3619"/>
                </a:lnTo>
                <a:lnTo>
                  <a:pt x="332993" y="0"/>
                </a:lnTo>
                <a:lnTo>
                  <a:pt x="382198" y="3619"/>
                </a:lnTo>
                <a:lnTo>
                  <a:pt x="429162" y="14135"/>
                </a:lnTo>
                <a:lnTo>
                  <a:pt x="473370" y="31028"/>
                </a:lnTo>
                <a:lnTo>
                  <a:pt x="514307" y="53783"/>
                </a:lnTo>
                <a:lnTo>
                  <a:pt x="551457" y="81882"/>
                </a:lnTo>
                <a:lnTo>
                  <a:pt x="584306" y="114808"/>
                </a:lnTo>
                <a:lnTo>
                  <a:pt x="612337" y="152045"/>
                </a:lnTo>
                <a:lnTo>
                  <a:pt x="635036" y="193075"/>
                </a:lnTo>
                <a:lnTo>
                  <a:pt x="651888" y="237381"/>
                </a:lnTo>
                <a:lnTo>
                  <a:pt x="662377" y="284447"/>
                </a:lnTo>
                <a:lnTo>
                  <a:pt x="665988" y="333755"/>
                </a:lnTo>
                <a:lnTo>
                  <a:pt x="662377" y="383064"/>
                </a:lnTo>
                <a:lnTo>
                  <a:pt x="651888" y="430130"/>
                </a:lnTo>
                <a:lnTo>
                  <a:pt x="635036" y="474436"/>
                </a:lnTo>
                <a:lnTo>
                  <a:pt x="612337" y="515466"/>
                </a:lnTo>
                <a:lnTo>
                  <a:pt x="584306" y="552703"/>
                </a:lnTo>
                <a:lnTo>
                  <a:pt x="551457" y="585629"/>
                </a:lnTo>
                <a:lnTo>
                  <a:pt x="514307" y="613728"/>
                </a:lnTo>
                <a:lnTo>
                  <a:pt x="473370" y="636483"/>
                </a:lnTo>
                <a:lnTo>
                  <a:pt x="429162" y="653376"/>
                </a:lnTo>
                <a:lnTo>
                  <a:pt x="382198" y="663892"/>
                </a:lnTo>
                <a:lnTo>
                  <a:pt x="332993" y="667511"/>
                </a:lnTo>
                <a:lnTo>
                  <a:pt x="283789" y="663892"/>
                </a:lnTo>
                <a:lnTo>
                  <a:pt x="236825" y="653376"/>
                </a:lnTo>
                <a:lnTo>
                  <a:pt x="192617" y="636483"/>
                </a:lnTo>
                <a:lnTo>
                  <a:pt x="151680" y="613728"/>
                </a:lnTo>
                <a:lnTo>
                  <a:pt x="114530" y="585629"/>
                </a:lnTo>
                <a:lnTo>
                  <a:pt x="81681" y="552703"/>
                </a:lnTo>
                <a:lnTo>
                  <a:pt x="53650" y="515466"/>
                </a:lnTo>
                <a:lnTo>
                  <a:pt x="30951" y="474436"/>
                </a:lnTo>
                <a:lnTo>
                  <a:pt x="14099" y="430130"/>
                </a:lnTo>
                <a:lnTo>
                  <a:pt x="3610" y="383064"/>
                </a:lnTo>
                <a:lnTo>
                  <a:pt x="0" y="33375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107429" y="505244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781294" y="4880609"/>
            <a:ext cx="852169" cy="852169"/>
          </a:xfrm>
          <a:custGeom>
            <a:avLst/>
            <a:gdLst/>
            <a:ahLst/>
            <a:cxnLst/>
            <a:rect l="l" t="t" r="r" b="b"/>
            <a:pathLst>
              <a:path w="852170" h="852170">
                <a:moveTo>
                  <a:pt x="0" y="425957"/>
                </a:moveTo>
                <a:lnTo>
                  <a:pt x="2500" y="379553"/>
                </a:lnTo>
                <a:lnTo>
                  <a:pt x="9826" y="334593"/>
                </a:lnTo>
                <a:lnTo>
                  <a:pt x="21720" y="291340"/>
                </a:lnTo>
                <a:lnTo>
                  <a:pt x="37919" y="250051"/>
                </a:lnTo>
                <a:lnTo>
                  <a:pt x="58165" y="210989"/>
                </a:lnTo>
                <a:lnTo>
                  <a:pt x="82198" y="174412"/>
                </a:lnTo>
                <a:lnTo>
                  <a:pt x="109757" y="140581"/>
                </a:lnTo>
                <a:lnTo>
                  <a:pt x="140581" y="109757"/>
                </a:lnTo>
                <a:lnTo>
                  <a:pt x="174412" y="82198"/>
                </a:lnTo>
                <a:lnTo>
                  <a:pt x="210989" y="58166"/>
                </a:lnTo>
                <a:lnTo>
                  <a:pt x="250051" y="37919"/>
                </a:lnTo>
                <a:lnTo>
                  <a:pt x="291340" y="21720"/>
                </a:lnTo>
                <a:lnTo>
                  <a:pt x="334593" y="9826"/>
                </a:lnTo>
                <a:lnTo>
                  <a:pt x="379553" y="2500"/>
                </a:lnTo>
                <a:lnTo>
                  <a:pt x="425957" y="0"/>
                </a:lnTo>
                <a:lnTo>
                  <a:pt x="472362" y="2500"/>
                </a:lnTo>
                <a:lnTo>
                  <a:pt x="517322" y="9826"/>
                </a:lnTo>
                <a:lnTo>
                  <a:pt x="560575" y="21720"/>
                </a:lnTo>
                <a:lnTo>
                  <a:pt x="601864" y="37919"/>
                </a:lnTo>
                <a:lnTo>
                  <a:pt x="640926" y="58166"/>
                </a:lnTo>
                <a:lnTo>
                  <a:pt x="677503" y="82198"/>
                </a:lnTo>
                <a:lnTo>
                  <a:pt x="711334" y="109757"/>
                </a:lnTo>
                <a:lnTo>
                  <a:pt x="742158" y="140581"/>
                </a:lnTo>
                <a:lnTo>
                  <a:pt x="769717" y="174412"/>
                </a:lnTo>
                <a:lnTo>
                  <a:pt x="793750" y="210989"/>
                </a:lnTo>
                <a:lnTo>
                  <a:pt x="813996" y="250051"/>
                </a:lnTo>
                <a:lnTo>
                  <a:pt x="830195" y="291340"/>
                </a:lnTo>
                <a:lnTo>
                  <a:pt x="842089" y="334593"/>
                </a:lnTo>
                <a:lnTo>
                  <a:pt x="849415" y="379553"/>
                </a:lnTo>
                <a:lnTo>
                  <a:pt x="851915" y="425957"/>
                </a:lnTo>
                <a:lnTo>
                  <a:pt x="849415" y="472362"/>
                </a:lnTo>
                <a:lnTo>
                  <a:pt x="842089" y="517322"/>
                </a:lnTo>
                <a:lnTo>
                  <a:pt x="830195" y="560575"/>
                </a:lnTo>
                <a:lnTo>
                  <a:pt x="813996" y="601864"/>
                </a:lnTo>
                <a:lnTo>
                  <a:pt x="793749" y="640926"/>
                </a:lnTo>
                <a:lnTo>
                  <a:pt x="769717" y="677503"/>
                </a:lnTo>
                <a:lnTo>
                  <a:pt x="742158" y="711334"/>
                </a:lnTo>
                <a:lnTo>
                  <a:pt x="711334" y="742158"/>
                </a:lnTo>
                <a:lnTo>
                  <a:pt x="677503" y="769717"/>
                </a:lnTo>
                <a:lnTo>
                  <a:pt x="640926" y="793749"/>
                </a:lnTo>
                <a:lnTo>
                  <a:pt x="601864" y="813996"/>
                </a:lnTo>
                <a:lnTo>
                  <a:pt x="560575" y="830195"/>
                </a:lnTo>
                <a:lnTo>
                  <a:pt x="517322" y="842089"/>
                </a:lnTo>
                <a:lnTo>
                  <a:pt x="472362" y="849415"/>
                </a:lnTo>
                <a:lnTo>
                  <a:pt x="425957" y="851915"/>
                </a:lnTo>
                <a:lnTo>
                  <a:pt x="379553" y="849415"/>
                </a:lnTo>
                <a:lnTo>
                  <a:pt x="334593" y="842089"/>
                </a:lnTo>
                <a:lnTo>
                  <a:pt x="291340" y="830195"/>
                </a:lnTo>
                <a:lnTo>
                  <a:pt x="250051" y="813996"/>
                </a:lnTo>
                <a:lnTo>
                  <a:pt x="210989" y="793749"/>
                </a:lnTo>
                <a:lnTo>
                  <a:pt x="174412" y="769717"/>
                </a:lnTo>
                <a:lnTo>
                  <a:pt x="140581" y="742158"/>
                </a:lnTo>
                <a:lnTo>
                  <a:pt x="109757" y="711334"/>
                </a:lnTo>
                <a:lnTo>
                  <a:pt x="82198" y="677503"/>
                </a:lnTo>
                <a:lnTo>
                  <a:pt x="58166" y="640926"/>
                </a:lnTo>
                <a:lnTo>
                  <a:pt x="37919" y="601864"/>
                </a:lnTo>
                <a:lnTo>
                  <a:pt x="21720" y="560575"/>
                </a:lnTo>
                <a:lnTo>
                  <a:pt x="9826" y="517322"/>
                </a:lnTo>
                <a:lnTo>
                  <a:pt x="2500" y="472362"/>
                </a:lnTo>
                <a:lnTo>
                  <a:pt x="0" y="425957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552181" y="3071622"/>
            <a:ext cx="853440" cy="852169"/>
          </a:xfrm>
          <a:custGeom>
            <a:avLst/>
            <a:gdLst/>
            <a:ahLst/>
            <a:cxnLst/>
            <a:rect l="l" t="t" r="r" b="b"/>
            <a:pathLst>
              <a:path w="853440" h="852170">
                <a:moveTo>
                  <a:pt x="0" y="425957"/>
                </a:moveTo>
                <a:lnTo>
                  <a:pt x="2503" y="379553"/>
                </a:lnTo>
                <a:lnTo>
                  <a:pt x="9840" y="334593"/>
                </a:lnTo>
                <a:lnTo>
                  <a:pt x="21750" y="291340"/>
                </a:lnTo>
                <a:lnTo>
                  <a:pt x="37974" y="250051"/>
                </a:lnTo>
                <a:lnTo>
                  <a:pt x="58250" y="210989"/>
                </a:lnTo>
                <a:lnTo>
                  <a:pt x="82320" y="174412"/>
                </a:lnTo>
                <a:lnTo>
                  <a:pt x="109923" y="140581"/>
                </a:lnTo>
                <a:lnTo>
                  <a:pt x="140798" y="109757"/>
                </a:lnTo>
                <a:lnTo>
                  <a:pt x="174686" y="82198"/>
                </a:lnTo>
                <a:lnTo>
                  <a:pt x="211328" y="58166"/>
                </a:lnTo>
                <a:lnTo>
                  <a:pt x="250461" y="37919"/>
                </a:lnTo>
                <a:lnTo>
                  <a:pt x="291827" y="21720"/>
                </a:lnTo>
                <a:lnTo>
                  <a:pt x="335166" y="9826"/>
                </a:lnTo>
                <a:lnTo>
                  <a:pt x="380217" y="2500"/>
                </a:lnTo>
                <a:lnTo>
                  <a:pt x="426720" y="0"/>
                </a:lnTo>
                <a:lnTo>
                  <a:pt x="473222" y="2500"/>
                </a:lnTo>
                <a:lnTo>
                  <a:pt x="518273" y="9826"/>
                </a:lnTo>
                <a:lnTo>
                  <a:pt x="561612" y="21720"/>
                </a:lnTo>
                <a:lnTo>
                  <a:pt x="602978" y="37919"/>
                </a:lnTo>
                <a:lnTo>
                  <a:pt x="642111" y="58165"/>
                </a:lnTo>
                <a:lnTo>
                  <a:pt x="678753" y="82198"/>
                </a:lnTo>
                <a:lnTo>
                  <a:pt x="712641" y="109757"/>
                </a:lnTo>
                <a:lnTo>
                  <a:pt x="743516" y="140581"/>
                </a:lnTo>
                <a:lnTo>
                  <a:pt x="771119" y="174412"/>
                </a:lnTo>
                <a:lnTo>
                  <a:pt x="795189" y="210989"/>
                </a:lnTo>
                <a:lnTo>
                  <a:pt x="815465" y="250051"/>
                </a:lnTo>
                <a:lnTo>
                  <a:pt x="831689" y="291340"/>
                </a:lnTo>
                <a:lnTo>
                  <a:pt x="843599" y="334593"/>
                </a:lnTo>
                <a:lnTo>
                  <a:pt x="850936" y="379553"/>
                </a:lnTo>
                <a:lnTo>
                  <a:pt x="853440" y="425957"/>
                </a:lnTo>
                <a:lnTo>
                  <a:pt x="850936" y="472362"/>
                </a:lnTo>
                <a:lnTo>
                  <a:pt x="843599" y="517322"/>
                </a:lnTo>
                <a:lnTo>
                  <a:pt x="831689" y="560575"/>
                </a:lnTo>
                <a:lnTo>
                  <a:pt x="815465" y="601864"/>
                </a:lnTo>
                <a:lnTo>
                  <a:pt x="795189" y="640926"/>
                </a:lnTo>
                <a:lnTo>
                  <a:pt x="771119" y="677503"/>
                </a:lnTo>
                <a:lnTo>
                  <a:pt x="743516" y="711334"/>
                </a:lnTo>
                <a:lnTo>
                  <a:pt x="712641" y="742158"/>
                </a:lnTo>
                <a:lnTo>
                  <a:pt x="678753" y="769717"/>
                </a:lnTo>
                <a:lnTo>
                  <a:pt x="642111" y="793749"/>
                </a:lnTo>
                <a:lnTo>
                  <a:pt x="602978" y="813996"/>
                </a:lnTo>
                <a:lnTo>
                  <a:pt x="561612" y="830195"/>
                </a:lnTo>
                <a:lnTo>
                  <a:pt x="518273" y="842089"/>
                </a:lnTo>
                <a:lnTo>
                  <a:pt x="473222" y="849415"/>
                </a:lnTo>
                <a:lnTo>
                  <a:pt x="426720" y="851915"/>
                </a:lnTo>
                <a:lnTo>
                  <a:pt x="380217" y="849415"/>
                </a:lnTo>
                <a:lnTo>
                  <a:pt x="335166" y="842089"/>
                </a:lnTo>
                <a:lnTo>
                  <a:pt x="291827" y="830195"/>
                </a:lnTo>
                <a:lnTo>
                  <a:pt x="250461" y="813996"/>
                </a:lnTo>
                <a:lnTo>
                  <a:pt x="211328" y="793749"/>
                </a:lnTo>
                <a:lnTo>
                  <a:pt x="174686" y="769717"/>
                </a:lnTo>
                <a:lnTo>
                  <a:pt x="140798" y="742158"/>
                </a:lnTo>
                <a:lnTo>
                  <a:pt x="109923" y="711334"/>
                </a:lnTo>
                <a:lnTo>
                  <a:pt x="82320" y="677503"/>
                </a:lnTo>
                <a:lnTo>
                  <a:pt x="58250" y="640926"/>
                </a:lnTo>
                <a:lnTo>
                  <a:pt x="37974" y="601864"/>
                </a:lnTo>
                <a:lnTo>
                  <a:pt x="21750" y="560575"/>
                </a:lnTo>
                <a:lnTo>
                  <a:pt x="9840" y="517322"/>
                </a:lnTo>
                <a:lnTo>
                  <a:pt x="2503" y="472362"/>
                </a:lnTo>
                <a:lnTo>
                  <a:pt x="0" y="425957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09538" y="3389376"/>
            <a:ext cx="1343025" cy="114300"/>
          </a:xfrm>
          <a:custGeom>
            <a:avLst/>
            <a:gdLst/>
            <a:ahLst/>
            <a:cxnLst/>
            <a:rect l="l" t="t" r="r" b="b"/>
            <a:pathLst>
              <a:path w="1343025" h="114300">
                <a:moveTo>
                  <a:pt x="1228343" y="0"/>
                </a:moveTo>
                <a:lnTo>
                  <a:pt x="1228343" y="114300"/>
                </a:lnTo>
                <a:lnTo>
                  <a:pt x="1304543" y="76200"/>
                </a:lnTo>
                <a:lnTo>
                  <a:pt x="1247393" y="76200"/>
                </a:lnTo>
                <a:lnTo>
                  <a:pt x="1247393" y="38100"/>
                </a:lnTo>
                <a:lnTo>
                  <a:pt x="1304543" y="38100"/>
                </a:lnTo>
                <a:lnTo>
                  <a:pt x="1228343" y="0"/>
                </a:lnTo>
                <a:close/>
              </a:path>
              <a:path w="1343025" h="114300">
                <a:moveTo>
                  <a:pt x="12283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28343" y="76200"/>
                </a:lnTo>
                <a:lnTo>
                  <a:pt x="1228343" y="38100"/>
                </a:lnTo>
                <a:close/>
              </a:path>
              <a:path w="1343025" h="114300">
                <a:moveTo>
                  <a:pt x="1304543" y="38100"/>
                </a:moveTo>
                <a:lnTo>
                  <a:pt x="1247393" y="38100"/>
                </a:lnTo>
                <a:lnTo>
                  <a:pt x="1247393" y="76200"/>
                </a:lnTo>
                <a:lnTo>
                  <a:pt x="1304543" y="76200"/>
                </a:lnTo>
                <a:lnTo>
                  <a:pt x="1342643" y="57150"/>
                </a:lnTo>
                <a:lnTo>
                  <a:pt x="1304543" y="38100"/>
                </a:lnTo>
                <a:close/>
              </a:path>
            </a:pathLst>
          </a:custGeom>
          <a:solidFill>
            <a:srgbClr val="FF9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541769" y="3796284"/>
            <a:ext cx="1131570" cy="1228090"/>
          </a:xfrm>
          <a:custGeom>
            <a:avLst/>
            <a:gdLst/>
            <a:ahLst/>
            <a:cxnLst/>
            <a:rect l="l" t="t" r="r" b="b"/>
            <a:pathLst>
              <a:path w="1131570" h="1228089">
                <a:moveTo>
                  <a:pt x="35305" y="1104773"/>
                </a:moveTo>
                <a:lnTo>
                  <a:pt x="0" y="1227582"/>
                </a:lnTo>
                <a:lnTo>
                  <a:pt x="119379" y="1182116"/>
                </a:lnTo>
                <a:lnTo>
                  <a:pt x="106679" y="1170432"/>
                </a:lnTo>
                <a:lnTo>
                  <a:pt x="78485" y="1170432"/>
                </a:lnTo>
                <a:lnTo>
                  <a:pt x="50419" y="1144524"/>
                </a:lnTo>
                <a:lnTo>
                  <a:pt x="63296" y="1130522"/>
                </a:lnTo>
                <a:lnTo>
                  <a:pt x="35305" y="1104773"/>
                </a:lnTo>
                <a:close/>
              </a:path>
              <a:path w="1131570" h="1228089">
                <a:moveTo>
                  <a:pt x="63296" y="1130522"/>
                </a:moveTo>
                <a:lnTo>
                  <a:pt x="50419" y="1144524"/>
                </a:lnTo>
                <a:lnTo>
                  <a:pt x="78485" y="1170432"/>
                </a:lnTo>
                <a:lnTo>
                  <a:pt x="91406" y="1156382"/>
                </a:lnTo>
                <a:lnTo>
                  <a:pt x="63296" y="1130522"/>
                </a:lnTo>
                <a:close/>
              </a:path>
              <a:path w="1131570" h="1228089">
                <a:moveTo>
                  <a:pt x="91406" y="1156382"/>
                </a:moveTo>
                <a:lnTo>
                  <a:pt x="78485" y="1170432"/>
                </a:lnTo>
                <a:lnTo>
                  <a:pt x="106679" y="1170432"/>
                </a:lnTo>
                <a:lnTo>
                  <a:pt x="91406" y="1156382"/>
                </a:lnTo>
                <a:close/>
              </a:path>
              <a:path w="1131570" h="1228089">
                <a:moveTo>
                  <a:pt x="1103122" y="0"/>
                </a:moveTo>
                <a:lnTo>
                  <a:pt x="63296" y="1130522"/>
                </a:lnTo>
                <a:lnTo>
                  <a:pt x="91406" y="1156382"/>
                </a:lnTo>
                <a:lnTo>
                  <a:pt x="1131061" y="25908"/>
                </a:lnTo>
                <a:lnTo>
                  <a:pt x="1103122" y="0"/>
                </a:lnTo>
                <a:close/>
              </a:path>
            </a:pathLst>
          </a:custGeom>
          <a:solidFill>
            <a:srgbClr val="FF9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760209" y="289814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801357" y="41033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975097" y="3421379"/>
            <a:ext cx="570230" cy="190500"/>
          </a:xfrm>
          <a:custGeom>
            <a:avLst/>
            <a:gdLst/>
            <a:ahLst/>
            <a:cxnLst/>
            <a:rect l="l" t="t" r="r" b="b"/>
            <a:pathLst>
              <a:path w="570229" h="190500">
                <a:moveTo>
                  <a:pt x="379475" y="0"/>
                </a:moveTo>
                <a:lnTo>
                  <a:pt x="379475" y="190500"/>
                </a:lnTo>
                <a:lnTo>
                  <a:pt x="531876" y="114300"/>
                </a:lnTo>
                <a:lnTo>
                  <a:pt x="398525" y="114300"/>
                </a:lnTo>
                <a:lnTo>
                  <a:pt x="398525" y="76200"/>
                </a:lnTo>
                <a:lnTo>
                  <a:pt x="531876" y="76200"/>
                </a:lnTo>
                <a:lnTo>
                  <a:pt x="379475" y="0"/>
                </a:lnTo>
                <a:close/>
              </a:path>
              <a:path w="570229" h="190500">
                <a:moveTo>
                  <a:pt x="379475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379475" y="114300"/>
                </a:lnTo>
                <a:lnTo>
                  <a:pt x="379475" y="76200"/>
                </a:lnTo>
                <a:close/>
              </a:path>
              <a:path w="570229" h="190500">
                <a:moveTo>
                  <a:pt x="531876" y="76200"/>
                </a:moveTo>
                <a:lnTo>
                  <a:pt x="398525" y="76200"/>
                </a:lnTo>
                <a:lnTo>
                  <a:pt x="398525" y="114300"/>
                </a:lnTo>
                <a:lnTo>
                  <a:pt x="531876" y="114300"/>
                </a:lnTo>
                <a:lnTo>
                  <a:pt x="569976" y="95250"/>
                </a:lnTo>
                <a:lnTo>
                  <a:pt x="531876" y="76200"/>
                </a:lnTo>
                <a:close/>
              </a:path>
            </a:pathLst>
          </a:custGeom>
          <a:solidFill>
            <a:srgbClr val="FF9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7773" y="1791461"/>
            <a:ext cx="6727190" cy="0"/>
          </a:xfrm>
          <a:custGeom>
            <a:avLst/>
            <a:gdLst/>
            <a:ahLst/>
            <a:cxnLst/>
            <a:rect l="l" t="t" r="r" b="b"/>
            <a:pathLst>
              <a:path w="6727190" h="0">
                <a:moveTo>
                  <a:pt x="0" y="0"/>
                </a:moveTo>
                <a:lnTo>
                  <a:pt x="6726935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96261" y="1216913"/>
            <a:ext cx="0" cy="5495925"/>
          </a:xfrm>
          <a:custGeom>
            <a:avLst/>
            <a:gdLst/>
            <a:ahLst/>
            <a:cxnLst/>
            <a:rect l="l" t="t" r="r" b="b"/>
            <a:pathLst>
              <a:path w="0" h="5495925">
                <a:moveTo>
                  <a:pt x="0" y="0"/>
                </a:moveTo>
                <a:lnTo>
                  <a:pt x="0" y="5495544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3696" y="1172032"/>
            <a:ext cx="4902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599690" algn="l"/>
                <a:tab pos="4636135" algn="l"/>
              </a:tabLst>
            </a:pPr>
            <a:r>
              <a:rPr dirty="0" baseline="-9920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0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9776" y="1742973"/>
            <a:ext cx="1202690" cy="489712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6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5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6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95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14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12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158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673" y="1700047"/>
            <a:ext cx="1910080" cy="489077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75"/>
              </a:spcBef>
              <a:tabLst>
                <a:tab pos="768350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0*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880"/>
              </a:spcBef>
              <a:tabLst>
                <a:tab pos="804545" algn="l"/>
              </a:tabLst>
            </a:pPr>
            <a:r>
              <a:rPr dirty="0" baseline="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1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1325"/>
              </a:spcBef>
              <a:tabLst>
                <a:tab pos="750570" algn="l"/>
              </a:tabLst>
            </a:pPr>
            <a:r>
              <a:rPr dirty="0" baseline="1190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730"/>
              </a:spcBef>
              <a:tabLst>
                <a:tab pos="760730" algn="l"/>
              </a:tabLst>
            </a:pPr>
            <a:r>
              <a:rPr dirty="0" baseline="8928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3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  <a:tabLst>
                <a:tab pos="742315" algn="l"/>
              </a:tabLst>
            </a:pPr>
            <a:r>
              <a:rPr dirty="0" baseline="6944" sz="4200" b="1">
                <a:solidFill>
                  <a:srgbClr val="FFFF00"/>
                </a:solidFill>
                <a:latin typeface="Times New Roman"/>
                <a:cs typeface="Times New Roman"/>
              </a:rPr>
              <a:t>4*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7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730"/>
              </a:spcBef>
              <a:tabLst>
                <a:tab pos="721995" algn="l"/>
              </a:tabLst>
            </a:pPr>
            <a:r>
              <a:rPr dirty="0" baseline="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5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725"/>
              </a:spcBef>
              <a:tabLst>
                <a:tab pos="704215" algn="l"/>
              </a:tabLst>
            </a:pPr>
            <a:r>
              <a:rPr dirty="0" baseline="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6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580"/>
              </a:spcBef>
              <a:tabLst>
                <a:tab pos="704850" algn="l"/>
              </a:tabLst>
            </a:pPr>
            <a:r>
              <a:rPr dirty="0" baseline="-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7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1495"/>
              </a:spcBef>
              <a:tabLst>
                <a:tab pos="666115" algn="l"/>
              </a:tabLst>
            </a:pPr>
            <a:r>
              <a:rPr dirty="0" baseline="992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8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9954" y="1755165"/>
            <a:ext cx="203200" cy="32264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9954" y="5488908"/>
            <a:ext cx="203200" cy="10934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3709" y="1793265"/>
            <a:ext cx="203200" cy="482727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A2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4939" y="72644"/>
            <a:ext cx="81927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06309" y="3162229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04709" y="1265682"/>
            <a:ext cx="1927860" cy="5026660"/>
          </a:xfrm>
          <a:custGeom>
            <a:avLst/>
            <a:gdLst/>
            <a:ahLst/>
            <a:cxnLst/>
            <a:rect l="l" t="t" r="r" b="b"/>
            <a:pathLst>
              <a:path w="1927859" h="5026660">
                <a:moveTo>
                  <a:pt x="0" y="5026152"/>
                </a:moveTo>
                <a:lnTo>
                  <a:pt x="1927859" y="5026152"/>
                </a:lnTo>
                <a:lnTo>
                  <a:pt x="1927859" y="0"/>
                </a:lnTo>
                <a:lnTo>
                  <a:pt x="0" y="0"/>
                </a:lnTo>
                <a:lnTo>
                  <a:pt x="0" y="5026152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04709" y="1265682"/>
            <a:ext cx="1927860" cy="5026660"/>
          </a:xfrm>
          <a:custGeom>
            <a:avLst/>
            <a:gdLst/>
            <a:ahLst/>
            <a:cxnLst/>
            <a:rect l="l" t="t" r="r" b="b"/>
            <a:pathLst>
              <a:path w="1927859" h="5026660">
                <a:moveTo>
                  <a:pt x="0" y="5026152"/>
                </a:moveTo>
                <a:lnTo>
                  <a:pt x="1927859" y="5026152"/>
                </a:lnTo>
                <a:lnTo>
                  <a:pt x="1927859" y="0"/>
                </a:lnTo>
                <a:lnTo>
                  <a:pt x="0" y="0"/>
                </a:lnTo>
                <a:lnTo>
                  <a:pt x="0" y="5026152"/>
                </a:lnTo>
                <a:close/>
              </a:path>
            </a:pathLst>
          </a:custGeom>
          <a:ln w="28575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180069" y="300418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74177" y="3512565"/>
            <a:ext cx="469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99881" y="4156109"/>
            <a:ext cx="310515" cy="170561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78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49716" y="291523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23963" y="1258061"/>
            <a:ext cx="1756534" cy="4744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609713" y="355988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65489" y="189263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69402" y="1630832"/>
            <a:ext cx="612140" cy="115697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  <a:spcBef>
                <a:spcPts val="10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65289" y="233756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9017" y="1718970"/>
            <a:ext cx="1154430" cy="488315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7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88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7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  <a:spcBef>
                <a:spcPts val="132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1350"/>
              </a:spcBef>
            </a:pPr>
            <a:r>
              <a:rPr dirty="0" sz="2950" spc="-120" b="1" i="1">
                <a:solidFill>
                  <a:srgbClr val="FFFFFF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31750">
              <a:lnSpc>
                <a:spcPct val="100000"/>
              </a:lnSpc>
              <a:spcBef>
                <a:spcPts val="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15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07340" y="603631"/>
            <a:ext cx="74549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73860" algn="l"/>
                <a:tab pos="5107940" algn="l"/>
                <a:tab pos="5808980" algn="l"/>
              </a:tabLst>
            </a:pPr>
            <a:r>
              <a:rPr dirty="0">
                <a:solidFill>
                  <a:srgbClr val="CCEBFF"/>
                </a:solidFill>
                <a:latin typeface="宋体"/>
                <a:cs typeface="宋体"/>
              </a:rPr>
              <a:t>例</a:t>
            </a:r>
            <a:r>
              <a:rPr dirty="0" spc="5">
                <a:solidFill>
                  <a:srgbClr val="CCEBFF"/>
                </a:solidFill>
              </a:rPr>
              <a:t>2</a:t>
            </a:r>
            <a:r>
              <a:rPr dirty="0">
                <a:solidFill>
                  <a:srgbClr val="CCEBFF"/>
                </a:solidFill>
              </a:rPr>
              <a:t>.</a:t>
            </a:r>
            <a:r>
              <a:rPr dirty="0" spc="5">
                <a:solidFill>
                  <a:srgbClr val="CCEBFF"/>
                </a:solidFill>
              </a:rPr>
              <a:t>28</a:t>
            </a:r>
            <a:r>
              <a:rPr dirty="0">
                <a:solidFill>
                  <a:srgbClr val="CCEBFF"/>
                </a:solidFill>
              </a:rPr>
              <a:t>:</a:t>
            </a:r>
            <a:r>
              <a:rPr dirty="0">
                <a:solidFill>
                  <a:srgbClr val="CCEBFF"/>
                </a:solidFill>
              </a:rPr>
              <a:t>	</a:t>
            </a:r>
            <a:r>
              <a:rPr dirty="0">
                <a:latin typeface="宋体"/>
                <a:cs typeface="宋体"/>
              </a:rPr>
              <a:t>将右下图所</a:t>
            </a:r>
            <a:r>
              <a:rPr dirty="0" spc="5">
                <a:latin typeface="宋体"/>
                <a:cs typeface="宋体"/>
              </a:rPr>
              <a:t>示</a:t>
            </a:r>
            <a:r>
              <a:rPr dirty="0"/>
              <a:t>N</a:t>
            </a:r>
            <a:r>
              <a:rPr dirty="0" spc="-235"/>
              <a:t>F</a:t>
            </a:r>
            <a:r>
              <a:rPr dirty="0"/>
              <a:t>A</a:t>
            </a:r>
            <a:r>
              <a:rPr dirty="0"/>
              <a:t>	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/>
              <a:t>’</a:t>
            </a:r>
            <a:r>
              <a:rPr dirty="0"/>
              <a:t>	</a:t>
            </a:r>
            <a:r>
              <a:rPr dirty="0">
                <a:latin typeface="宋体"/>
                <a:cs typeface="宋体"/>
              </a:rPr>
              <a:t>确定</a:t>
            </a:r>
            <a:r>
              <a:rPr dirty="0" spc="5">
                <a:latin typeface="宋体"/>
                <a:cs typeface="宋体"/>
              </a:rPr>
              <a:t>化</a:t>
            </a:r>
            <a:r>
              <a:rPr dirty="0" spc="-1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78685" y="894334"/>
            <a:ext cx="737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05305" y="1448561"/>
            <a:ext cx="5899785" cy="0"/>
          </a:xfrm>
          <a:custGeom>
            <a:avLst/>
            <a:gdLst/>
            <a:ahLst/>
            <a:cxnLst/>
            <a:rect l="l" t="t" r="r" b="b"/>
            <a:pathLst>
              <a:path w="5899784" h="0">
                <a:moveTo>
                  <a:pt x="0" y="0"/>
                </a:moveTo>
                <a:lnTo>
                  <a:pt x="5899404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25317" y="874013"/>
            <a:ext cx="0" cy="5495925"/>
          </a:xfrm>
          <a:custGeom>
            <a:avLst/>
            <a:gdLst/>
            <a:ahLst/>
            <a:cxnLst/>
            <a:rect l="l" t="t" r="r" b="b"/>
            <a:pathLst>
              <a:path w="0" h="5495925">
                <a:moveTo>
                  <a:pt x="0" y="0"/>
                </a:moveTo>
                <a:lnTo>
                  <a:pt x="0" y="5495544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00554" y="1449267"/>
            <a:ext cx="382270" cy="482854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0*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3605" y="1487367"/>
            <a:ext cx="203200" cy="322770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3605" y="5222208"/>
            <a:ext cx="203200" cy="10934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42584" y="1469685"/>
            <a:ext cx="203200" cy="48266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3966" y="72644"/>
            <a:ext cx="1752600" cy="1208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193675">
              <a:lnSpc>
                <a:spcPct val="100000"/>
              </a:lnSpc>
              <a:tabLst>
                <a:tab pos="134937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	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2.2.3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NFA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确定化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6309" y="3162229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04709" y="1265682"/>
            <a:ext cx="1927860" cy="5026660"/>
          </a:xfrm>
          <a:custGeom>
            <a:avLst/>
            <a:gdLst/>
            <a:ahLst/>
            <a:cxnLst/>
            <a:rect l="l" t="t" r="r" b="b"/>
            <a:pathLst>
              <a:path w="1927859" h="5026660">
                <a:moveTo>
                  <a:pt x="0" y="5026152"/>
                </a:moveTo>
                <a:lnTo>
                  <a:pt x="1927859" y="5026152"/>
                </a:lnTo>
                <a:lnTo>
                  <a:pt x="1927859" y="0"/>
                </a:lnTo>
                <a:lnTo>
                  <a:pt x="0" y="0"/>
                </a:lnTo>
                <a:lnTo>
                  <a:pt x="0" y="5026152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04709" y="1265682"/>
            <a:ext cx="1927860" cy="5026660"/>
          </a:xfrm>
          <a:custGeom>
            <a:avLst/>
            <a:gdLst/>
            <a:ahLst/>
            <a:cxnLst/>
            <a:rect l="l" t="t" r="r" b="b"/>
            <a:pathLst>
              <a:path w="1927859" h="5026660">
                <a:moveTo>
                  <a:pt x="0" y="5026152"/>
                </a:moveTo>
                <a:lnTo>
                  <a:pt x="1927859" y="5026152"/>
                </a:lnTo>
                <a:lnTo>
                  <a:pt x="1927859" y="0"/>
                </a:lnTo>
                <a:lnTo>
                  <a:pt x="0" y="0"/>
                </a:lnTo>
                <a:lnTo>
                  <a:pt x="0" y="5026152"/>
                </a:lnTo>
                <a:close/>
              </a:path>
            </a:pathLst>
          </a:custGeom>
          <a:ln w="28575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180069" y="300418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4177" y="3512565"/>
            <a:ext cx="469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99881" y="4156109"/>
            <a:ext cx="310515" cy="170561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78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49716" y="291523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2063" y="1258061"/>
            <a:ext cx="1718434" cy="46946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609713" y="355988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865489" y="189263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69402" y="1649273"/>
            <a:ext cx="612140" cy="113855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800" spc="-70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70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  <a:spcBef>
                <a:spcPts val="101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0,1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77861" y="274421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880109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5">
                <a:latin typeface="黑体"/>
                <a:cs typeface="黑体"/>
              </a:rPr>
              <a:t>第</a:t>
            </a:r>
            <a:r>
              <a:rPr dirty="0" sz="3800" spc="-960">
                <a:latin typeface="黑体"/>
                <a:cs typeface="黑体"/>
              </a:rPr>
              <a:t> </a:t>
            </a:r>
            <a:r>
              <a:rPr dirty="0" sz="3800"/>
              <a:t>2</a:t>
            </a:r>
            <a:r>
              <a:rPr dirty="0" sz="3800" spc="-10"/>
              <a:t> </a:t>
            </a:r>
            <a:r>
              <a:rPr dirty="0" sz="3800" spc="-15">
                <a:latin typeface="黑体"/>
                <a:cs typeface="黑体"/>
              </a:rPr>
              <a:t>章	</a:t>
            </a:r>
            <a:r>
              <a:rPr dirty="0" sz="3800">
                <a:latin typeface="黑体"/>
                <a:cs typeface="黑体"/>
              </a:rPr>
              <a:t>形式</a:t>
            </a:r>
            <a:r>
              <a:rPr dirty="0" sz="3800" spc="-10">
                <a:latin typeface="黑体"/>
                <a:cs typeface="黑体"/>
              </a:rPr>
              <a:t>语言</a:t>
            </a:r>
            <a:r>
              <a:rPr dirty="0" sz="3800" spc="-15">
                <a:latin typeface="黑体"/>
                <a:cs typeface="黑体"/>
              </a:rPr>
              <a:t>与</a:t>
            </a:r>
            <a:r>
              <a:rPr dirty="0" sz="3800" spc="-10">
                <a:latin typeface="黑体"/>
                <a:cs typeface="黑体"/>
              </a:rPr>
              <a:t>自动</a:t>
            </a:r>
            <a:r>
              <a:rPr dirty="0" sz="3800" spc="-15">
                <a:latin typeface="黑体"/>
                <a:cs typeface="黑体"/>
              </a:rPr>
              <a:t>机</a:t>
            </a:r>
            <a:r>
              <a:rPr dirty="0" sz="3800" spc="-10">
                <a:latin typeface="黑体"/>
                <a:cs typeface="黑体"/>
              </a:rPr>
              <a:t>基</a:t>
            </a:r>
            <a:r>
              <a:rPr dirty="0" sz="3800" spc="-15"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1775" rIns="0" bIns="0" rtlCol="0" vert="horz">
            <a:spAutoFit/>
          </a:bodyPr>
          <a:lstStyle/>
          <a:p>
            <a:pPr lvl="1" marL="1135380" indent="-802005">
              <a:lnSpc>
                <a:spcPct val="100000"/>
              </a:lnSpc>
              <a:spcBef>
                <a:spcPts val="1825"/>
              </a:spcBef>
              <a:buFont typeface="Times New Roman"/>
              <a:buAutoNum type="arabicPeriod" startAt="2"/>
              <a:tabLst>
                <a:tab pos="1136015" algn="l"/>
                <a:tab pos="113665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有限自动机基础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确定的有限状态自动</a:t>
            </a:r>
            <a:r>
              <a:rPr dirty="0" sz="3600" spc="-2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非确定的有限状态自动</a:t>
            </a:r>
            <a:r>
              <a:rPr dirty="0" sz="3600" spc="-20" b="1">
                <a:solidFill>
                  <a:srgbClr val="FFFF00"/>
                </a:solidFill>
                <a:latin typeface="宋体"/>
                <a:cs typeface="宋体"/>
              </a:rPr>
              <a:t>机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600" spc="-60" b="1">
                <a:solidFill>
                  <a:srgbClr val="FFFF00"/>
                </a:solidFill>
                <a:latin typeface="Times New Roman"/>
                <a:cs typeface="Times New Roman"/>
              </a:rPr>
              <a:t>NFA</a:t>
            </a:r>
            <a:r>
              <a:rPr dirty="0" sz="3600" spc="-6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00"/>
                </a:solidFill>
                <a:latin typeface="Times New Roman"/>
                <a:cs typeface="Times New Roman"/>
              </a:rPr>
              <a:t>NFA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确定化</a:t>
            </a:r>
            <a:endParaRPr sz="3600">
              <a:latin typeface="宋体"/>
              <a:cs typeface="宋体"/>
            </a:endParaRPr>
          </a:p>
          <a:p>
            <a:pPr lvl="2" marL="2054860" indent="-1374775">
              <a:lnSpc>
                <a:spcPct val="100000"/>
              </a:lnSpc>
              <a:spcBef>
                <a:spcPts val="1730"/>
              </a:spcBef>
              <a:buAutoNum type="arabicPeriod"/>
              <a:tabLst>
                <a:tab pos="2054860" algn="l"/>
                <a:tab pos="2055495" algn="l"/>
              </a:tabLst>
            </a:pPr>
            <a:r>
              <a:rPr dirty="0" sz="3600" spc="-9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" y="5315711"/>
            <a:ext cx="934719" cy="657225"/>
          </a:xfrm>
          <a:custGeom>
            <a:avLst/>
            <a:gdLst/>
            <a:ahLst/>
            <a:cxnLst/>
            <a:rect l="l" t="t" r="r" b="b"/>
            <a:pathLst>
              <a:path w="934719" h="657225">
                <a:moveTo>
                  <a:pt x="700989" y="0"/>
                </a:moveTo>
                <a:lnTo>
                  <a:pt x="700989" y="164210"/>
                </a:lnTo>
                <a:lnTo>
                  <a:pt x="0" y="164210"/>
                </a:lnTo>
                <a:lnTo>
                  <a:pt x="0" y="492632"/>
                </a:lnTo>
                <a:lnTo>
                  <a:pt x="700989" y="492632"/>
                </a:lnTo>
                <a:lnTo>
                  <a:pt x="700989" y="656844"/>
                </a:lnTo>
                <a:lnTo>
                  <a:pt x="934212" y="328422"/>
                </a:lnTo>
                <a:lnTo>
                  <a:pt x="700989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100" y="5315711"/>
            <a:ext cx="934719" cy="657225"/>
          </a:xfrm>
          <a:custGeom>
            <a:avLst/>
            <a:gdLst/>
            <a:ahLst/>
            <a:cxnLst/>
            <a:rect l="l" t="t" r="r" b="b"/>
            <a:pathLst>
              <a:path w="934719" h="657225">
                <a:moveTo>
                  <a:pt x="0" y="164210"/>
                </a:moveTo>
                <a:lnTo>
                  <a:pt x="700989" y="164210"/>
                </a:lnTo>
                <a:lnTo>
                  <a:pt x="700989" y="0"/>
                </a:lnTo>
                <a:lnTo>
                  <a:pt x="934212" y="328422"/>
                </a:lnTo>
                <a:lnTo>
                  <a:pt x="700989" y="656844"/>
                </a:lnTo>
                <a:lnTo>
                  <a:pt x="700989" y="492632"/>
                </a:lnTo>
                <a:lnTo>
                  <a:pt x="0" y="492632"/>
                </a:lnTo>
                <a:lnTo>
                  <a:pt x="0" y="164210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0"/>
            <a:ext cx="8192770" cy="6839584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 marL="666750" marR="12065" indent="-304800">
              <a:lnSpc>
                <a:spcPct val="135000"/>
              </a:lnSpc>
              <a:spcBef>
                <a:spcPts val="1689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795655" algn="l"/>
                <a:tab pos="796925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所谓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的化简是指寻找一个状态数最 少的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（规约或最小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），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使得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)=L(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68350">
              <a:lnSpc>
                <a:spcPct val="100000"/>
              </a:lnSpc>
              <a:spcBef>
                <a:spcPts val="134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已证明存在一个最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，使得</a:t>
            </a:r>
            <a:endParaRPr sz="3200">
              <a:latin typeface="宋体"/>
              <a:cs typeface="宋体"/>
            </a:endParaRPr>
          </a:p>
          <a:p>
            <a:pPr marL="768350">
              <a:lnSpc>
                <a:spcPct val="100000"/>
              </a:lnSpc>
              <a:spcBef>
                <a:spcPts val="13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)=L(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626745" indent="-354965">
              <a:lnSpc>
                <a:spcPct val="100000"/>
              </a:lnSpc>
              <a:spcBef>
                <a:spcPts val="1380"/>
              </a:spcBef>
              <a:buClr>
                <a:srgbClr val="66FFFF"/>
              </a:buClr>
              <a:buSzPct val="134375"/>
              <a:buFont typeface="Wingdings"/>
              <a:buChar char=""/>
              <a:tabLst>
                <a:tab pos="62738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2.28</a:t>
            </a:r>
            <a:endParaRPr sz="3200">
              <a:latin typeface="Times New Roman"/>
              <a:cs typeface="Times New Roman"/>
            </a:endParaRPr>
          </a:p>
          <a:p>
            <a:pPr marL="272415" marR="32384" indent="812165">
              <a:lnSpc>
                <a:spcPts val="5760"/>
              </a:lnSpc>
              <a:spcBef>
                <a:spcPts val="509"/>
              </a:spcBef>
              <a:tabLst>
                <a:tab pos="2075814" algn="l"/>
                <a:tab pos="2888615" algn="l"/>
              </a:tabLst>
            </a:pP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如果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D</a:t>
            </a:r>
            <a:r>
              <a:rPr dirty="0" sz="3200" spc="-245" b="1">
                <a:solidFill>
                  <a:srgbClr val="CCEB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既没有无关状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态</a:t>
            </a: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，且没有彼 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此等价的状</a:t>
            </a:r>
            <a:r>
              <a:rPr dirty="0" sz="3200" spc="-10" b="1">
                <a:solidFill>
                  <a:srgbClr val="CCEB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，则称</a:t>
            </a:r>
            <a:r>
              <a:rPr dirty="0" sz="3200" spc="-80" b="1">
                <a:solidFill>
                  <a:srgbClr val="CCEBFF"/>
                </a:solidFill>
                <a:latin typeface="Times New Roman"/>
                <a:cs typeface="Times New Roman"/>
              </a:rPr>
              <a:t>DFA</a:t>
            </a:r>
            <a:r>
              <a:rPr dirty="0" sz="3200" spc="-235" b="1">
                <a:solidFill>
                  <a:srgbClr val="CCEB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是规约的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CCEBFF"/>
                </a:solidFill>
                <a:latin typeface="宋体"/>
                <a:cs typeface="宋体"/>
              </a:rPr>
              <a:t>即最 小的</a:t>
            </a:r>
            <a:r>
              <a:rPr dirty="0" sz="3200" spc="-80" b="1">
                <a:solidFill>
                  <a:srgbClr val="CCEBFF"/>
                </a:solidFill>
                <a:latin typeface="Times New Roman"/>
                <a:cs typeface="Times New Roman"/>
              </a:rPr>
              <a:t>DFA	</a:t>
            </a:r>
            <a:r>
              <a:rPr dirty="0" sz="3200" spc="-5" b="1" i="1">
                <a:solidFill>
                  <a:srgbClr val="CCEB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CCEB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CCEB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381365" cy="5847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5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828040" indent="-390525">
              <a:lnSpc>
                <a:spcPct val="100000"/>
              </a:lnSpc>
              <a:spcBef>
                <a:spcPts val="1625"/>
              </a:spcBef>
              <a:buClr>
                <a:srgbClr val="66FF99"/>
              </a:buClr>
              <a:buSzPct val="107812"/>
              <a:buFont typeface="Wingdings"/>
              <a:buChar char=""/>
              <a:tabLst>
                <a:tab pos="828040" algn="l"/>
                <a:tab pos="828675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化简实现思想：</a:t>
            </a:r>
            <a:endParaRPr sz="3200">
              <a:latin typeface="宋体"/>
              <a:cs typeface="宋体"/>
            </a:endParaRPr>
          </a:p>
          <a:p>
            <a:pPr marL="438150" marR="282575" indent="711835">
              <a:lnSpc>
                <a:spcPct val="1501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通过删除无关状态，合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等价状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约过程，直至得到规约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最小的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4950">
              <a:latin typeface="宋体"/>
              <a:cs typeface="宋体"/>
            </a:endParaRPr>
          </a:p>
          <a:p>
            <a:pPr marL="715645" marR="5080" indent="-715645">
              <a:lnSpc>
                <a:spcPct val="150100"/>
              </a:lnSpc>
              <a:buClr>
                <a:srgbClr val="66FFFF"/>
              </a:buClr>
              <a:buSzPct val="134375"/>
              <a:buFont typeface="Wingdings"/>
              <a:buChar char=""/>
              <a:tabLst>
                <a:tab pos="715645" algn="l"/>
                <a:tab pos="33858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2.29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无</a:t>
            </a:r>
            <a:r>
              <a:rPr dirty="0" sz="3200" spc="5" b="1">
                <a:solidFill>
                  <a:srgbClr val="FFCCCC"/>
                </a:solidFill>
                <a:latin typeface="宋体"/>
                <a:cs typeface="宋体"/>
              </a:rPr>
              <a:t>关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状态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或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多余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状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态或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无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用状</a:t>
            </a:r>
            <a:r>
              <a:rPr dirty="0" sz="3200" spc="25" b="1">
                <a:solidFill>
                  <a:srgbClr val="FFCCCC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) 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如果从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的初态开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始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，任何输入序</a:t>
            </a:r>
            <a:endParaRPr sz="3200">
              <a:latin typeface="宋体"/>
              <a:cs typeface="宋体"/>
            </a:endParaRPr>
          </a:p>
          <a:p>
            <a:pPr marL="36195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列都不能到达的那些状态称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无关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状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9539" y="0"/>
            <a:ext cx="8243570" cy="619633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10"/>
              </a:spcBef>
              <a:tabLst>
                <a:tab pos="618490" algn="l"/>
                <a:tab pos="3937000" algn="l"/>
                <a:tab pos="62947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 marL="525780" indent="-215265">
              <a:lnSpc>
                <a:spcPct val="100000"/>
              </a:lnSpc>
              <a:spcBef>
                <a:spcPts val="1705"/>
              </a:spcBef>
              <a:buClr>
                <a:srgbClr val="66FF99"/>
              </a:buClr>
              <a:buSzPct val="110937"/>
              <a:buFont typeface="Wingdings"/>
              <a:buChar char=""/>
              <a:tabLst>
                <a:tab pos="5264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删除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无关状态的算法：</a:t>
            </a:r>
            <a:endParaRPr sz="3200">
              <a:latin typeface="宋体"/>
              <a:cs typeface="宋体"/>
            </a:endParaRPr>
          </a:p>
          <a:p>
            <a:pPr marL="885190" indent="-574675">
              <a:lnSpc>
                <a:spcPct val="100000"/>
              </a:lnSpc>
              <a:spcBef>
                <a:spcPts val="3085"/>
              </a:spcBef>
              <a:buFont typeface="Times New Roman"/>
              <a:buAutoNum type="arabicParenBoth"/>
              <a:tabLst>
                <a:tab pos="88582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标记开始状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885190" indent="-574675">
              <a:lnSpc>
                <a:spcPct val="100000"/>
              </a:lnSpc>
              <a:spcBef>
                <a:spcPts val="770"/>
              </a:spcBef>
              <a:buAutoNum type="arabicParenBoth"/>
              <a:tabLst>
                <a:tab pos="88582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（存在未处理的标记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态）</a:t>
            </a:r>
            <a:endParaRPr sz="3200">
              <a:latin typeface="宋体"/>
              <a:cs typeface="宋体"/>
            </a:endParaRPr>
          </a:p>
          <a:p>
            <a:pPr marL="717550">
              <a:lnSpc>
                <a:spcPct val="100000"/>
              </a:lnSpc>
              <a:spcBef>
                <a:spcPts val="73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920750" marR="579755">
              <a:lnSpc>
                <a:spcPct val="116100"/>
              </a:lnSpc>
              <a:spcBef>
                <a:spcPts val="1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取未处理的标记状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记为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1327785">
              <a:lnSpc>
                <a:spcPct val="100000"/>
              </a:lnSpc>
              <a:spcBef>
                <a:spcPts val="74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，且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未标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818515">
              <a:lnSpc>
                <a:spcPct val="100000"/>
              </a:lnSpc>
              <a:spcBef>
                <a:spcPts val="73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885190" indent="-574675">
              <a:lnSpc>
                <a:spcPct val="100000"/>
              </a:lnSpc>
              <a:spcBef>
                <a:spcPts val="810"/>
              </a:spcBef>
              <a:buFont typeface="Times New Roman"/>
              <a:buAutoNum type="arabicParenBoth" startAt="3"/>
              <a:tabLst>
                <a:tab pos="88582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删除未标记的状态及与其相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的转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换。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357" y="3751128"/>
            <a:ext cx="1092835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  <a:tabLst>
                <a:tab pos="91503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0"/>
            <a:ext cx="3422650" cy="162052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  <a:p>
            <a:pPr marL="279400">
              <a:lnSpc>
                <a:spcPct val="100000"/>
              </a:lnSpc>
              <a:spcBef>
                <a:spcPts val="1580"/>
              </a:spcBef>
              <a:tabLst>
                <a:tab pos="1888489" algn="l"/>
                <a:tab pos="2989580" algn="l"/>
              </a:tabLst>
            </a:pPr>
            <a:r>
              <a:rPr dirty="0" sz="3200" spc="-5" b="1">
                <a:solidFill>
                  <a:srgbClr val="CCEBFF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CCEBFF"/>
                </a:solidFill>
                <a:latin typeface="Times New Roman"/>
                <a:cs typeface="Times New Roman"/>
              </a:rPr>
              <a:t>2.29: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FA	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869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考察：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238" y="1724990"/>
            <a:ext cx="43122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从状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开始，经过输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2972" y="1724990"/>
            <a:ext cx="9417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37353" y="1842516"/>
            <a:ext cx="668020" cy="114300"/>
          </a:xfrm>
          <a:custGeom>
            <a:avLst/>
            <a:gdLst/>
            <a:ahLst/>
            <a:cxnLst/>
            <a:rect l="l" t="t" r="r" b="b"/>
            <a:pathLst>
              <a:path w="668020" h="114300">
                <a:moveTo>
                  <a:pt x="553212" y="0"/>
                </a:moveTo>
                <a:lnTo>
                  <a:pt x="553212" y="114300"/>
                </a:lnTo>
                <a:lnTo>
                  <a:pt x="629412" y="76200"/>
                </a:lnTo>
                <a:lnTo>
                  <a:pt x="572262" y="76200"/>
                </a:lnTo>
                <a:lnTo>
                  <a:pt x="572262" y="38100"/>
                </a:lnTo>
                <a:lnTo>
                  <a:pt x="629412" y="38100"/>
                </a:lnTo>
                <a:lnTo>
                  <a:pt x="553212" y="0"/>
                </a:lnTo>
                <a:close/>
              </a:path>
              <a:path w="668020" h="114300">
                <a:moveTo>
                  <a:pt x="5532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3212" y="76200"/>
                </a:lnTo>
                <a:lnTo>
                  <a:pt x="553212" y="38100"/>
                </a:lnTo>
                <a:close/>
              </a:path>
              <a:path w="668020" h="114300">
                <a:moveTo>
                  <a:pt x="629412" y="38100"/>
                </a:moveTo>
                <a:lnTo>
                  <a:pt x="572262" y="38100"/>
                </a:lnTo>
                <a:lnTo>
                  <a:pt x="572262" y="76200"/>
                </a:lnTo>
                <a:lnTo>
                  <a:pt x="629412" y="76200"/>
                </a:lnTo>
                <a:lnTo>
                  <a:pt x="667512" y="57150"/>
                </a:lnTo>
                <a:lnTo>
                  <a:pt x="629412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96916" y="2366009"/>
            <a:ext cx="941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54473" y="2510027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13324" y="2994786"/>
            <a:ext cx="9378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66665" y="3139439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303264" y="1058417"/>
          <a:ext cx="2753995" cy="521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285"/>
                <a:gridCol w="923290"/>
                <a:gridCol w="947419"/>
              </a:tblGrid>
              <a:tr h="529590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R w="38100">
                      <a:solidFill>
                        <a:srgbClr val="FF9295"/>
                      </a:solidFill>
                      <a:prstDash val="solid"/>
                    </a:lnR>
                    <a:lnB w="76200">
                      <a:solidFill>
                        <a:srgbClr val="FF9295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50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295"/>
                      </a:solidFill>
                      <a:prstDash val="solid"/>
                    </a:lnL>
                    <a:lnB w="76200">
                      <a:solidFill>
                        <a:srgbClr val="FF9295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2710">
                        <a:lnSpc>
                          <a:spcPts val="250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76200">
                      <a:solidFill>
                        <a:srgbClr val="FF9295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8020"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R w="38100">
                      <a:solidFill>
                        <a:srgbClr val="FF9295"/>
                      </a:solidFill>
                      <a:prstDash val="solid"/>
                    </a:lnR>
                    <a:lnT w="76200">
                      <a:solidFill>
                        <a:srgbClr val="FF9295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38100">
                      <a:solidFill>
                        <a:srgbClr val="FF9295"/>
                      </a:solidFill>
                      <a:prstDash val="solid"/>
                    </a:lnL>
                    <a:lnT w="76200">
                      <a:solidFill>
                        <a:srgbClr val="FF9295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T w="76200">
                      <a:solidFill>
                        <a:srgbClr val="FF9295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R w="38100">
                      <a:solidFill>
                        <a:srgbClr val="FF9295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FF9295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solidFill>
                      <a:srgbClr val="000000"/>
                    </a:solidFill>
                  </a:tcPr>
                </a:tc>
              </a:tr>
              <a:tr h="492379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R w="38100">
                      <a:solidFill>
                        <a:srgbClr val="FF9295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FF9295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solidFill>
                      <a:srgbClr val="000000"/>
                    </a:solidFill>
                  </a:tcPr>
                </a:tc>
              </a:tr>
              <a:tr h="517485">
                <a:tc>
                  <a:txBody>
                    <a:bodyPr/>
                    <a:lstStyle/>
                    <a:p>
                      <a:pPr algn="r" marR="87630">
                        <a:lnSpc>
                          <a:spcPts val="3345"/>
                        </a:lnSpc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9295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06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38100">
                      <a:solidFill>
                        <a:srgbClr val="FF9295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solidFill>
                      <a:srgbClr val="000000"/>
                    </a:solidFill>
                  </a:tcPr>
                </a:tc>
              </a:tr>
              <a:tr h="517851">
                <a:tc>
                  <a:txBody>
                    <a:bodyPr/>
                    <a:lstStyle/>
                    <a:p>
                      <a:pPr algn="r" marR="87630">
                        <a:lnSpc>
                          <a:spcPts val="3345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9295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295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2093800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r" marR="876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r" marR="8763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2800" b="1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r" marR="8763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R w="38100">
                      <a:solidFill>
                        <a:srgbClr val="FF9295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pos="1291590" algn="l"/>
                        </a:tabLst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	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6555">
                        <a:lnSpc>
                          <a:spcPct val="100000"/>
                        </a:lnSpc>
                        <a:spcBef>
                          <a:spcPts val="715"/>
                        </a:spcBef>
                        <a:tabLst>
                          <a:tab pos="1291590" algn="l"/>
                        </a:tabLst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	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6555">
                        <a:lnSpc>
                          <a:spcPct val="100000"/>
                        </a:lnSpc>
                        <a:spcBef>
                          <a:spcPts val="715"/>
                        </a:spcBef>
                        <a:tabLst>
                          <a:tab pos="1291590" algn="l"/>
                        </a:tabLst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	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6555">
                        <a:lnSpc>
                          <a:spcPct val="100000"/>
                        </a:lnSpc>
                        <a:spcBef>
                          <a:spcPts val="715"/>
                        </a:spcBef>
                        <a:tabLst>
                          <a:tab pos="1291590" algn="l"/>
                        </a:tabLst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	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38100">
                      <a:solidFill>
                        <a:srgbClr val="FF9295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4554473" y="3787140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8565" y="4945379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270347" y="3642182"/>
            <a:ext cx="96901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3335">
              <a:lnSpc>
                <a:spcPct val="100000"/>
              </a:lnSpc>
              <a:spcBef>
                <a:spcPts val="18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28565" y="4379976"/>
            <a:ext cx="666115" cy="114300"/>
          </a:xfrm>
          <a:custGeom>
            <a:avLst/>
            <a:gdLst/>
            <a:ahLst/>
            <a:cxnLst/>
            <a:rect l="l" t="t" r="r" b="b"/>
            <a:pathLst>
              <a:path w="666114" h="114300">
                <a:moveTo>
                  <a:pt x="551688" y="0"/>
                </a:moveTo>
                <a:lnTo>
                  <a:pt x="551688" y="114300"/>
                </a:lnTo>
                <a:lnTo>
                  <a:pt x="627888" y="76200"/>
                </a:lnTo>
                <a:lnTo>
                  <a:pt x="570738" y="76200"/>
                </a:lnTo>
                <a:lnTo>
                  <a:pt x="570738" y="38100"/>
                </a:lnTo>
                <a:lnTo>
                  <a:pt x="627888" y="38100"/>
                </a:lnTo>
                <a:lnTo>
                  <a:pt x="551688" y="0"/>
                </a:lnTo>
                <a:close/>
              </a:path>
              <a:path w="666114" h="114300">
                <a:moveTo>
                  <a:pt x="551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688" y="76200"/>
                </a:lnTo>
                <a:lnTo>
                  <a:pt x="551688" y="38100"/>
                </a:lnTo>
                <a:close/>
              </a:path>
              <a:path w="666114" h="114300">
                <a:moveTo>
                  <a:pt x="627888" y="38100"/>
                </a:moveTo>
                <a:lnTo>
                  <a:pt x="570738" y="38100"/>
                </a:lnTo>
                <a:lnTo>
                  <a:pt x="570738" y="76200"/>
                </a:lnTo>
                <a:lnTo>
                  <a:pt x="627888" y="76200"/>
                </a:lnTo>
                <a:lnTo>
                  <a:pt x="665988" y="57150"/>
                </a:lnTo>
                <a:lnTo>
                  <a:pt x="627888" y="3810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9092" y="2366009"/>
            <a:ext cx="4236720" cy="282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8101" sz="36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-8101" sz="3600" spc="-163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从状态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开始，经过输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70"/>
              </a:spcBef>
            </a:pPr>
            <a:r>
              <a:rPr dirty="0" baseline="6944" sz="36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baseline="6944" sz="3600" spc="-1477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从状态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开始，经过输入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2220"/>
              </a:spcBef>
            </a:pPr>
            <a:r>
              <a:rPr dirty="0" baseline="-6944" sz="3600" spc="-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6944" sz="3600" spc="-208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从状态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开始，经过输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795"/>
              </a:spcBef>
            </a:pPr>
            <a:r>
              <a:rPr dirty="0" baseline="1157" sz="36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baseline="1157" sz="3600" spc="-238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从状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开始，经过输入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570"/>
              </a:spcBef>
            </a:pPr>
            <a:r>
              <a:rPr dirty="0" baseline="9259" sz="36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baseline="9259" sz="3600" spc="-268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从状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开始，经过输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44411" y="3944111"/>
            <a:ext cx="2691765" cy="0"/>
          </a:xfrm>
          <a:custGeom>
            <a:avLst/>
            <a:gdLst/>
            <a:ahLst/>
            <a:cxnLst/>
            <a:rect l="l" t="t" r="r" b="b"/>
            <a:pathLst>
              <a:path w="2691765" h="0">
                <a:moveTo>
                  <a:pt x="0" y="0"/>
                </a:moveTo>
                <a:lnTo>
                  <a:pt x="2691384" y="0"/>
                </a:lnTo>
              </a:path>
            </a:pathLst>
          </a:custGeom>
          <a:ln w="571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03264" y="5017008"/>
            <a:ext cx="2740660" cy="0"/>
          </a:xfrm>
          <a:custGeom>
            <a:avLst/>
            <a:gdLst/>
            <a:ahLst/>
            <a:cxnLst/>
            <a:rect l="l" t="t" r="r" b="b"/>
            <a:pathLst>
              <a:path w="2740659" h="0">
                <a:moveTo>
                  <a:pt x="0" y="0"/>
                </a:moveTo>
                <a:lnTo>
                  <a:pt x="2740152" y="0"/>
                </a:lnTo>
              </a:path>
            </a:pathLst>
          </a:custGeom>
          <a:ln w="571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16979" y="5987796"/>
            <a:ext cx="2740660" cy="0"/>
          </a:xfrm>
          <a:custGeom>
            <a:avLst/>
            <a:gdLst/>
            <a:ahLst/>
            <a:cxnLst/>
            <a:rect l="l" t="t" r="r" b="b"/>
            <a:pathLst>
              <a:path w="2740659" h="0">
                <a:moveTo>
                  <a:pt x="0" y="0"/>
                </a:moveTo>
                <a:lnTo>
                  <a:pt x="2740152" y="0"/>
                </a:lnTo>
              </a:path>
            </a:pathLst>
          </a:custGeom>
          <a:ln w="571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375653" y="1600961"/>
            <a:ext cx="1134110" cy="4897120"/>
          </a:xfrm>
          <a:custGeom>
            <a:avLst/>
            <a:gdLst/>
            <a:ahLst/>
            <a:cxnLst/>
            <a:rect l="l" t="t" r="r" b="b"/>
            <a:pathLst>
              <a:path w="1134109" h="4897120">
                <a:moveTo>
                  <a:pt x="0" y="2448306"/>
                </a:moveTo>
                <a:lnTo>
                  <a:pt x="250" y="2374810"/>
                </a:lnTo>
                <a:lnTo>
                  <a:pt x="997" y="2301852"/>
                </a:lnTo>
                <a:lnTo>
                  <a:pt x="2234" y="2229463"/>
                </a:lnTo>
                <a:lnTo>
                  <a:pt x="3953" y="2157673"/>
                </a:lnTo>
                <a:lnTo>
                  <a:pt x="6148" y="2086511"/>
                </a:lnTo>
                <a:lnTo>
                  <a:pt x="8811" y="2016009"/>
                </a:lnTo>
                <a:lnTo>
                  <a:pt x="11935" y="1946197"/>
                </a:lnTo>
                <a:lnTo>
                  <a:pt x="15514" y="1877104"/>
                </a:lnTo>
                <a:lnTo>
                  <a:pt x="19540" y="1808762"/>
                </a:lnTo>
                <a:lnTo>
                  <a:pt x="24007" y="1741200"/>
                </a:lnTo>
                <a:lnTo>
                  <a:pt x="28907" y="1674449"/>
                </a:lnTo>
                <a:lnTo>
                  <a:pt x="34233" y="1608539"/>
                </a:lnTo>
                <a:lnTo>
                  <a:pt x="39979" y="1543500"/>
                </a:lnTo>
                <a:lnTo>
                  <a:pt x="46136" y="1479363"/>
                </a:lnTo>
                <a:lnTo>
                  <a:pt x="52699" y="1416158"/>
                </a:lnTo>
                <a:lnTo>
                  <a:pt x="59661" y="1353916"/>
                </a:lnTo>
                <a:lnTo>
                  <a:pt x="67013" y="1292666"/>
                </a:lnTo>
                <a:lnTo>
                  <a:pt x="74750" y="1232439"/>
                </a:lnTo>
                <a:lnTo>
                  <a:pt x="82864" y="1173265"/>
                </a:lnTo>
                <a:lnTo>
                  <a:pt x="91348" y="1115174"/>
                </a:lnTo>
                <a:lnTo>
                  <a:pt x="100195" y="1058197"/>
                </a:lnTo>
                <a:lnTo>
                  <a:pt x="109398" y="1002365"/>
                </a:lnTo>
                <a:lnTo>
                  <a:pt x="118951" y="947706"/>
                </a:lnTo>
                <a:lnTo>
                  <a:pt x="128845" y="894253"/>
                </a:lnTo>
                <a:lnTo>
                  <a:pt x="139075" y="842034"/>
                </a:lnTo>
                <a:lnTo>
                  <a:pt x="149632" y="791081"/>
                </a:lnTo>
                <a:lnTo>
                  <a:pt x="160510" y="741423"/>
                </a:lnTo>
                <a:lnTo>
                  <a:pt x="171703" y="693091"/>
                </a:lnTo>
                <a:lnTo>
                  <a:pt x="183202" y="646115"/>
                </a:lnTo>
                <a:lnTo>
                  <a:pt x="195002" y="600525"/>
                </a:lnTo>
                <a:lnTo>
                  <a:pt x="207094" y="556353"/>
                </a:lnTo>
                <a:lnTo>
                  <a:pt x="219472" y="513627"/>
                </a:lnTo>
                <a:lnTo>
                  <a:pt x="232129" y="472379"/>
                </a:lnTo>
                <a:lnTo>
                  <a:pt x="245058" y="432638"/>
                </a:lnTo>
                <a:lnTo>
                  <a:pt x="258252" y="394435"/>
                </a:lnTo>
                <a:lnTo>
                  <a:pt x="271703" y="357800"/>
                </a:lnTo>
                <a:lnTo>
                  <a:pt x="299352" y="289357"/>
                </a:lnTo>
                <a:lnTo>
                  <a:pt x="327947" y="227550"/>
                </a:lnTo>
                <a:lnTo>
                  <a:pt x="357433" y="172622"/>
                </a:lnTo>
                <a:lnTo>
                  <a:pt x="387754" y="124815"/>
                </a:lnTo>
                <a:lnTo>
                  <a:pt x="418853" y="84372"/>
                </a:lnTo>
                <a:lnTo>
                  <a:pt x="450675" y="51534"/>
                </a:lnTo>
                <a:lnTo>
                  <a:pt x="483162" y="26545"/>
                </a:lnTo>
                <a:lnTo>
                  <a:pt x="533020" y="4307"/>
                </a:lnTo>
                <a:lnTo>
                  <a:pt x="566927" y="0"/>
                </a:lnTo>
                <a:lnTo>
                  <a:pt x="583943" y="1082"/>
                </a:lnTo>
                <a:lnTo>
                  <a:pt x="634216" y="17070"/>
                </a:lnTo>
                <a:lnTo>
                  <a:pt x="667016" y="38044"/>
                </a:lnTo>
                <a:lnTo>
                  <a:pt x="699178" y="66987"/>
                </a:lnTo>
                <a:lnTo>
                  <a:pt x="730645" y="103658"/>
                </a:lnTo>
                <a:lnTo>
                  <a:pt x="761362" y="147813"/>
                </a:lnTo>
                <a:lnTo>
                  <a:pt x="791273" y="199211"/>
                </a:lnTo>
                <a:lnTo>
                  <a:pt x="820321" y="257609"/>
                </a:lnTo>
                <a:lnTo>
                  <a:pt x="848450" y="322764"/>
                </a:lnTo>
                <a:lnTo>
                  <a:pt x="875603" y="394435"/>
                </a:lnTo>
                <a:lnTo>
                  <a:pt x="888797" y="432638"/>
                </a:lnTo>
                <a:lnTo>
                  <a:pt x="901726" y="472379"/>
                </a:lnTo>
                <a:lnTo>
                  <a:pt x="914383" y="513627"/>
                </a:lnTo>
                <a:lnTo>
                  <a:pt x="926761" y="556353"/>
                </a:lnTo>
                <a:lnTo>
                  <a:pt x="938853" y="600525"/>
                </a:lnTo>
                <a:lnTo>
                  <a:pt x="950653" y="646115"/>
                </a:lnTo>
                <a:lnTo>
                  <a:pt x="962152" y="693091"/>
                </a:lnTo>
                <a:lnTo>
                  <a:pt x="973345" y="741423"/>
                </a:lnTo>
                <a:lnTo>
                  <a:pt x="984223" y="791081"/>
                </a:lnTo>
                <a:lnTo>
                  <a:pt x="994780" y="842034"/>
                </a:lnTo>
                <a:lnTo>
                  <a:pt x="1005010" y="894253"/>
                </a:lnTo>
                <a:lnTo>
                  <a:pt x="1014904" y="947706"/>
                </a:lnTo>
                <a:lnTo>
                  <a:pt x="1024457" y="1002365"/>
                </a:lnTo>
                <a:lnTo>
                  <a:pt x="1033660" y="1058197"/>
                </a:lnTo>
                <a:lnTo>
                  <a:pt x="1042507" y="1115174"/>
                </a:lnTo>
                <a:lnTo>
                  <a:pt x="1050991" y="1173265"/>
                </a:lnTo>
                <a:lnTo>
                  <a:pt x="1059105" y="1232439"/>
                </a:lnTo>
                <a:lnTo>
                  <a:pt x="1066842" y="1292666"/>
                </a:lnTo>
                <a:lnTo>
                  <a:pt x="1074194" y="1353916"/>
                </a:lnTo>
                <a:lnTo>
                  <a:pt x="1081156" y="1416158"/>
                </a:lnTo>
                <a:lnTo>
                  <a:pt x="1087719" y="1479363"/>
                </a:lnTo>
                <a:lnTo>
                  <a:pt x="1093876" y="1543500"/>
                </a:lnTo>
                <a:lnTo>
                  <a:pt x="1099622" y="1608539"/>
                </a:lnTo>
                <a:lnTo>
                  <a:pt x="1104948" y="1674449"/>
                </a:lnTo>
                <a:lnTo>
                  <a:pt x="1109848" y="1741200"/>
                </a:lnTo>
                <a:lnTo>
                  <a:pt x="1114315" y="1808762"/>
                </a:lnTo>
                <a:lnTo>
                  <a:pt x="1118341" y="1877104"/>
                </a:lnTo>
                <a:lnTo>
                  <a:pt x="1121920" y="1946197"/>
                </a:lnTo>
                <a:lnTo>
                  <a:pt x="1125044" y="2016009"/>
                </a:lnTo>
                <a:lnTo>
                  <a:pt x="1127707" y="2086511"/>
                </a:lnTo>
                <a:lnTo>
                  <a:pt x="1129902" y="2157673"/>
                </a:lnTo>
                <a:lnTo>
                  <a:pt x="1131621" y="2229463"/>
                </a:lnTo>
                <a:lnTo>
                  <a:pt x="1132858" y="2301852"/>
                </a:lnTo>
                <a:lnTo>
                  <a:pt x="1133605" y="2374810"/>
                </a:lnTo>
                <a:lnTo>
                  <a:pt x="1133855" y="2448306"/>
                </a:lnTo>
                <a:lnTo>
                  <a:pt x="1133605" y="2521801"/>
                </a:lnTo>
                <a:lnTo>
                  <a:pt x="1132858" y="2594759"/>
                </a:lnTo>
                <a:lnTo>
                  <a:pt x="1131621" y="2667148"/>
                </a:lnTo>
                <a:lnTo>
                  <a:pt x="1129902" y="2738938"/>
                </a:lnTo>
                <a:lnTo>
                  <a:pt x="1127707" y="2810100"/>
                </a:lnTo>
                <a:lnTo>
                  <a:pt x="1125044" y="2880602"/>
                </a:lnTo>
                <a:lnTo>
                  <a:pt x="1121920" y="2950414"/>
                </a:lnTo>
                <a:lnTo>
                  <a:pt x="1118341" y="3019507"/>
                </a:lnTo>
                <a:lnTo>
                  <a:pt x="1114315" y="3087849"/>
                </a:lnTo>
                <a:lnTo>
                  <a:pt x="1109848" y="3155411"/>
                </a:lnTo>
                <a:lnTo>
                  <a:pt x="1104948" y="3222162"/>
                </a:lnTo>
                <a:lnTo>
                  <a:pt x="1099622" y="3288072"/>
                </a:lnTo>
                <a:lnTo>
                  <a:pt x="1093876" y="3353111"/>
                </a:lnTo>
                <a:lnTo>
                  <a:pt x="1087719" y="3417248"/>
                </a:lnTo>
                <a:lnTo>
                  <a:pt x="1081156" y="3480453"/>
                </a:lnTo>
                <a:lnTo>
                  <a:pt x="1074194" y="3542695"/>
                </a:lnTo>
                <a:lnTo>
                  <a:pt x="1066842" y="3603945"/>
                </a:lnTo>
                <a:lnTo>
                  <a:pt x="1059105" y="3664172"/>
                </a:lnTo>
                <a:lnTo>
                  <a:pt x="1050991" y="3723346"/>
                </a:lnTo>
                <a:lnTo>
                  <a:pt x="1042507" y="3781437"/>
                </a:lnTo>
                <a:lnTo>
                  <a:pt x="1033660" y="3838414"/>
                </a:lnTo>
                <a:lnTo>
                  <a:pt x="1024457" y="3894246"/>
                </a:lnTo>
                <a:lnTo>
                  <a:pt x="1014904" y="3948905"/>
                </a:lnTo>
                <a:lnTo>
                  <a:pt x="1005010" y="4002358"/>
                </a:lnTo>
                <a:lnTo>
                  <a:pt x="994780" y="4054577"/>
                </a:lnTo>
                <a:lnTo>
                  <a:pt x="984223" y="4105530"/>
                </a:lnTo>
                <a:lnTo>
                  <a:pt x="973345" y="4155188"/>
                </a:lnTo>
                <a:lnTo>
                  <a:pt x="962152" y="4203520"/>
                </a:lnTo>
                <a:lnTo>
                  <a:pt x="950653" y="4250496"/>
                </a:lnTo>
                <a:lnTo>
                  <a:pt x="938853" y="4296086"/>
                </a:lnTo>
                <a:lnTo>
                  <a:pt x="926761" y="4340258"/>
                </a:lnTo>
                <a:lnTo>
                  <a:pt x="914383" y="4382984"/>
                </a:lnTo>
                <a:lnTo>
                  <a:pt x="901726" y="4424232"/>
                </a:lnTo>
                <a:lnTo>
                  <a:pt x="888797" y="4463973"/>
                </a:lnTo>
                <a:lnTo>
                  <a:pt x="875603" y="4502176"/>
                </a:lnTo>
                <a:lnTo>
                  <a:pt x="862152" y="4538811"/>
                </a:lnTo>
                <a:lnTo>
                  <a:pt x="834503" y="4607254"/>
                </a:lnTo>
                <a:lnTo>
                  <a:pt x="805908" y="4669061"/>
                </a:lnTo>
                <a:lnTo>
                  <a:pt x="776422" y="4723989"/>
                </a:lnTo>
                <a:lnTo>
                  <a:pt x="746101" y="4771796"/>
                </a:lnTo>
                <a:lnTo>
                  <a:pt x="715002" y="4812239"/>
                </a:lnTo>
                <a:lnTo>
                  <a:pt x="683180" y="4845077"/>
                </a:lnTo>
                <a:lnTo>
                  <a:pt x="650693" y="4870066"/>
                </a:lnTo>
                <a:lnTo>
                  <a:pt x="600835" y="4892304"/>
                </a:lnTo>
                <a:lnTo>
                  <a:pt x="566927" y="4896612"/>
                </a:lnTo>
                <a:lnTo>
                  <a:pt x="549912" y="4895529"/>
                </a:lnTo>
                <a:lnTo>
                  <a:pt x="499639" y="4879541"/>
                </a:lnTo>
                <a:lnTo>
                  <a:pt x="466839" y="4858567"/>
                </a:lnTo>
                <a:lnTo>
                  <a:pt x="434677" y="4829624"/>
                </a:lnTo>
                <a:lnTo>
                  <a:pt x="403210" y="4792953"/>
                </a:lnTo>
                <a:lnTo>
                  <a:pt x="372493" y="4748798"/>
                </a:lnTo>
                <a:lnTo>
                  <a:pt x="342582" y="4697400"/>
                </a:lnTo>
                <a:lnTo>
                  <a:pt x="313534" y="4639002"/>
                </a:lnTo>
                <a:lnTo>
                  <a:pt x="285405" y="4573847"/>
                </a:lnTo>
                <a:lnTo>
                  <a:pt x="258252" y="4502176"/>
                </a:lnTo>
                <a:lnTo>
                  <a:pt x="245058" y="4463973"/>
                </a:lnTo>
                <a:lnTo>
                  <a:pt x="232129" y="4424232"/>
                </a:lnTo>
                <a:lnTo>
                  <a:pt x="219472" y="4382984"/>
                </a:lnTo>
                <a:lnTo>
                  <a:pt x="207094" y="4340258"/>
                </a:lnTo>
                <a:lnTo>
                  <a:pt x="195002" y="4296086"/>
                </a:lnTo>
                <a:lnTo>
                  <a:pt x="183202" y="4250496"/>
                </a:lnTo>
                <a:lnTo>
                  <a:pt x="171703" y="4203520"/>
                </a:lnTo>
                <a:lnTo>
                  <a:pt x="160510" y="4155188"/>
                </a:lnTo>
                <a:lnTo>
                  <a:pt x="149632" y="4105530"/>
                </a:lnTo>
                <a:lnTo>
                  <a:pt x="139075" y="4054577"/>
                </a:lnTo>
                <a:lnTo>
                  <a:pt x="128845" y="4002358"/>
                </a:lnTo>
                <a:lnTo>
                  <a:pt x="118951" y="3948905"/>
                </a:lnTo>
                <a:lnTo>
                  <a:pt x="109398" y="3894246"/>
                </a:lnTo>
                <a:lnTo>
                  <a:pt x="100195" y="3838414"/>
                </a:lnTo>
                <a:lnTo>
                  <a:pt x="91348" y="3781437"/>
                </a:lnTo>
                <a:lnTo>
                  <a:pt x="82864" y="3723346"/>
                </a:lnTo>
                <a:lnTo>
                  <a:pt x="74750" y="3664172"/>
                </a:lnTo>
                <a:lnTo>
                  <a:pt x="67013" y="3603945"/>
                </a:lnTo>
                <a:lnTo>
                  <a:pt x="59661" y="3542695"/>
                </a:lnTo>
                <a:lnTo>
                  <a:pt x="52699" y="3480453"/>
                </a:lnTo>
                <a:lnTo>
                  <a:pt x="46136" y="3417248"/>
                </a:lnTo>
                <a:lnTo>
                  <a:pt x="39979" y="3353111"/>
                </a:lnTo>
                <a:lnTo>
                  <a:pt x="34233" y="3288072"/>
                </a:lnTo>
                <a:lnTo>
                  <a:pt x="28907" y="3222162"/>
                </a:lnTo>
                <a:lnTo>
                  <a:pt x="24007" y="3155411"/>
                </a:lnTo>
                <a:lnTo>
                  <a:pt x="19540" y="3087849"/>
                </a:lnTo>
                <a:lnTo>
                  <a:pt x="15514" y="3019507"/>
                </a:lnTo>
                <a:lnTo>
                  <a:pt x="11935" y="2950414"/>
                </a:lnTo>
                <a:lnTo>
                  <a:pt x="8811" y="2880602"/>
                </a:lnTo>
                <a:lnTo>
                  <a:pt x="6148" y="2810100"/>
                </a:lnTo>
                <a:lnTo>
                  <a:pt x="3953" y="2738938"/>
                </a:lnTo>
                <a:lnTo>
                  <a:pt x="2234" y="2667148"/>
                </a:lnTo>
                <a:lnTo>
                  <a:pt x="997" y="2594759"/>
                </a:lnTo>
                <a:lnTo>
                  <a:pt x="250" y="2521801"/>
                </a:lnTo>
                <a:lnTo>
                  <a:pt x="0" y="2448306"/>
                </a:lnTo>
                <a:close/>
              </a:path>
            </a:pathLst>
          </a:custGeom>
          <a:ln w="38100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95138" y="5518403"/>
            <a:ext cx="1232154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95138" y="5518403"/>
            <a:ext cx="1232535" cy="266700"/>
          </a:xfrm>
          <a:custGeom>
            <a:avLst/>
            <a:gdLst/>
            <a:ahLst/>
            <a:cxnLst/>
            <a:rect l="l" t="t" r="r" b="b"/>
            <a:pathLst>
              <a:path w="1232534" h="266700">
                <a:moveTo>
                  <a:pt x="666369" y="11176"/>
                </a:moveTo>
                <a:lnTo>
                  <a:pt x="610381" y="23825"/>
                </a:lnTo>
                <a:lnTo>
                  <a:pt x="558309" y="40757"/>
                </a:lnTo>
                <a:lnTo>
                  <a:pt x="510737" y="61631"/>
                </a:lnTo>
                <a:lnTo>
                  <a:pt x="468253" y="86112"/>
                </a:lnTo>
                <a:lnTo>
                  <a:pt x="431443" y="113859"/>
                </a:lnTo>
                <a:lnTo>
                  <a:pt x="400893" y="144534"/>
                </a:lnTo>
                <a:lnTo>
                  <a:pt x="377189" y="177800"/>
                </a:lnTo>
                <a:lnTo>
                  <a:pt x="502920" y="177800"/>
                </a:lnTo>
                <a:lnTo>
                  <a:pt x="226313" y="266700"/>
                </a:lnTo>
                <a:lnTo>
                  <a:pt x="0" y="177800"/>
                </a:lnTo>
                <a:lnTo>
                  <a:pt x="125729" y="177800"/>
                </a:lnTo>
                <a:lnTo>
                  <a:pt x="147435" y="146929"/>
                </a:lnTo>
                <a:lnTo>
                  <a:pt x="174879" y="118392"/>
                </a:lnTo>
                <a:lnTo>
                  <a:pt x="207557" y="92405"/>
                </a:lnTo>
                <a:lnTo>
                  <a:pt x="244967" y="69183"/>
                </a:lnTo>
                <a:lnTo>
                  <a:pt x="286607" y="48942"/>
                </a:lnTo>
                <a:lnTo>
                  <a:pt x="331972" y="31898"/>
                </a:lnTo>
                <a:lnTo>
                  <a:pt x="380561" y="18266"/>
                </a:lnTo>
                <a:lnTo>
                  <a:pt x="431871" y="8262"/>
                </a:lnTo>
                <a:lnTo>
                  <a:pt x="485397" y="2101"/>
                </a:lnTo>
                <a:lnTo>
                  <a:pt x="540638" y="0"/>
                </a:lnTo>
                <a:lnTo>
                  <a:pt x="792099" y="0"/>
                </a:lnTo>
                <a:lnTo>
                  <a:pt x="851820" y="2434"/>
                </a:lnTo>
                <a:lnTo>
                  <a:pt x="909097" y="9526"/>
                </a:lnTo>
                <a:lnTo>
                  <a:pt x="963406" y="20958"/>
                </a:lnTo>
                <a:lnTo>
                  <a:pt x="1014222" y="36412"/>
                </a:lnTo>
                <a:lnTo>
                  <a:pt x="1061021" y="55570"/>
                </a:lnTo>
                <a:lnTo>
                  <a:pt x="1103280" y="78114"/>
                </a:lnTo>
                <a:lnTo>
                  <a:pt x="1140475" y="103727"/>
                </a:lnTo>
                <a:lnTo>
                  <a:pt x="1172083" y="132091"/>
                </a:lnTo>
                <a:lnTo>
                  <a:pt x="1197578" y="162888"/>
                </a:lnTo>
                <a:lnTo>
                  <a:pt x="1228137" y="230510"/>
                </a:lnTo>
                <a:lnTo>
                  <a:pt x="1232154" y="266700"/>
                </a:lnTo>
                <a:lnTo>
                  <a:pt x="980694" y="266700"/>
                </a:lnTo>
                <a:lnTo>
                  <a:pt x="976677" y="230510"/>
                </a:lnTo>
                <a:lnTo>
                  <a:pt x="964977" y="195800"/>
                </a:lnTo>
                <a:lnTo>
                  <a:pt x="920623" y="132091"/>
                </a:lnTo>
                <a:lnTo>
                  <a:pt x="889015" y="103727"/>
                </a:lnTo>
                <a:lnTo>
                  <a:pt x="851820" y="78114"/>
                </a:lnTo>
                <a:lnTo>
                  <a:pt x="809561" y="55570"/>
                </a:lnTo>
                <a:lnTo>
                  <a:pt x="762762" y="36412"/>
                </a:lnTo>
                <a:lnTo>
                  <a:pt x="711946" y="20958"/>
                </a:lnTo>
                <a:lnTo>
                  <a:pt x="657637" y="9526"/>
                </a:lnTo>
                <a:lnTo>
                  <a:pt x="600360" y="2434"/>
                </a:lnTo>
                <a:lnTo>
                  <a:pt x="540638" y="0"/>
                </a:lnTo>
              </a:path>
            </a:pathLst>
          </a:custGeom>
          <a:ln w="9525">
            <a:solidFill>
              <a:srgbClr val="CCE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74392" y="5594603"/>
            <a:ext cx="2971800" cy="10134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374392" y="5594603"/>
            <a:ext cx="2971800" cy="1013460"/>
          </a:xfrm>
          <a:prstGeom prst="rect">
            <a:avLst/>
          </a:prstGeom>
          <a:ln w="9525">
            <a:solidFill>
              <a:srgbClr val="FFFF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2400" b="1">
                <a:latin typeface="宋体"/>
                <a:cs typeface="宋体"/>
              </a:rPr>
              <a:t>从初态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宋体"/>
                <a:cs typeface="宋体"/>
              </a:rPr>
              <a:t>开始，</a:t>
            </a:r>
            <a:r>
              <a:rPr dirty="0" sz="2400" b="1">
                <a:latin typeface="Times New Roman"/>
                <a:cs typeface="Times New Roman"/>
              </a:rPr>
              <a:t>4,6,8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宋体"/>
                <a:cs typeface="宋体"/>
              </a:rPr>
              <a:t>是不可到达的状态。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49266" y="105620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930" y="105620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2645" y="1121409"/>
            <a:ext cx="8401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sta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91461" y="1677161"/>
            <a:ext cx="5210810" cy="0"/>
          </a:xfrm>
          <a:custGeom>
            <a:avLst/>
            <a:gdLst/>
            <a:ahLst/>
            <a:cxnLst/>
            <a:rect l="l" t="t" r="r" b="b"/>
            <a:pathLst>
              <a:path w="5210809" h="0">
                <a:moveTo>
                  <a:pt x="0" y="0"/>
                </a:moveTo>
                <a:lnTo>
                  <a:pt x="5210556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1473" y="1102613"/>
            <a:ext cx="0" cy="4041775"/>
          </a:xfrm>
          <a:custGeom>
            <a:avLst/>
            <a:gdLst/>
            <a:ahLst/>
            <a:cxnLst/>
            <a:rect l="l" t="t" r="r" b="b"/>
            <a:pathLst>
              <a:path w="0" h="4041775">
                <a:moveTo>
                  <a:pt x="0" y="0"/>
                </a:moveTo>
                <a:lnTo>
                  <a:pt x="0" y="4041648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18333" y="1646656"/>
            <a:ext cx="229235" cy="368363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666741" y="1843896"/>
          <a:ext cx="1496695" cy="351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8030"/>
                <a:gridCol w="748030"/>
              </a:tblGrid>
              <a:tr h="539824">
                <a:tc>
                  <a:txBody>
                    <a:bodyPr/>
                    <a:lstStyle/>
                    <a:p>
                      <a:pPr marL="31750">
                        <a:lnSpc>
                          <a:spcPts val="364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495"/>
                        </a:lnSpc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solidFill>
                      <a:srgbClr val="000000"/>
                    </a:solidFill>
                  </a:tcPr>
                </a:tc>
              </a:tr>
              <a:tr h="60985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solidFill>
                      <a:srgbClr val="000000"/>
                    </a:solidFill>
                  </a:tcPr>
                </a:tc>
              </a:tr>
              <a:tr h="60965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solidFill>
                      <a:srgbClr val="000000"/>
                    </a:solidFill>
                  </a:tcPr>
                </a:tc>
              </a:tr>
              <a:tr h="539897">
                <a:tc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  <a:spcBef>
                          <a:spcPts val="3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1927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64160" indent="-252095">
              <a:lnSpc>
                <a:spcPct val="100000"/>
              </a:lnSpc>
              <a:spcBef>
                <a:spcPts val="120"/>
              </a:spcBef>
              <a:buClr>
                <a:srgbClr val="66FFFF"/>
              </a:buClr>
              <a:buSzPct val="131250"/>
              <a:buFont typeface="Wingdings"/>
              <a:buChar char=""/>
              <a:tabLst>
                <a:tab pos="264795" algn="l"/>
              </a:tabLst>
            </a:pPr>
            <a:r>
              <a:rPr dirty="0" spc="-5">
                <a:latin typeface="宋体"/>
                <a:cs typeface="宋体"/>
              </a:rPr>
              <a:t>定义</a:t>
            </a:r>
            <a:r>
              <a:rPr dirty="0"/>
              <a:t>2.</a:t>
            </a:r>
            <a:r>
              <a:rPr dirty="0" spc="5"/>
              <a:t>30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53842" y="712673"/>
            <a:ext cx="45186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等价状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可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分状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768" y="1202441"/>
            <a:ext cx="7827009" cy="5146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 indent="621665">
              <a:lnSpc>
                <a:spcPct val="15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的两个不同状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如果对任意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输入字符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状态出发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总是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时到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达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接收状态或拒绝状态之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，称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等价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即对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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1021" sz="2775" spc="3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1021" sz="2775" spc="3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1021" sz="2775" spc="3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1021" sz="2775" spc="35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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38100" marR="3363595">
              <a:lnSpc>
                <a:spcPts val="5040"/>
              </a:lnSpc>
              <a:spcBef>
                <a:spcPts val="4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等价，记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Symbol"/>
                <a:cs typeface="Symbol"/>
              </a:rPr>
              <a:t>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1021" sz="2775" spc="28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如果两个状态不等价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23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可区别的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1021" sz="2775" spc="3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所区别）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4040" y="983107"/>
            <a:ext cx="8194040" cy="514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5"/>
              </a:spcBef>
              <a:buClr>
                <a:srgbClr val="66FF99"/>
              </a:buClr>
              <a:buSzPct val="107812"/>
              <a:buFont typeface="Wingdings"/>
              <a:buChar char=""/>
              <a:tabLst>
                <a:tab pos="307340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合并等价状态的实现方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划分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法。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650">
              <a:latin typeface="宋体"/>
              <a:cs typeface="宋体"/>
            </a:endParaRPr>
          </a:p>
          <a:p>
            <a:pPr marL="520065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划分法的核心：寻找且合并等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状态。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9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即：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的状态集划分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互不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交的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使得任何两个不同子集的状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都是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区分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的，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而同一个子集的任何两个状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都是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价的。 然后每个子集中的状态合并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9539" y="0"/>
            <a:ext cx="8615680" cy="674814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94"/>
              </a:spcBef>
              <a:tabLst>
                <a:tab pos="618490" algn="l"/>
                <a:tab pos="3937000" algn="l"/>
                <a:tab pos="62947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宋体"/>
              <a:cs typeface="宋体"/>
            </a:endParaRPr>
          </a:p>
          <a:p>
            <a:pPr marL="492125" indent="-294640">
              <a:lnSpc>
                <a:spcPct val="100000"/>
              </a:lnSpc>
              <a:buClr>
                <a:srgbClr val="66FFFF"/>
              </a:buClr>
              <a:buSzPct val="115000"/>
              <a:buFont typeface="Wingdings"/>
              <a:buChar char=""/>
              <a:tabLst>
                <a:tab pos="492759" algn="l"/>
              </a:tabLst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划分法的算法实现步骤如下：</a:t>
            </a:r>
            <a:endParaRPr sz="3000">
              <a:latin typeface="宋体"/>
              <a:cs typeface="宋体"/>
            </a:endParaRPr>
          </a:p>
          <a:p>
            <a:pPr lvl="1" marL="735965" marR="43180" indent="-443865">
              <a:lnSpc>
                <a:spcPct val="119900"/>
              </a:lnSpc>
              <a:spcBef>
                <a:spcPts val="509"/>
              </a:spcBef>
              <a:buClr>
                <a:srgbClr val="FFFF00"/>
              </a:buClr>
              <a:buSzPct val="107142"/>
              <a:buFont typeface="Times New Roman"/>
              <a:buAutoNum type="arabicParenBoth"/>
              <a:tabLst>
                <a:tab pos="927735" algn="l"/>
                <a:tab pos="928369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的所有状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按终态与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终态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两个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状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态子集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初始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记作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874394" indent="-622935">
              <a:lnSpc>
                <a:spcPct val="100000"/>
              </a:lnSpc>
              <a:spcBef>
                <a:spcPts val="960"/>
              </a:spcBef>
              <a:buClr>
                <a:srgbClr val="FFFF00"/>
              </a:buClr>
              <a:buSzPct val="107142"/>
              <a:buFont typeface="Times New Roman"/>
              <a:buAutoNum type="arabicParenBoth"/>
              <a:tabLst>
                <a:tab pos="874394" algn="l"/>
                <a:tab pos="87503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设当前的划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中已经含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，即：</a:t>
            </a:r>
            <a:endParaRPr sz="2800">
              <a:latin typeface="宋体"/>
              <a:cs typeface="宋体"/>
            </a:endParaRPr>
          </a:p>
          <a:p>
            <a:pPr algn="ctr" marR="861060">
              <a:lnSpc>
                <a:spcPct val="100000"/>
              </a:lnSpc>
              <a:spcBef>
                <a:spcPts val="570"/>
              </a:spcBef>
            </a:pPr>
            <a:r>
              <a:rPr dirty="0" sz="2950" spc="-55" b="1" i="1">
                <a:solidFill>
                  <a:srgbClr val="FFFFFF"/>
                </a:solidFill>
                <a:latin typeface="宋体"/>
                <a:cs typeface="宋体"/>
              </a:rPr>
              <a:t>π</a:t>
            </a:r>
            <a:r>
              <a:rPr dirty="0" sz="2800" spc="-55" b="1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15873" sz="3150" spc="1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52095" marR="149860" indent="537845">
              <a:lnSpc>
                <a:spcPct val="127699"/>
              </a:lnSpc>
              <a:spcBef>
                <a:spcPts val="2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其中，属于不同子集的状态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可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于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同一子集中的各状态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待区分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每一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子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中各状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baseline="-15873" sz="3150" spc="2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  <a:p>
            <a:pPr marL="25209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进行考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察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，确认是否还能对它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们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 marR="898525">
              <a:lnSpc>
                <a:spcPct val="100000"/>
              </a:lnSpc>
              <a:spcBef>
                <a:spcPts val="11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若能进行划分，则形成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新的划分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π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new</a:t>
            </a:r>
            <a:r>
              <a:rPr dirty="0" baseline="-15873" sz="3150" spc="89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1927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8940" y="624992"/>
            <a:ext cx="8445500" cy="1498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25400" marR="17780">
              <a:lnSpc>
                <a:spcPct val="114999"/>
              </a:lnSpc>
              <a:spcBef>
                <a:spcPts val="100"/>
              </a:spcBef>
            </a:pPr>
            <a:r>
              <a:rPr dirty="0" sz="2800" spc="15"/>
              <a:t>(3)</a:t>
            </a:r>
            <a:r>
              <a:rPr dirty="0" sz="2800" spc="655"/>
              <a:t> 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10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baseline="-15873" sz="3150" spc="15">
                <a:solidFill>
                  <a:srgbClr val="FFFFFF"/>
                </a:solidFill>
              </a:rPr>
              <a:t>new</a:t>
            </a:r>
            <a:r>
              <a:rPr dirty="0" sz="2800" spc="10">
                <a:solidFill>
                  <a:srgbClr val="FFFFFF"/>
                </a:solidFill>
              </a:rPr>
              <a:t>≠</a:t>
            </a:r>
            <a:r>
              <a:rPr dirty="0" sz="2800" spc="10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则将其作为</a:t>
            </a:r>
            <a:r>
              <a:rPr dirty="0" sz="2800" spc="15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再重复</a:t>
            </a:r>
            <a:r>
              <a:rPr dirty="0" sz="2800" spc="25">
                <a:solidFill>
                  <a:srgbClr val="FFFFFF"/>
                </a:solidFill>
              </a:rPr>
              <a:t>(2)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程，如此 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35">
                <a:solidFill>
                  <a:srgbClr val="FFFFFF"/>
                </a:solidFill>
                <a:latin typeface="宋体"/>
                <a:cs typeface="宋体"/>
              </a:rPr>
              <a:t>去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15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800" spc="15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15">
                <a:solidFill>
                  <a:srgbClr val="FFFFFF"/>
                </a:solidFill>
                <a:latin typeface="宋体"/>
                <a:cs typeface="宋体"/>
              </a:rPr>
              <a:t>到一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个划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3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baseline="-16516" sz="2775" spc="15">
                <a:solidFill>
                  <a:srgbClr val="FFFFFF"/>
                </a:solidFill>
              </a:rPr>
              <a:t>n</a:t>
            </a:r>
            <a:r>
              <a:rPr dirty="0" baseline="-16516" sz="2775" spc="-15">
                <a:solidFill>
                  <a:srgbClr val="FFFFFF"/>
                </a:solidFill>
              </a:rPr>
              <a:t>e</a:t>
            </a:r>
            <a:r>
              <a:rPr dirty="0" baseline="-16516" sz="2775" spc="44">
                <a:solidFill>
                  <a:srgbClr val="FFFFFF"/>
                </a:solidFill>
              </a:rPr>
              <a:t>w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，即</a:t>
            </a:r>
            <a:r>
              <a:rPr dirty="0" sz="2800" spc="15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35">
                <a:solidFill>
                  <a:srgbClr val="FFFFFF"/>
                </a:solidFill>
                <a:latin typeface="宋体"/>
                <a:cs typeface="宋体"/>
              </a:rPr>
              <a:t>中的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各个子集不能再进行划分为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止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992" y="2483637"/>
            <a:ext cx="8655685" cy="3378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(4)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所得的最后划分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对它的每个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子集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5525" sz="2775" spc="5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8518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8518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b="1" i="1">
                <a:solidFill>
                  <a:srgbClr val="FFFFFF"/>
                </a:solidFill>
                <a:latin typeface="Times New Roman"/>
                <a:cs typeface="Times New Roman"/>
              </a:rPr>
              <a:t>jr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进行重新命名为一个状态，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18518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作为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π</a:t>
            </a: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中子集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  <a:p>
            <a:pPr marL="38100" marR="58419">
              <a:lnSpc>
                <a:spcPts val="4360"/>
              </a:lnSpc>
              <a:spcBef>
                <a:spcPts val="5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名字，这些新命名的状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18518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组成了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-1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的状态集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。并 且，若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中含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的初态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的初态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中含有</a:t>
            </a:r>
            <a:endParaRPr sz="2800">
              <a:latin typeface="宋体"/>
              <a:cs typeface="宋体"/>
            </a:endParaRPr>
          </a:p>
          <a:p>
            <a:pPr marL="38100" marR="30480">
              <a:lnSpc>
                <a:spcPts val="4360"/>
              </a:lnSpc>
              <a:spcBef>
                <a:spcPts val="28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的终态，则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15873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的终态。此外，对状态转移函数作 相应的修改。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363" y="659891"/>
            <a:ext cx="8651875" cy="1588135"/>
          </a:xfrm>
          <a:custGeom>
            <a:avLst/>
            <a:gdLst/>
            <a:ahLst/>
            <a:cxnLst/>
            <a:rect l="l" t="t" r="r" b="b"/>
            <a:pathLst>
              <a:path w="8651875" h="1588135">
                <a:moveTo>
                  <a:pt x="0" y="1588008"/>
                </a:moveTo>
                <a:lnTo>
                  <a:pt x="8651748" y="1588008"/>
                </a:lnTo>
                <a:lnTo>
                  <a:pt x="8651748" y="0"/>
                </a:lnTo>
                <a:lnTo>
                  <a:pt x="0" y="0"/>
                </a:lnTo>
                <a:lnTo>
                  <a:pt x="0" y="158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20774" y="4024121"/>
            <a:ext cx="638810" cy="629920"/>
          </a:xfrm>
          <a:custGeom>
            <a:avLst/>
            <a:gdLst/>
            <a:ahLst/>
            <a:cxnLst/>
            <a:rect l="l" t="t" r="r" b="b"/>
            <a:pathLst>
              <a:path w="638810" h="629920">
                <a:moveTo>
                  <a:pt x="0" y="314705"/>
                </a:moveTo>
                <a:lnTo>
                  <a:pt x="3463" y="268188"/>
                </a:lnTo>
                <a:lnTo>
                  <a:pt x="13522" y="223794"/>
                </a:lnTo>
                <a:lnTo>
                  <a:pt x="29683" y="182009"/>
                </a:lnTo>
                <a:lnTo>
                  <a:pt x="51451" y="143320"/>
                </a:lnTo>
                <a:lnTo>
                  <a:pt x="78332" y="108213"/>
                </a:lnTo>
                <a:lnTo>
                  <a:pt x="109831" y="77173"/>
                </a:lnTo>
                <a:lnTo>
                  <a:pt x="145452" y="50687"/>
                </a:lnTo>
                <a:lnTo>
                  <a:pt x="184702" y="29240"/>
                </a:lnTo>
                <a:lnTo>
                  <a:pt x="227086" y="13319"/>
                </a:lnTo>
                <a:lnTo>
                  <a:pt x="272110" y="3410"/>
                </a:lnTo>
                <a:lnTo>
                  <a:pt x="319277" y="0"/>
                </a:lnTo>
                <a:lnTo>
                  <a:pt x="366445" y="3410"/>
                </a:lnTo>
                <a:lnTo>
                  <a:pt x="411469" y="13319"/>
                </a:lnTo>
                <a:lnTo>
                  <a:pt x="453853" y="29240"/>
                </a:lnTo>
                <a:lnTo>
                  <a:pt x="493103" y="50687"/>
                </a:lnTo>
                <a:lnTo>
                  <a:pt x="528724" y="77173"/>
                </a:lnTo>
                <a:lnTo>
                  <a:pt x="560223" y="108213"/>
                </a:lnTo>
                <a:lnTo>
                  <a:pt x="587104" y="143320"/>
                </a:lnTo>
                <a:lnTo>
                  <a:pt x="608872" y="182009"/>
                </a:lnTo>
                <a:lnTo>
                  <a:pt x="625033" y="223794"/>
                </a:lnTo>
                <a:lnTo>
                  <a:pt x="635092" y="268188"/>
                </a:lnTo>
                <a:lnTo>
                  <a:pt x="638556" y="314705"/>
                </a:lnTo>
                <a:lnTo>
                  <a:pt x="635092" y="361223"/>
                </a:lnTo>
                <a:lnTo>
                  <a:pt x="625033" y="405617"/>
                </a:lnTo>
                <a:lnTo>
                  <a:pt x="608872" y="447402"/>
                </a:lnTo>
                <a:lnTo>
                  <a:pt x="587104" y="486091"/>
                </a:lnTo>
                <a:lnTo>
                  <a:pt x="560223" y="521198"/>
                </a:lnTo>
                <a:lnTo>
                  <a:pt x="528724" y="552238"/>
                </a:lnTo>
                <a:lnTo>
                  <a:pt x="493103" y="578724"/>
                </a:lnTo>
                <a:lnTo>
                  <a:pt x="453853" y="600171"/>
                </a:lnTo>
                <a:lnTo>
                  <a:pt x="411469" y="616092"/>
                </a:lnTo>
                <a:lnTo>
                  <a:pt x="366445" y="626001"/>
                </a:lnTo>
                <a:lnTo>
                  <a:pt x="319277" y="629411"/>
                </a:lnTo>
                <a:lnTo>
                  <a:pt x="272110" y="626001"/>
                </a:lnTo>
                <a:lnTo>
                  <a:pt x="227086" y="616092"/>
                </a:lnTo>
                <a:lnTo>
                  <a:pt x="184702" y="600171"/>
                </a:lnTo>
                <a:lnTo>
                  <a:pt x="145452" y="578724"/>
                </a:lnTo>
                <a:lnTo>
                  <a:pt x="109831" y="552238"/>
                </a:lnTo>
                <a:lnTo>
                  <a:pt x="78332" y="521198"/>
                </a:lnTo>
                <a:lnTo>
                  <a:pt x="51451" y="486091"/>
                </a:lnTo>
                <a:lnTo>
                  <a:pt x="29683" y="447402"/>
                </a:lnTo>
                <a:lnTo>
                  <a:pt x="13522" y="405617"/>
                </a:lnTo>
                <a:lnTo>
                  <a:pt x="3463" y="361223"/>
                </a:lnTo>
                <a:lnTo>
                  <a:pt x="0" y="31470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52777" y="3353561"/>
            <a:ext cx="637540" cy="591820"/>
          </a:xfrm>
          <a:custGeom>
            <a:avLst/>
            <a:gdLst/>
            <a:ahLst/>
            <a:cxnLst/>
            <a:rect l="l" t="t" r="r" b="b"/>
            <a:pathLst>
              <a:path w="637539" h="591820">
                <a:moveTo>
                  <a:pt x="0" y="295656"/>
                </a:moveTo>
                <a:lnTo>
                  <a:pt x="3453" y="251958"/>
                </a:lnTo>
                <a:lnTo>
                  <a:pt x="13486" y="210253"/>
                </a:lnTo>
                <a:lnTo>
                  <a:pt x="29606" y="170999"/>
                </a:lnTo>
                <a:lnTo>
                  <a:pt x="51319" y="134652"/>
                </a:lnTo>
                <a:lnTo>
                  <a:pt x="78132" y="101669"/>
                </a:lnTo>
                <a:lnTo>
                  <a:pt x="109552" y="72507"/>
                </a:lnTo>
                <a:lnTo>
                  <a:pt x="145088" y="47622"/>
                </a:lnTo>
                <a:lnTo>
                  <a:pt x="184244" y="27473"/>
                </a:lnTo>
                <a:lnTo>
                  <a:pt x="226530" y="12514"/>
                </a:lnTo>
                <a:lnTo>
                  <a:pt x="271451" y="3204"/>
                </a:lnTo>
                <a:lnTo>
                  <a:pt x="318516" y="0"/>
                </a:lnTo>
                <a:lnTo>
                  <a:pt x="365580" y="3204"/>
                </a:lnTo>
                <a:lnTo>
                  <a:pt x="410501" y="12514"/>
                </a:lnTo>
                <a:lnTo>
                  <a:pt x="452787" y="27473"/>
                </a:lnTo>
                <a:lnTo>
                  <a:pt x="491943" y="47622"/>
                </a:lnTo>
                <a:lnTo>
                  <a:pt x="527479" y="72507"/>
                </a:lnTo>
                <a:lnTo>
                  <a:pt x="558899" y="101669"/>
                </a:lnTo>
                <a:lnTo>
                  <a:pt x="585712" y="134652"/>
                </a:lnTo>
                <a:lnTo>
                  <a:pt x="607425" y="170999"/>
                </a:lnTo>
                <a:lnTo>
                  <a:pt x="623545" y="210253"/>
                </a:lnTo>
                <a:lnTo>
                  <a:pt x="633578" y="251958"/>
                </a:lnTo>
                <a:lnTo>
                  <a:pt x="637032" y="295656"/>
                </a:lnTo>
                <a:lnTo>
                  <a:pt x="633578" y="339353"/>
                </a:lnTo>
                <a:lnTo>
                  <a:pt x="623545" y="381058"/>
                </a:lnTo>
                <a:lnTo>
                  <a:pt x="607425" y="420312"/>
                </a:lnTo>
                <a:lnTo>
                  <a:pt x="585712" y="456659"/>
                </a:lnTo>
                <a:lnTo>
                  <a:pt x="558899" y="489642"/>
                </a:lnTo>
                <a:lnTo>
                  <a:pt x="527479" y="518804"/>
                </a:lnTo>
                <a:lnTo>
                  <a:pt x="491943" y="543689"/>
                </a:lnTo>
                <a:lnTo>
                  <a:pt x="452787" y="563838"/>
                </a:lnTo>
                <a:lnTo>
                  <a:pt x="410501" y="578797"/>
                </a:lnTo>
                <a:lnTo>
                  <a:pt x="365580" y="588107"/>
                </a:lnTo>
                <a:lnTo>
                  <a:pt x="318516" y="591312"/>
                </a:lnTo>
                <a:lnTo>
                  <a:pt x="271451" y="588107"/>
                </a:lnTo>
                <a:lnTo>
                  <a:pt x="226530" y="578797"/>
                </a:lnTo>
                <a:lnTo>
                  <a:pt x="184244" y="563838"/>
                </a:lnTo>
                <a:lnTo>
                  <a:pt x="145088" y="543689"/>
                </a:lnTo>
                <a:lnTo>
                  <a:pt x="109552" y="518804"/>
                </a:lnTo>
                <a:lnTo>
                  <a:pt x="78132" y="489642"/>
                </a:lnTo>
                <a:lnTo>
                  <a:pt x="51319" y="456659"/>
                </a:lnTo>
                <a:lnTo>
                  <a:pt x="29606" y="420312"/>
                </a:lnTo>
                <a:lnTo>
                  <a:pt x="13486" y="381058"/>
                </a:lnTo>
                <a:lnTo>
                  <a:pt x="3453" y="339353"/>
                </a:lnTo>
                <a:lnTo>
                  <a:pt x="0" y="29565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9817" y="3275838"/>
            <a:ext cx="2319655" cy="2169160"/>
          </a:xfrm>
          <a:custGeom>
            <a:avLst/>
            <a:gdLst/>
            <a:ahLst/>
            <a:cxnLst/>
            <a:rect l="l" t="t" r="r" b="b"/>
            <a:pathLst>
              <a:path w="2319655" h="2169160">
                <a:moveTo>
                  <a:pt x="0" y="1084326"/>
                </a:moveTo>
                <a:lnTo>
                  <a:pt x="1071" y="1037294"/>
                </a:lnTo>
                <a:lnTo>
                  <a:pt x="4257" y="990773"/>
                </a:lnTo>
                <a:lnTo>
                  <a:pt x="9514" y="944805"/>
                </a:lnTo>
                <a:lnTo>
                  <a:pt x="16797" y="899429"/>
                </a:lnTo>
                <a:lnTo>
                  <a:pt x="26065" y="854687"/>
                </a:lnTo>
                <a:lnTo>
                  <a:pt x="37272" y="810619"/>
                </a:lnTo>
                <a:lnTo>
                  <a:pt x="50376" y="767266"/>
                </a:lnTo>
                <a:lnTo>
                  <a:pt x="65333" y="724669"/>
                </a:lnTo>
                <a:lnTo>
                  <a:pt x="82100" y="682868"/>
                </a:lnTo>
                <a:lnTo>
                  <a:pt x="100632" y="641904"/>
                </a:lnTo>
                <a:lnTo>
                  <a:pt x="120887" y="601818"/>
                </a:lnTo>
                <a:lnTo>
                  <a:pt x="142821" y="562650"/>
                </a:lnTo>
                <a:lnTo>
                  <a:pt x="166390" y="524441"/>
                </a:lnTo>
                <a:lnTo>
                  <a:pt x="191551" y="487232"/>
                </a:lnTo>
                <a:lnTo>
                  <a:pt x="218260" y="451064"/>
                </a:lnTo>
                <a:lnTo>
                  <a:pt x="246474" y="415977"/>
                </a:lnTo>
                <a:lnTo>
                  <a:pt x="276149" y="382012"/>
                </a:lnTo>
                <a:lnTo>
                  <a:pt x="307242" y="349210"/>
                </a:lnTo>
                <a:lnTo>
                  <a:pt x="339709" y="317611"/>
                </a:lnTo>
                <a:lnTo>
                  <a:pt x="373506" y="287256"/>
                </a:lnTo>
                <a:lnTo>
                  <a:pt x="408591" y="258185"/>
                </a:lnTo>
                <a:lnTo>
                  <a:pt x="444919" y="230441"/>
                </a:lnTo>
                <a:lnTo>
                  <a:pt x="482447" y="204062"/>
                </a:lnTo>
                <a:lnTo>
                  <a:pt x="521132" y="179090"/>
                </a:lnTo>
                <a:lnTo>
                  <a:pt x="560929" y="155566"/>
                </a:lnTo>
                <a:lnTo>
                  <a:pt x="601796" y="133530"/>
                </a:lnTo>
                <a:lnTo>
                  <a:pt x="643689" y="113023"/>
                </a:lnTo>
                <a:lnTo>
                  <a:pt x="686564" y="94086"/>
                </a:lnTo>
                <a:lnTo>
                  <a:pt x="730377" y="76759"/>
                </a:lnTo>
                <a:lnTo>
                  <a:pt x="775086" y="61083"/>
                </a:lnTo>
                <a:lnTo>
                  <a:pt x="820647" y="47099"/>
                </a:lnTo>
                <a:lnTo>
                  <a:pt x="867016" y="34847"/>
                </a:lnTo>
                <a:lnTo>
                  <a:pt x="914150" y="24369"/>
                </a:lnTo>
                <a:lnTo>
                  <a:pt x="962004" y="15705"/>
                </a:lnTo>
                <a:lnTo>
                  <a:pt x="1010537" y="8895"/>
                </a:lnTo>
                <a:lnTo>
                  <a:pt x="1059703" y="3980"/>
                </a:lnTo>
                <a:lnTo>
                  <a:pt x="1109460" y="1001"/>
                </a:lnTo>
                <a:lnTo>
                  <a:pt x="1159764" y="0"/>
                </a:lnTo>
                <a:lnTo>
                  <a:pt x="1210067" y="1001"/>
                </a:lnTo>
                <a:lnTo>
                  <a:pt x="1259824" y="3980"/>
                </a:lnTo>
                <a:lnTo>
                  <a:pt x="1308990" y="8895"/>
                </a:lnTo>
                <a:lnTo>
                  <a:pt x="1357523" y="15705"/>
                </a:lnTo>
                <a:lnTo>
                  <a:pt x="1405377" y="24369"/>
                </a:lnTo>
                <a:lnTo>
                  <a:pt x="1452511" y="34847"/>
                </a:lnTo>
                <a:lnTo>
                  <a:pt x="1498880" y="47099"/>
                </a:lnTo>
                <a:lnTo>
                  <a:pt x="1544441" y="61083"/>
                </a:lnTo>
                <a:lnTo>
                  <a:pt x="1589150" y="76759"/>
                </a:lnTo>
                <a:lnTo>
                  <a:pt x="1632963" y="94086"/>
                </a:lnTo>
                <a:lnTo>
                  <a:pt x="1675838" y="113023"/>
                </a:lnTo>
                <a:lnTo>
                  <a:pt x="1717731" y="133530"/>
                </a:lnTo>
                <a:lnTo>
                  <a:pt x="1758598" y="155566"/>
                </a:lnTo>
                <a:lnTo>
                  <a:pt x="1798395" y="179090"/>
                </a:lnTo>
                <a:lnTo>
                  <a:pt x="1837080" y="204062"/>
                </a:lnTo>
                <a:lnTo>
                  <a:pt x="1874608" y="230441"/>
                </a:lnTo>
                <a:lnTo>
                  <a:pt x="1910936" y="258185"/>
                </a:lnTo>
                <a:lnTo>
                  <a:pt x="1946021" y="287256"/>
                </a:lnTo>
                <a:lnTo>
                  <a:pt x="1979818" y="317611"/>
                </a:lnTo>
                <a:lnTo>
                  <a:pt x="2012285" y="349210"/>
                </a:lnTo>
                <a:lnTo>
                  <a:pt x="2043378" y="382012"/>
                </a:lnTo>
                <a:lnTo>
                  <a:pt x="2073053" y="415977"/>
                </a:lnTo>
                <a:lnTo>
                  <a:pt x="2101267" y="451064"/>
                </a:lnTo>
                <a:lnTo>
                  <a:pt x="2127976" y="487232"/>
                </a:lnTo>
                <a:lnTo>
                  <a:pt x="2153137" y="524441"/>
                </a:lnTo>
                <a:lnTo>
                  <a:pt x="2176706" y="562650"/>
                </a:lnTo>
                <a:lnTo>
                  <a:pt x="2198640" y="601818"/>
                </a:lnTo>
                <a:lnTo>
                  <a:pt x="2218895" y="641904"/>
                </a:lnTo>
                <a:lnTo>
                  <a:pt x="2237427" y="682868"/>
                </a:lnTo>
                <a:lnTo>
                  <a:pt x="2254194" y="724669"/>
                </a:lnTo>
                <a:lnTo>
                  <a:pt x="2269151" y="767266"/>
                </a:lnTo>
                <a:lnTo>
                  <a:pt x="2282255" y="810619"/>
                </a:lnTo>
                <a:lnTo>
                  <a:pt x="2293462" y="854687"/>
                </a:lnTo>
                <a:lnTo>
                  <a:pt x="2302730" y="899429"/>
                </a:lnTo>
                <a:lnTo>
                  <a:pt x="2310013" y="944805"/>
                </a:lnTo>
                <a:lnTo>
                  <a:pt x="2315270" y="990773"/>
                </a:lnTo>
                <a:lnTo>
                  <a:pt x="2318456" y="1037294"/>
                </a:lnTo>
                <a:lnTo>
                  <a:pt x="2319528" y="1084326"/>
                </a:lnTo>
                <a:lnTo>
                  <a:pt x="2318456" y="1131357"/>
                </a:lnTo>
                <a:lnTo>
                  <a:pt x="2315270" y="1177878"/>
                </a:lnTo>
                <a:lnTo>
                  <a:pt x="2310013" y="1223846"/>
                </a:lnTo>
                <a:lnTo>
                  <a:pt x="2302730" y="1269222"/>
                </a:lnTo>
                <a:lnTo>
                  <a:pt x="2293462" y="1313964"/>
                </a:lnTo>
                <a:lnTo>
                  <a:pt x="2282255" y="1358032"/>
                </a:lnTo>
                <a:lnTo>
                  <a:pt x="2269151" y="1401385"/>
                </a:lnTo>
                <a:lnTo>
                  <a:pt x="2254194" y="1443982"/>
                </a:lnTo>
                <a:lnTo>
                  <a:pt x="2237427" y="1485783"/>
                </a:lnTo>
                <a:lnTo>
                  <a:pt x="2218895" y="1526747"/>
                </a:lnTo>
                <a:lnTo>
                  <a:pt x="2198640" y="1566833"/>
                </a:lnTo>
                <a:lnTo>
                  <a:pt x="2176706" y="1606001"/>
                </a:lnTo>
                <a:lnTo>
                  <a:pt x="2153137" y="1644210"/>
                </a:lnTo>
                <a:lnTo>
                  <a:pt x="2127976" y="1681419"/>
                </a:lnTo>
                <a:lnTo>
                  <a:pt x="2101267" y="1717587"/>
                </a:lnTo>
                <a:lnTo>
                  <a:pt x="2073053" y="1752674"/>
                </a:lnTo>
                <a:lnTo>
                  <a:pt x="2043378" y="1786639"/>
                </a:lnTo>
                <a:lnTo>
                  <a:pt x="2012285" y="1819441"/>
                </a:lnTo>
                <a:lnTo>
                  <a:pt x="1979818" y="1851040"/>
                </a:lnTo>
                <a:lnTo>
                  <a:pt x="1946021" y="1881395"/>
                </a:lnTo>
                <a:lnTo>
                  <a:pt x="1910936" y="1910466"/>
                </a:lnTo>
                <a:lnTo>
                  <a:pt x="1874608" y="1938210"/>
                </a:lnTo>
                <a:lnTo>
                  <a:pt x="1837080" y="1964589"/>
                </a:lnTo>
                <a:lnTo>
                  <a:pt x="1798395" y="1989561"/>
                </a:lnTo>
                <a:lnTo>
                  <a:pt x="1758598" y="2013085"/>
                </a:lnTo>
                <a:lnTo>
                  <a:pt x="1717731" y="2035121"/>
                </a:lnTo>
                <a:lnTo>
                  <a:pt x="1675838" y="2055628"/>
                </a:lnTo>
                <a:lnTo>
                  <a:pt x="1632963" y="2074565"/>
                </a:lnTo>
                <a:lnTo>
                  <a:pt x="1589150" y="2091892"/>
                </a:lnTo>
                <a:lnTo>
                  <a:pt x="1544441" y="2107568"/>
                </a:lnTo>
                <a:lnTo>
                  <a:pt x="1498880" y="2121552"/>
                </a:lnTo>
                <a:lnTo>
                  <a:pt x="1452511" y="2133804"/>
                </a:lnTo>
                <a:lnTo>
                  <a:pt x="1405377" y="2144282"/>
                </a:lnTo>
                <a:lnTo>
                  <a:pt x="1357523" y="2152946"/>
                </a:lnTo>
                <a:lnTo>
                  <a:pt x="1308990" y="2159756"/>
                </a:lnTo>
                <a:lnTo>
                  <a:pt x="1259824" y="2164671"/>
                </a:lnTo>
                <a:lnTo>
                  <a:pt x="1210067" y="2167650"/>
                </a:lnTo>
                <a:lnTo>
                  <a:pt x="1159764" y="2168652"/>
                </a:lnTo>
                <a:lnTo>
                  <a:pt x="1109460" y="2167650"/>
                </a:lnTo>
                <a:lnTo>
                  <a:pt x="1059703" y="2164671"/>
                </a:lnTo>
                <a:lnTo>
                  <a:pt x="1010537" y="2159756"/>
                </a:lnTo>
                <a:lnTo>
                  <a:pt x="962004" y="2152946"/>
                </a:lnTo>
                <a:lnTo>
                  <a:pt x="914150" y="2144282"/>
                </a:lnTo>
                <a:lnTo>
                  <a:pt x="867016" y="2133804"/>
                </a:lnTo>
                <a:lnTo>
                  <a:pt x="820647" y="2121552"/>
                </a:lnTo>
                <a:lnTo>
                  <a:pt x="775086" y="2107568"/>
                </a:lnTo>
                <a:lnTo>
                  <a:pt x="730377" y="2091892"/>
                </a:lnTo>
                <a:lnTo>
                  <a:pt x="686564" y="2074565"/>
                </a:lnTo>
                <a:lnTo>
                  <a:pt x="643689" y="2055628"/>
                </a:lnTo>
                <a:lnTo>
                  <a:pt x="601796" y="2035121"/>
                </a:lnTo>
                <a:lnTo>
                  <a:pt x="560929" y="2013085"/>
                </a:lnTo>
                <a:lnTo>
                  <a:pt x="521132" y="1989561"/>
                </a:lnTo>
                <a:lnTo>
                  <a:pt x="482447" y="1964589"/>
                </a:lnTo>
                <a:lnTo>
                  <a:pt x="444919" y="1938210"/>
                </a:lnTo>
                <a:lnTo>
                  <a:pt x="408591" y="1910466"/>
                </a:lnTo>
                <a:lnTo>
                  <a:pt x="373506" y="1881395"/>
                </a:lnTo>
                <a:lnTo>
                  <a:pt x="339709" y="1851040"/>
                </a:lnTo>
                <a:lnTo>
                  <a:pt x="307242" y="1819441"/>
                </a:lnTo>
                <a:lnTo>
                  <a:pt x="276149" y="1786639"/>
                </a:lnTo>
                <a:lnTo>
                  <a:pt x="246474" y="1752674"/>
                </a:lnTo>
                <a:lnTo>
                  <a:pt x="218260" y="1717587"/>
                </a:lnTo>
                <a:lnTo>
                  <a:pt x="191551" y="1681419"/>
                </a:lnTo>
                <a:lnTo>
                  <a:pt x="166390" y="1644210"/>
                </a:lnTo>
                <a:lnTo>
                  <a:pt x="142821" y="1606001"/>
                </a:lnTo>
                <a:lnTo>
                  <a:pt x="120887" y="1566833"/>
                </a:lnTo>
                <a:lnTo>
                  <a:pt x="100632" y="1526747"/>
                </a:lnTo>
                <a:lnTo>
                  <a:pt x="82100" y="1485783"/>
                </a:lnTo>
                <a:lnTo>
                  <a:pt x="65333" y="1443982"/>
                </a:lnTo>
                <a:lnTo>
                  <a:pt x="50376" y="1401385"/>
                </a:lnTo>
                <a:lnTo>
                  <a:pt x="37272" y="1358032"/>
                </a:lnTo>
                <a:lnTo>
                  <a:pt x="26065" y="1313964"/>
                </a:lnTo>
                <a:lnTo>
                  <a:pt x="16797" y="1269222"/>
                </a:lnTo>
                <a:lnTo>
                  <a:pt x="9514" y="1223846"/>
                </a:lnTo>
                <a:lnTo>
                  <a:pt x="4257" y="1177878"/>
                </a:lnTo>
                <a:lnTo>
                  <a:pt x="1071" y="1131357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1442" y="4760214"/>
            <a:ext cx="638810" cy="553720"/>
          </a:xfrm>
          <a:custGeom>
            <a:avLst/>
            <a:gdLst/>
            <a:ahLst/>
            <a:cxnLst/>
            <a:rect l="l" t="t" r="r" b="b"/>
            <a:pathLst>
              <a:path w="638810" h="553720">
                <a:moveTo>
                  <a:pt x="0" y="276606"/>
                </a:moveTo>
                <a:lnTo>
                  <a:pt x="4180" y="231735"/>
                </a:lnTo>
                <a:lnTo>
                  <a:pt x="16282" y="189171"/>
                </a:lnTo>
                <a:lnTo>
                  <a:pt x="35647" y="149482"/>
                </a:lnTo>
                <a:lnTo>
                  <a:pt x="61618" y="113239"/>
                </a:lnTo>
                <a:lnTo>
                  <a:pt x="93535" y="81010"/>
                </a:lnTo>
                <a:lnTo>
                  <a:pt x="130740" y="53364"/>
                </a:lnTo>
                <a:lnTo>
                  <a:pt x="172576" y="30871"/>
                </a:lnTo>
                <a:lnTo>
                  <a:pt x="218383" y="14100"/>
                </a:lnTo>
                <a:lnTo>
                  <a:pt x="267503" y="3619"/>
                </a:lnTo>
                <a:lnTo>
                  <a:pt x="319277" y="0"/>
                </a:lnTo>
                <a:lnTo>
                  <a:pt x="371052" y="3619"/>
                </a:lnTo>
                <a:lnTo>
                  <a:pt x="420172" y="14100"/>
                </a:lnTo>
                <a:lnTo>
                  <a:pt x="465979" y="30871"/>
                </a:lnTo>
                <a:lnTo>
                  <a:pt x="507815" y="53364"/>
                </a:lnTo>
                <a:lnTo>
                  <a:pt x="545020" y="81010"/>
                </a:lnTo>
                <a:lnTo>
                  <a:pt x="576937" y="113239"/>
                </a:lnTo>
                <a:lnTo>
                  <a:pt x="602908" y="149482"/>
                </a:lnTo>
                <a:lnTo>
                  <a:pt x="622273" y="189171"/>
                </a:lnTo>
                <a:lnTo>
                  <a:pt x="634375" y="231735"/>
                </a:lnTo>
                <a:lnTo>
                  <a:pt x="638556" y="276606"/>
                </a:lnTo>
                <a:lnTo>
                  <a:pt x="634375" y="321476"/>
                </a:lnTo>
                <a:lnTo>
                  <a:pt x="622273" y="364040"/>
                </a:lnTo>
                <a:lnTo>
                  <a:pt x="602908" y="403729"/>
                </a:lnTo>
                <a:lnTo>
                  <a:pt x="576937" y="439972"/>
                </a:lnTo>
                <a:lnTo>
                  <a:pt x="545020" y="472201"/>
                </a:lnTo>
                <a:lnTo>
                  <a:pt x="507815" y="499847"/>
                </a:lnTo>
                <a:lnTo>
                  <a:pt x="465979" y="522340"/>
                </a:lnTo>
                <a:lnTo>
                  <a:pt x="420172" y="539111"/>
                </a:lnTo>
                <a:lnTo>
                  <a:pt x="371052" y="549592"/>
                </a:lnTo>
                <a:lnTo>
                  <a:pt x="319277" y="553212"/>
                </a:lnTo>
                <a:lnTo>
                  <a:pt x="267503" y="549592"/>
                </a:lnTo>
                <a:lnTo>
                  <a:pt x="218383" y="539111"/>
                </a:lnTo>
                <a:lnTo>
                  <a:pt x="172576" y="522340"/>
                </a:lnTo>
                <a:lnTo>
                  <a:pt x="130740" y="499847"/>
                </a:lnTo>
                <a:lnTo>
                  <a:pt x="93535" y="472201"/>
                </a:lnTo>
                <a:lnTo>
                  <a:pt x="61618" y="439972"/>
                </a:lnTo>
                <a:lnTo>
                  <a:pt x="35647" y="403729"/>
                </a:lnTo>
                <a:lnTo>
                  <a:pt x="16282" y="364040"/>
                </a:lnTo>
                <a:lnTo>
                  <a:pt x="4180" y="321476"/>
                </a:lnTo>
                <a:lnTo>
                  <a:pt x="0" y="27660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07514" y="3278987"/>
            <a:ext cx="494030" cy="2003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370" marR="30480" indent="31750">
              <a:lnSpc>
                <a:spcPct val="141400"/>
              </a:lnSpc>
              <a:spcBef>
                <a:spcPts val="9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ir </a:t>
            </a:r>
            <a:r>
              <a:rPr dirty="0" sz="21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8499" y="3500754"/>
            <a:ext cx="4457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72078" y="2262377"/>
            <a:ext cx="2318385" cy="2170430"/>
          </a:xfrm>
          <a:custGeom>
            <a:avLst/>
            <a:gdLst/>
            <a:ahLst/>
            <a:cxnLst/>
            <a:rect l="l" t="t" r="r" b="b"/>
            <a:pathLst>
              <a:path w="2318385" h="2170429">
                <a:moveTo>
                  <a:pt x="0" y="1085088"/>
                </a:moveTo>
                <a:lnTo>
                  <a:pt x="1070" y="1038016"/>
                </a:lnTo>
                <a:lnTo>
                  <a:pt x="4254" y="991457"/>
                </a:lnTo>
                <a:lnTo>
                  <a:pt x="9507" y="945451"/>
                </a:lnTo>
                <a:lnTo>
                  <a:pt x="16785" y="900039"/>
                </a:lnTo>
                <a:lnTo>
                  <a:pt x="26046" y="855262"/>
                </a:lnTo>
                <a:lnTo>
                  <a:pt x="37245" y="811159"/>
                </a:lnTo>
                <a:lnTo>
                  <a:pt x="50340" y="767773"/>
                </a:lnTo>
                <a:lnTo>
                  <a:pt x="65286" y="725144"/>
                </a:lnTo>
                <a:lnTo>
                  <a:pt x="82041" y="683312"/>
                </a:lnTo>
                <a:lnTo>
                  <a:pt x="100560" y="642318"/>
                </a:lnTo>
                <a:lnTo>
                  <a:pt x="120800" y="602202"/>
                </a:lnTo>
                <a:lnTo>
                  <a:pt x="142719" y="563007"/>
                </a:lnTo>
                <a:lnTo>
                  <a:pt x="166271" y="524771"/>
                </a:lnTo>
                <a:lnTo>
                  <a:pt x="191415" y="487536"/>
                </a:lnTo>
                <a:lnTo>
                  <a:pt x="218105" y="451343"/>
                </a:lnTo>
                <a:lnTo>
                  <a:pt x="246300" y="416233"/>
                </a:lnTo>
                <a:lnTo>
                  <a:pt x="275954" y="382245"/>
                </a:lnTo>
                <a:lnTo>
                  <a:pt x="307026" y="349421"/>
                </a:lnTo>
                <a:lnTo>
                  <a:pt x="339470" y="317801"/>
                </a:lnTo>
                <a:lnTo>
                  <a:pt x="373245" y="287427"/>
                </a:lnTo>
                <a:lnTo>
                  <a:pt x="408306" y="258338"/>
                </a:lnTo>
                <a:lnTo>
                  <a:pt x="444610" y="230576"/>
                </a:lnTo>
                <a:lnTo>
                  <a:pt x="482113" y="204181"/>
                </a:lnTo>
                <a:lnTo>
                  <a:pt x="520772" y="179194"/>
                </a:lnTo>
                <a:lnTo>
                  <a:pt x="560543" y="155655"/>
                </a:lnTo>
                <a:lnTo>
                  <a:pt x="601383" y="133606"/>
                </a:lnTo>
                <a:lnTo>
                  <a:pt x="643248" y="113087"/>
                </a:lnTo>
                <a:lnTo>
                  <a:pt x="686095" y="94139"/>
                </a:lnTo>
                <a:lnTo>
                  <a:pt x="729881" y="76802"/>
                </a:lnTo>
                <a:lnTo>
                  <a:pt x="774562" y="61117"/>
                </a:lnTo>
                <a:lnTo>
                  <a:pt x="820093" y="47125"/>
                </a:lnTo>
                <a:lnTo>
                  <a:pt x="866433" y="34866"/>
                </a:lnTo>
                <a:lnTo>
                  <a:pt x="913537" y="24382"/>
                </a:lnTo>
                <a:lnTo>
                  <a:pt x="961362" y="15713"/>
                </a:lnTo>
                <a:lnTo>
                  <a:pt x="1009865" y="8899"/>
                </a:lnTo>
                <a:lnTo>
                  <a:pt x="1059001" y="3982"/>
                </a:lnTo>
                <a:lnTo>
                  <a:pt x="1108728" y="1002"/>
                </a:lnTo>
                <a:lnTo>
                  <a:pt x="1159002" y="0"/>
                </a:lnTo>
                <a:lnTo>
                  <a:pt x="1209275" y="1002"/>
                </a:lnTo>
                <a:lnTo>
                  <a:pt x="1259002" y="3982"/>
                </a:lnTo>
                <a:lnTo>
                  <a:pt x="1308138" y="8899"/>
                </a:lnTo>
                <a:lnTo>
                  <a:pt x="1356641" y="15713"/>
                </a:lnTo>
                <a:lnTo>
                  <a:pt x="1404466" y="24382"/>
                </a:lnTo>
                <a:lnTo>
                  <a:pt x="1451570" y="34866"/>
                </a:lnTo>
                <a:lnTo>
                  <a:pt x="1497910" y="47125"/>
                </a:lnTo>
                <a:lnTo>
                  <a:pt x="1543441" y="61117"/>
                </a:lnTo>
                <a:lnTo>
                  <a:pt x="1588122" y="76802"/>
                </a:lnTo>
                <a:lnTo>
                  <a:pt x="1631908" y="94139"/>
                </a:lnTo>
                <a:lnTo>
                  <a:pt x="1674755" y="113087"/>
                </a:lnTo>
                <a:lnTo>
                  <a:pt x="1716620" y="133606"/>
                </a:lnTo>
                <a:lnTo>
                  <a:pt x="1757460" y="155655"/>
                </a:lnTo>
                <a:lnTo>
                  <a:pt x="1797231" y="179194"/>
                </a:lnTo>
                <a:lnTo>
                  <a:pt x="1835890" y="204181"/>
                </a:lnTo>
                <a:lnTo>
                  <a:pt x="1873393" y="230576"/>
                </a:lnTo>
                <a:lnTo>
                  <a:pt x="1909697" y="258338"/>
                </a:lnTo>
                <a:lnTo>
                  <a:pt x="1944758" y="287427"/>
                </a:lnTo>
                <a:lnTo>
                  <a:pt x="1978532" y="317801"/>
                </a:lnTo>
                <a:lnTo>
                  <a:pt x="2010977" y="349421"/>
                </a:lnTo>
                <a:lnTo>
                  <a:pt x="2042049" y="382245"/>
                </a:lnTo>
                <a:lnTo>
                  <a:pt x="2071703" y="416233"/>
                </a:lnTo>
                <a:lnTo>
                  <a:pt x="2099898" y="451343"/>
                </a:lnTo>
                <a:lnTo>
                  <a:pt x="2126588" y="487536"/>
                </a:lnTo>
                <a:lnTo>
                  <a:pt x="2151732" y="524771"/>
                </a:lnTo>
                <a:lnTo>
                  <a:pt x="2175284" y="563007"/>
                </a:lnTo>
                <a:lnTo>
                  <a:pt x="2197203" y="602202"/>
                </a:lnTo>
                <a:lnTo>
                  <a:pt x="2217443" y="642318"/>
                </a:lnTo>
                <a:lnTo>
                  <a:pt x="2235962" y="683312"/>
                </a:lnTo>
                <a:lnTo>
                  <a:pt x="2252717" y="725144"/>
                </a:lnTo>
                <a:lnTo>
                  <a:pt x="2267663" y="767773"/>
                </a:lnTo>
                <a:lnTo>
                  <a:pt x="2280758" y="811159"/>
                </a:lnTo>
                <a:lnTo>
                  <a:pt x="2291957" y="855262"/>
                </a:lnTo>
                <a:lnTo>
                  <a:pt x="2301218" y="900039"/>
                </a:lnTo>
                <a:lnTo>
                  <a:pt x="2308496" y="945451"/>
                </a:lnTo>
                <a:lnTo>
                  <a:pt x="2313749" y="991457"/>
                </a:lnTo>
                <a:lnTo>
                  <a:pt x="2316933" y="1038016"/>
                </a:lnTo>
                <a:lnTo>
                  <a:pt x="2318004" y="1085088"/>
                </a:lnTo>
                <a:lnTo>
                  <a:pt x="2316933" y="1132159"/>
                </a:lnTo>
                <a:lnTo>
                  <a:pt x="2313749" y="1178718"/>
                </a:lnTo>
                <a:lnTo>
                  <a:pt x="2308496" y="1224724"/>
                </a:lnTo>
                <a:lnTo>
                  <a:pt x="2301218" y="1270136"/>
                </a:lnTo>
                <a:lnTo>
                  <a:pt x="2291957" y="1314913"/>
                </a:lnTo>
                <a:lnTo>
                  <a:pt x="2280758" y="1359016"/>
                </a:lnTo>
                <a:lnTo>
                  <a:pt x="2267663" y="1402402"/>
                </a:lnTo>
                <a:lnTo>
                  <a:pt x="2252717" y="1445031"/>
                </a:lnTo>
                <a:lnTo>
                  <a:pt x="2235962" y="1486863"/>
                </a:lnTo>
                <a:lnTo>
                  <a:pt x="2217443" y="1527857"/>
                </a:lnTo>
                <a:lnTo>
                  <a:pt x="2197203" y="1567973"/>
                </a:lnTo>
                <a:lnTo>
                  <a:pt x="2175284" y="1607168"/>
                </a:lnTo>
                <a:lnTo>
                  <a:pt x="2151732" y="1645404"/>
                </a:lnTo>
                <a:lnTo>
                  <a:pt x="2126588" y="1682639"/>
                </a:lnTo>
                <a:lnTo>
                  <a:pt x="2099898" y="1718832"/>
                </a:lnTo>
                <a:lnTo>
                  <a:pt x="2071703" y="1753942"/>
                </a:lnTo>
                <a:lnTo>
                  <a:pt x="2042049" y="1787930"/>
                </a:lnTo>
                <a:lnTo>
                  <a:pt x="2010977" y="1820754"/>
                </a:lnTo>
                <a:lnTo>
                  <a:pt x="1978533" y="1852374"/>
                </a:lnTo>
                <a:lnTo>
                  <a:pt x="1944758" y="1882748"/>
                </a:lnTo>
                <a:lnTo>
                  <a:pt x="1909697" y="1911837"/>
                </a:lnTo>
                <a:lnTo>
                  <a:pt x="1873393" y="1939599"/>
                </a:lnTo>
                <a:lnTo>
                  <a:pt x="1835890" y="1965994"/>
                </a:lnTo>
                <a:lnTo>
                  <a:pt x="1797231" y="1990981"/>
                </a:lnTo>
                <a:lnTo>
                  <a:pt x="1757460" y="2014520"/>
                </a:lnTo>
                <a:lnTo>
                  <a:pt x="1716620" y="2036569"/>
                </a:lnTo>
                <a:lnTo>
                  <a:pt x="1674755" y="2057088"/>
                </a:lnTo>
                <a:lnTo>
                  <a:pt x="1631908" y="2076036"/>
                </a:lnTo>
                <a:lnTo>
                  <a:pt x="1588122" y="2093373"/>
                </a:lnTo>
                <a:lnTo>
                  <a:pt x="1543441" y="2109058"/>
                </a:lnTo>
                <a:lnTo>
                  <a:pt x="1497910" y="2123050"/>
                </a:lnTo>
                <a:lnTo>
                  <a:pt x="1451570" y="2135309"/>
                </a:lnTo>
                <a:lnTo>
                  <a:pt x="1404466" y="2145793"/>
                </a:lnTo>
                <a:lnTo>
                  <a:pt x="1356641" y="2154462"/>
                </a:lnTo>
                <a:lnTo>
                  <a:pt x="1308138" y="2161276"/>
                </a:lnTo>
                <a:lnTo>
                  <a:pt x="1259002" y="2166193"/>
                </a:lnTo>
                <a:lnTo>
                  <a:pt x="1209275" y="2169173"/>
                </a:lnTo>
                <a:lnTo>
                  <a:pt x="1159002" y="2170176"/>
                </a:lnTo>
                <a:lnTo>
                  <a:pt x="1108728" y="2169173"/>
                </a:lnTo>
                <a:lnTo>
                  <a:pt x="1059001" y="2166193"/>
                </a:lnTo>
                <a:lnTo>
                  <a:pt x="1009865" y="2161276"/>
                </a:lnTo>
                <a:lnTo>
                  <a:pt x="961362" y="2154462"/>
                </a:lnTo>
                <a:lnTo>
                  <a:pt x="913537" y="2145793"/>
                </a:lnTo>
                <a:lnTo>
                  <a:pt x="866433" y="2135309"/>
                </a:lnTo>
                <a:lnTo>
                  <a:pt x="820093" y="2123050"/>
                </a:lnTo>
                <a:lnTo>
                  <a:pt x="774562" y="2109058"/>
                </a:lnTo>
                <a:lnTo>
                  <a:pt x="729881" y="2093373"/>
                </a:lnTo>
                <a:lnTo>
                  <a:pt x="686095" y="2076036"/>
                </a:lnTo>
                <a:lnTo>
                  <a:pt x="643248" y="2057088"/>
                </a:lnTo>
                <a:lnTo>
                  <a:pt x="601383" y="2036569"/>
                </a:lnTo>
                <a:lnTo>
                  <a:pt x="560543" y="2014520"/>
                </a:lnTo>
                <a:lnTo>
                  <a:pt x="520772" y="1990981"/>
                </a:lnTo>
                <a:lnTo>
                  <a:pt x="482113" y="1965994"/>
                </a:lnTo>
                <a:lnTo>
                  <a:pt x="444610" y="1939599"/>
                </a:lnTo>
                <a:lnTo>
                  <a:pt x="408306" y="1911837"/>
                </a:lnTo>
                <a:lnTo>
                  <a:pt x="373245" y="1882748"/>
                </a:lnTo>
                <a:lnTo>
                  <a:pt x="339471" y="1852374"/>
                </a:lnTo>
                <a:lnTo>
                  <a:pt x="307026" y="1820754"/>
                </a:lnTo>
                <a:lnTo>
                  <a:pt x="275954" y="1787930"/>
                </a:lnTo>
                <a:lnTo>
                  <a:pt x="246300" y="1753942"/>
                </a:lnTo>
                <a:lnTo>
                  <a:pt x="218105" y="1718832"/>
                </a:lnTo>
                <a:lnTo>
                  <a:pt x="191415" y="1682639"/>
                </a:lnTo>
                <a:lnTo>
                  <a:pt x="166271" y="1645404"/>
                </a:lnTo>
                <a:lnTo>
                  <a:pt x="142719" y="1607168"/>
                </a:lnTo>
                <a:lnTo>
                  <a:pt x="120800" y="1567973"/>
                </a:lnTo>
                <a:lnTo>
                  <a:pt x="100560" y="1527857"/>
                </a:lnTo>
                <a:lnTo>
                  <a:pt x="82041" y="1486863"/>
                </a:lnTo>
                <a:lnTo>
                  <a:pt x="65286" y="1445031"/>
                </a:lnTo>
                <a:lnTo>
                  <a:pt x="50340" y="1402402"/>
                </a:lnTo>
                <a:lnTo>
                  <a:pt x="37245" y="1359016"/>
                </a:lnTo>
                <a:lnTo>
                  <a:pt x="26046" y="1314913"/>
                </a:lnTo>
                <a:lnTo>
                  <a:pt x="16785" y="1270136"/>
                </a:lnTo>
                <a:lnTo>
                  <a:pt x="9507" y="1224724"/>
                </a:lnTo>
                <a:lnTo>
                  <a:pt x="4254" y="1178718"/>
                </a:lnTo>
                <a:lnTo>
                  <a:pt x="1070" y="1132159"/>
                </a:lnTo>
                <a:lnTo>
                  <a:pt x="0" y="10850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6839" y="72644"/>
            <a:ext cx="8498205" cy="286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31190" algn="l"/>
                <a:tab pos="3949700" algn="l"/>
                <a:tab pos="63074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5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 marL="220345" marR="55880">
              <a:lnSpc>
                <a:spcPct val="130000"/>
              </a:lnSpc>
              <a:spcBef>
                <a:spcPts val="1080"/>
              </a:spcBef>
            </a:pP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(2)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需要对每一个子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7195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中各状态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baseline="-15873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,1≤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进行考察，确认是否还能对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们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进行划分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 marR="316230">
              <a:lnSpc>
                <a:spcPct val="100000"/>
              </a:lnSpc>
              <a:spcBef>
                <a:spcPts val="194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95038" y="3746753"/>
            <a:ext cx="637540" cy="553720"/>
          </a:xfrm>
          <a:custGeom>
            <a:avLst/>
            <a:gdLst/>
            <a:ahLst/>
            <a:cxnLst/>
            <a:rect l="l" t="t" r="r" b="b"/>
            <a:pathLst>
              <a:path w="637539" h="553720">
                <a:moveTo>
                  <a:pt x="0" y="276606"/>
                </a:moveTo>
                <a:lnTo>
                  <a:pt x="4169" y="231735"/>
                </a:lnTo>
                <a:lnTo>
                  <a:pt x="16239" y="189171"/>
                </a:lnTo>
                <a:lnTo>
                  <a:pt x="35555" y="149482"/>
                </a:lnTo>
                <a:lnTo>
                  <a:pt x="61459" y="113239"/>
                </a:lnTo>
                <a:lnTo>
                  <a:pt x="93297" y="81010"/>
                </a:lnTo>
                <a:lnTo>
                  <a:pt x="130411" y="53364"/>
                </a:lnTo>
                <a:lnTo>
                  <a:pt x="172146" y="30871"/>
                </a:lnTo>
                <a:lnTo>
                  <a:pt x="217846" y="14100"/>
                </a:lnTo>
                <a:lnTo>
                  <a:pt x="266855" y="3619"/>
                </a:lnTo>
                <a:lnTo>
                  <a:pt x="318515" y="0"/>
                </a:lnTo>
                <a:lnTo>
                  <a:pt x="370176" y="3619"/>
                </a:lnTo>
                <a:lnTo>
                  <a:pt x="419185" y="14100"/>
                </a:lnTo>
                <a:lnTo>
                  <a:pt x="464885" y="30871"/>
                </a:lnTo>
                <a:lnTo>
                  <a:pt x="506620" y="53364"/>
                </a:lnTo>
                <a:lnTo>
                  <a:pt x="543734" y="81010"/>
                </a:lnTo>
                <a:lnTo>
                  <a:pt x="575572" y="113239"/>
                </a:lnTo>
                <a:lnTo>
                  <a:pt x="601476" y="149482"/>
                </a:lnTo>
                <a:lnTo>
                  <a:pt x="620792" y="189171"/>
                </a:lnTo>
                <a:lnTo>
                  <a:pt x="632862" y="231735"/>
                </a:lnTo>
                <a:lnTo>
                  <a:pt x="637032" y="276606"/>
                </a:lnTo>
                <a:lnTo>
                  <a:pt x="632862" y="321476"/>
                </a:lnTo>
                <a:lnTo>
                  <a:pt x="620792" y="364040"/>
                </a:lnTo>
                <a:lnTo>
                  <a:pt x="601476" y="403729"/>
                </a:lnTo>
                <a:lnTo>
                  <a:pt x="575572" y="439972"/>
                </a:lnTo>
                <a:lnTo>
                  <a:pt x="543734" y="472201"/>
                </a:lnTo>
                <a:lnTo>
                  <a:pt x="506620" y="499847"/>
                </a:lnTo>
                <a:lnTo>
                  <a:pt x="464885" y="522340"/>
                </a:lnTo>
                <a:lnTo>
                  <a:pt x="419185" y="539111"/>
                </a:lnTo>
                <a:lnTo>
                  <a:pt x="370176" y="549592"/>
                </a:lnTo>
                <a:lnTo>
                  <a:pt x="318515" y="553212"/>
                </a:lnTo>
                <a:lnTo>
                  <a:pt x="266855" y="549592"/>
                </a:lnTo>
                <a:lnTo>
                  <a:pt x="217846" y="539111"/>
                </a:lnTo>
                <a:lnTo>
                  <a:pt x="172146" y="522340"/>
                </a:lnTo>
                <a:lnTo>
                  <a:pt x="130411" y="499847"/>
                </a:lnTo>
                <a:lnTo>
                  <a:pt x="93297" y="472201"/>
                </a:lnTo>
                <a:lnTo>
                  <a:pt x="61459" y="439972"/>
                </a:lnTo>
                <a:lnTo>
                  <a:pt x="35555" y="403729"/>
                </a:lnTo>
                <a:lnTo>
                  <a:pt x="16239" y="364040"/>
                </a:lnTo>
                <a:lnTo>
                  <a:pt x="4169" y="321476"/>
                </a:lnTo>
                <a:lnTo>
                  <a:pt x="0" y="27660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00094" y="4543805"/>
            <a:ext cx="2318385" cy="2169160"/>
          </a:xfrm>
          <a:custGeom>
            <a:avLst/>
            <a:gdLst/>
            <a:ahLst/>
            <a:cxnLst/>
            <a:rect l="l" t="t" r="r" b="b"/>
            <a:pathLst>
              <a:path w="2318385" h="2169159">
                <a:moveTo>
                  <a:pt x="0" y="1084326"/>
                </a:moveTo>
                <a:lnTo>
                  <a:pt x="1070" y="1037294"/>
                </a:lnTo>
                <a:lnTo>
                  <a:pt x="4254" y="990773"/>
                </a:lnTo>
                <a:lnTo>
                  <a:pt x="9507" y="944805"/>
                </a:lnTo>
                <a:lnTo>
                  <a:pt x="16785" y="899429"/>
                </a:lnTo>
                <a:lnTo>
                  <a:pt x="26046" y="854687"/>
                </a:lnTo>
                <a:lnTo>
                  <a:pt x="37245" y="810619"/>
                </a:lnTo>
                <a:lnTo>
                  <a:pt x="50340" y="767266"/>
                </a:lnTo>
                <a:lnTo>
                  <a:pt x="65286" y="724669"/>
                </a:lnTo>
                <a:lnTo>
                  <a:pt x="82041" y="682868"/>
                </a:lnTo>
                <a:lnTo>
                  <a:pt x="100560" y="641904"/>
                </a:lnTo>
                <a:lnTo>
                  <a:pt x="120800" y="601818"/>
                </a:lnTo>
                <a:lnTo>
                  <a:pt x="142719" y="562650"/>
                </a:lnTo>
                <a:lnTo>
                  <a:pt x="166271" y="524441"/>
                </a:lnTo>
                <a:lnTo>
                  <a:pt x="191415" y="487232"/>
                </a:lnTo>
                <a:lnTo>
                  <a:pt x="218105" y="451064"/>
                </a:lnTo>
                <a:lnTo>
                  <a:pt x="246300" y="415977"/>
                </a:lnTo>
                <a:lnTo>
                  <a:pt x="275954" y="382012"/>
                </a:lnTo>
                <a:lnTo>
                  <a:pt x="307026" y="349210"/>
                </a:lnTo>
                <a:lnTo>
                  <a:pt x="339470" y="317611"/>
                </a:lnTo>
                <a:lnTo>
                  <a:pt x="373245" y="287256"/>
                </a:lnTo>
                <a:lnTo>
                  <a:pt x="408306" y="258185"/>
                </a:lnTo>
                <a:lnTo>
                  <a:pt x="444610" y="230441"/>
                </a:lnTo>
                <a:lnTo>
                  <a:pt x="482113" y="204062"/>
                </a:lnTo>
                <a:lnTo>
                  <a:pt x="520772" y="179090"/>
                </a:lnTo>
                <a:lnTo>
                  <a:pt x="560543" y="155566"/>
                </a:lnTo>
                <a:lnTo>
                  <a:pt x="601383" y="133530"/>
                </a:lnTo>
                <a:lnTo>
                  <a:pt x="643248" y="113023"/>
                </a:lnTo>
                <a:lnTo>
                  <a:pt x="686095" y="94086"/>
                </a:lnTo>
                <a:lnTo>
                  <a:pt x="729881" y="76759"/>
                </a:lnTo>
                <a:lnTo>
                  <a:pt x="774562" y="61083"/>
                </a:lnTo>
                <a:lnTo>
                  <a:pt x="820093" y="47099"/>
                </a:lnTo>
                <a:lnTo>
                  <a:pt x="866433" y="34847"/>
                </a:lnTo>
                <a:lnTo>
                  <a:pt x="913537" y="24369"/>
                </a:lnTo>
                <a:lnTo>
                  <a:pt x="961362" y="15705"/>
                </a:lnTo>
                <a:lnTo>
                  <a:pt x="1009865" y="8895"/>
                </a:lnTo>
                <a:lnTo>
                  <a:pt x="1059001" y="3980"/>
                </a:lnTo>
                <a:lnTo>
                  <a:pt x="1108728" y="1001"/>
                </a:lnTo>
                <a:lnTo>
                  <a:pt x="1159002" y="0"/>
                </a:lnTo>
                <a:lnTo>
                  <a:pt x="1209275" y="1001"/>
                </a:lnTo>
                <a:lnTo>
                  <a:pt x="1259002" y="3980"/>
                </a:lnTo>
                <a:lnTo>
                  <a:pt x="1308138" y="8895"/>
                </a:lnTo>
                <a:lnTo>
                  <a:pt x="1356641" y="15705"/>
                </a:lnTo>
                <a:lnTo>
                  <a:pt x="1404466" y="24369"/>
                </a:lnTo>
                <a:lnTo>
                  <a:pt x="1451570" y="34847"/>
                </a:lnTo>
                <a:lnTo>
                  <a:pt x="1497910" y="47099"/>
                </a:lnTo>
                <a:lnTo>
                  <a:pt x="1543441" y="61083"/>
                </a:lnTo>
                <a:lnTo>
                  <a:pt x="1588122" y="76759"/>
                </a:lnTo>
                <a:lnTo>
                  <a:pt x="1631908" y="94086"/>
                </a:lnTo>
                <a:lnTo>
                  <a:pt x="1674755" y="113023"/>
                </a:lnTo>
                <a:lnTo>
                  <a:pt x="1716620" y="133530"/>
                </a:lnTo>
                <a:lnTo>
                  <a:pt x="1757460" y="155566"/>
                </a:lnTo>
                <a:lnTo>
                  <a:pt x="1797231" y="179090"/>
                </a:lnTo>
                <a:lnTo>
                  <a:pt x="1835890" y="204062"/>
                </a:lnTo>
                <a:lnTo>
                  <a:pt x="1873393" y="230441"/>
                </a:lnTo>
                <a:lnTo>
                  <a:pt x="1909697" y="258185"/>
                </a:lnTo>
                <a:lnTo>
                  <a:pt x="1944758" y="287256"/>
                </a:lnTo>
                <a:lnTo>
                  <a:pt x="1978532" y="317611"/>
                </a:lnTo>
                <a:lnTo>
                  <a:pt x="2010977" y="349210"/>
                </a:lnTo>
                <a:lnTo>
                  <a:pt x="2042049" y="382012"/>
                </a:lnTo>
                <a:lnTo>
                  <a:pt x="2071703" y="415977"/>
                </a:lnTo>
                <a:lnTo>
                  <a:pt x="2099898" y="451064"/>
                </a:lnTo>
                <a:lnTo>
                  <a:pt x="2126588" y="487232"/>
                </a:lnTo>
                <a:lnTo>
                  <a:pt x="2151732" y="524441"/>
                </a:lnTo>
                <a:lnTo>
                  <a:pt x="2175284" y="562650"/>
                </a:lnTo>
                <a:lnTo>
                  <a:pt x="2197203" y="601818"/>
                </a:lnTo>
                <a:lnTo>
                  <a:pt x="2217443" y="641904"/>
                </a:lnTo>
                <a:lnTo>
                  <a:pt x="2235962" y="682868"/>
                </a:lnTo>
                <a:lnTo>
                  <a:pt x="2252717" y="724669"/>
                </a:lnTo>
                <a:lnTo>
                  <a:pt x="2267663" y="767266"/>
                </a:lnTo>
                <a:lnTo>
                  <a:pt x="2280758" y="810619"/>
                </a:lnTo>
                <a:lnTo>
                  <a:pt x="2291957" y="854687"/>
                </a:lnTo>
                <a:lnTo>
                  <a:pt x="2301218" y="899429"/>
                </a:lnTo>
                <a:lnTo>
                  <a:pt x="2308496" y="944805"/>
                </a:lnTo>
                <a:lnTo>
                  <a:pt x="2313749" y="990773"/>
                </a:lnTo>
                <a:lnTo>
                  <a:pt x="2316933" y="1037294"/>
                </a:lnTo>
                <a:lnTo>
                  <a:pt x="2318004" y="1084326"/>
                </a:lnTo>
                <a:lnTo>
                  <a:pt x="2316933" y="1131361"/>
                </a:lnTo>
                <a:lnTo>
                  <a:pt x="2313749" y="1177885"/>
                </a:lnTo>
                <a:lnTo>
                  <a:pt x="2308496" y="1223857"/>
                </a:lnTo>
                <a:lnTo>
                  <a:pt x="2301218" y="1269235"/>
                </a:lnTo>
                <a:lnTo>
                  <a:pt x="2291957" y="1313979"/>
                </a:lnTo>
                <a:lnTo>
                  <a:pt x="2280758" y="1358049"/>
                </a:lnTo>
                <a:lnTo>
                  <a:pt x="2267663" y="1401404"/>
                </a:lnTo>
                <a:lnTo>
                  <a:pt x="2252717" y="1444002"/>
                </a:lnTo>
                <a:lnTo>
                  <a:pt x="2235962" y="1485804"/>
                </a:lnTo>
                <a:lnTo>
                  <a:pt x="2217443" y="1526769"/>
                </a:lnTo>
                <a:lnTo>
                  <a:pt x="2197203" y="1566856"/>
                </a:lnTo>
                <a:lnTo>
                  <a:pt x="2175284" y="1606024"/>
                </a:lnTo>
                <a:lnTo>
                  <a:pt x="2151732" y="1644232"/>
                </a:lnTo>
                <a:lnTo>
                  <a:pt x="2126588" y="1681441"/>
                </a:lnTo>
                <a:lnTo>
                  <a:pt x="2099898" y="1717609"/>
                </a:lnTo>
                <a:lnTo>
                  <a:pt x="2071703" y="1752695"/>
                </a:lnTo>
                <a:lnTo>
                  <a:pt x="2042049" y="1786660"/>
                </a:lnTo>
                <a:lnTo>
                  <a:pt x="2010977" y="1819461"/>
                </a:lnTo>
                <a:lnTo>
                  <a:pt x="1978533" y="1851059"/>
                </a:lnTo>
                <a:lnTo>
                  <a:pt x="1944758" y="1881413"/>
                </a:lnTo>
                <a:lnTo>
                  <a:pt x="1909697" y="1910482"/>
                </a:lnTo>
                <a:lnTo>
                  <a:pt x="1873393" y="1938226"/>
                </a:lnTo>
                <a:lnTo>
                  <a:pt x="1835890" y="1964603"/>
                </a:lnTo>
                <a:lnTo>
                  <a:pt x="1797231" y="1989574"/>
                </a:lnTo>
                <a:lnTo>
                  <a:pt x="1757460" y="2013097"/>
                </a:lnTo>
                <a:lnTo>
                  <a:pt x="1716620" y="2035131"/>
                </a:lnTo>
                <a:lnTo>
                  <a:pt x="1674755" y="2055637"/>
                </a:lnTo>
                <a:lnTo>
                  <a:pt x="1631908" y="2074573"/>
                </a:lnTo>
                <a:lnTo>
                  <a:pt x="1588122" y="2091899"/>
                </a:lnTo>
                <a:lnTo>
                  <a:pt x="1543441" y="2107573"/>
                </a:lnTo>
                <a:lnTo>
                  <a:pt x="1497910" y="2121556"/>
                </a:lnTo>
                <a:lnTo>
                  <a:pt x="1451570" y="2133807"/>
                </a:lnTo>
                <a:lnTo>
                  <a:pt x="1404466" y="2144284"/>
                </a:lnTo>
                <a:lnTo>
                  <a:pt x="1356641" y="2152948"/>
                </a:lnTo>
                <a:lnTo>
                  <a:pt x="1308138" y="2159757"/>
                </a:lnTo>
                <a:lnTo>
                  <a:pt x="1259002" y="2164671"/>
                </a:lnTo>
                <a:lnTo>
                  <a:pt x="1209275" y="2167650"/>
                </a:lnTo>
                <a:lnTo>
                  <a:pt x="1159002" y="2168652"/>
                </a:lnTo>
                <a:lnTo>
                  <a:pt x="1108728" y="2167650"/>
                </a:lnTo>
                <a:lnTo>
                  <a:pt x="1059001" y="2164671"/>
                </a:lnTo>
                <a:lnTo>
                  <a:pt x="1009865" y="2159757"/>
                </a:lnTo>
                <a:lnTo>
                  <a:pt x="961362" y="2152948"/>
                </a:lnTo>
                <a:lnTo>
                  <a:pt x="913537" y="2144284"/>
                </a:lnTo>
                <a:lnTo>
                  <a:pt x="866433" y="2133807"/>
                </a:lnTo>
                <a:lnTo>
                  <a:pt x="820093" y="2121556"/>
                </a:lnTo>
                <a:lnTo>
                  <a:pt x="774562" y="2107573"/>
                </a:lnTo>
                <a:lnTo>
                  <a:pt x="729881" y="2091899"/>
                </a:lnTo>
                <a:lnTo>
                  <a:pt x="686095" y="2074573"/>
                </a:lnTo>
                <a:lnTo>
                  <a:pt x="643248" y="2055637"/>
                </a:lnTo>
                <a:lnTo>
                  <a:pt x="601383" y="2035131"/>
                </a:lnTo>
                <a:lnTo>
                  <a:pt x="560543" y="2013097"/>
                </a:lnTo>
                <a:lnTo>
                  <a:pt x="520772" y="1989574"/>
                </a:lnTo>
                <a:lnTo>
                  <a:pt x="482113" y="1964603"/>
                </a:lnTo>
                <a:lnTo>
                  <a:pt x="444610" y="1938226"/>
                </a:lnTo>
                <a:lnTo>
                  <a:pt x="408306" y="1910482"/>
                </a:lnTo>
                <a:lnTo>
                  <a:pt x="373245" y="1881413"/>
                </a:lnTo>
                <a:lnTo>
                  <a:pt x="339471" y="1851059"/>
                </a:lnTo>
                <a:lnTo>
                  <a:pt x="307026" y="1819461"/>
                </a:lnTo>
                <a:lnTo>
                  <a:pt x="275954" y="1786660"/>
                </a:lnTo>
                <a:lnTo>
                  <a:pt x="246300" y="1752695"/>
                </a:lnTo>
                <a:lnTo>
                  <a:pt x="218105" y="1717609"/>
                </a:lnTo>
                <a:lnTo>
                  <a:pt x="191415" y="1681441"/>
                </a:lnTo>
                <a:lnTo>
                  <a:pt x="166271" y="1644232"/>
                </a:lnTo>
                <a:lnTo>
                  <a:pt x="142719" y="1606024"/>
                </a:lnTo>
                <a:lnTo>
                  <a:pt x="120800" y="1566856"/>
                </a:lnTo>
                <a:lnTo>
                  <a:pt x="100560" y="1526769"/>
                </a:lnTo>
                <a:lnTo>
                  <a:pt x="82041" y="1485804"/>
                </a:lnTo>
                <a:lnTo>
                  <a:pt x="65286" y="1444002"/>
                </a:lnTo>
                <a:lnTo>
                  <a:pt x="50340" y="1401404"/>
                </a:lnTo>
                <a:lnTo>
                  <a:pt x="37245" y="1358049"/>
                </a:lnTo>
                <a:lnTo>
                  <a:pt x="26046" y="1313979"/>
                </a:lnTo>
                <a:lnTo>
                  <a:pt x="16785" y="1269235"/>
                </a:lnTo>
                <a:lnTo>
                  <a:pt x="9507" y="1223857"/>
                </a:lnTo>
                <a:lnTo>
                  <a:pt x="4254" y="1177885"/>
                </a:lnTo>
                <a:lnTo>
                  <a:pt x="1070" y="1131361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50485" y="5944361"/>
            <a:ext cx="637540" cy="551815"/>
          </a:xfrm>
          <a:custGeom>
            <a:avLst/>
            <a:gdLst/>
            <a:ahLst/>
            <a:cxnLst/>
            <a:rect l="l" t="t" r="r" b="b"/>
            <a:pathLst>
              <a:path w="637539" h="551814">
                <a:moveTo>
                  <a:pt x="0" y="275844"/>
                </a:moveTo>
                <a:lnTo>
                  <a:pt x="4169" y="231099"/>
                </a:lnTo>
                <a:lnTo>
                  <a:pt x="16239" y="188654"/>
                </a:lnTo>
                <a:lnTo>
                  <a:pt x="35555" y="149075"/>
                </a:lnTo>
                <a:lnTo>
                  <a:pt x="61459" y="112932"/>
                </a:lnTo>
                <a:lnTo>
                  <a:pt x="93297" y="80791"/>
                </a:lnTo>
                <a:lnTo>
                  <a:pt x="130411" y="53220"/>
                </a:lnTo>
                <a:lnTo>
                  <a:pt x="172146" y="30788"/>
                </a:lnTo>
                <a:lnTo>
                  <a:pt x="217846" y="14062"/>
                </a:lnTo>
                <a:lnTo>
                  <a:pt x="266855" y="3610"/>
                </a:lnTo>
                <a:lnTo>
                  <a:pt x="318515" y="0"/>
                </a:lnTo>
                <a:lnTo>
                  <a:pt x="370176" y="3610"/>
                </a:lnTo>
                <a:lnTo>
                  <a:pt x="419185" y="14062"/>
                </a:lnTo>
                <a:lnTo>
                  <a:pt x="464885" y="30788"/>
                </a:lnTo>
                <a:lnTo>
                  <a:pt x="506620" y="53220"/>
                </a:lnTo>
                <a:lnTo>
                  <a:pt x="543734" y="80791"/>
                </a:lnTo>
                <a:lnTo>
                  <a:pt x="575572" y="112932"/>
                </a:lnTo>
                <a:lnTo>
                  <a:pt x="601476" y="149075"/>
                </a:lnTo>
                <a:lnTo>
                  <a:pt x="620792" y="188654"/>
                </a:lnTo>
                <a:lnTo>
                  <a:pt x="632862" y="231099"/>
                </a:lnTo>
                <a:lnTo>
                  <a:pt x="637031" y="275844"/>
                </a:lnTo>
                <a:lnTo>
                  <a:pt x="632862" y="320588"/>
                </a:lnTo>
                <a:lnTo>
                  <a:pt x="620792" y="363033"/>
                </a:lnTo>
                <a:lnTo>
                  <a:pt x="601476" y="402612"/>
                </a:lnTo>
                <a:lnTo>
                  <a:pt x="575572" y="438755"/>
                </a:lnTo>
                <a:lnTo>
                  <a:pt x="543734" y="470896"/>
                </a:lnTo>
                <a:lnTo>
                  <a:pt x="506620" y="498467"/>
                </a:lnTo>
                <a:lnTo>
                  <a:pt x="464885" y="520899"/>
                </a:lnTo>
                <a:lnTo>
                  <a:pt x="419185" y="537625"/>
                </a:lnTo>
                <a:lnTo>
                  <a:pt x="370176" y="548077"/>
                </a:lnTo>
                <a:lnTo>
                  <a:pt x="318515" y="551688"/>
                </a:lnTo>
                <a:lnTo>
                  <a:pt x="266855" y="548077"/>
                </a:lnTo>
                <a:lnTo>
                  <a:pt x="217846" y="537625"/>
                </a:lnTo>
                <a:lnTo>
                  <a:pt x="172146" y="520899"/>
                </a:lnTo>
                <a:lnTo>
                  <a:pt x="130411" y="498467"/>
                </a:lnTo>
                <a:lnTo>
                  <a:pt x="93297" y="470896"/>
                </a:lnTo>
                <a:lnTo>
                  <a:pt x="61459" y="438755"/>
                </a:lnTo>
                <a:lnTo>
                  <a:pt x="35555" y="402612"/>
                </a:lnTo>
                <a:lnTo>
                  <a:pt x="16239" y="363033"/>
                </a:lnTo>
                <a:lnTo>
                  <a:pt x="4169" y="320588"/>
                </a:lnTo>
                <a:lnTo>
                  <a:pt x="0" y="2758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83785" y="2907029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10" h="680085">
                <a:moveTo>
                  <a:pt x="0" y="339852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5" y="339852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86254" y="3191004"/>
            <a:ext cx="2098040" cy="476250"/>
          </a:xfrm>
          <a:custGeom>
            <a:avLst/>
            <a:gdLst/>
            <a:ahLst/>
            <a:cxnLst/>
            <a:rect l="l" t="t" r="r" b="b"/>
            <a:pathLst>
              <a:path w="2098040" h="476250">
                <a:moveTo>
                  <a:pt x="1988026" y="57551"/>
                </a:moveTo>
                <a:lnTo>
                  <a:pt x="0" y="438783"/>
                </a:lnTo>
                <a:lnTo>
                  <a:pt x="7112" y="476248"/>
                </a:lnTo>
                <a:lnTo>
                  <a:pt x="1995082" y="94927"/>
                </a:lnTo>
                <a:lnTo>
                  <a:pt x="2023575" y="70064"/>
                </a:lnTo>
                <a:lnTo>
                  <a:pt x="1988026" y="57551"/>
                </a:lnTo>
                <a:close/>
              </a:path>
              <a:path w="2098040" h="476250">
                <a:moveTo>
                  <a:pt x="2065014" y="44321"/>
                </a:moveTo>
                <a:lnTo>
                  <a:pt x="2057019" y="44321"/>
                </a:lnTo>
                <a:lnTo>
                  <a:pt x="2064258" y="81659"/>
                </a:lnTo>
                <a:lnTo>
                  <a:pt x="1995082" y="94927"/>
                </a:lnTo>
                <a:lnTo>
                  <a:pt x="1948433" y="135634"/>
                </a:lnTo>
                <a:lnTo>
                  <a:pt x="1943796" y="141662"/>
                </a:lnTo>
                <a:lnTo>
                  <a:pt x="1941909" y="148715"/>
                </a:lnTo>
                <a:lnTo>
                  <a:pt x="1942808" y="155957"/>
                </a:lnTo>
                <a:lnTo>
                  <a:pt x="1946529" y="162558"/>
                </a:lnTo>
                <a:lnTo>
                  <a:pt x="1952575" y="167139"/>
                </a:lnTo>
                <a:lnTo>
                  <a:pt x="1959657" y="169019"/>
                </a:lnTo>
                <a:lnTo>
                  <a:pt x="1966906" y="168112"/>
                </a:lnTo>
                <a:lnTo>
                  <a:pt x="1973453" y="164336"/>
                </a:lnTo>
                <a:lnTo>
                  <a:pt x="2097785" y="55878"/>
                </a:lnTo>
                <a:lnTo>
                  <a:pt x="2065014" y="44321"/>
                </a:lnTo>
                <a:close/>
              </a:path>
              <a:path w="2098040" h="476250">
                <a:moveTo>
                  <a:pt x="2023575" y="70064"/>
                </a:moveTo>
                <a:lnTo>
                  <a:pt x="1995082" y="94927"/>
                </a:lnTo>
                <a:lnTo>
                  <a:pt x="2064258" y="81659"/>
                </a:lnTo>
                <a:lnTo>
                  <a:pt x="2064110" y="80897"/>
                </a:lnTo>
                <a:lnTo>
                  <a:pt x="2054351" y="80897"/>
                </a:lnTo>
                <a:lnTo>
                  <a:pt x="2023575" y="70064"/>
                </a:lnTo>
                <a:close/>
              </a:path>
              <a:path w="2098040" h="476250">
                <a:moveTo>
                  <a:pt x="2048129" y="48639"/>
                </a:moveTo>
                <a:lnTo>
                  <a:pt x="2023575" y="70064"/>
                </a:lnTo>
                <a:lnTo>
                  <a:pt x="2054351" y="80897"/>
                </a:lnTo>
                <a:lnTo>
                  <a:pt x="2048129" y="48639"/>
                </a:lnTo>
                <a:close/>
              </a:path>
              <a:path w="2098040" h="476250">
                <a:moveTo>
                  <a:pt x="2057856" y="48639"/>
                </a:moveTo>
                <a:lnTo>
                  <a:pt x="2048129" y="48639"/>
                </a:lnTo>
                <a:lnTo>
                  <a:pt x="2054351" y="80897"/>
                </a:lnTo>
                <a:lnTo>
                  <a:pt x="2064110" y="80897"/>
                </a:lnTo>
                <a:lnTo>
                  <a:pt x="2057856" y="48639"/>
                </a:lnTo>
                <a:close/>
              </a:path>
              <a:path w="2098040" h="476250">
                <a:moveTo>
                  <a:pt x="2057019" y="44321"/>
                </a:moveTo>
                <a:lnTo>
                  <a:pt x="1988026" y="57551"/>
                </a:lnTo>
                <a:lnTo>
                  <a:pt x="2023575" y="70064"/>
                </a:lnTo>
                <a:lnTo>
                  <a:pt x="2048129" y="48639"/>
                </a:lnTo>
                <a:lnTo>
                  <a:pt x="2057856" y="48639"/>
                </a:lnTo>
                <a:lnTo>
                  <a:pt x="2057019" y="44321"/>
                </a:lnTo>
                <a:close/>
              </a:path>
              <a:path w="2098040" h="476250">
                <a:moveTo>
                  <a:pt x="1934668" y="0"/>
                </a:moveTo>
                <a:lnTo>
                  <a:pt x="1927590" y="1855"/>
                </a:lnTo>
                <a:lnTo>
                  <a:pt x="1921726" y="6211"/>
                </a:lnTo>
                <a:lnTo>
                  <a:pt x="1917826" y="12698"/>
                </a:lnTo>
                <a:lnTo>
                  <a:pt x="1916812" y="20185"/>
                </a:lnTo>
                <a:lnTo>
                  <a:pt x="1918668" y="27255"/>
                </a:lnTo>
                <a:lnTo>
                  <a:pt x="1923024" y="33111"/>
                </a:lnTo>
                <a:lnTo>
                  <a:pt x="1929510" y="36955"/>
                </a:lnTo>
                <a:lnTo>
                  <a:pt x="1988026" y="57551"/>
                </a:lnTo>
                <a:lnTo>
                  <a:pt x="2057019" y="44321"/>
                </a:lnTo>
                <a:lnTo>
                  <a:pt x="2065014" y="44321"/>
                </a:lnTo>
                <a:lnTo>
                  <a:pt x="1942210" y="1014"/>
                </a:lnTo>
                <a:lnTo>
                  <a:pt x="1934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56001" y="299714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36770" y="5116829"/>
            <a:ext cx="772795" cy="657225"/>
          </a:xfrm>
          <a:custGeom>
            <a:avLst/>
            <a:gdLst/>
            <a:ahLst/>
            <a:cxnLst/>
            <a:rect l="l" t="t" r="r" b="b"/>
            <a:pathLst>
              <a:path w="772795" h="657225">
                <a:moveTo>
                  <a:pt x="0" y="328422"/>
                </a:moveTo>
                <a:lnTo>
                  <a:pt x="3526" y="283862"/>
                </a:lnTo>
                <a:lnTo>
                  <a:pt x="13800" y="241123"/>
                </a:lnTo>
                <a:lnTo>
                  <a:pt x="30360" y="200596"/>
                </a:lnTo>
                <a:lnTo>
                  <a:pt x="52747" y="162672"/>
                </a:lnTo>
                <a:lnTo>
                  <a:pt x="80499" y="127744"/>
                </a:lnTo>
                <a:lnTo>
                  <a:pt x="113157" y="96202"/>
                </a:lnTo>
                <a:lnTo>
                  <a:pt x="150259" y="68438"/>
                </a:lnTo>
                <a:lnTo>
                  <a:pt x="191346" y="44845"/>
                </a:lnTo>
                <a:lnTo>
                  <a:pt x="235958" y="25812"/>
                </a:lnTo>
                <a:lnTo>
                  <a:pt x="283633" y="11733"/>
                </a:lnTo>
                <a:lnTo>
                  <a:pt x="333912" y="2998"/>
                </a:lnTo>
                <a:lnTo>
                  <a:pt x="386333" y="0"/>
                </a:lnTo>
                <a:lnTo>
                  <a:pt x="438755" y="2998"/>
                </a:lnTo>
                <a:lnTo>
                  <a:pt x="489034" y="11733"/>
                </a:lnTo>
                <a:lnTo>
                  <a:pt x="536709" y="25812"/>
                </a:lnTo>
                <a:lnTo>
                  <a:pt x="581321" y="44845"/>
                </a:lnTo>
                <a:lnTo>
                  <a:pt x="622408" y="68438"/>
                </a:lnTo>
                <a:lnTo>
                  <a:pt x="659510" y="96202"/>
                </a:lnTo>
                <a:lnTo>
                  <a:pt x="692168" y="127744"/>
                </a:lnTo>
                <a:lnTo>
                  <a:pt x="719920" y="162672"/>
                </a:lnTo>
                <a:lnTo>
                  <a:pt x="742307" y="200596"/>
                </a:lnTo>
                <a:lnTo>
                  <a:pt x="758867" y="241123"/>
                </a:lnTo>
                <a:lnTo>
                  <a:pt x="769141" y="283862"/>
                </a:lnTo>
                <a:lnTo>
                  <a:pt x="772667" y="328422"/>
                </a:lnTo>
                <a:lnTo>
                  <a:pt x="769141" y="372986"/>
                </a:lnTo>
                <a:lnTo>
                  <a:pt x="758867" y="415729"/>
                </a:lnTo>
                <a:lnTo>
                  <a:pt x="742307" y="456258"/>
                </a:lnTo>
                <a:lnTo>
                  <a:pt x="719920" y="494182"/>
                </a:lnTo>
                <a:lnTo>
                  <a:pt x="692168" y="529110"/>
                </a:lnTo>
                <a:lnTo>
                  <a:pt x="659510" y="560651"/>
                </a:lnTo>
                <a:lnTo>
                  <a:pt x="622408" y="588412"/>
                </a:lnTo>
                <a:lnTo>
                  <a:pt x="581321" y="612004"/>
                </a:lnTo>
                <a:lnTo>
                  <a:pt x="536709" y="631034"/>
                </a:lnTo>
                <a:lnTo>
                  <a:pt x="489034" y="645112"/>
                </a:lnTo>
                <a:lnTo>
                  <a:pt x="438755" y="653845"/>
                </a:lnTo>
                <a:lnTo>
                  <a:pt x="386333" y="656844"/>
                </a:lnTo>
                <a:lnTo>
                  <a:pt x="333912" y="653845"/>
                </a:lnTo>
                <a:lnTo>
                  <a:pt x="283633" y="645112"/>
                </a:lnTo>
                <a:lnTo>
                  <a:pt x="235958" y="631034"/>
                </a:lnTo>
                <a:lnTo>
                  <a:pt x="191346" y="612004"/>
                </a:lnTo>
                <a:lnTo>
                  <a:pt x="150259" y="588412"/>
                </a:lnTo>
                <a:lnTo>
                  <a:pt x="113157" y="560651"/>
                </a:lnTo>
                <a:lnTo>
                  <a:pt x="80499" y="529110"/>
                </a:lnTo>
                <a:lnTo>
                  <a:pt x="52747" y="494182"/>
                </a:lnTo>
                <a:lnTo>
                  <a:pt x="30360" y="456258"/>
                </a:lnTo>
                <a:lnTo>
                  <a:pt x="13800" y="415729"/>
                </a:lnTo>
                <a:lnTo>
                  <a:pt x="3526" y="372986"/>
                </a:lnTo>
                <a:lnTo>
                  <a:pt x="0" y="32842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273296" y="2888843"/>
            <a:ext cx="1017905" cy="3577590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214629">
              <a:lnSpc>
                <a:spcPct val="100000"/>
              </a:lnSpc>
              <a:spcBef>
                <a:spcPts val="1590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ju</a:t>
            </a:r>
            <a:endParaRPr sz="2100">
              <a:latin typeface="Times New Roman"/>
              <a:cs typeface="Times New Roman"/>
            </a:endParaRPr>
          </a:p>
          <a:p>
            <a:pPr marL="336550">
              <a:lnSpc>
                <a:spcPct val="100000"/>
              </a:lnSpc>
              <a:spcBef>
                <a:spcPts val="149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264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endParaRPr baseline="-21164" sz="3150">
              <a:latin typeface="Times New Roman"/>
              <a:cs typeface="Times New Roman"/>
            </a:endParaRPr>
          </a:p>
          <a:p>
            <a:pPr marL="518795">
              <a:lnSpc>
                <a:spcPct val="100000"/>
              </a:lnSpc>
              <a:spcBef>
                <a:spcPts val="1655"/>
              </a:spcBef>
            </a:pPr>
            <a:r>
              <a:rPr dirty="0" baseline="13888" sz="4800" spc="1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10" b="1" i="1">
                <a:solidFill>
                  <a:srgbClr val="FFFFFF"/>
                </a:solidFill>
                <a:latin typeface="Times New Roman"/>
                <a:cs typeface="Times New Roman"/>
              </a:rPr>
              <a:t>kv</a:t>
            </a:r>
            <a:endParaRPr sz="2100">
              <a:latin typeface="Times New Roman"/>
              <a:cs typeface="Times New Roman"/>
            </a:endParaRPr>
          </a:p>
          <a:p>
            <a:pPr marL="491490">
              <a:lnSpc>
                <a:spcPct val="100000"/>
              </a:lnSpc>
              <a:spcBef>
                <a:spcPts val="148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9804" y="4322317"/>
            <a:ext cx="2386330" cy="1138555"/>
          </a:xfrm>
          <a:custGeom>
            <a:avLst/>
            <a:gdLst/>
            <a:ahLst/>
            <a:cxnLst/>
            <a:rect l="l" t="t" r="r" b="b"/>
            <a:pathLst>
              <a:path w="2386329" h="1138554">
                <a:moveTo>
                  <a:pt x="2279775" y="1094626"/>
                </a:moveTo>
                <a:lnTo>
                  <a:pt x="2218182" y="1100327"/>
                </a:lnTo>
                <a:lnTo>
                  <a:pt x="2200910" y="1121155"/>
                </a:lnTo>
                <a:lnTo>
                  <a:pt x="2203110" y="1128371"/>
                </a:lnTo>
                <a:lnTo>
                  <a:pt x="2207752" y="1134014"/>
                </a:lnTo>
                <a:lnTo>
                  <a:pt x="2214179" y="1137515"/>
                </a:lnTo>
                <a:lnTo>
                  <a:pt x="2221737" y="1138300"/>
                </a:lnTo>
                <a:lnTo>
                  <a:pt x="2372264" y="1124330"/>
                </a:lnTo>
                <a:lnTo>
                  <a:pt x="2343658" y="1124330"/>
                </a:lnTo>
                <a:lnTo>
                  <a:pt x="2279775" y="1094626"/>
                </a:lnTo>
                <a:close/>
              </a:path>
              <a:path w="2386329" h="1138554">
                <a:moveTo>
                  <a:pt x="2317384" y="1091144"/>
                </a:moveTo>
                <a:lnTo>
                  <a:pt x="2279775" y="1094626"/>
                </a:lnTo>
                <a:lnTo>
                  <a:pt x="2343658" y="1124330"/>
                </a:lnTo>
                <a:lnTo>
                  <a:pt x="2346599" y="1117980"/>
                </a:lnTo>
                <a:lnTo>
                  <a:pt x="2336037" y="1117980"/>
                </a:lnTo>
                <a:lnTo>
                  <a:pt x="2317384" y="1091144"/>
                </a:lnTo>
                <a:close/>
              </a:path>
              <a:path w="2386329" h="1138554">
                <a:moveTo>
                  <a:pt x="2279522" y="979662"/>
                </a:moveTo>
                <a:lnTo>
                  <a:pt x="2272232" y="979747"/>
                </a:lnTo>
                <a:lnTo>
                  <a:pt x="2265298" y="982725"/>
                </a:lnTo>
                <a:lnTo>
                  <a:pt x="2260062" y="988230"/>
                </a:lnTo>
                <a:lnTo>
                  <a:pt x="2257409" y="995044"/>
                </a:lnTo>
                <a:lnTo>
                  <a:pt x="2257494" y="1002335"/>
                </a:lnTo>
                <a:lnTo>
                  <a:pt x="2260472" y="1009268"/>
                </a:lnTo>
                <a:lnTo>
                  <a:pt x="2295800" y="1060092"/>
                </a:lnTo>
                <a:lnTo>
                  <a:pt x="2359660" y="1089786"/>
                </a:lnTo>
                <a:lnTo>
                  <a:pt x="2343658" y="1124330"/>
                </a:lnTo>
                <a:lnTo>
                  <a:pt x="2372264" y="1124330"/>
                </a:lnTo>
                <a:lnTo>
                  <a:pt x="2385948" y="1123060"/>
                </a:lnTo>
                <a:lnTo>
                  <a:pt x="2291842" y="987551"/>
                </a:lnTo>
                <a:lnTo>
                  <a:pt x="2286337" y="982315"/>
                </a:lnTo>
                <a:lnTo>
                  <a:pt x="2279522" y="979662"/>
                </a:lnTo>
                <a:close/>
              </a:path>
              <a:path w="2386329" h="1138554">
                <a:moveTo>
                  <a:pt x="2349881" y="1088135"/>
                </a:moveTo>
                <a:lnTo>
                  <a:pt x="2317384" y="1091144"/>
                </a:lnTo>
                <a:lnTo>
                  <a:pt x="2336037" y="1117980"/>
                </a:lnTo>
                <a:lnTo>
                  <a:pt x="2349881" y="1088135"/>
                </a:lnTo>
                <a:close/>
              </a:path>
              <a:path w="2386329" h="1138554">
                <a:moveTo>
                  <a:pt x="2356109" y="1088135"/>
                </a:moveTo>
                <a:lnTo>
                  <a:pt x="2349881" y="1088135"/>
                </a:lnTo>
                <a:lnTo>
                  <a:pt x="2336037" y="1117980"/>
                </a:lnTo>
                <a:lnTo>
                  <a:pt x="2346599" y="1117980"/>
                </a:lnTo>
                <a:lnTo>
                  <a:pt x="2359660" y="1089786"/>
                </a:lnTo>
                <a:lnTo>
                  <a:pt x="2356109" y="1088135"/>
                </a:lnTo>
                <a:close/>
              </a:path>
              <a:path w="2386329" h="1138554">
                <a:moveTo>
                  <a:pt x="16001" y="0"/>
                </a:moveTo>
                <a:lnTo>
                  <a:pt x="0" y="34543"/>
                </a:lnTo>
                <a:lnTo>
                  <a:pt x="2279775" y="1094626"/>
                </a:lnTo>
                <a:lnTo>
                  <a:pt x="2317384" y="1091144"/>
                </a:lnTo>
                <a:lnTo>
                  <a:pt x="2295800" y="1060092"/>
                </a:lnTo>
                <a:lnTo>
                  <a:pt x="16001" y="0"/>
                </a:lnTo>
                <a:close/>
              </a:path>
              <a:path w="2386329" h="1138554">
                <a:moveTo>
                  <a:pt x="2295800" y="1060092"/>
                </a:moveTo>
                <a:lnTo>
                  <a:pt x="2317384" y="1091144"/>
                </a:lnTo>
                <a:lnTo>
                  <a:pt x="2349881" y="1088135"/>
                </a:lnTo>
                <a:lnTo>
                  <a:pt x="2356109" y="1088135"/>
                </a:lnTo>
                <a:lnTo>
                  <a:pt x="2295800" y="10600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20617" y="442823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363" y="659891"/>
            <a:ext cx="8651875" cy="1588135"/>
          </a:xfrm>
          <a:custGeom>
            <a:avLst/>
            <a:gdLst/>
            <a:ahLst/>
            <a:cxnLst/>
            <a:rect l="l" t="t" r="r" b="b"/>
            <a:pathLst>
              <a:path w="8651875" h="1588135">
                <a:moveTo>
                  <a:pt x="0" y="1588008"/>
                </a:moveTo>
                <a:lnTo>
                  <a:pt x="8651748" y="1588008"/>
                </a:lnTo>
                <a:lnTo>
                  <a:pt x="8651748" y="0"/>
                </a:lnTo>
                <a:lnTo>
                  <a:pt x="0" y="0"/>
                </a:lnTo>
                <a:lnTo>
                  <a:pt x="0" y="158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2078" y="2262377"/>
            <a:ext cx="2318385" cy="2170430"/>
          </a:xfrm>
          <a:custGeom>
            <a:avLst/>
            <a:gdLst/>
            <a:ahLst/>
            <a:cxnLst/>
            <a:rect l="l" t="t" r="r" b="b"/>
            <a:pathLst>
              <a:path w="2318385" h="2170429">
                <a:moveTo>
                  <a:pt x="0" y="1085088"/>
                </a:moveTo>
                <a:lnTo>
                  <a:pt x="1070" y="1038016"/>
                </a:lnTo>
                <a:lnTo>
                  <a:pt x="4254" y="991457"/>
                </a:lnTo>
                <a:lnTo>
                  <a:pt x="9507" y="945451"/>
                </a:lnTo>
                <a:lnTo>
                  <a:pt x="16785" y="900039"/>
                </a:lnTo>
                <a:lnTo>
                  <a:pt x="26046" y="855262"/>
                </a:lnTo>
                <a:lnTo>
                  <a:pt x="37245" y="811159"/>
                </a:lnTo>
                <a:lnTo>
                  <a:pt x="50340" y="767773"/>
                </a:lnTo>
                <a:lnTo>
                  <a:pt x="65286" y="725144"/>
                </a:lnTo>
                <a:lnTo>
                  <a:pt x="82041" y="683312"/>
                </a:lnTo>
                <a:lnTo>
                  <a:pt x="100560" y="642318"/>
                </a:lnTo>
                <a:lnTo>
                  <a:pt x="120800" y="602202"/>
                </a:lnTo>
                <a:lnTo>
                  <a:pt x="142719" y="563007"/>
                </a:lnTo>
                <a:lnTo>
                  <a:pt x="166271" y="524771"/>
                </a:lnTo>
                <a:lnTo>
                  <a:pt x="191415" y="487536"/>
                </a:lnTo>
                <a:lnTo>
                  <a:pt x="218105" y="451343"/>
                </a:lnTo>
                <a:lnTo>
                  <a:pt x="246300" y="416233"/>
                </a:lnTo>
                <a:lnTo>
                  <a:pt x="275954" y="382245"/>
                </a:lnTo>
                <a:lnTo>
                  <a:pt x="307026" y="349421"/>
                </a:lnTo>
                <a:lnTo>
                  <a:pt x="339470" y="317801"/>
                </a:lnTo>
                <a:lnTo>
                  <a:pt x="373245" y="287427"/>
                </a:lnTo>
                <a:lnTo>
                  <a:pt x="408306" y="258338"/>
                </a:lnTo>
                <a:lnTo>
                  <a:pt x="444610" y="230576"/>
                </a:lnTo>
                <a:lnTo>
                  <a:pt x="482113" y="204181"/>
                </a:lnTo>
                <a:lnTo>
                  <a:pt x="520772" y="179194"/>
                </a:lnTo>
                <a:lnTo>
                  <a:pt x="560543" y="155655"/>
                </a:lnTo>
                <a:lnTo>
                  <a:pt x="601383" y="133606"/>
                </a:lnTo>
                <a:lnTo>
                  <a:pt x="643248" y="113087"/>
                </a:lnTo>
                <a:lnTo>
                  <a:pt x="686095" y="94139"/>
                </a:lnTo>
                <a:lnTo>
                  <a:pt x="729881" y="76802"/>
                </a:lnTo>
                <a:lnTo>
                  <a:pt x="774562" y="61117"/>
                </a:lnTo>
                <a:lnTo>
                  <a:pt x="820093" y="47125"/>
                </a:lnTo>
                <a:lnTo>
                  <a:pt x="866433" y="34866"/>
                </a:lnTo>
                <a:lnTo>
                  <a:pt x="913537" y="24382"/>
                </a:lnTo>
                <a:lnTo>
                  <a:pt x="961362" y="15713"/>
                </a:lnTo>
                <a:lnTo>
                  <a:pt x="1009865" y="8899"/>
                </a:lnTo>
                <a:lnTo>
                  <a:pt x="1059001" y="3982"/>
                </a:lnTo>
                <a:lnTo>
                  <a:pt x="1108728" y="1002"/>
                </a:lnTo>
                <a:lnTo>
                  <a:pt x="1159002" y="0"/>
                </a:lnTo>
                <a:lnTo>
                  <a:pt x="1209275" y="1002"/>
                </a:lnTo>
                <a:lnTo>
                  <a:pt x="1259002" y="3982"/>
                </a:lnTo>
                <a:lnTo>
                  <a:pt x="1308138" y="8899"/>
                </a:lnTo>
                <a:lnTo>
                  <a:pt x="1356641" y="15713"/>
                </a:lnTo>
                <a:lnTo>
                  <a:pt x="1404466" y="24382"/>
                </a:lnTo>
                <a:lnTo>
                  <a:pt x="1451570" y="34866"/>
                </a:lnTo>
                <a:lnTo>
                  <a:pt x="1497910" y="47125"/>
                </a:lnTo>
                <a:lnTo>
                  <a:pt x="1543441" y="61117"/>
                </a:lnTo>
                <a:lnTo>
                  <a:pt x="1588122" y="76802"/>
                </a:lnTo>
                <a:lnTo>
                  <a:pt x="1631908" y="94139"/>
                </a:lnTo>
                <a:lnTo>
                  <a:pt x="1674755" y="113087"/>
                </a:lnTo>
                <a:lnTo>
                  <a:pt x="1716620" y="133606"/>
                </a:lnTo>
                <a:lnTo>
                  <a:pt x="1757460" y="155655"/>
                </a:lnTo>
                <a:lnTo>
                  <a:pt x="1797231" y="179194"/>
                </a:lnTo>
                <a:lnTo>
                  <a:pt x="1835890" y="204181"/>
                </a:lnTo>
                <a:lnTo>
                  <a:pt x="1873393" y="230576"/>
                </a:lnTo>
                <a:lnTo>
                  <a:pt x="1909697" y="258338"/>
                </a:lnTo>
                <a:lnTo>
                  <a:pt x="1944758" y="287427"/>
                </a:lnTo>
                <a:lnTo>
                  <a:pt x="1978532" y="317801"/>
                </a:lnTo>
                <a:lnTo>
                  <a:pt x="2010977" y="349421"/>
                </a:lnTo>
                <a:lnTo>
                  <a:pt x="2042049" y="382245"/>
                </a:lnTo>
                <a:lnTo>
                  <a:pt x="2071703" y="416233"/>
                </a:lnTo>
                <a:lnTo>
                  <a:pt x="2099898" y="451343"/>
                </a:lnTo>
                <a:lnTo>
                  <a:pt x="2126588" y="487536"/>
                </a:lnTo>
                <a:lnTo>
                  <a:pt x="2151732" y="524771"/>
                </a:lnTo>
                <a:lnTo>
                  <a:pt x="2175284" y="563007"/>
                </a:lnTo>
                <a:lnTo>
                  <a:pt x="2197203" y="602202"/>
                </a:lnTo>
                <a:lnTo>
                  <a:pt x="2217443" y="642318"/>
                </a:lnTo>
                <a:lnTo>
                  <a:pt x="2235962" y="683312"/>
                </a:lnTo>
                <a:lnTo>
                  <a:pt x="2252717" y="725144"/>
                </a:lnTo>
                <a:lnTo>
                  <a:pt x="2267663" y="767773"/>
                </a:lnTo>
                <a:lnTo>
                  <a:pt x="2280758" y="811159"/>
                </a:lnTo>
                <a:lnTo>
                  <a:pt x="2291957" y="855262"/>
                </a:lnTo>
                <a:lnTo>
                  <a:pt x="2301218" y="900039"/>
                </a:lnTo>
                <a:lnTo>
                  <a:pt x="2308496" y="945451"/>
                </a:lnTo>
                <a:lnTo>
                  <a:pt x="2313749" y="991457"/>
                </a:lnTo>
                <a:lnTo>
                  <a:pt x="2316933" y="1038016"/>
                </a:lnTo>
                <a:lnTo>
                  <a:pt x="2318004" y="1085088"/>
                </a:lnTo>
                <a:lnTo>
                  <a:pt x="2316933" y="1132159"/>
                </a:lnTo>
                <a:lnTo>
                  <a:pt x="2313749" y="1178718"/>
                </a:lnTo>
                <a:lnTo>
                  <a:pt x="2308496" y="1224724"/>
                </a:lnTo>
                <a:lnTo>
                  <a:pt x="2301218" y="1270136"/>
                </a:lnTo>
                <a:lnTo>
                  <a:pt x="2291957" y="1314913"/>
                </a:lnTo>
                <a:lnTo>
                  <a:pt x="2280758" y="1359016"/>
                </a:lnTo>
                <a:lnTo>
                  <a:pt x="2267663" y="1402402"/>
                </a:lnTo>
                <a:lnTo>
                  <a:pt x="2252717" y="1445031"/>
                </a:lnTo>
                <a:lnTo>
                  <a:pt x="2235962" y="1486863"/>
                </a:lnTo>
                <a:lnTo>
                  <a:pt x="2217443" y="1527857"/>
                </a:lnTo>
                <a:lnTo>
                  <a:pt x="2197203" y="1567973"/>
                </a:lnTo>
                <a:lnTo>
                  <a:pt x="2175284" y="1607168"/>
                </a:lnTo>
                <a:lnTo>
                  <a:pt x="2151732" y="1645404"/>
                </a:lnTo>
                <a:lnTo>
                  <a:pt x="2126588" y="1682639"/>
                </a:lnTo>
                <a:lnTo>
                  <a:pt x="2099898" y="1718832"/>
                </a:lnTo>
                <a:lnTo>
                  <a:pt x="2071703" y="1753942"/>
                </a:lnTo>
                <a:lnTo>
                  <a:pt x="2042049" y="1787930"/>
                </a:lnTo>
                <a:lnTo>
                  <a:pt x="2010977" y="1820754"/>
                </a:lnTo>
                <a:lnTo>
                  <a:pt x="1978533" y="1852374"/>
                </a:lnTo>
                <a:lnTo>
                  <a:pt x="1944758" y="1882748"/>
                </a:lnTo>
                <a:lnTo>
                  <a:pt x="1909697" y="1911837"/>
                </a:lnTo>
                <a:lnTo>
                  <a:pt x="1873393" y="1939599"/>
                </a:lnTo>
                <a:lnTo>
                  <a:pt x="1835890" y="1965994"/>
                </a:lnTo>
                <a:lnTo>
                  <a:pt x="1797231" y="1990981"/>
                </a:lnTo>
                <a:lnTo>
                  <a:pt x="1757460" y="2014520"/>
                </a:lnTo>
                <a:lnTo>
                  <a:pt x="1716620" y="2036569"/>
                </a:lnTo>
                <a:lnTo>
                  <a:pt x="1674755" y="2057088"/>
                </a:lnTo>
                <a:lnTo>
                  <a:pt x="1631908" y="2076036"/>
                </a:lnTo>
                <a:lnTo>
                  <a:pt x="1588122" y="2093373"/>
                </a:lnTo>
                <a:lnTo>
                  <a:pt x="1543441" y="2109058"/>
                </a:lnTo>
                <a:lnTo>
                  <a:pt x="1497910" y="2123050"/>
                </a:lnTo>
                <a:lnTo>
                  <a:pt x="1451570" y="2135309"/>
                </a:lnTo>
                <a:lnTo>
                  <a:pt x="1404466" y="2145793"/>
                </a:lnTo>
                <a:lnTo>
                  <a:pt x="1356641" y="2154462"/>
                </a:lnTo>
                <a:lnTo>
                  <a:pt x="1308138" y="2161276"/>
                </a:lnTo>
                <a:lnTo>
                  <a:pt x="1259002" y="2166193"/>
                </a:lnTo>
                <a:lnTo>
                  <a:pt x="1209275" y="2169173"/>
                </a:lnTo>
                <a:lnTo>
                  <a:pt x="1159002" y="2170176"/>
                </a:lnTo>
                <a:lnTo>
                  <a:pt x="1108728" y="2169173"/>
                </a:lnTo>
                <a:lnTo>
                  <a:pt x="1059001" y="2166193"/>
                </a:lnTo>
                <a:lnTo>
                  <a:pt x="1009865" y="2161276"/>
                </a:lnTo>
                <a:lnTo>
                  <a:pt x="961362" y="2154462"/>
                </a:lnTo>
                <a:lnTo>
                  <a:pt x="913537" y="2145793"/>
                </a:lnTo>
                <a:lnTo>
                  <a:pt x="866433" y="2135309"/>
                </a:lnTo>
                <a:lnTo>
                  <a:pt x="820093" y="2123050"/>
                </a:lnTo>
                <a:lnTo>
                  <a:pt x="774562" y="2109058"/>
                </a:lnTo>
                <a:lnTo>
                  <a:pt x="729881" y="2093373"/>
                </a:lnTo>
                <a:lnTo>
                  <a:pt x="686095" y="2076036"/>
                </a:lnTo>
                <a:lnTo>
                  <a:pt x="643248" y="2057088"/>
                </a:lnTo>
                <a:lnTo>
                  <a:pt x="601383" y="2036569"/>
                </a:lnTo>
                <a:lnTo>
                  <a:pt x="560543" y="2014520"/>
                </a:lnTo>
                <a:lnTo>
                  <a:pt x="520772" y="1990981"/>
                </a:lnTo>
                <a:lnTo>
                  <a:pt x="482113" y="1965994"/>
                </a:lnTo>
                <a:lnTo>
                  <a:pt x="444610" y="1939599"/>
                </a:lnTo>
                <a:lnTo>
                  <a:pt x="408306" y="1911837"/>
                </a:lnTo>
                <a:lnTo>
                  <a:pt x="373245" y="1882748"/>
                </a:lnTo>
                <a:lnTo>
                  <a:pt x="339471" y="1852374"/>
                </a:lnTo>
                <a:lnTo>
                  <a:pt x="307026" y="1820754"/>
                </a:lnTo>
                <a:lnTo>
                  <a:pt x="275954" y="1787930"/>
                </a:lnTo>
                <a:lnTo>
                  <a:pt x="246300" y="1753942"/>
                </a:lnTo>
                <a:lnTo>
                  <a:pt x="218105" y="1718832"/>
                </a:lnTo>
                <a:lnTo>
                  <a:pt x="191415" y="1682639"/>
                </a:lnTo>
                <a:lnTo>
                  <a:pt x="166271" y="1645404"/>
                </a:lnTo>
                <a:lnTo>
                  <a:pt x="142719" y="1607168"/>
                </a:lnTo>
                <a:lnTo>
                  <a:pt x="120800" y="1567973"/>
                </a:lnTo>
                <a:lnTo>
                  <a:pt x="100560" y="1527857"/>
                </a:lnTo>
                <a:lnTo>
                  <a:pt x="82041" y="1486863"/>
                </a:lnTo>
                <a:lnTo>
                  <a:pt x="65286" y="1445031"/>
                </a:lnTo>
                <a:lnTo>
                  <a:pt x="50340" y="1402402"/>
                </a:lnTo>
                <a:lnTo>
                  <a:pt x="37245" y="1359016"/>
                </a:lnTo>
                <a:lnTo>
                  <a:pt x="26046" y="1314913"/>
                </a:lnTo>
                <a:lnTo>
                  <a:pt x="16785" y="1270136"/>
                </a:lnTo>
                <a:lnTo>
                  <a:pt x="9507" y="1224724"/>
                </a:lnTo>
                <a:lnTo>
                  <a:pt x="4254" y="1178718"/>
                </a:lnTo>
                <a:lnTo>
                  <a:pt x="1070" y="1132159"/>
                </a:lnTo>
                <a:lnTo>
                  <a:pt x="0" y="10850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839" y="72644"/>
            <a:ext cx="8498205" cy="286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31190" algn="l"/>
                <a:tab pos="3949700" algn="l"/>
                <a:tab pos="63074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5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 marL="220345" marR="55880">
              <a:lnSpc>
                <a:spcPct val="130000"/>
              </a:lnSpc>
              <a:spcBef>
                <a:spcPts val="1080"/>
              </a:spcBef>
            </a:pP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(2)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需要对每一个子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7195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195" sz="3150" b="1" i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中各状态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baseline="-15873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-7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,1≤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≤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进行考察，确认是否还能对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们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进行划分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 marR="316230">
              <a:lnSpc>
                <a:spcPct val="100000"/>
              </a:lnSpc>
              <a:spcBef>
                <a:spcPts val="194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95038" y="3746753"/>
            <a:ext cx="637540" cy="553720"/>
          </a:xfrm>
          <a:custGeom>
            <a:avLst/>
            <a:gdLst/>
            <a:ahLst/>
            <a:cxnLst/>
            <a:rect l="l" t="t" r="r" b="b"/>
            <a:pathLst>
              <a:path w="637539" h="553720">
                <a:moveTo>
                  <a:pt x="0" y="276606"/>
                </a:moveTo>
                <a:lnTo>
                  <a:pt x="4169" y="231735"/>
                </a:lnTo>
                <a:lnTo>
                  <a:pt x="16239" y="189171"/>
                </a:lnTo>
                <a:lnTo>
                  <a:pt x="35555" y="149482"/>
                </a:lnTo>
                <a:lnTo>
                  <a:pt x="61459" y="113239"/>
                </a:lnTo>
                <a:lnTo>
                  <a:pt x="93297" y="81010"/>
                </a:lnTo>
                <a:lnTo>
                  <a:pt x="130411" y="53364"/>
                </a:lnTo>
                <a:lnTo>
                  <a:pt x="172146" y="30871"/>
                </a:lnTo>
                <a:lnTo>
                  <a:pt x="217846" y="14100"/>
                </a:lnTo>
                <a:lnTo>
                  <a:pt x="266855" y="3619"/>
                </a:lnTo>
                <a:lnTo>
                  <a:pt x="318515" y="0"/>
                </a:lnTo>
                <a:lnTo>
                  <a:pt x="370176" y="3619"/>
                </a:lnTo>
                <a:lnTo>
                  <a:pt x="419185" y="14100"/>
                </a:lnTo>
                <a:lnTo>
                  <a:pt x="464885" y="30871"/>
                </a:lnTo>
                <a:lnTo>
                  <a:pt x="506620" y="53364"/>
                </a:lnTo>
                <a:lnTo>
                  <a:pt x="543734" y="81010"/>
                </a:lnTo>
                <a:lnTo>
                  <a:pt x="575572" y="113239"/>
                </a:lnTo>
                <a:lnTo>
                  <a:pt x="601476" y="149482"/>
                </a:lnTo>
                <a:lnTo>
                  <a:pt x="620792" y="189171"/>
                </a:lnTo>
                <a:lnTo>
                  <a:pt x="632862" y="231735"/>
                </a:lnTo>
                <a:lnTo>
                  <a:pt x="637032" y="276606"/>
                </a:lnTo>
                <a:lnTo>
                  <a:pt x="632862" y="321476"/>
                </a:lnTo>
                <a:lnTo>
                  <a:pt x="620792" y="364040"/>
                </a:lnTo>
                <a:lnTo>
                  <a:pt x="601476" y="403729"/>
                </a:lnTo>
                <a:lnTo>
                  <a:pt x="575572" y="439972"/>
                </a:lnTo>
                <a:lnTo>
                  <a:pt x="543734" y="472201"/>
                </a:lnTo>
                <a:lnTo>
                  <a:pt x="506620" y="499847"/>
                </a:lnTo>
                <a:lnTo>
                  <a:pt x="464885" y="522340"/>
                </a:lnTo>
                <a:lnTo>
                  <a:pt x="419185" y="539111"/>
                </a:lnTo>
                <a:lnTo>
                  <a:pt x="370176" y="549592"/>
                </a:lnTo>
                <a:lnTo>
                  <a:pt x="318515" y="553212"/>
                </a:lnTo>
                <a:lnTo>
                  <a:pt x="266855" y="549592"/>
                </a:lnTo>
                <a:lnTo>
                  <a:pt x="217846" y="539111"/>
                </a:lnTo>
                <a:lnTo>
                  <a:pt x="172146" y="522340"/>
                </a:lnTo>
                <a:lnTo>
                  <a:pt x="130411" y="499847"/>
                </a:lnTo>
                <a:lnTo>
                  <a:pt x="93297" y="472201"/>
                </a:lnTo>
                <a:lnTo>
                  <a:pt x="61459" y="439972"/>
                </a:lnTo>
                <a:lnTo>
                  <a:pt x="35555" y="403729"/>
                </a:lnTo>
                <a:lnTo>
                  <a:pt x="16239" y="364040"/>
                </a:lnTo>
                <a:lnTo>
                  <a:pt x="4169" y="321476"/>
                </a:lnTo>
                <a:lnTo>
                  <a:pt x="0" y="27660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00094" y="4543805"/>
            <a:ext cx="2318385" cy="2169160"/>
          </a:xfrm>
          <a:custGeom>
            <a:avLst/>
            <a:gdLst/>
            <a:ahLst/>
            <a:cxnLst/>
            <a:rect l="l" t="t" r="r" b="b"/>
            <a:pathLst>
              <a:path w="2318385" h="2169159">
                <a:moveTo>
                  <a:pt x="0" y="1084326"/>
                </a:moveTo>
                <a:lnTo>
                  <a:pt x="1070" y="1037294"/>
                </a:lnTo>
                <a:lnTo>
                  <a:pt x="4254" y="990773"/>
                </a:lnTo>
                <a:lnTo>
                  <a:pt x="9507" y="944805"/>
                </a:lnTo>
                <a:lnTo>
                  <a:pt x="16785" y="899429"/>
                </a:lnTo>
                <a:lnTo>
                  <a:pt x="26046" y="854687"/>
                </a:lnTo>
                <a:lnTo>
                  <a:pt x="37245" y="810619"/>
                </a:lnTo>
                <a:lnTo>
                  <a:pt x="50340" y="767266"/>
                </a:lnTo>
                <a:lnTo>
                  <a:pt x="65286" y="724669"/>
                </a:lnTo>
                <a:lnTo>
                  <a:pt x="82041" y="682868"/>
                </a:lnTo>
                <a:lnTo>
                  <a:pt x="100560" y="641904"/>
                </a:lnTo>
                <a:lnTo>
                  <a:pt x="120800" y="601818"/>
                </a:lnTo>
                <a:lnTo>
                  <a:pt x="142719" y="562650"/>
                </a:lnTo>
                <a:lnTo>
                  <a:pt x="166271" y="524441"/>
                </a:lnTo>
                <a:lnTo>
                  <a:pt x="191415" y="487232"/>
                </a:lnTo>
                <a:lnTo>
                  <a:pt x="218105" y="451064"/>
                </a:lnTo>
                <a:lnTo>
                  <a:pt x="246300" y="415977"/>
                </a:lnTo>
                <a:lnTo>
                  <a:pt x="275954" y="382012"/>
                </a:lnTo>
                <a:lnTo>
                  <a:pt x="307026" y="349210"/>
                </a:lnTo>
                <a:lnTo>
                  <a:pt x="339470" y="317611"/>
                </a:lnTo>
                <a:lnTo>
                  <a:pt x="373245" y="287256"/>
                </a:lnTo>
                <a:lnTo>
                  <a:pt x="408306" y="258185"/>
                </a:lnTo>
                <a:lnTo>
                  <a:pt x="444610" y="230441"/>
                </a:lnTo>
                <a:lnTo>
                  <a:pt x="482113" y="204062"/>
                </a:lnTo>
                <a:lnTo>
                  <a:pt x="520772" y="179090"/>
                </a:lnTo>
                <a:lnTo>
                  <a:pt x="560543" y="155566"/>
                </a:lnTo>
                <a:lnTo>
                  <a:pt x="601383" y="133530"/>
                </a:lnTo>
                <a:lnTo>
                  <a:pt x="643248" y="113023"/>
                </a:lnTo>
                <a:lnTo>
                  <a:pt x="686095" y="94086"/>
                </a:lnTo>
                <a:lnTo>
                  <a:pt x="729881" y="76759"/>
                </a:lnTo>
                <a:lnTo>
                  <a:pt x="774562" y="61083"/>
                </a:lnTo>
                <a:lnTo>
                  <a:pt x="820093" y="47099"/>
                </a:lnTo>
                <a:lnTo>
                  <a:pt x="866433" y="34847"/>
                </a:lnTo>
                <a:lnTo>
                  <a:pt x="913537" y="24369"/>
                </a:lnTo>
                <a:lnTo>
                  <a:pt x="961362" y="15705"/>
                </a:lnTo>
                <a:lnTo>
                  <a:pt x="1009865" y="8895"/>
                </a:lnTo>
                <a:lnTo>
                  <a:pt x="1059001" y="3980"/>
                </a:lnTo>
                <a:lnTo>
                  <a:pt x="1108728" y="1001"/>
                </a:lnTo>
                <a:lnTo>
                  <a:pt x="1159002" y="0"/>
                </a:lnTo>
                <a:lnTo>
                  <a:pt x="1209275" y="1001"/>
                </a:lnTo>
                <a:lnTo>
                  <a:pt x="1259002" y="3980"/>
                </a:lnTo>
                <a:lnTo>
                  <a:pt x="1308138" y="8895"/>
                </a:lnTo>
                <a:lnTo>
                  <a:pt x="1356641" y="15705"/>
                </a:lnTo>
                <a:lnTo>
                  <a:pt x="1404466" y="24369"/>
                </a:lnTo>
                <a:lnTo>
                  <a:pt x="1451570" y="34847"/>
                </a:lnTo>
                <a:lnTo>
                  <a:pt x="1497910" y="47099"/>
                </a:lnTo>
                <a:lnTo>
                  <a:pt x="1543441" y="61083"/>
                </a:lnTo>
                <a:lnTo>
                  <a:pt x="1588122" y="76759"/>
                </a:lnTo>
                <a:lnTo>
                  <a:pt x="1631908" y="94086"/>
                </a:lnTo>
                <a:lnTo>
                  <a:pt x="1674755" y="113023"/>
                </a:lnTo>
                <a:lnTo>
                  <a:pt x="1716620" y="133530"/>
                </a:lnTo>
                <a:lnTo>
                  <a:pt x="1757460" y="155566"/>
                </a:lnTo>
                <a:lnTo>
                  <a:pt x="1797231" y="179090"/>
                </a:lnTo>
                <a:lnTo>
                  <a:pt x="1835890" y="204062"/>
                </a:lnTo>
                <a:lnTo>
                  <a:pt x="1873393" y="230441"/>
                </a:lnTo>
                <a:lnTo>
                  <a:pt x="1909697" y="258185"/>
                </a:lnTo>
                <a:lnTo>
                  <a:pt x="1944758" y="287256"/>
                </a:lnTo>
                <a:lnTo>
                  <a:pt x="1978532" y="317611"/>
                </a:lnTo>
                <a:lnTo>
                  <a:pt x="2010977" y="349210"/>
                </a:lnTo>
                <a:lnTo>
                  <a:pt x="2042049" y="382012"/>
                </a:lnTo>
                <a:lnTo>
                  <a:pt x="2071703" y="415977"/>
                </a:lnTo>
                <a:lnTo>
                  <a:pt x="2099898" y="451064"/>
                </a:lnTo>
                <a:lnTo>
                  <a:pt x="2126588" y="487232"/>
                </a:lnTo>
                <a:lnTo>
                  <a:pt x="2151732" y="524441"/>
                </a:lnTo>
                <a:lnTo>
                  <a:pt x="2175284" y="562650"/>
                </a:lnTo>
                <a:lnTo>
                  <a:pt x="2197203" y="601818"/>
                </a:lnTo>
                <a:lnTo>
                  <a:pt x="2217443" y="641904"/>
                </a:lnTo>
                <a:lnTo>
                  <a:pt x="2235962" y="682868"/>
                </a:lnTo>
                <a:lnTo>
                  <a:pt x="2252717" y="724669"/>
                </a:lnTo>
                <a:lnTo>
                  <a:pt x="2267663" y="767266"/>
                </a:lnTo>
                <a:lnTo>
                  <a:pt x="2280758" y="810619"/>
                </a:lnTo>
                <a:lnTo>
                  <a:pt x="2291957" y="854687"/>
                </a:lnTo>
                <a:lnTo>
                  <a:pt x="2301218" y="899429"/>
                </a:lnTo>
                <a:lnTo>
                  <a:pt x="2308496" y="944805"/>
                </a:lnTo>
                <a:lnTo>
                  <a:pt x="2313749" y="990773"/>
                </a:lnTo>
                <a:lnTo>
                  <a:pt x="2316933" y="1037294"/>
                </a:lnTo>
                <a:lnTo>
                  <a:pt x="2318004" y="1084326"/>
                </a:lnTo>
                <a:lnTo>
                  <a:pt x="2316933" y="1131361"/>
                </a:lnTo>
                <a:lnTo>
                  <a:pt x="2313749" y="1177885"/>
                </a:lnTo>
                <a:lnTo>
                  <a:pt x="2308496" y="1223857"/>
                </a:lnTo>
                <a:lnTo>
                  <a:pt x="2301218" y="1269235"/>
                </a:lnTo>
                <a:lnTo>
                  <a:pt x="2291957" y="1313979"/>
                </a:lnTo>
                <a:lnTo>
                  <a:pt x="2280758" y="1358049"/>
                </a:lnTo>
                <a:lnTo>
                  <a:pt x="2267663" y="1401404"/>
                </a:lnTo>
                <a:lnTo>
                  <a:pt x="2252717" y="1444002"/>
                </a:lnTo>
                <a:lnTo>
                  <a:pt x="2235962" y="1485804"/>
                </a:lnTo>
                <a:lnTo>
                  <a:pt x="2217443" y="1526769"/>
                </a:lnTo>
                <a:lnTo>
                  <a:pt x="2197203" y="1566856"/>
                </a:lnTo>
                <a:lnTo>
                  <a:pt x="2175284" y="1606024"/>
                </a:lnTo>
                <a:lnTo>
                  <a:pt x="2151732" y="1644232"/>
                </a:lnTo>
                <a:lnTo>
                  <a:pt x="2126588" y="1681441"/>
                </a:lnTo>
                <a:lnTo>
                  <a:pt x="2099898" y="1717609"/>
                </a:lnTo>
                <a:lnTo>
                  <a:pt x="2071703" y="1752695"/>
                </a:lnTo>
                <a:lnTo>
                  <a:pt x="2042049" y="1786660"/>
                </a:lnTo>
                <a:lnTo>
                  <a:pt x="2010977" y="1819461"/>
                </a:lnTo>
                <a:lnTo>
                  <a:pt x="1978533" y="1851059"/>
                </a:lnTo>
                <a:lnTo>
                  <a:pt x="1944758" y="1881413"/>
                </a:lnTo>
                <a:lnTo>
                  <a:pt x="1909697" y="1910482"/>
                </a:lnTo>
                <a:lnTo>
                  <a:pt x="1873393" y="1938226"/>
                </a:lnTo>
                <a:lnTo>
                  <a:pt x="1835890" y="1964603"/>
                </a:lnTo>
                <a:lnTo>
                  <a:pt x="1797231" y="1989574"/>
                </a:lnTo>
                <a:lnTo>
                  <a:pt x="1757460" y="2013097"/>
                </a:lnTo>
                <a:lnTo>
                  <a:pt x="1716620" y="2035131"/>
                </a:lnTo>
                <a:lnTo>
                  <a:pt x="1674755" y="2055637"/>
                </a:lnTo>
                <a:lnTo>
                  <a:pt x="1631908" y="2074573"/>
                </a:lnTo>
                <a:lnTo>
                  <a:pt x="1588122" y="2091899"/>
                </a:lnTo>
                <a:lnTo>
                  <a:pt x="1543441" y="2107573"/>
                </a:lnTo>
                <a:lnTo>
                  <a:pt x="1497910" y="2121556"/>
                </a:lnTo>
                <a:lnTo>
                  <a:pt x="1451570" y="2133807"/>
                </a:lnTo>
                <a:lnTo>
                  <a:pt x="1404466" y="2144284"/>
                </a:lnTo>
                <a:lnTo>
                  <a:pt x="1356641" y="2152948"/>
                </a:lnTo>
                <a:lnTo>
                  <a:pt x="1308138" y="2159757"/>
                </a:lnTo>
                <a:lnTo>
                  <a:pt x="1259002" y="2164671"/>
                </a:lnTo>
                <a:lnTo>
                  <a:pt x="1209275" y="2167650"/>
                </a:lnTo>
                <a:lnTo>
                  <a:pt x="1159002" y="2168652"/>
                </a:lnTo>
                <a:lnTo>
                  <a:pt x="1108728" y="2167650"/>
                </a:lnTo>
                <a:lnTo>
                  <a:pt x="1059001" y="2164671"/>
                </a:lnTo>
                <a:lnTo>
                  <a:pt x="1009865" y="2159757"/>
                </a:lnTo>
                <a:lnTo>
                  <a:pt x="961362" y="2152948"/>
                </a:lnTo>
                <a:lnTo>
                  <a:pt x="913537" y="2144284"/>
                </a:lnTo>
                <a:lnTo>
                  <a:pt x="866433" y="2133807"/>
                </a:lnTo>
                <a:lnTo>
                  <a:pt x="820093" y="2121556"/>
                </a:lnTo>
                <a:lnTo>
                  <a:pt x="774562" y="2107573"/>
                </a:lnTo>
                <a:lnTo>
                  <a:pt x="729881" y="2091899"/>
                </a:lnTo>
                <a:lnTo>
                  <a:pt x="686095" y="2074573"/>
                </a:lnTo>
                <a:lnTo>
                  <a:pt x="643248" y="2055637"/>
                </a:lnTo>
                <a:lnTo>
                  <a:pt x="601383" y="2035131"/>
                </a:lnTo>
                <a:lnTo>
                  <a:pt x="560543" y="2013097"/>
                </a:lnTo>
                <a:lnTo>
                  <a:pt x="520772" y="1989574"/>
                </a:lnTo>
                <a:lnTo>
                  <a:pt x="482113" y="1964603"/>
                </a:lnTo>
                <a:lnTo>
                  <a:pt x="444610" y="1938226"/>
                </a:lnTo>
                <a:lnTo>
                  <a:pt x="408306" y="1910482"/>
                </a:lnTo>
                <a:lnTo>
                  <a:pt x="373245" y="1881413"/>
                </a:lnTo>
                <a:lnTo>
                  <a:pt x="339471" y="1851059"/>
                </a:lnTo>
                <a:lnTo>
                  <a:pt x="307026" y="1819461"/>
                </a:lnTo>
                <a:lnTo>
                  <a:pt x="275954" y="1786660"/>
                </a:lnTo>
                <a:lnTo>
                  <a:pt x="246300" y="1752695"/>
                </a:lnTo>
                <a:lnTo>
                  <a:pt x="218105" y="1717609"/>
                </a:lnTo>
                <a:lnTo>
                  <a:pt x="191415" y="1681441"/>
                </a:lnTo>
                <a:lnTo>
                  <a:pt x="166271" y="1644232"/>
                </a:lnTo>
                <a:lnTo>
                  <a:pt x="142719" y="1606024"/>
                </a:lnTo>
                <a:lnTo>
                  <a:pt x="120800" y="1566856"/>
                </a:lnTo>
                <a:lnTo>
                  <a:pt x="100560" y="1526769"/>
                </a:lnTo>
                <a:lnTo>
                  <a:pt x="82041" y="1485804"/>
                </a:lnTo>
                <a:lnTo>
                  <a:pt x="65286" y="1444002"/>
                </a:lnTo>
                <a:lnTo>
                  <a:pt x="50340" y="1401404"/>
                </a:lnTo>
                <a:lnTo>
                  <a:pt x="37245" y="1358049"/>
                </a:lnTo>
                <a:lnTo>
                  <a:pt x="26046" y="1313979"/>
                </a:lnTo>
                <a:lnTo>
                  <a:pt x="16785" y="1269235"/>
                </a:lnTo>
                <a:lnTo>
                  <a:pt x="9507" y="1223857"/>
                </a:lnTo>
                <a:lnTo>
                  <a:pt x="4254" y="1177885"/>
                </a:lnTo>
                <a:lnTo>
                  <a:pt x="1070" y="1131361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73296" y="3754882"/>
            <a:ext cx="781685" cy="133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264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0485" y="5944361"/>
            <a:ext cx="637540" cy="551815"/>
          </a:xfrm>
          <a:custGeom>
            <a:avLst/>
            <a:gdLst/>
            <a:ahLst/>
            <a:cxnLst/>
            <a:rect l="l" t="t" r="r" b="b"/>
            <a:pathLst>
              <a:path w="637539" h="551814">
                <a:moveTo>
                  <a:pt x="0" y="275844"/>
                </a:moveTo>
                <a:lnTo>
                  <a:pt x="4169" y="231099"/>
                </a:lnTo>
                <a:lnTo>
                  <a:pt x="16239" y="188654"/>
                </a:lnTo>
                <a:lnTo>
                  <a:pt x="35555" y="149075"/>
                </a:lnTo>
                <a:lnTo>
                  <a:pt x="61459" y="112932"/>
                </a:lnTo>
                <a:lnTo>
                  <a:pt x="93297" y="80791"/>
                </a:lnTo>
                <a:lnTo>
                  <a:pt x="130411" y="53220"/>
                </a:lnTo>
                <a:lnTo>
                  <a:pt x="172146" y="30788"/>
                </a:lnTo>
                <a:lnTo>
                  <a:pt x="217846" y="14062"/>
                </a:lnTo>
                <a:lnTo>
                  <a:pt x="266855" y="3610"/>
                </a:lnTo>
                <a:lnTo>
                  <a:pt x="318515" y="0"/>
                </a:lnTo>
                <a:lnTo>
                  <a:pt x="370176" y="3610"/>
                </a:lnTo>
                <a:lnTo>
                  <a:pt x="419185" y="14062"/>
                </a:lnTo>
                <a:lnTo>
                  <a:pt x="464885" y="30788"/>
                </a:lnTo>
                <a:lnTo>
                  <a:pt x="506620" y="53220"/>
                </a:lnTo>
                <a:lnTo>
                  <a:pt x="543734" y="80791"/>
                </a:lnTo>
                <a:lnTo>
                  <a:pt x="575572" y="112932"/>
                </a:lnTo>
                <a:lnTo>
                  <a:pt x="601476" y="149075"/>
                </a:lnTo>
                <a:lnTo>
                  <a:pt x="620792" y="188654"/>
                </a:lnTo>
                <a:lnTo>
                  <a:pt x="632862" y="231099"/>
                </a:lnTo>
                <a:lnTo>
                  <a:pt x="637031" y="275844"/>
                </a:lnTo>
                <a:lnTo>
                  <a:pt x="632862" y="320588"/>
                </a:lnTo>
                <a:lnTo>
                  <a:pt x="620792" y="363033"/>
                </a:lnTo>
                <a:lnTo>
                  <a:pt x="601476" y="402612"/>
                </a:lnTo>
                <a:lnTo>
                  <a:pt x="575572" y="438755"/>
                </a:lnTo>
                <a:lnTo>
                  <a:pt x="543734" y="470896"/>
                </a:lnTo>
                <a:lnTo>
                  <a:pt x="506620" y="498467"/>
                </a:lnTo>
                <a:lnTo>
                  <a:pt x="464885" y="520899"/>
                </a:lnTo>
                <a:lnTo>
                  <a:pt x="419185" y="537625"/>
                </a:lnTo>
                <a:lnTo>
                  <a:pt x="370176" y="548077"/>
                </a:lnTo>
                <a:lnTo>
                  <a:pt x="318515" y="551688"/>
                </a:lnTo>
                <a:lnTo>
                  <a:pt x="266855" y="548077"/>
                </a:lnTo>
                <a:lnTo>
                  <a:pt x="217846" y="537625"/>
                </a:lnTo>
                <a:lnTo>
                  <a:pt x="172146" y="520899"/>
                </a:lnTo>
                <a:lnTo>
                  <a:pt x="130411" y="498467"/>
                </a:lnTo>
                <a:lnTo>
                  <a:pt x="93297" y="470896"/>
                </a:lnTo>
                <a:lnTo>
                  <a:pt x="61459" y="438755"/>
                </a:lnTo>
                <a:lnTo>
                  <a:pt x="35555" y="402612"/>
                </a:lnTo>
                <a:lnTo>
                  <a:pt x="16239" y="363033"/>
                </a:lnTo>
                <a:lnTo>
                  <a:pt x="4169" y="320588"/>
                </a:lnTo>
                <a:lnTo>
                  <a:pt x="0" y="2758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22069" y="2975610"/>
            <a:ext cx="637540" cy="591820"/>
          </a:xfrm>
          <a:custGeom>
            <a:avLst/>
            <a:gdLst/>
            <a:ahLst/>
            <a:cxnLst/>
            <a:rect l="l" t="t" r="r" b="b"/>
            <a:pathLst>
              <a:path w="637539" h="591820">
                <a:moveTo>
                  <a:pt x="0" y="295655"/>
                </a:moveTo>
                <a:lnTo>
                  <a:pt x="3453" y="251958"/>
                </a:lnTo>
                <a:lnTo>
                  <a:pt x="13486" y="210253"/>
                </a:lnTo>
                <a:lnTo>
                  <a:pt x="29606" y="170999"/>
                </a:lnTo>
                <a:lnTo>
                  <a:pt x="51319" y="134652"/>
                </a:lnTo>
                <a:lnTo>
                  <a:pt x="78132" y="101669"/>
                </a:lnTo>
                <a:lnTo>
                  <a:pt x="109552" y="72507"/>
                </a:lnTo>
                <a:lnTo>
                  <a:pt x="145088" y="47622"/>
                </a:lnTo>
                <a:lnTo>
                  <a:pt x="184244" y="27473"/>
                </a:lnTo>
                <a:lnTo>
                  <a:pt x="226530" y="12514"/>
                </a:lnTo>
                <a:lnTo>
                  <a:pt x="271451" y="3204"/>
                </a:lnTo>
                <a:lnTo>
                  <a:pt x="318516" y="0"/>
                </a:lnTo>
                <a:lnTo>
                  <a:pt x="365580" y="3204"/>
                </a:lnTo>
                <a:lnTo>
                  <a:pt x="410501" y="12514"/>
                </a:lnTo>
                <a:lnTo>
                  <a:pt x="452787" y="27473"/>
                </a:lnTo>
                <a:lnTo>
                  <a:pt x="491943" y="47622"/>
                </a:lnTo>
                <a:lnTo>
                  <a:pt x="527479" y="72507"/>
                </a:lnTo>
                <a:lnTo>
                  <a:pt x="558899" y="101669"/>
                </a:lnTo>
                <a:lnTo>
                  <a:pt x="585712" y="134652"/>
                </a:lnTo>
                <a:lnTo>
                  <a:pt x="607425" y="170999"/>
                </a:lnTo>
                <a:lnTo>
                  <a:pt x="623545" y="210253"/>
                </a:lnTo>
                <a:lnTo>
                  <a:pt x="633578" y="251958"/>
                </a:lnTo>
                <a:lnTo>
                  <a:pt x="637032" y="295655"/>
                </a:lnTo>
                <a:lnTo>
                  <a:pt x="633578" y="339353"/>
                </a:lnTo>
                <a:lnTo>
                  <a:pt x="623545" y="381058"/>
                </a:lnTo>
                <a:lnTo>
                  <a:pt x="607425" y="420312"/>
                </a:lnTo>
                <a:lnTo>
                  <a:pt x="585712" y="456659"/>
                </a:lnTo>
                <a:lnTo>
                  <a:pt x="558899" y="489642"/>
                </a:lnTo>
                <a:lnTo>
                  <a:pt x="527479" y="518804"/>
                </a:lnTo>
                <a:lnTo>
                  <a:pt x="491943" y="543689"/>
                </a:lnTo>
                <a:lnTo>
                  <a:pt x="452787" y="563838"/>
                </a:lnTo>
                <a:lnTo>
                  <a:pt x="410501" y="578797"/>
                </a:lnTo>
                <a:lnTo>
                  <a:pt x="365580" y="588107"/>
                </a:lnTo>
                <a:lnTo>
                  <a:pt x="318516" y="591312"/>
                </a:lnTo>
                <a:lnTo>
                  <a:pt x="271451" y="588107"/>
                </a:lnTo>
                <a:lnTo>
                  <a:pt x="226530" y="578797"/>
                </a:lnTo>
                <a:lnTo>
                  <a:pt x="184244" y="563838"/>
                </a:lnTo>
                <a:lnTo>
                  <a:pt x="145088" y="543689"/>
                </a:lnTo>
                <a:lnTo>
                  <a:pt x="109552" y="518804"/>
                </a:lnTo>
                <a:lnTo>
                  <a:pt x="78132" y="489642"/>
                </a:lnTo>
                <a:lnTo>
                  <a:pt x="51319" y="456659"/>
                </a:lnTo>
                <a:lnTo>
                  <a:pt x="29606" y="420312"/>
                </a:lnTo>
                <a:lnTo>
                  <a:pt x="13486" y="381058"/>
                </a:lnTo>
                <a:lnTo>
                  <a:pt x="3453" y="339353"/>
                </a:lnTo>
                <a:lnTo>
                  <a:pt x="0" y="2956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2345" y="2378201"/>
            <a:ext cx="2316480" cy="2169160"/>
          </a:xfrm>
          <a:custGeom>
            <a:avLst/>
            <a:gdLst/>
            <a:ahLst/>
            <a:cxnLst/>
            <a:rect l="l" t="t" r="r" b="b"/>
            <a:pathLst>
              <a:path w="2316480" h="2169160">
                <a:moveTo>
                  <a:pt x="0" y="1084326"/>
                </a:moveTo>
                <a:lnTo>
                  <a:pt x="1070" y="1037294"/>
                </a:lnTo>
                <a:lnTo>
                  <a:pt x="4251" y="990773"/>
                </a:lnTo>
                <a:lnTo>
                  <a:pt x="9500" y="944805"/>
                </a:lnTo>
                <a:lnTo>
                  <a:pt x="16774" y="899429"/>
                </a:lnTo>
                <a:lnTo>
                  <a:pt x="26028" y="854687"/>
                </a:lnTo>
                <a:lnTo>
                  <a:pt x="37220" y="810619"/>
                </a:lnTo>
                <a:lnTo>
                  <a:pt x="50305" y="767266"/>
                </a:lnTo>
                <a:lnTo>
                  <a:pt x="65242" y="724669"/>
                </a:lnTo>
                <a:lnTo>
                  <a:pt x="81985" y="682868"/>
                </a:lnTo>
                <a:lnTo>
                  <a:pt x="100492" y="641904"/>
                </a:lnTo>
                <a:lnTo>
                  <a:pt x="120718" y="601818"/>
                </a:lnTo>
                <a:lnTo>
                  <a:pt x="142622" y="562650"/>
                </a:lnTo>
                <a:lnTo>
                  <a:pt x="166159" y="524441"/>
                </a:lnTo>
                <a:lnTo>
                  <a:pt x="191285" y="487232"/>
                </a:lnTo>
                <a:lnTo>
                  <a:pt x="217958" y="451064"/>
                </a:lnTo>
                <a:lnTo>
                  <a:pt x="246133" y="415977"/>
                </a:lnTo>
                <a:lnTo>
                  <a:pt x="275768" y="382012"/>
                </a:lnTo>
                <a:lnTo>
                  <a:pt x="306819" y="349210"/>
                </a:lnTo>
                <a:lnTo>
                  <a:pt x="339242" y="317611"/>
                </a:lnTo>
                <a:lnTo>
                  <a:pt x="372994" y="287256"/>
                </a:lnTo>
                <a:lnTo>
                  <a:pt x="408032" y="258185"/>
                </a:lnTo>
                <a:lnTo>
                  <a:pt x="444311" y="230441"/>
                </a:lnTo>
                <a:lnTo>
                  <a:pt x="481789" y="204062"/>
                </a:lnTo>
                <a:lnTo>
                  <a:pt x="520423" y="179090"/>
                </a:lnTo>
                <a:lnTo>
                  <a:pt x="560168" y="155566"/>
                </a:lnTo>
                <a:lnTo>
                  <a:pt x="600981" y="133530"/>
                </a:lnTo>
                <a:lnTo>
                  <a:pt x="642819" y="113023"/>
                </a:lnTo>
                <a:lnTo>
                  <a:pt x="685638" y="94086"/>
                </a:lnTo>
                <a:lnTo>
                  <a:pt x="729395" y="76759"/>
                </a:lnTo>
                <a:lnTo>
                  <a:pt x="774047" y="61083"/>
                </a:lnTo>
                <a:lnTo>
                  <a:pt x="819549" y="47099"/>
                </a:lnTo>
                <a:lnTo>
                  <a:pt x="865859" y="34847"/>
                </a:lnTo>
                <a:lnTo>
                  <a:pt x="912932" y="24369"/>
                </a:lnTo>
                <a:lnTo>
                  <a:pt x="960727" y="15705"/>
                </a:lnTo>
                <a:lnTo>
                  <a:pt x="1009198" y="8895"/>
                </a:lnTo>
                <a:lnTo>
                  <a:pt x="1058303" y="3980"/>
                </a:lnTo>
                <a:lnTo>
                  <a:pt x="1107998" y="1001"/>
                </a:lnTo>
                <a:lnTo>
                  <a:pt x="1158240" y="0"/>
                </a:lnTo>
                <a:lnTo>
                  <a:pt x="1208483" y="1001"/>
                </a:lnTo>
                <a:lnTo>
                  <a:pt x="1258180" y="3980"/>
                </a:lnTo>
                <a:lnTo>
                  <a:pt x="1307286" y="8895"/>
                </a:lnTo>
                <a:lnTo>
                  <a:pt x="1355759" y="15705"/>
                </a:lnTo>
                <a:lnTo>
                  <a:pt x="1403554" y="24369"/>
                </a:lnTo>
                <a:lnTo>
                  <a:pt x="1450629" y="34847"/>
                </a:lnTo>
                <a:lnTo>
                  <a:pt x="1496939" y="47099"/>
                </a:lnTo>
                <a:lnTo>
                  <a:pt x="1542442" y="61083"/>
                </a:lnTo>
                <a:lnTo>
                  <a:pt x="1587094" y="76759"/>
                </a:lnTo>
                <a:lnTo>
                  <a:pt x="1630852" y="94086"/>
                </a:lnTo>
                <a:lnTo>
                  <a:pt x="1673671" y="113023"/>
                </a:lnTo>
                <a:lnTo>
                  <a:pt x="1715509" y="133530"/>
                </a:lnTo>
                <a:lnTo>
                  <a:pt x="1756322" y="155566"/>
                </a:lnTo>
                <a:lnTo>
                  <a:pt x="1796067" y="179090"/>
                </a:lnTo>
                <a:lnTo>
                  <a:pt x="1834701" y="204062"/>
                </a:lnTo>
                <a:lnTo>
                  <a:pt x="1872179" y="230441"/>
                </a:lnTo>
                <a:lnTo>
                  <a:pt x="1908458" y="258185"/>
                </a:lnTo>
                <a:lnTo>
                  <a:pt x="1943495" y="287256"/>
                </a:lnTo>
                <a:lnTo>
                  <a:pt x="1977247" y="317611"/>
                </a:lnTo>
                <a:lnTo>
                  <a:pt x="2009669" y="349210"/>
                </a:lnTo>
                <a:lnTo>
                  <a:pt x="2040719" y="382012"/>
                </a:lnTo>
                <a:lnTo>
                  <a:pt x="2070354" y="415977"/>
                </a:lnTo>
                <a:lnTo>
                  <a:pt x="2098528" y="451064"/>
                </a:lnTo>
                <a:lnTo>
                  <a:pt x="2125201" y="487232"/>
                </a:lnTo>
                <a:lnTo>
                  <a:pt x="2150326" y="524441"/>
                </a:lnTo>
                <a:lnTo>
                  <a:pt x="2173862" y="562650"/>
                </a:lnTo>
                <a:lnTo>
                  <a:pt x="2195765" y="601818"/>
                </a:lnTo>
                <a:lnTo>
                  <a:pt x="2215991" y="641904"/>
                </a:lnTo>
                <a:lnTo>
                  <a:pt x="2234498" y="682868"/>
                </a:lnTo>
                <a:lnTo>
                  <a:pt x="2251240" y="724669"/>
                </a:lnTo>
                <a:lnTo>
                  <a:pt x="2266176" y="767266"/>
                </a:lnTo>
                <a:lnTo>
                  <a:pt x="2279261" y="810619"/>
                </a:lnTo>
                <a:lnTo>
                  <a:pt x="2290452" y="854687"/>
                </a:lnTo>
                <a:lnTo>
                  <a:pt x="2299706" y="899429"/>
                </a:lnTo>
                <a:lnTo>
                  <a:pt x="2306979" y="944805"/>
                </a:lnTo>
                <a:lnTo>
                  <a:pt x="2312228" y="990773"/>
                </a:lnTo>
                <a:lnTo>
                  <a:pt x="2315409" y="1037294"/>
                </a:lnTo>
                <a:lnTo>
                  <a:pt x="2316480" y="1084326"/>
                </a:lnTo>
                <a:lnTo>
                  <a:pt x="2315409" y="1131357"/>
                </a:lnTo>
                <a:lnTo>
                  <a:pt x="2312228" y="1177878"/>
                </a:lnTo>
                <a:lnTo>
                  <a:pt x="2306979" y="1223846"/>
                </a:lnTo>
                <a:lnTo>
                  <a:pt x="2299706" y="1269222"/>
                </a:lnTo>
                <a:lnTo>
                  <a:pt x="2290452" y="1313964"/>
                </a:lnTo>
                <a:lnTo>
                  <a:pt x="2279261" y="1358032"/>
                </a:lnTo>
                <a:lnTo>
                  <a:pt x="2266176" y="1401385"/>
                </a:lnTo>
                <a:lnTo>
                  <a:pt x="2251240" y="1443982"/>
                </a:lnTo>
                <a:lnTo>
                  <a:pt x="2234498" y="1485783"/>
                </a:lnTo>
                <a:lnTo>
                  <a:pt x="2215991" y="1526747"/>
                </a:lnTo>
                <a:lnTo>
                  <a:pt x="2195765" y="1566833"/>
                </a:lnTo>
                <a:lnTo>
                  <a:pt x="2173862" y="1606001"/>
                </a:lnTo>
                <a:lnTo>
                  <a:pt x="2150326" y="1644210"/>
                </a:lnTo>
                <a:lnTo>
                  <a:pt x="2125201" y="1681419"/>
                </a:lnTo>
                <a:lnTo>
                  <a:pt x="2098528" y="1717587"/>
                </a:lnTo>
                <a:lnTo>
                  <a:pt x="2070354" y="1752674"/>
                </a:lnTo>
                <a:lnTo>
                  <a:pt x="2040719" y="1786639"/>
                </a:lnTo>
                <a:lnTo>
                  <a:pt x="2009669" y="1819441"/>
                </a:lnTo>
                <a:lnTo>
                  <a:pt x="1977247" y="1851040"/>
                </a:lnTo>
                <a:lnTo>
                  <a:pt x="1943495" y="1881395"/>
                </a:lnTo>
                <a:lnTo>
                  <a:pt x="1908458" y="1910466"/>
                </a:lnTo>
                <a:lnTo>
                  <a:pt x="1872179" y="1938210"/>
                </a:lnTo>
                <a:lnTo>
                  <a:pt x="1834701" y="1964589"/>
                </a:lnTo>
                <a:lnTo>
                  <a:pt x="1796067" y="1989561"/>
                </a:lnTo>
                <a:lnTo>
                  <a:pt x="1756322" y="2013085"/>
                </a:lnTo>
                <a:lnTo>
                  <a:pt x="1715509" y="2035121"/>
                </a:lnTo>
                <a:lnTo>
                  <a:pt x="1673671" y="2055628"/>
                </a:lnTo>
                <a:lnTo>
                  <a:pt x="1630852" y="2074565"/>
                </a:lnTo>
                <a:lnTo>
                  <a:pt x="1587094" y="2091892"/>
                </a:lnTo>
                <a:lnTo>
                  <a:pt x="1542442" y="2107568"/>
                </a:lnTo>
                <a:lnTo>
                  <a:pt x="1496939" y="2121552"/>
                </a:lnTo>
                <a:lnTo>
                  <a:pt x="1450629" y="2133804"/>
                </a:lnTo>
                <a:lnTo>
                  <a:pt x="1403554" y="2144282"/>
                </a:lnTo>
                <a:lnTo>
                  <a:pt x="1355759" y="2152946"/>
                </a:lnTo>
                <a:lnTo>
                  <a:pt x="1307286" y="2159756"/>
                </a:lnTo>
                <a:lnTo>
                  <a:pt x="1258180" y="2164671"/>
                </a:lnTo>
                <a:lnTo>
                  <a:pt x="1208483" y="2167650"/>
                </a:lnTo>
                <a:lnTo>
                  <a:pt x="1158240" y="2168652"/>
                </a:lnTo>
                <a:lnTo>
                  <a:pt x="1107998" y="2167650"/>
                </a:lnTo>
                <a:lnTo>
                  <a:pt x="1058303" y="2164671"/>
                </a:lnTo>
                <a:lnTo>
                  <a:pt x="1009198" y="2159756"/>
                </a:lnTo>
                <a:lnTo>
                  <a:pt x="960727" y="2152946"/>
                </a:lnTo>
                <a:lnTo>
                  <a:pt x="912932" y="2144282"/>
                </a:lnTo>
                <a:lnTo>
                  <a:pt x="865859" y="2133804"/>
                </a:lnTo>
                <a:lnTo>
                  <a:pt x="819549" y="2121552"/>
                </a:lnTo>
                <a:lnTo>
                  <a:pt x="774047" y="2107568"/>
                </a:lnTo>
                <a:lnTo>
                  <a:pt x="729395" y="2091892"/>
                </a:lnTo>
                <a:lnTo>
                  <a:pt x="685638" y="2074565"/>
                </a:lnTo>
                <a:lnTo>
                  <a:pt x="642819" y="2055628"/>
                </a:lnTo>
                <a:lnTo>
                  <a:pt x="600981" y="2035121"/>
                </a:lnTo>
                <a:lnTo>
                  <a:pt x="560168" y="2013085"/>
                </a:lnTo>
                <a:lnTo>
                  <a:pt x="520423" y="1989561"/>
                </a:lnTo>
                <a:lnTo>
                  <a:pt x="481789" y="1964589"/>
                </a:lnTo>
                <a:lnTo>
                  <a:pt x="444311" y="1938210"/>
                </a:lnTo>
                <a:lnTo>
                  <a:pt x="408032" y="1910466"/>
                </a:lnTo>
                <a:lnTo>
                  <a:pt x="372994" y="1881395"/>
                </a:lnTo>
                <a:lnTo>
                  <a:pt x="339242" y="1851040"/>
                </a:lnTo>
                <a:lnTo>
                  <a:pt x="306819" y="1819441"/>
                </a:lnTo>
                <a:lnTo>
                  <a:pt x="275768" y="1786639"/>
                </a:lnTo>
                <a:lnTo>
                  <a:pt x="246133" y="1752674"/>
                </a:lnTo>
                <a:lnTo>
                  <a:pt x="217958" y="1717587"/>
                </a:lnTo>
                <a:lnTo>
                  <a:pt x="191285" y="1681419"/>
                </a:lnTo>
                <a:lnTo>
                  <a:pt x="166159" y="1644210"/>
                </a:lnTo>
                <a:lnTo>
                  <a:pt x="142622" y="1606001"/>
                </a:lnTo>
                <a:lnTo>
                  <a:pt x="120718" y="1566833"/>
                </a:lnTo>
                <a:lnTo>
                  <a:pt x="100492" y="1526747"/>
                </a:lnTo>
                <a:lnTo>
                  <a:pt x="81985" y="1485783"/>
                </a:lnTo>
                <a:lnTo>
                  <a:pt x="65242" y="1443982"/>
                </a:lnTo>
                <a:lnTo>
                  <a:pt x="50305" y="1401385"/>
                </a:lnTo>
                <a:lnTo>
                  <a:pt x="37220" y="1358032"/>
                </a:lnTo>
                <a:lnTo>
                  <a:pt x="26028" y="1313964"/>
                </a:lnTo>
                <a:lnTo>
                  <a:pt x="16774" y="1269222"/>
                </a:lnTo>
                <a:lnTo>
                  <a:pt x="9500" y="1223846"/>
                </a:lnTo>
                <a:lnTo>
                  <a:pt x="4251" y="1177878"/>
                </a:lnTo>
                <a:lnTo>
                  <a:pt x="1070" y="1131357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14450" y="3736085"/>
            <a:ext cx="638810" cy="553720"/>
          </a:xfrm>
          <a:custGeom>
            <a:avLst/>
            <a:gdLst/>
            <a:ahLst/>
            <a:cxnLst/>
            <a:rect l="l" t="t" r="r" b="b"/>
            <a:pathLst>
              <a:path w="638810" h="553720">
                <a:moveTo>
                  <a:pt x="0" y="276606"/>
                </a:moveTo>
                <a:lnTo>
                  <a:pt x="4180" y="231735"/>
                </a:lnTo>
                <a:lnTo>
                  <a:pt x="16282" y="189171"/>
                </a:lnTo>
                <a:lnTo>
                  <a:pt x="35647" y="149482"/>
                </a:lnTo>
                <a:lnTo>
                  <a:pt x="61618" y="113239"/>
                </a:lnTo>
                <a:lnTo>
                  <a:pt x="93535" y="81010"/>
                </a:lnTo>
                <a:lnTo>
                  <a:pt x="130740" y="53364"/>
                </a:lnTo>
                <a:lnTo>
                  <a:pt x="172576" y="30871"/>
                </a:lnTo>
                <a:lnTo>
                  <a:pt x="218383" y="14100"/>
                </a:lnTo>
                <a:lnTo>
                  <a:pt x="267503" y="3619"/>
                </a:lnTo>
                <a:lnTo>
                  <a:pt x="319277" y="0"/>
                </a:lnTo>
                <a:lnTo>
                  <a:pt x="371052" y="3619"/>
                </a:lnTo>
                <a:lnTo>
                  <a:pt x="420172" y="14100"/>
                </a:lnTo>
                <a:lnTo>
                  <a:pt x="465979" y="30871"/>
                </a:lnTo>
                <a:lnTo>
                  <a:pt x="507815" y="53364"/>
                </a:lnTo>
                <a:lnTo>
                  <a:pt x="545020" y="81010"/>
                </a:lnTo>
                <a:lnTo>
                  <a:pt x="576937" y="113239"/>
                </a:lnTo>
                <a:lnTo>
                  <a:pt x="602908" y="149482"/>
                </a:lnTo>
                <a:lnTo>
                  <a:pt x="622273" y="189171"/>
                </a:lnTo>
                <a:lnTo>
                  <a:pt x="634375" y="231735"/>
                </a:lnTo>
                <a:lnTo>
                  <a:pt x="638556" y="276606"/>
                </a:lnTo>
                <a:lnTo>
                  <a:pt x="634375" y="321476"/>
                </a:lnTo>
                <a:lnTo>
                  <a:pt x="622273" y="364040"/>
                </a:lnTo>
                <a:lnTo>
                  <a:pt x="602908" y="403729"/>
                </a:lnTo>
                <a:lnTo>
                  <a:pt x="576937" y="439972"/>
                </a:lnTo>
                <a:lnTo>
                  <a:pt x="545020" y="472201"/>
                </a:lnTo>
                <a:lnTo>
                  <a:pt x="507815" y="499847"/>
                </a:lnTo>
                <a:lnTo>
                  <a:pt x="465979" y="522340"/>
                </a:lnTo>
                <a:lnTo>
                  <a:pt x="420172" y="539111"/>
                </a:lnTo>
                <a:lnTo>
                  <a:pt x="371052" y="549592"/>
                </a:lnTo>
                <a:lnTo>
                  <a:pt x="319277" y="553212"/>
                </a:lnTo>
                <a:lnTo>
                  <a:pt x="267503" y="549592"/>
                </a:lnTo>
                <a:lnTo>
                  <a:pt x="218383" y="539111"/>
                </a:lnTo>
                <a:lnTo>
                  <a:pt x="172576" y="522340"/>
                </a:lnTo>
                <a:lnTo>
                  <a:pt x="130740" y="499847"/>
                </a:lnTo>
                <a:lnTo>
                  <a:pt x="93535" y="472201"/>
                </a:lnTo>
                <a:lnTo>
                  <a:pt x="61618" y="439972"/>
                </a:lnTo>
                <a:lnTo>
                  <a:pt x="35647" y="403729"/>
                </a:lnTo>
                <a:lnTo>
                  <a:pt x="16282" y="364040"/>
                </a:lnTo>
                <a:lnTo>
                  <a:pt x="4180" y="321476"/>
                </a:lnTo>
                <a:lnTo>
                  <a:pt x="0" y="27660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90777" y="2949206"/>
            <a:ext cx="483870" cy="130873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3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1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689" y="2831414"/>
            <a:ext cx="5810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spc="7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27582" y="5074158"/>
            <a:ext cx="637540" cy="631190"/>
          </a:xfrm>
          <a:custGeom>
            <a:avLst/>
            <a:gdLst/>
            <a:ahLst/>
            <a:cxnLst/>
            <a:rect l="l" t="t" r="r" b="b"/>
            <a:pathLst>
              <a:path w="637539" h="631189">
                <a:moveTo>
                  <a:pt x="0" y="315468"/>
                </a:moveTo>
                <a:lnTo>
                  <a:pt x="3453" y="268846"/>
                </a:lnTo>
                <a:lnTo>
                  <a:pt x="13486" y="224350"/>
                </a:lnTo>
                <a:lnTo>
                  <a:pt x="29606" y="182467"/>
                </a:lnTo>
                <a:lnTo>
                  <a:pt x="51319" y="143685"/>
                </a:lnTo>
                <a:lnTo>
                  <a:pt x="78132" y="108491"/>
                </a:lnTo>
                <a:lnTo>
                  <a:pt x="109552" y="77373"/>
                </a:lnTo>
                <a:lnTo>
                  <a:pt x="145088" y="50819"/>
                </a:lnTo>
                <a:lnTo>
                  <a:pt x="184244" y="29317"/>
                </a:lnTo>
                <a:lnTo>
                  <a:pt x="226530" y="13355"/>
                </a:lnTo>
                <a:lnTo>
                  <a:pt x="271451" y="3420"/>
                </a:lnTo>
                <a:lnTo>
                  <a:pt x="318516" y="0"/>
                </a:lnTo>
                <a:lnTo>
                  <a:pt x="365580" y="3420"/>
                </a:lnTo>
                <a:lnTo>
                  <a:pt x="410501" y="13355"/>
                </a:lnTo>
                <a:lnTo>
                  <a:pt x="452787" y="29317"/>
                </a:lnTo>
                <a:lnTo>
                  <a:pt x="491943" y="50819"/>
                </a:lnTo>
                <a:lnTo>
                  <a:pt x="527479" y="77373"/>
                </a:lnTo>
                <a:lnTo>
                  <a:pt x="558899" y="108491"/>
                </a:lnTo>
                <a:lnTo>
                  <a:pt x="585712" y="143685"/>
                </a:lnTo>
                <a:lnTo>
                  <a:pt x="607425" y="182467"/>
                </a:lnTo>
                <a:lnTo>
                  <a:pt x="623545" y="224350"/>
                </a:lnTo>
                <a:lnTo>
                  <a:pt x="633578" y="268846"/>
                </a:lnTo>
                <a:lnTo>
                  <a:pt x="637032" y="315468"/>
                </a:lnTo>
                <a:lnTo>
                  <a:pt x="633578" y="362089"/>
                </a:lnTo>
                <a:lnTo>
                  <a:pt x="623545" y="406585"/>
                </a:lnTo>
                <a:lnTo>
                  <a:pt x="607425" y="448468"/>
                </a:lnTo>
                <a:lnTo>
                  <a:pt x="585712" y="487250"/>
                </a:lnTo>
                <a:lnTo>
                  <a:pt x="558899" y="522444"/>
                </a:lnTo>
                <a:lnTo>
                  <a:pt x="527479" y="553562"/>
                </a:lnTo>
                <a:lnTo>
                  <a:pt x="491943" y="580116"/>
                </a:lnTo>
                <a:lnTo>
                  <a:pt x="452787" y="601618"/>
                </a:lnTo>
                <a:lnTo>
                  <a:pt x="410501" y="617580"/>
                </a:lnTo>
                <a:lnTo>
                  <a:pt x="365580" y="627515"/>
                </a:lnTo>
                <a:lnTo>
                  <a:pt x="318516" y="630936"/>
                </a:lnTo>
                <a:lnTo>
                  <a:pt x="271451" y="627515"/>
                </a:lnTo>
                <a:lnTo>
                  <a:pt x="226530" y="617580"/>
                </a:lnTo>
                <a:lnTo>
                  <a:pt x="184244" y="601618"/>
                </a:lnTo>
                <a:lnTo>
                  <a:pt x="145088" y="580116"/>
                </a:lnTo>
                <a:lnTo>
                  <a:pt x="109552" y="553562"/>
                </a:lnTo>
                <a:lnTo>
                  <a:pt x="78132" y="522444"/>
                </a:lnTo>
                <a:lnTo>
                  <a:pt x="51319" y="487250"/>
                </a:lnTo>
                <a:lnTo>
                  <a:pt x="29606" y="448468"/>
                </a:lnTo>
                <a:lnTo>
                  <a:pt x="13486" y="406585"/>
                </a:lnTo>
                <a:lnTo>
                  <a:pt x="3453" y="362089"/>
                </a:lnTo>
                <a:lnTo>
                  <a:pt x="0" y="31546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15211" y="5220716"/>
            <a:ext cx="4603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7565" y="4645914"/>
            <a:ext cx="2318385" cy="2169160"/>
          </a:xfrm>
          <a:custGeom>
            <a:avLst/>
            <a:gdLst/>
            <a:ahLst/>
            <a:cxnLst/>
            <a:rect l="l" t="t" r="r" b="b"/>
            <a:pathLst>
              <a:path w="2318385" h="2169159">
                <a:moveTo>
                  <a:pt x="0" y="1084326"/>
                </a:moveTo>
                <a:lnTo>
                  <a:pt x="1070" y="1037294"/>
                </a:lnTo>
                <a:lnTo>
                  <a:pt x="4254" y="990773"/>
                </a:lnTo>
                <a:lnTo>
                  <a:pt x="9506" y="944805"/>
                </a:lnTo>
                <a:lnTo>
                  <a:pt x="16784" y="899429"/>
                </a:lnTo>
                <a:lnTo>
                  <a:pt x="26045" y="854687"/>
                </a:lnTo>
                <a:lnTo>
                  <a:pt x="37243" y="810619"/>
                </a:lnTo>
                <a:lnTo>
                  <a:pt x="50338" y="767266"/>
                </a:lnTo>
                <a:lnTo>
                  <a:pt x="65283" y="724669"/>
                </a:lnTo>
                <a:lnTo>
                  <a:pt x="82037" y="682868"/>
                </a:lnTo>
                <a:lnTo>
                  <a:pt x="100556" y="641904"/>
                </a:lnTo>
                <a:lnTo>
                  <a:pt x="120796" y="601818"/>
                </a:lnTo>
                <a:lnTo>
                  <a:pt x="142713" y="562650"/>
                </a:lnTo>
                <a:lnTo>
                  <a:pt x="166265" y="524441"/>
                </a:lnTo>
                <a:lnTo>
                  <a:pt x="191408" y="487232"/>
                </a:lnTo>
                <a:lnTo>
                  <a:pt x="218098" y="451064"/>
                </a:lnTo>
                <a:lnTo>
                  <a:pt x="246292" y="415977"/>
                </a:lnTo>
                <a:lnTo>
                  <a:pt x="275946" y="382012"/>
                </a:lnTo>
                <a:lnTo>
                  <a:pt x="307017" y="349210"/>
                </a:lnTo>
                <a:lnTo>
                  <a:pt x="339461" y="317611"/>
                </a:lnTo>
                <a:lnTo>
                  <a:pt x="373235" y="287256"/>
                </a:lnTo>
                <a:lnTo>
                  <a:pt x="408296" y="258185"/>
                </a:lnTo>
                <a:lnTo>
                  <a:pt x="444599" y="230441"/>
                </a:lnTo>
                <a:lnTo>
                  <a:pt x="482102" y="204062"/>
                </a:lnTo>
                <a:lnTo>
                  <a:pt x="520760" y="179090"/>
                </a:lnTo>
                <a:lnTo>
                  <a:pt x="560531" y="155566"/>
                </a:lnTo>
                <a:lnTo>
                  <a:pt x="601372" y="133530"/>
                </a:lnTo>
                <a:lnTo>
                  <a:pt x="643237" y="113023"/>
                </a:lnTo>
                <a:lnTo>
                  <a:pt x="686085" y="94086"/>
                </a:lnTo>
                <a:lnTo>
                  <a:pt x="729871" y="76759"/>
                </a:lnTo>
                <a:lnTo>
                  <a:pt x="774552" y="61083"/>
                </a:lnTo>
                <a:lnTo>
                  <a:pt x="820084" y="47099"/>
                </a:lnTo>
                <a:lnTo>
                  <a:pt x="866425" y="34847"/>
                </a:lnTo>
                <a:lnTo>
                  <a:pt x="913530" y="24369"/>
                </a:lnTo>
                <a:lnTo>
                  <a:pt x="961356" y="15705"/>
                </a:lnTo>
                <a:lnTo>
                  <a:pt x="1009860" y="8895"/>
                </a:lnTo>
                <a:lnTo>
                  <a:pt x="1058997" y="3980"/>
                </a:lnTo>
                <a:lnTo>
                  <a:pt x="1108726" y="1001"/>
                </a:lnTo>
                <a:lnTo>
                  <a:pt x="1159002" y="0"/>
                </a:lnTo>
                <a:lnTo>
                  <a:pt x="1209275" y="1001"/>
                </a:lnTo>
                <a:lnTo>
                  <a:pt x="1259002" y="3980"/>
                </a:lnTo>
                <a:lnTo>
                  <a:pt x="1308138" y="8895"/>
                </a:lnTo>
                <a:lnTo>
                  <a:pt x="1356641" y="15705"/>
                </a:lnTo>
                <a:lnTo>
                  <a:pt x="1404466" y="24369"/>
                </a:lnTo>
                <a:lnTo>
                  <a:pt x="1451570" y="34847"/>
                </a:lnTo>
                <a:lnTo>
                  <a:pt x="1497910" y="47099"/>
                </a:lnTo>
                <a:lnTo>
                  <a:pt x="1543441" y="61083"/>
                </a:lnTo>
                <a:lnTo>
                  <a:pt x="1588122" y="76759"/>
                </a:lnTo>
                <a:lnTo>
                  <a:pt x="1631908" y="94086"/>
                </a:lnTo>
                <a:lnTo>
                  <a:pt x="1674755" y="113023"/>
                </a:lnTo>
                <a:lnTo>
                  <a:pt x="1716620" y="133530"/>
                </a:lnTo>
                <a:lnTo>
                  <a:pt x="1757460" y="155566"/>
                </a:lnTo>
                <a:lnTo>
                  <a:pt x="1797231" y="179090"/>
                </a:lnTo>
                <a:lnTo>
                  <a:pt x="1835890" y="204062"/>
                </a:lnTo>
                <a:lnTo>
                  <a:pt x="1873393" y="230441"/>
                </a:lnTo>
                <a:lnTo>
                  <a:pt x="1909697" y="258185"/>
                </a:lnTo>
                <a:lnTo>
                  <a:pt x="1944758" y="287256"/>
                </a:lnTo>
                <a:lnTo>
                  <a:pt x="1978533" y="317611"/>
                </a:lnTo>
                <a:lnTo>
                  <a:pt x="2010977" y="349210"/>
                </a:lnTo>
                <a:lnTo>
                  <a:pt x="2042049" y="382012"/>
                </a:lnTo>
                <a:lnTo>
                  <a:pt x="2071703" y="415977"/>
                </a:lnTo>
                <a:lnTo>
                  <a:pt x="2099898" y="451064"/>
                </a:lnTo>
                <a:lnTo>
                  <a:pt x="2126588" y="487232"/>
                </a:lnTo>
                <a:lnTo>
                  <a:pt x="2151732" y="524441"/>
                </a:lnTo>
                <a:lnTo>
                  <a:pt x="2175284" y="562650"/>
                </a:lnTo>
                <a:lnTo>
                  <a:pt x="2197203" y="601818"/>
                </a:lnTo>
                <a:lnTo>
                  <a:pt x="2217443" y="641904"/>
                </a:lnTo>
                <a:lnTo>
                  <a:pt x="2235962" y="682868"/>
                </a:lnTo>
                <a:lnTo>
                  <a:pt x="2252717" y="724669"/>
                </a:lnTo>
                <a:lnTo>
                  <a:pt x="2267663" y="767266"/>
                </a:lnTo>
                <a:lnTo>
                  <a:pt x="2280758" y="810619"/>
                </a:lnTo>
                <a:lnTo>
                  <a:pt x="2291957" y="854687"/>
                </a:lnTo>
                <a:lnTo>
                  <a:pt x="2301218" y="899429"/>
                </a:lnTo>
                <a:lnTo>
                  <a:pt x="2308496" y="944805"/>
                </a:lnTo>
                <a:lnTo>
                  <a:pt x="2313749" y="990773"/>
                </a:lnTo>
                <a:lnTo>
                  <a:pt x="2316933" y="1037294"/>
                </a:lnTo>
                <a:lnTo>
                  <a:pt x="2318004" y="1084326"/>
                </a:lnTo>
                <a:lnTo>
                  <a:pt x="2316933" y="1131361"/>
                </a:lnTo>
                <a:lnTo>
                  <a:pt x="2313749" y="1177885"/>
                </a:lnTo>
                <a:lnTo>
                  <a:pt x="2308496" y="1223857"/>
                </a:lnTo>
                <a:lnTo>
                  <a:pt x="2301218" y="1269235"/>
                </a:lnTo>
                <a:lnTo>
                  <a:pt x="2291957" y="1313979"/>
                </a:lnTo>
                <a:lnTo>
                  <a:pt x="2280758" y="1358049"/>
                </a:lnTo>
                <a:lnTo>
                  <a:pt x="2267663" y="1401404"/>
                </a:lnTo>
                <a:lnTo>
                  <a:pt x="2252717" y="1444002"/>
                </a:lnTo>
                <a:lnTo>
                  <a:pt x="2235962" y="1485804"/>
                </a:lnTo>
                <a:lnTo>
                  <a:pt x="2217443" y="1526769"/>
                </a:lnTo>
                <a:lnTo>
                  <a:pt x="2197203" y="1566856"/>
                </a:lnTo>
                <a:lnTo>
                  <a:pt x="2175284" y="1606024"/>
                </a:lnTo>
                <a:lnTo>
                  <a:pt x="2151732" y="1644232"/>
                </a:lnTo>
                <a:lnTo>
                  <a:pt x="2126588" y="1681441"/>
                </a:lnTo>
                <a:lnTo>
                  <a:pt x="2099898" y="1717609"/>
                </a:lnTo>
                <a:lnTo>
                  <a:pt x="2071703" y="1752695"/>
                </a:lnTo>
                <a:lnTo>
                  <a:pt x="2042049" y="1786660"/>
                </a:lnTo>
                <a:lnTo>
                  <a:pt x="2010977" y="1819461"/>
                </a:lnTo>
                <a:lnTo>
                  <a:pt x="1978532" y="1851059"/>
                </a:lnTo>
                <a:lnTo>
                  <a:pt x="1944758" y="1881413"/>
                </a:lnTo>
                <a:lnTo>
                  <a:pt x="1909697" y="1910482"/>
                </a:lnTo>
                <a:lnTo>
                  <a:pt x="1873393" y="1938226"/>
                </a:lnTo>
                <a:lnTo>
                  <a:pt x="1835890" y="1964603"/>
                </a:lnTo>
                <a:lnTo>
                  <a:pt x="1797231" y="1989574"/>
                </a:lnTo>
                <a:lnTo>
                  <a:pt x="1757460" y="2013097"/>
                </a:lnTo>
                <a:lnTo>
                  <a:pt x="1716620" y="2035131"/>
                </a:lnTo>
                <a:lnTo>
                  <a:pt x="1674755" y="2055637"/>
                </a:lnTo>
                <a:lnTo>
                  <a:pt x="1631908" y="2074573"/>
                </a:lnTo>
                <a:lnTo>
                  <a:pt x="1588122" y="2091899"/>
                </a:lnTo>
                <a:lnTo>
                  <a:pt x="1543441" y="2107573"/>
                </a:lnTo>
                <a:lnTo>
                  <a:pt x="1497910" y="2121556"/>
                </a:lnTo>
                <a:lnTo>
                  <a:pt x="1451570" y="2133807"/>
                </a:lnTo>
                <a:lnTo>
                  <a:pt x="1404466" y="2144284"/>
                </a:lnTo>
                <a:lnTo>
                  <a:pt x="1356641" y="2152948"/>
                </a:lnTo>
                <a:lnTo>
                  <a:pt x="1308138" y="2159757"/>
                </a:lnTo>
                <a:lnTo>
                  <a:pt x="1259002" y="2164671"/>
                </a:lnTo>
                <a:lnTo>
                  <a:pt x="1209275" y="2167650"/>
                </a:lnTo>
                <a:lnTo>
                  <a:pt x="1159002" y="2168652"/>
                </a:lnTo>
                <a:lnTo>
                  <a:pt x="1108726" y="2167650"/>
                </a:lnTo>
                <a:lnTo>
                  <a:pt x="1058997" y="2164671"/>
                </a:lnTo>
                <a:lnTo>
                  <a:pt x="1009860" y="2159757"/>
                </a:lnTo>
                <a:lnTo>
                  <a:pt x="961356" y="2152948"/>
                </a:lnTo>
                <a:lnTo>
                  <a:pt x="913530" y="2144284"/>
                </a:lnTo>
                <a:lnTo>
                  <a:pt x="866425" y="2133807"/>
                </a:lnTo>
                <a:lnTo>
                  <a:pt x="820084" y="2121556"/>
                </a:lnTo>
                <a:lnTo>
                  <a:pt x="774552" y="2107573"/>
                </a:lnTo>
                <a:lnTo>
                  <a:pt x="729871" y="2091899"/>
                </a:lnTo>
                <a:lnTo>
                  <a:pt x="686085" y="2074573"/>
                </a:lnTo>
                <a:lnTo>
                  <a:pt x="643237" y="2055637"/>
                </a:lnTo>
                <a:lnTo>
                  <a:pt x="601372" y="2035131"/>
                </a:lnTo>
                <a:lnTo>
                  <a:pt x="560531" y="2013097"/>
                </a:lnTo>
                <a:lnTo>
                  <a:pt x="520760" y="1989574"/>
                </a:lnTo>
                <a:lnTo>
                  <a:pt x="482102" y="1964603"/>
                </a:lnTo>
                <a:lnTo>
                  <a:pt x="444599" y="1938226"/>
                </a:lnTo>
                <a:lnTo>
                  <a:pt x="408296" y="1910482"/>
                </a:lnTo>
                <a:lnTo>
                  <a:pt x="373235" y="1881413"/>
                </a:lnTo>
                <a:lnTo>
                  <a:pt x="339461" y="1851059"/>
                </a:lnTo>
                <a:lnTo>
                  <a:pt x="307017" y="1819461"/>
                </a:lnTo>
                <a:lnTo>
                  <a:pt x="275946" y="1786660"/>
                </a:lnTo>
                <a:lnTo>
                  <a:pt x="246292" y="1752695"/>
                </a:lnTo>
                <a:lnTo>
                  <a:pt x="218098" y="1717609"/>
                </a:lnTo>
                <a:lnTo>
                  <a:pt x="191408" y="1681441"/>
                </a:lnTo>
                <a:lnTo>
                  <a:pt x="166265" y="1644232"/>
                </a:lnTo>
                <a:lnTo>
                  <a:pt x="142713" y="1606024"/>
                </a:lnTo>
                <a:lnTo>
                  <a:pt x="120796" y="1566856"/>
                </a:lnTo>
                <a:lnTo>
                  <a:pt x="100556" y="1526769"/>
                </a:lnTo>
                <a:lnTo>
                  <a:pt x="82037" y="1485804"/>
                </a:lnTo>
                <a:lnTo>
                  <a:pt x="65283" y="1444002"/>
                </a:lnTo>
                <a:lnTo>
                  <a:pt x="50338" y="1401404"/>
                </a:lnTo>
                <a:lnTo>
                  <a:pt x="37243" y="1358049"/>
                </a:lnTo>
                <a:lnTo>
                  <a:pt x="26045" y="1313979"/>
                </a:lnTo>
                <a:lnTo>
                  <a:pt x="16784" y="1269235"/>
                </a:lnTo>
                <a:lnTo>
                  <a:pt x="9506" y="1223857"/>
                </a:lnTo>
                <a:lnTo>
                  <a:pt x="4254" y="1177885"/>
                </a:lnTo>
                <a:lnTo>
                  <a:pt x="1070" y="1131361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6913" y="5852921"/>
            <a:ext cx="637540" cy="551815"/>
          </a:xfrm>
          <a:custGeom>
            <a:avLst/>
            <a:gdLst/>
            <a:ahLst/>
            <a:cxnLst/>
            <a:rect l="l" t="t" r="r" b="b"/>
            <a:pathLst>
              <a:path w="637539" h="551814">
                <a:moveTo>
                  <a:pt x="0" y="275843"/>
                </a:moveTo>
                <a:lnTo>
                  <a:pt x="4169" y="231099"/>
                </a:lnTo>
                <a:lnTo>
                  <a:pt x="16239" y="188654"/>
                </a:lnTo>
                <a:lnTo>
                  <a:pt x="35555" y="149075"/>
                </a:lnTo>
                <a:lnTo>
                  <a:pt x="61459" y="112932"/>
                </a:lnTo>
                <a:lnTo>
                  <a:pt x="93297" y="80791"/>
                </a:lnTo>
                <a:lnTo>
                  <a:pt x="130411" y="53220"/>
                </a:lnTo>
                <a:lnTo>
                  <a:pt x="172146" y="30788"/>
                </a:lnTo>
                <a:lnTo>
                  <a:pt x="217846" y="14062"/>
                </a:lnTo>
                <a:lnTo>
                  <a:pt x="266855" y="3610"/>
                </a:lnTo>
                <a:lnTo>
                  <a:pt x="318516" y="0"/>
                </a:lnTo>
                <a:lnTo>
                  <a:pt x="370176" y="3610"/>
                </a:lnTo>
                <a:lnTo>
                  <a:pt x="419185" y="14062"/>
                </a:lnTo>
                <a:lnTo>
                  <a:pt x="464885" y="30788"/>
                </a:lnTo>
                <a:lnTo>
                  <a:pt x="506620" y="53220"/>
                </a:lnTo>
                <a:lnTo>
                  <a:pt x="543734" y="80791"/>
                </a:lnTo>
                <a:lnTo>
                  <a:pt x="575572" y="112932"/>
                </a:lnTo>
                <a:lnTo>
                  <a:pt x="601476" y="149075"/>
                </a:lnTo>
                <a:lnTo>
                  <a:pt x="620792" y="188654"/>
                </a:lnTo>
                <a:lnTo>
                  <a:pt x="632862" y="231099"/>
                </a:lnTo>
                <a:lnTo>
                  <a:pt x="637032" y="275843"/>
                </a:lnTo>
                <a:lnTo>
                  <a:pt x="632862" y="320588"/>
                </a:lnTo>
                <a:lnTo>
                  <a:pt x="620792" y="363033"/>
                </a:lnTo>
                <a:lnTo>
                  <a:pt x="601476" y="402612"/>
                </a:lnTo>
                <a:lnTo>
                  <a:pt x="575572" y="438755"/>
                </a:lnTo>
                <a:lnTo>
                  <a:pt x="543734" y="470896"/>
                </a:lnTo>
                <a:lnTo>
                  <a:pt x="506620" y="498467"/>
                </a:lnTo>
                <a:lnTo>
                  <a:pt x="464885" y="520899"/>
                </a:lnTo>
                <a:lnTo>
                  <a:pt x="419185" y="537625"/>
                </a:lnTo>
                <a:lnTo>
                  <a:pt x="370176" y="548077"/>
                </a:lnTo>
                <a:lnTo>
                  <a:pt x="318516" y="551687"/>
                </a:lnTo>
                <a:lnTo>
                  <a:pt x="266855" y="548077"/>
                </a:lnTo>
                <a:lnTo>
                  <a:pt x="217846" y="537625"/>
                </a:lnTo>
                <a:lnTo>
                  <a:pt x="172146" y="520899"/>
                </a:lnTo>
                <a:lnTo>
                  <a:pt x="130411" y="498467"/>
                </a:lnTo>
                <a:lnTo>
                  <a:pt x="93297" y="470896"/>
                </a:lnTo>
                <a:lnTo>
                  <a:pt x="61459" y="438755"/>
                </a:lnTo>
                <a:lnTo>
                  <a:pt x="35555" y="402612"/>
                </a:lnTo>
                <a:lnTo>
                  <a:pt x="16239" y="363033"/>
                </a:lnTo>
                <a:lnTo>
                  <a:pt x="4169" y="320588"/>
                </a:lnTo>
                <a:lnTo>
                  <a:pt x="0" y="27584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96214" y="4971669"/>
            <a:ext cx="5810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4800" spc="7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7752" y="5857999"/>
            <a:ext cx="433070" cy="524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52213" y="5950050"/>
            <a:ext cx="432434" cy="524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686" y="3812285"/>
            <a:ext cx="1689100" cy="2169160"/>
          </a:xfrm>
          <a:custGeom>
            <a:avLst/>
            <a:gdLst/>
            <a:ahLst/>
            <a:cxnLst/>
            <a:rect l="l" t="t" r="r" b="b"/>
            <a:pathLst>
              <a:path w="1689100" h="2169160">
                <a:moveTo>
                  <a:pt x="0" y="1084326"/>
                </a:moveTo>
                <a:lnTo>
                  <a:pt x="1033" y="1030211"/>
                </a:lnTo>
                <a:lnTo>
                  <a:pt x="4100" y="976783"/>
                </a:lnTo>
                <a:lnTo>
                  <a:pt x="9154" y="924103"/>
                </a:lnTo>
                <a:lnTo>
                  <a:pt x="16145" y="872234"/>
                </a:lnTo>
                <a:lnTo>
                  <a:pt x="25025" y="821238"/>
                </a:lnTo>
                <a:lnTo>
                  <a:pt x="35746" y="771177"/>
                </a:lnTo>
                <a:lnTo>
                  <a:pt x="48260" y="722112"/>
                </a:lnTo>
                <a:lnTo>
                  <a:pt x="62517" y="674107"/>
                </a:lnTo>
                <a:lnTo>
                  <a:pt x="78470" y="627223"/>
                </a:lnTo>
                <a:lnTo>
                  <a:pt x="96071" y="581523"/>
                </a:lnTo>
                <a:lnTo>
                  <a:pt x="115270" y="537068"/>
                </a:lnTo>
                <a:lnTo>
                  <a:pt x="136020" y="493921"/>
                </a:lnTo>
                <a:lnTo>
                  <a:pt x="158273" y="452145"/>
                </a:lnTo>
                <a:lnTo>
                  <a:pt x="181979" y="411800"/>
                </a:lnTo>
                <a:lnTo>
                  <a:pt x="207091" y="372949"/>
                </a:lnTo>
                <a:lnTo>
                  <a:pt x="233559" y="335655"/>
                </a:lnTo>
                <a:lnTo>
                  <a:pt x="261337" y="299979"/>
                </a:lnTo>
                <a:lnTo>
                  <a:pt x="290375" y="265984"/>
                </a:lnTo>
                <a:lnTo>
                  <a:pt x="320625" y="233732"/>
                </a:lnTo>
                <a:lnTo>
                  <a:pt x="352038" y="203284"/>
                </a:lnTo>
                <a:lnTo>
                  <a:pt x="384567" y="174704"/>
                </a:lnTo>
                <a:lnTo>
                  <a:pt x="418163" y="148053"/>
                </a:lnTo>
                <a:lnTo>
                  <a:pt x="452777" y="123394"/>
                </a:lnTo>
                <a:lnTo>
                  <a:pt x="488361" y="100788"/>
                </a:lnTo>
                <a:lnTo>
                  <a:pt x="524867" y="80298"/>
                </a:lnTo>
                <a:lnTo>
                  <a:pt x="562247" y="61985"/>
                </a:lnTo>
                <a:lnTo>
                  <a:pt x="600451" y="45913"/>
                </a:lnTo>
                <a:lnTo>
                  <a:pt x="639432" y="32143"/>
                </a:lnTo>
                <a:lnTo>
                  <a:pt x="679142" y="20737"/>
                </a:lnTo>
                <a:lnTo>
                  <a:pt x="719531" y="11758"/>
                </a:lnTo>
                <a:lnTo>
                  <a:pt x="760552" y="5267"/>
                </a:lnTo>
                <a:lnTo>
                  <a:pt x="802156" y="1327"/>
                </a:lnTo>
                <a:lnTo>
                  <a:pt x="844295" y="0"/>
                </a:lnTo>
                <a:lnTo>
                  <a:pt x="886439" y="1327"/>
                </a:lnTo>
                <a:lnTo>
                  <a:pt x="928047" y="5267"/>
                </a:lnTo>
                <a:lnTo>
                  <a:pt x="969071" y="11758"/>
                </a:lnTo>
                <a:lnTo>
                  <a:pt x="1009463" y="20737"/>
                </a:lnTo>
                <a:lnTo>
                  <a:pt x="1049175" y="32143"/>
                </a:lnTo>
                <a:lnTo>
                  <a:pt x="1088158" y="45913"/>
                </a:lnTo>
                <a:lnTo>
                  <a:pt x="1126364" y="61985"/>
                </a:lnTo>
                <a:lnTo>
                  <a:pt x="1163745" y="80298"/>
                </a:lnTo>
                <a:lnTo>
                  <a:pt x="1200252" y="100788"/>
                </a:lnTo>
                <a:lnTo>
                  <a:pt x="1235837" y="123394"/>
                </a:lnTo>
                <a:lnTo>
                  <a:pt x="1270451" y="148053"/>
                </a:lnTo>
                <a:lnTo>
                  <a:pt x="1304047" y="174704"/>
                </a:lnTo>
                <a:lnTo>
                  <a:pt x="1336575" y="203284"/>
                </a:lnTo>
                <a:lnTo>
                  <a:pt x="1367988" y="233732"/>
                </a:lnTo>
                <a:lnTo>
                  <a:pt x="1398237" y="265984"/>
                </a:lnTo>
                <a:lnTo>
                  <a:pt x="1427274" y="299979"/>
                </a:lnTo>
                <a:lnTo>
                  <a:pt x="1455050" y="335655"/>
                </a:lnTo>
                <a:lnTo>
                  <a:pt x="1481518" y="372949"/>
                </a:lnTo>
                <a:lnTo>
                  <a:pt x="1506628" y="411800"/>
                </a:lnTo>
                <a:lnTo>
                  <a:pt x="1530333" y="452145"/>
                </a:lnTo>
                <a:lnTo>
                  <a:pt x="1552583" y="493921"/>
                </a:lnTo>
                <a:lnTo>
                  <a:pt x="1573332" y="537068"/>
                </a:lnTo>
                <a:lnTo>
                  <a:pt x="1592530" y="581523"/>
                </a:lnTo>
                <a:lnTo>
                  <a:pt x="1610129" y="627223"/>
                </a:lnTo>
                <a:lnTo>
                  <a:pt x="1626081" y="674107"/>
                </a:lnTo>
                <a:lnTo>
                  <a:pt x="1640337" y="722112"/>
                </a:lnTo>
                <a:lnTo>
                  <a:pt x="1652849" y="771177"/>
                </a:lnTo>
                <a:lnTo>
                  <a:pt x="1663569" y="821238"/>
                </a:lnTo>
                <a:lnTo>
                  <a:pt x="1672448" y="872234"/>
                </a:lnTo>
                <a:lnTo>
                  <a:pt x="1679438" y="924103"/>
                </a:lnTo>
                <a:lnTo>
                  <a:pt x="1684491" y="976783"/>
                </a:lnTo>
                <a:lnTo>
                  <a:pt x="1687558" y="1030211"/>
                </a:lnTo>
                <a:lnTo>
                  <a:pt x="1688591" y="1084326"/>
                </a:lnTo>
                <a:lnTo>
                  <a:pt x="1687558" y="1138440"/>
                </a:lnTo>
                <a:lnTo>
                  <a:pt x="1684491" y="1191868"/>
                </a:lnTo>
                <a:lnTo>
                  <a:pt x="1679438" y="1244548"/>
                </a:lnTo>
                <a:lnTo>
                  <a:pt x="1672448" y="1296417"/>
                </a:lnTo>
                <a:lnTo>
                  <a:pt x="1663569" y="1347413"/>
                </a:lnTo>
                <a:lnTo>
                  <a:pt x="1652849" y="1397474"/>
                </a:lnTo>
                <a:lnTo>
                  <a:pt x="1640337" y="1446539"/>
                </a:lnTo>
                <a:lnTo>
                  <a:pt x="1626081" y="1494544"/>
                </a:lnTo>
                <a:lnTo>
                  <a:pt x="1610129" y="1541428"/>
                </a:lnTo>
                <a:lnTo>
                  <a:pt x="1592530" y="1587128"/>
                </a:lnTo>
                <a:lnTo>
                  <a:pt x="1573332" y="1631583"/>
                </a:lnTo>
                <a:lnTo>
                  <a:pt x="1552583" y="1674730"/>
                </a:lnTo>
                <a:lnTo>
                  <a:pt x="1530333" y="1716506"/>
                </a:lnTo>
                <a:lnTo>
                  <a:pt x="1506628" y="1756851"/>
                </a:lnTo>
                <a:lnTo>
                  <a:pt x="1481518" y="1795702"/>
                </a:lnTo>
                <a:lnTo>
                  <a:pt x="1455050" y="1832996"/>
                </a:lnTo>
                <a:lnTo>
                  <a:pt x="1427274" y="1868672"/>
                </a:lnTo>
                <a:lnTo>
                  <a:pt x="1398237" y="1902667"/>
                </a:lnTo>
                <a:lnTo>
                  <a:pt x="1367988" y="1934919"/>
                </a:lnTo>
                <a:lnTo>
                  <a:pt x="1336575" y="1965367"/>
                </a:lnTo>
                <a:lnTo>
                  <a:pt x="1304047" y="1993947"/>
                </a:lnTo>
                <a:lnTo>
                  <a:pt x="1270451" y="2020598"/>
                </a:lnTo>
                <a:lnTo>
                  <a:pt x="1235837" y="2045257"/>
                </a:lnTo>
                <a:lnTo>
                  <a:pt x="1200252" y="2067863"/>
                </a:lnTo>
                <a:lnTo>
                  <a:pt x="1163745" y="2088353"/>
                </a:lnTo>
                <a:lnTo>
                  <a:pt x="1126364" y="2106666"/>
                </a:lnTo>
                <a:lnTo>
                  <a:pt x="1088158" y="2122738"/>
                </a:lnTo>
                <a:lnTo>
                  <a:pt x="1049175" y="2136508"/>
                </a:lnTo>
                <a:lnTo>
                  <a:pt x="1009463" y="2147914"/>
                </a:lnTo>
                <a:lnTo>
                  <a:pt x="969071" y="2156893"/>
                </a:lnTo>
                <a:lnTo>
                  <a:pt x="928047" y="2163384"/>
                </a:lnTo>
                <a:lnTo>
                  <a:pt x="886439" y="2167324"/>
                </a:lnTo>
                <a:lnTo>
                  <a:pt x="844295" y="2168652"/>
                </a:lnTo>
                <a:lnTo>
                  <a:pt x="802156" y="2167324"/>
                </a:lnTo>
                <a:lnTo>
                  <a:pt x="760552" y="2163384"/>
                </a:lnTo>
                <a:lnTo>
                  <a:pt x="719531" y="2156893"/>
                </a:lnTo>
                <a:lnTo>
                  <a:pt x="679142" y="2147914"/>
                </a:lnTo>
                <a:lnTo>
                  <a:pt x="639432" y="2136508"/>
                </a:lnTo>
                <a:lnTo>
                  <a:pt x="600451" y="2122738"/>
                </a:lnTo>
                <a:lnTo>
                  <a:pt x="562247" y="2106666"/>
                </a:lnTo>
                <a:lnTo>
                  <a:pt x="524867" y="2088353"/>
                </a:lnTo>
                <a:lnTo>
                  <a:pt x="488361" y="2067863"/>
                </a:lnTo>
                <a:lnTo>
                  <a:pt x="452777" y="2045257"/>
                </a:lnTo>
                <a:lnTo>
                  <a:pt x="418163" y="2020598"/>
                </a:lnTo>
                <a:lnTo>
                  <a:pt x="384567" y="1993947"/>
                </a:lnTo>
                <a:lnTo>
                  <a:pt x="352038" y="1965367"/>
                </a:lnTo>
                <a:lnTo>
                  <a:pt x="320625" y="1934919"/>
                </a:lnTo>
                <a:lnTo>
                  <a:pt x="290375" y="1902667"/>
                </a:lnTo>
                <a:lnTo>
                  <a:pt x="261337" y="1868672"/>
                </a:lnTo>
                <a:lnTo>
                  <a:pt x="233559" y="1832996"/>
                </a:lnTo>
                <a:lnTo>
                  <a:pt x="207091" y="1795702"/>
                </a:lnTo>
                <a:lnTo>
                  <a:pt x="181979" y="1756851"/>
                </a:lnTo>
                <a:lnTo>
                  <a:pt x="158273" y="1716506"/>
                </a:lnTo>
                <a:lnTo>
                  <a:pt x="136020" y="1674730"/>
                </a:lnTo>
                <a:lnTo>
                  <a:pt x="115270" y="1631583"/>
                </a:lnTo>
                <a:lnTo>
                  <a:pt x="96071" y="1587128"/>
                </a:lnTo>
                <a:lnTo>
                  <a:pt x="78470" y="1541428"/>
                </a:lnTo>
                <a:lnTo>
                  <a:pt x="62517" y="1494544"/>
                </a:lnTo>
                <a:lnTo>
                  <a:pt x="48260" y="1446539"/>
                </a:lnTo>
                <a:lnTo>
                  <a:pt x="35746" y="1397474"/>
                </a:lnTo>
                <a:lnTo>
                  <a:pt x="25025" y="1347413"/>
                </a:lnTo>
                <a:lnTo>
                  <a:pt x="16145" y="1296417"/>
                </a:lnTo>
                <a:lnTo>
                  <a:pt x="9154" y="1244548"/>
                </a:lnTo>
                <a:lnTo>
                  <a:pt x="4100" y="1191868"/>
                </a:lnTo>
                <a:lnTo>
                  <a:pt x="1033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0661" y="5315508"/>
            <a:ext cx="3194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5551728"/>
            <a:ext cx="13144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554" y="2625293"/>
            <a:ext cx="460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2043" y="992124"/>
            <a:ext cx="8514588" cy="2420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46373" y="2534157"/>
            <a:ext cx="4298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692" y="467082"/>
            <a:ext cx="4142104" cy="12103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9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）步需要考察：</a:t>
            </a:r>
            <a:endParaRPr sz="3200">
              <a:latin typeface="宋体"/>
              <a:cs typeface="宋体"/>
            </a:endParaRPr>
          </a:p>
          <a:p>
            <a:pPr algn="r" marR="30480">
              <a:lnSpc>
                <a:spcPct val="100000"/>
              </a:lnSpc>
              <a:spcBef>
                <a:spcPts val="82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55130" y="131902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9345" y="1555242"/>
            <a:ext cx="2501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iu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5561" y="1004417"/>
            <a:ext cx="764540" cy="127825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44170">
              <a:lnSpc>
                <a:spcPct val="100000"/>
              </a:lnSpc>
              <a:spcBef>
                <a:spcPts val="109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66722" y="3711702"/>
            <a:ext cx="1644650" cy="2169160"/>
          </a:xfrm>
          <a:custGeom>
            <a:avLst/>
            <a:gdLst/>
            <a:ahLst/>
            <a:cxnLst/>
            <a:rect l="l" t="t" r="r" b="b"/>
            <a:pathLst>
              <a:path w="1644650" h="2169160">
                <a:moveTo>
                  <a:pt x="0" y="1084326"/>
                </a:moveTo>
                <a:lnTo>
                  <a:pt x="1006" y="1030211"/>
                </a:lnTo>
                <a:lnTo>
                  <a:pt x="3994" y="976783"/>
                </a:lnTo>
                <a:lnTo>
                  <a:pt x="8916" y="924103"/>
                </a:lnTo>
                <a:lnTo>
                  <a:pt x="15725" y="872234"/>
                </a:lnTo>
                <a:lnTo>
                  <a:pt x="24374" y="821238"/>
                </a:lnTo>
                <a:lnTo>
                  <a:pt x="34816" y="771177"/>
                </a:lnTo>
                <a:lnTo>
                  <a:pt x="47003" y="722112"/>
                </a:lnTo>
                <a:lnTo>
                  <a:pt x="60889" y="674107"/>
                </a:lnTo>
                <a:lnTo>
                  <a:pt x="76427" y="627223"/>
                </a:lnTo>
                <a:lnTo>
                  <a:pt x="93569" y="581523"/>
                </a:lnTo>
                <a:lnTo>
                  <a:pt x="112267" y="537068"/>
                </a:lnTo>
                <a:lnTo>
                  <a:pt x="132476" y="493921"/>
                </a:lnTo>
                <a:lnTo>
                  <a:pt x="154148" y="452145"/>
                </a:lnTo>
                <a:lnTo>
                  <a:pt x="177236" y="411800"/>
                </a:lnTo>
                <a:lnTo>
                  <a:pt x="201692" y="372949"/>
                </a:lnTo>
                <a:lnTo>
                  <a:pt x="227470" y="335655"/>
                </a:lnTo>
                <a:lnTo>
                  <a:pt x="254521" y="299979"/>
                </a:lnTo>
                <a:lnTo>
                  <a:pt x="282801" y="265984"/>
                </a:lnTo>
                <a:lnTo>
                  <a:pt x="312260" y="233732"/>
                </a:lnTo>
                <a:lnTo>
                  <a:pt x="342852" y="203284"/>
                </a:lnTo>
                <a:lnTo>
                  <a:pt x="374530" y="174704"/>
                </a:lnTo>
                <a:lnTo>
                  <a:pt x="407246" y="148053"/>
                </a:lnTo>
                <a:lnTo>
                  <a:pt x="440954" y="123394"/>
                </a:lnTo>
                <a:lnTo>
                  <a:pt x="475607" y="100788"/>
                </a:lnTo>
                <a:lnTo>
                  <a:pt x="511156" y="80298"/>
                </a:lnTo>
                <a:lnTo>
                  <a:pt x="547556" y="61985"/>
                </a:lnTo>
                <a:lnTo>
                  <a:pt x="584759" y="45913"/>
                </a:lnTo>
                <a:lnTo>
                  <a:pt x="622717" y="32143"/>
                </a:lnTo>
                <a:lnTo>
                  <a:pt x="661384" y="20737"/>
                </a:lnTo>
                <a:lnTo>
                  <a:pt x="700713" y="11758"/>
                </a:lnTo>
                <a:lnTo>
                  <a:pt x="740656" y="5267"/>
                </a:lnTo>
                <a:lnTo>
                  <a:pt x="781167" y="1327"/>
                </a:lnTo>
                <a:lnTo>
                  <a:pt x="822197" y="0"/>
                </a:lnTo>
                <a:lnTo>
                  <a:pt x="863228" y="1327"/>
                </a:lnTo>
                <a:lnTo>
                  <a:pt x="903739" y="5267"/>
                </a:lnTo>
                <a:lnTo>
                  <a:pt x="943682" y="11758"/>
                </a:lnTo>
                <a:lnTo>
                  <a:pt x="983011" y="20737"/>
                </a:lnTo>
                <a:lnTo>
                  <a:pt x="1021678" y="32143"/>
                </a:lnTo>
                <a:lnTo>
                  <a:pt x="1059636" y="45913"/>
                </a:lnTo>
                <a:lnTo>
                  <a:pt x="1096839" y="61985"/>
                </a:lnTo>
                <a:lnTo>
                  <a:pt x="1133239" y="80298"/>
                </a:lnTo>
                <a:lnTo>
                  <a:pt x="1168788" y="100788"/>
                </a:lnTo>
                <a:lnTo>
                  <a:pt x="1203441" y="123394"/>
                </a:lnTo>
                <a:lnTo>
                  <a:pt x="1237149" y="148053"/>
                </a:lnTo>
                <a:lnTo>
                  <a:pt x="1269865" y="174704"/>
                </a:lnTo>
                <a:lnTo>
                  <a:pt x="1301543" y="203284"/>
                </a:lnTo>
                <a:lnTo>
                  <a:pt x="1332135" y="233732"/>
                </a:lnTo>
                <a:lnTo>
                  <a:pt x="1361594" y="265984"/>
                </a:lnTo>
                <a:lnTo>
                  <a:pt x="1389874" y="299979"/>
                </a:lnTo>
                <a:lnTo>
                  <a:pt x="1416925" y="335655"/>
                </a:lnTo>
                <a:lnTo>
                  <a:pt x="1442703" y="372949"/>
                </a:lnTo>
                <a:lnTo>
                  <a:pt x="1467159" y="411800"/>
                </a:lnTo>
                <a:lnTo>
                  <a:pt x="1490247" y="452145"/>
                </a:lnTo>
                <a:lnTo>
                  <a:pt x="1511919" y="493921"/>
                </a:lnTo>
                <a:lnTo>
                  <a:pt x="1532127" y="537068"/>
                </a:lnTo>
                <a:lnTo>
                  <a:pt x="1550826" y="581523"/>
                </a:lnTo>
                <a:lnTo>
                  <a:pt x="1567968" y="627223"/>
                </a:lnTo>
                <a:lnTo>
                  <a:pt x="1583506" y="674107"/>
                </a:lnTo>
                <a:lnTo>
                  <a:pt x="1597392" y="722112"/>
                </a:lnTo>
                <a:lnTo>
                  <a:pt x="1609579" y="771177"/>
                </a:lnTo>
                <a:lnTo>
                  <a:pt x="1620021" y="821238"/>
                </a:lnTo>
                <a:lnTo>
                  <a:pt x="1628670" y="872234"/>
                </a:lnTo>
                <a:lnTo>
                  <a:pt x="1635479" y="924103"/>
                </a:lnTo>
                <a:lnTo>
                  <a:pt x="1640401" y="976783"/>
                </a:lnTo>
                <a:lnTo>
                  <a:pt x="1643389" y="1030211"/>
                </a:lnTo>
                <a:lnTo>
                  <a:pt x="1644395" y="1084326"/>
                </a:lnTo>
                <a:lnTo>
                  <a:pt x="1643389" y="1138440"/>
                </a:lnTo>
                <a:lnTo>
                  <a:pt x="1640401" y="1191868"/>
                </a:lnTo>
                <a:lnTo>
                  <a:pt x="1635479" y="1244548"/>
                </a:lnTo>
                <a:lnTo>
                  <a:pt x="1628670" y="1296417"/>
                </a:lnTo>
                <a:lnTo>
                  <a:pt x="1620021" y="1347413"/>
                </a:lnTo>
                <a:lnTo>
                  <a:pt x="1609579" y="1397474"/>
                </a:lnTo>
                <a:lnTo>
                  <a:pt x="1597392" y="1446539"/>
                </a:lnTo>
                <a:lnTo>
                  <a:pt x="1583506" y="1494544"/>
                </a:lnTo>
                <a:lnTo>
                  <a:pt x="1567968" y="1541428"/>
                </a:lnTo>
                <a:lnTo>
                  <a:pt x="1550826" y="1587128"/>
                </a:lnTo>
                <a:lnTo>
                  <a:pt x="1532127" y="1631583"/>
                </a:lnTo>
                <a:lnTo>
                  <a:pt x="1511919" y="1674730"/>
                </a:lnTo>
                <a:lnTo>
                  <a:pt x="1490247" y="1716506"/>
                </a:lnTo>
                <a:lnTo>
                  <a:pt x="1467159" y="1756851"/>
                </a:lnTo>
                <a:lnTo>
                  <a:pt x="1442703" y="1795702"/>
                </a:lnTo>
                <a:lnTo>
                  <a:pt x="1416925" y="1832996"/>
                </a:lnTo>
                <a:lnTo>
                  <a:pt x="1389874" y="1868672"/>
                </a:lnTo>
                <a:lnTo>
                  <a:pt x="1361594" y="1902667"/>
                </a:lnTo>
                <a:lnTo>
                  <a:pt x="1332135" y="1934919"/>
                </a:lnTo>
                <a:lnTo>
                  <a:pt x="1301543" y="1965367"/>
                </a:lnTo>
                <a:lnTo>
                  <a:pt x="1269865" y="1993947"/>
                </a:lnTo>
                <a:lnTo>
                  <a:pt x="1237149" y="2020598"/>
                </a:lnTo>
                <a:lnTo>
                  <a:pt x="1203441" y="2045257"/>
                </a:lnTo>
                <a:lnTo>
                  <a:pt x="1168788" y="2067863"/>
                </a:lnTo>
                <a:lnTo>
                  <a:pt x="1133239" y="2088353"/>
                </a:lnTo>
                <a:lnTo>
                  <a:pt x="1096839" y="2106666"/>
                </a:lnTo>
                <a:lnTo>
                  <a:pt x="1059636" y="2122738"/>
                </a:lnTo>
                <a:lnTo>
                  <a:pt x="1021678" y="2136508"/>
                </a:lnTo>
                <a:lnTo>
                  <a:pt x="983011" y="2147914"/>
                </a:lnTo>
                <a:lnTo>
                  <a:pt x="943682" y="2156893"/>
                </a:lnTo>
                <a:lnTo>
                  <a:pt x="903739" y="2163384"/>
                </a:lnTo>
                <a:lnTo>
                  <a:pt x="863228" y="2167324"/>
                </a:lnTo>
                <a:lnTo>
                  <a:pt x="822197" y="2168652"/>
                </a:lnTo>
                <a:lnTo>
                  <a:pt x="781167" y="2167324"/>
                </a:lnTo>
                <a:lnTo>
                  <a:pt x="740656" y="2163384"/>
                </a:lnTo>
                <a:lnTo>
                  <a:pt x="700713" y="2156893"/>
                </a:lnTo>
                <a:lnTo>
                  <a:pt x="661384" y="2147914"/>
                </a:lnTo>
                <a:lnTo>
                  <a:pt x="622717" y="2136508"/>
                </a:lnTo>
                <a:lnTo>
                  <a:pt x="584759" y="2122738"/>
                </a:lnTo>
                <a:lnTo>
                  <a:pt x="547556" y="2106666"/>
                </a:lnTo>
                <a:lnTo>
                  <a:pt x="511156" y="2088353"/>
                </a:lnTo>
                <a:lnTo>
                  <a:pt x="475607" y="2067863"/>
                </a:lnTo>
                <a:lnTo>
                  <a:pt x="440954" y="2045257"/>
                </a:lnTo>
                <a:lnTo>
                  <a:pt x="407246" y="2020598"/>
                </a:lnTo>
                <a:lnTo>
                  <a:pt x="374530" y="1993947"/>
                </a:lnTo>
                <a:lnTo>
                  <a:pt x="342852" y="1965367"/>
                </a:lnTo>
                <a:lnTo>
                  <a:pt x="312260" y="1934919"/>
                </a:lnTo>
                <a:lnTo>
                  <a:pt x="282801" y="1902667"/>
                </a:lnTo>
                <a:lnTo>
                  <a:pt x="254521" y="1868672"/>
                </a:lnTo>
                <a:lnTo>
                  <a:pt x="227470" y="1832996"/>
                </a:lnTo>
                <a:lnTo>
                  <a:pt x="201692" y="1795702"/>
                </a:lnTo>
                <a:lnTo>
                  <a:pt x="177236" y="1756851"/>
                </a:lnTo>
                <a:lnTo>
                  <a:pt x="154148" y="1716506"/>
                </a:lnTo>
                <a:lnTo>
                  <a:pt x="132476" y="1674730"/>
                </a:lnTo>
                <a:lnTo>
                  <a:pt x="112267" y="1631583"/>
                </a:lnTo>
                <a:lnTo>
                  <a:pt x="93569" y="1587128"/>
                </a:lnTo>
                <a:lnTo>
                  <a:pt x="76427" y="1541428"/>
                </a:lnTo>
                <a:lnTo>
                  <a:pt x="60889" y="1494544"/>
                </a:lnTo>
                <a:lnTo>
                  <a:pt x="47003" y="1446539"/>
                </a:lnTo>
                <a:lnTo>
                  <a:pt x="34816" y="1397474"/>
                </a:lnTo>
                <a:lnTo>
                  <a:pt x="24374" y="1347413"/>
                </a:lnTo>
                <a:lnTo>
                  <a:pt x="15725" y="1296417"/>
                </a:lnTo>
                <a:lnTo>
                  <a:pt x="8916" y="1244548"/>
                </a:lnTo>
                <a:lnTo>
                  <a:pt x="3994" y="1191868"/>
                </a:lnTo>
                <a:lnTo>
                  <a:pt x="1006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63748" y="5300878"/>
            <a:ext cx="319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7880" y="5537098"/>
            <a:ext cx="13144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24733" y="4560570"/>
            <a:ext cx="638810" cy="551815"/>
          </a:xfrm>
          <a:custGeom>
            <a:avLst/>
            <a:gdLst/>
            <a:ahLst/>
            <a:cxnLst/>
            <a:rect l="l" t="t" r="r" b="b"/>
            <a:pathLst>
              <a:path w="638810" h="551814">
                <a:moveTo>
                  <a:pt x="0" y="275843"/>
                </a:moveTo>
                <a:lnTo>
                  <a:pt x="4180" y="231087"/>
                </a:lnTo>
                <a:lnTo>
                  <a:pt x="16282" y="188634"/>
                </a:lnTo>
                <a:lnTo>
                  <a:pt x="35647" y="149053"/>
                </a:lnTo>
                <a:lnTo>
                  <a:pt x="61618" y="112910"/>
                </a:lnTo>
                <a:lnTo>
                  <a:pt x="93535" y="80771"/>
                </a:lnTo>
                <a:lnTo>
                  <a:pt x="130740" y="53205"/>
                </a:lnTo>
                <a:lnTo>
                  <a:pt x="172576" y="30778"/>
                </a:lnTo>
                <a:lnTo>
                  <a:pt x="218383" y="14057"/>
                </a:lnTo>
                <a:lnTo>
                  <a:pt x="267503" y="3608"/>
                </a:lnTo>
                <a:lnTo>
                  <a:pt x="319278" y="0"/>
                </a:lnTo>
                <a:lnTo>
                  <a:pt x="371052" y="3608"/>
                </a:lnTo>
                <a:lnTo>
                  <a:pt x="420172" y="14057"/>
                </a:lnTo>
                <a:lnTo>
                  <a:pt x="465979" y="30778"/>
                </a:lnTo>
                <a:lnTo>
                  <a:pt x="507815" y="53205"/>
                </a:lnTo>
                <a:lnTo>
                  <a:pt x="545020" y="80771"/>
                </a:lnTo>
                <a:lnTo>
                  <a:pt x="576937" y="112910"/>
                </a:lnTo>
                <a:lnTo>
                  <a:pt x="602908" y="149053"/>
                </a:lnTo>
                <a:lnTo>
                  <a:pt x="622273" y="188634"/>
                </a:lnTo>
                <a:lnTo>
                  <a:pt x="634375" y="231087"/>
                </a:lnTo>
                <a:lnTo>
                  <a:pt x="638556" y="275843"/>
                </a:lnTo>
                <a:lnTo>
                  <a:pt x="634375" y="320600"/>
                </a:lnTo>
                <a:lnTo>
                  <a:pt x="622273" y="363053"/>
                </a:lnTo>
                <a:lnTo>
                  <a:pt x="602908" y="402634"/>
                </a:lnTo>
                <a:lnTo>
                  <a:pt x="576937" y="438777"/>
                </a:lnTo>
                <a:lnTo>
                  <a:pt x="545020" y="470915"/>
                </a:lnTo>
                <a:lnTo>
                  <a:pt x="507815" y="498482"/>
                </a:lnTo>
                <a:lnTo>
                  <a:pt x="465979" y="520909"/>
                </a:lnTo>
                <a:lnTo>
                  <a:pt x="420172" y="537630"/>
                </a:lnTo>
                <a:lnTo>
                  <a:pt x="371052" y="548079"/>
                </a:lnTo>
                <a:lnTo>
                  <a:pt x="319278" y="551687"/>
                </a:lnTo>
                <a:lnTo>
                  <a:pt x="267503" y="548079"/>
                </a:lnTo>
                <a:lnTo>
                  <a:pt x="218383" y="537630"/>
                </a:lnTo>
                <a:lnTo>
                  <a:pt x="172576" y="520909"/>
                </a:lnTo>
                <a:lnTo>
                  <a:pt x="130740" y="498482"/>
                </a:lnTo>
                <a:lnTo>
                  <a:pt x="93535" y="470915"/>
                </a:lnTo>
                <a:lnTo>
                  <a:pt x="61618" y="438777"/>
                </a:lnTo>
                <a:lnTo>
                  <a:pt x="35647" y="402634"/>
                </a:lnTo>
                <a:lnTo>
                  <a:pt x="16282" y="363053"/>
                </a:lnTo>
                <a:lnTo>
                  <a:pt x="4180" y="320600"/>
                </a:lnTo>
                <a:lnTo>
                  <a:pt x="0" y="27584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26842" y="4568190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66366" y="4101846"/>
            <a:ext cx="637540" cy="680085"/>
          </a:xfrm>
          <a:custGeom>
            <a:avLst/>
            <a:gdLst/>
            <a:ahLst/>
            <a:cxnLst/>
            <a:rect l="l" t="t" r="r" b="b"/>
            <a:pathLst>
              <a:path w="637539" h="680085">
                <a:moveTo>
                  <a:pt x="0" y="339851"/>
                </a:moveTo>
                <a:lnTo>
                  <a:pt x="3453" y="289628"/>
                </a:lnTo>
                <a:lnTo>
                  <a:pt x="13486" y="241694"/>
                </a:lnTo>
                <a:lnTo>
                  <a:pt x="29606" y="196574"/>
                </a:lnTo>
                <a:lnTo>
                  <a:pt x="51319" y="154794"/>
                </a:lnTo>
                <a:lnTo>
                  <a:pt x="78132" y="116879"/>
                </a:lnTo>
                <a:lnTo>
                  <a:pt x="109552" y="83356"/>
                </a:lnTo>
                <a:lnTo>
                  <a:pt x="145088" y="54749"/>
                </a:lnTo>
                <a:lnTo>
                  <a:pt x="184244" y="31584"/>
                </a:lnTo>
                <a:lnTo>
                  <a:pt x="226530" y="14388"/>
                </a:lnTo>
                <a:lnTo>
                  <a:pt x="271451" y="3684"/>
                </a:lnTo>
                <a:lnTo>
                  <a:pt x="318515" y="0"/>
                </a:lnTo>
                <a:lnTo>
                  <a:pt x="365580" y="3684"/>
                </a:lnTo>
                <a:lnTo>
                  <a:pt x="410501" y="14388"/>
                </a:lnTo>
                <a:lnTo>
                  <a:pt x="452787" y="31584"/>
                </a:lnTo>
                <a:lnTo>
                  <a:pt x="491943" y="54749"/>
                </a:lnTo>
                <a:lnTo>
                  <a:pt x="527479" y="83356"/>
                </a:lnTo>
                <a:lnTo>
                  <a:pt x="558899" y="116879"/>
                </a:lnTo>
                <a:lnTo>
                  <a:pt x="585712" y="154794"/>
                </a:lnTo>
                <a:lnTo>
                  <a:pt x="607425" y="196574"/>
                </a:lnTo>
                <a:lnTo>
                  <a:pt x="623545" y="241694"/>
                </a:lnTo>
                <a:lnTo>
                  <a:pt x="633578" y="289628"/>
                </a:lnTo>
                <a:lnTo>
                  <a:pt x="637032" y="339851"/>
                </a:lnTo>
                <a:lnTo>
                  <a:pt x="633578" y="390075"/>
                </a:lnTo>
                <a:lnTo>
                  <a:pt x="623545" y="438009"/>
                </a:lnTo>
                <a:lnTo>
                  <a:pt x="607425" y="483129"/>
                </a:lnTo>
                <a:lnTo>
                  <a:pt x="585712" y="524909"/>
                </a:lnTo>
                <a:lnTo>
                  <a:pt x="558899" y="562824"/>
                </a:lnTo>
                <a:lnTo>
                  <a:pt x="527479" y="596347"/>
                </a:lnTo>
                <a:lnTo>
                  <a:pt x="491943" y="624954"/>
                </a:lnTo>
                <a:lnTo>
                  <a:pt x="452787" y="648119"/>
                </a:lnTo>
                <a:lnTo>
                  <a:pt x="410501" y="665315"/>
                </a:lnTo>
                <a:lnTo>
                  <a:pt x="365580" y="676019"/>
                </a:lnTo>
                <a:lnTo>
                  <a:pt x="318515" y="679703"/>
                </a:lnTo>
                <a:lnTo>
                  <a:pt x="271451" y="676019"/>
                </a:lnTo>
                <a:lnTo>
                  <a:pt x="226530" y="665315"/>
                </a:lnTo>
                <a:lnTo>
                  <a:pt x="184244" y="648119"/>
                </a:lnTo>
                <a:lnTo>
                  <a:pt x="145088" y="624954"/>
                </a:lnTo>
                <a:lnTo>
                  <a:pt x="109552" y="596347"/>
                </a:lnTo>
                <a:lnTo>
                  <a:pt x="78132" y="562824"/>
                </a:lnTo>
                <a:lnTo>
                  <a:pt x="51319" y="524909"/>
                </a:lnTo>
                <a:lnTo>
                  <a:pt x="29606" y="483129"/>
                </a:lnTo>
                <a:lnTo>
                  <a:pt x="13486" y="438009"/>
                </a:lnTo>
                <a:lnTo>
                  <a:pt x="3453" y="390075"/>
                </a:lnTo>
                <a:lnTo>
                  <a:pt x="0" y="33985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80030" y="417156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4247" y="4407789"/>
            <a:ext cx="2057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si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87902" y="3751326"/>
            <a:ext cx="1645920" cy="2169160"/>
          </a:xfrm>
          <a:custGeom>
            <a:avLst/>
            <a:gdLst/>
            <a:ahLst/>
            <a:cxnLst/>
            <a:rect l="l" t="t" r="r" b="b"/>
            <a:pathLst>
              <a:path w="1645920" h="2169160">
                <a:moveTo>
                  <a:pt x="0" y="1084326"/>
                </a:moveTo>
                <a:lnTo>
                  <a:pt x="1007" y="1030211"/>
                </a:lnTo>
                <a:lnTo>
                  <a:pt x="3996" y="976783"/>
                </a:lnTo>
                <a:lnTo>
                  <a:pt x="8922" y="924103"/>
                </a:lnTo>
                <a:lnTo>
                  <a:pt x="15736" y="872234"/>
                </a:lnTo>
                <a:lnTo>
                  <a:pt x="24391" y="821238"/>
                </a:lnTo>
                <a:lnTo>
                  <a:pt x="34841" y="771177"/>
                </a:lnTo>
                <a:lnTo>
                  <a:pt x="47037" y="722112"/>
                </a:lnTo>
                <a:lnTo>
                  <a:pt x="60934" y="674107"/>
                </a:lnTo>
                <a:lnTo>
                  <a:pt x="76483" y="627223"/>
                </a:lnTo>
                <a:lnTo>
                  <a:pt x="93639" y="581523"/>
                </a:lnTo>
                <a:lnTo>
                  <a:pt x="112352" y="537068"/>
                </a:lnTo>
                <a:lnTo>
                  <a:pt x="132577" y="493921"/>
                </a:lnTo>
                <a:lnTo>
                  <a:pt x="154266" y="452145"/>
                </a:lnTo>
                <a:lnTo>
                  <a:pt x="177373" y="411800"/>
                </a:lnTo>
                <a:lnTo>
                  <a:pt x="201849" y="372949"/>
                </a:lnTo>
                <a:lnTo>
                  <a:pt x="227649" y="335655"/>
                </a:lnTo>
                <a:lnTo>
                  <a:pt x="254724" y="299979"/>
                </a:lnTo>
                <a:lnTo>
                  <a:pt x="283027" y="265984"/>
                </a:lnTo>
                <a:lnTo>
                  <a:pt x="312512" y="233732"/>
                </a:lnTo>
                <a:lnTo>
                  <a:pt x="343132" y="203284"/>
                </a:lnTo>
                <a:lnTo>
                  <a:pt x="374838" y="174704"/>
                </a:lnTo>
                <a:lnTo>
                  <a:pt x="407585" y="148053"/>
                </a:lnTo>
                <a:lnTo>
                  <a:pt x="441324" y="123394"/>
                </a:lnTo>
                <a:lnTo>
                  <a:pt x="476010" y="100788"/>
                </a:lnTo>
                <a:lnTo>
                  <a:pt x="511594" y="80298"/>
                </a:lnTo>
                <a:lnTo>
                  <a:pt x="548029" y="61985"/>
                </a:lnTo>
                <a:lnTo>
                  <a:pt x="585269" y="45913"/>
                </a:lnTo>
                <a:lnTo>
                  <a:pt x="623266" y="32143"/>
                </a:lnTo>
                <a:lnTo>
                  <a:pt x="661973" y="20737"/>
                </a:lnTo>
                <a:lnTo>
                  <a:pt x="701343" y="11758"/>
                </a:lnTo>
                <a:lnTo>
                  <a:pt x="741329" y="5267"/>
                </a:lnTo>
                <a:lnTo>
                  <a:pt x="781883" y="1327"/>
                </a:lnTo>
                <a:lnTo>
                  <a:pt x="822960" y="0"/>
                </a:lnTo>
                <a:lnTo>
                  <a:pt x="864036" y="1327"/>
                </a:lnTo>
                <a:lnTo>
                  <a:pt x="904590" y="5267"/>
                </a:lnTo>
                <a:lnTo>
                  <a:pt x="944576" y="11758"/>
                </a:lnTo>
                <a:lnTo>
                  <a:pt x="983946" y="20737"/>
                </a:lnTo>
                <a:lnTo>
                  <a:pt x="1022653" y="32143"/>
                </a:lnTo>
                <a:lnTo>
                  <a:pt x="1060650" y="45913"/>
                </a:lnTo>
                <a:lnTo>
                  <a:pt x="1097890" y="61985"/>
                </a:lnTo>
                <a:lnTo>
                  <a:pt x="1134325" y="80298"/>
                </a:lnTo>
                <a:lnTo>
                  <a:pt x="1169909" y="100788"/>
                </a:lnTo>
                <a:lnTo>
                  <a:pt x="1204595" y="123394"/>
                </a:lnTo>
                <a:lnTo>
                  <a:pt x="1238334" y="148053"/>
                </a:lnTo>
                <a:lnTo>
                  <a:pt x="1271081" y="174704"/>
                </a:lnTo>
                <a:lnTo>
                  <a:pt x="1302787" y="203284"/>
                </a:lnTo>
                <a:lnTo>
                  <a:pt x="1333407" y="233732"/>
                </a:lnTo>
                <a:lnTo>
                  <a:pt x="1362892" y="265984"/>
                </a:lnTo>
                <a:lnTo>
                  <a:pt x="1391195" y="299979"/>
                </a:lnTo>
                <a:lnTo>
                  <a:pt x="1418270" y="335655"/>
                </a:lnTo>
                <a:lnTo>
                  <a:pt x="1444070" y="372949"/>
                </a:lnTo>
                <a:lnTo>
                  <a:pt x="1468546" y="411800"/>
                </a:lnTo>
                <a:lnTo>
                  <a:pt x="1491653" y="452145"/>
                </a:lnTo>
                <a:lnTo>
                  <a:pt x="1513342" y="493921"/>
                </a:lnTo>
                <a:lnTo>
                  <a:pt x="1533567" y="537068"/>
                </a:lnTo>
                <a:lnTo>
                  <a:pt x="1552280" y="581523"/>
                </a:lnTo>
                <a:lnTo>
                  <a:pt x="1569436" y="627223"/>
                </a:lnTo>
                <a:lnTo>
                  <a:pt x="1584985" y="674107"/>
                </a:lnTo>
                <a:lnTo>
                  <a:pt x="1598882" y="722112"/>
                </a:lnTo>
                <a:lnTo>
                  <a:pt x="1611078" y="771177"/>
                </a:lnTo>
                <a:lnTo>
                  <a:pt x="1621528" y="821238"/>
                </a:lnTo>
                <a:lnTo>
                  <a:pt x="1630183" y="872234"/>
                </a:lnTo>
                <a:lnTo>
                  <a:pt x="1636997" y="924103"/>
                </a:lnTo>
                <a:lnTo>
                  <a:pt x="1641923" y="976783"/>
                </a:lnTo>
                <a:lnTo>
                  <a:pt x="1644912" y="1030211"/>
                </a:lnTo>
                <a:lnTo>
                  <a:pt x="1645920" y="1084326"/>
                </a:lnTo>
                <a:lnTo>
                  <a:pt x="1644912" y="1138440"/>
                </a:lnTo>
                <a:lnTo>
                  <a:pt x="1641923" y="1191868"/>
                </a:lnTo>
                <a:lnTo>
                  <a:pt x="1636997" y="1244548"/>
                </a:lnTo>
                <a:lnTo>
                  <a:pt x="1630183" y="1296417"/>
                </a:lnTo>
                <a:lnTo>
                  <a:pt x="1621528" y="1347413"/>
                </a:lnTo>
                <a:lnTo>
                  <a:pt x="1611078" y="1397474"/>
                </a:lnTo>
                <a:lnTo>
                  <a:pt x="1598882" y="1446539"/>
                </a:lnTo>
                <a:lnTo>
                  <a:pt x="1584985" y="1494544"/>
                </a:lnTo>
                <a:lnTo>
                  <a:pt x="1569436" y="1541428"/>
                </a:lnTo>
                <a:lnTo>
                  <a:pt x="1552280" y="1587128"/>
                </a:lnTo>
                <a:lnTo>
                  <a:pt x="1533567" y="1631583"/>
                </a:lnTo>
                <a:lnTo>
                  <a:pt x="1513342" y="1674730"/>
                </a:lnTo>
                <a:lnTo>
                  <a:pt x="1491653" y="1716506"/>
                </a:lnTo>
                <a:lnTo>
                  <a:pt x="1468546" y="1756851"/>
                </a:lnTo>
                <a:lnTo>
                  <a:pt x="1444070" y="1795702"/>
                </a:lnTo>
                <a:lnTo>
                  <a:pt x="1418270" y="1832996"/>
                </a:lnTo>
                <a:lnTo>
                  <a:pt x="1391195" y="1868672"/>
                </a:lnTo>
                <a:lnTo>
                  <a:pt x="1362892" y="1902667"/>
                </a:lnTo>
                <a:lnTo>
                  <a:pt x="1333407" y="1934919"/>
                </a:lnTo>
                <a:lnTo>
                  <a:pt x="1302787" y="1965367"/>
                </a:lnTo>
                <a:lnTo>
                  <a:pt x="1271081" y="1993947"/>
                </a:lnTo>
                <a:lnTo>
                  <a:pt x="1238334" y="2020598"/>
                </a:lnTo>
                <a:lnTo>
                  <a:pt x="1204595" y="2045257"/>
                </a:lnTo>
                <a:lnTo>
                  <a:pt x="1169909" y="2067863"/>
                </a:lnTo>
                <a:lnTo>
                  <a:pt x="1134325" y="2088353"/>
                </a:lnTo>
                <a:lnTo>
                  <a:pt x="1097890" y="2106666"/>
                </a:lnTo>
                <a:lnTo>
                  <a:pt x="1060650" y="2122738"/>
                </a:lnTo>
                <a:lnTo>
                  <a:pt x="1022653" y="2136508"/>
                </a:lnTo>
                <a:lnTo>
                  <a:pt x="983946" y="2147914"/>
                </a:lnTo>
                <a:lnTo>
                  <a:pt x="944576" y="2156893"/>
                </a:lnTo>
                <a:lnTo>
                  <a:pt x="904590" y="2163384"/>
                </a:lnTo>
                <a:lnTo>
                  <a:pt x="864036" y="2167324"/>
                </a:lnTo>
                <a:lnTo>
                  <a:pt x="822960" y="2168652"/>
                </a:lnTo>
                <a:lnTo>
                  <a:pt x="781883" y="2167324"/>
                </a:lnTo>
                <a:lnTo>
                  <a:pt x="741329" y="2163384"/>
                </a:lnTo>
                <a:lnTo>
                  <a:pt x="701343" y="2156893"/>
                </a:lnTo>
                <a:lnTo>
                  <a:pt x="661973" y="2147914"/>
                </a:lnTo>
                <a:lnTo>
                  <a:pt x="623266" y="2136508"/>
                </a:lnTo>
                <a:lnTo>
                  <a:pt x="585269" y="2122738"/>
                </a:lnTo>
                <a:lnTo>
                  <a:pt x="548029" y="2106666"/>
                </a:lnTo>
                <a:lnTo>
                  <a:pt x="511594" y="2088353"/>
                </a:lnTo>
                <a:lnTo>
                  <a:pt x="476010" y="2067863"/>
                </a:lnTo>
                <a:lnTo>
                  <a:pt x="441324" y="2045257"/>
                </a:lnTo>
                <a:lnTo>
                  <a:pt x="407585" y="2020598"/>
                </a:lnTo>
                <a:lnTo>
                  <a:pt x="374838" y="1993947"/>
                </a:lnTo>
                <a:lnTo>
                  <a:pt x="343132" y="1965367"/>
                </a:lnTo>
                <a:lnTo>
                  <a:pt x="312512" y="1934919"/>
                </a:lnTo>
                <a:lnTo>
                  <a:pt x="283027" y="1902667"/>
                </a:lnTo>
                <a:lnTo>
                  <a:pt x="254724" y="1868672"/>
                </a:lnTo>
                <a:lnTo>
                  <a:pt x="227649" y="1832996"/>
                </a:lnTo>
                <a:lnTo>
                  <a:pt x="201849" y="1795702"/>
                </a:lnTo>
                <a:lnTo>
                  <a:pt x="177373" y="1756851"/>
                </a:lnTo>
                <a:lnTo>
                  <a:pt x="154266" y="1716506"/>
                </a:lnTo>
                <a:lnTo>
                  <a:pt x="132577" y="1674730"/>
                </a:lnTo>
                <a:lnTo>
                  <a:pt x="112352" y="1631583"/>
                </a:lnTo>
                <a:lnTo>
                  <a:pt x="93639" y="1587128"/>
                </a:lnTo>
                <a:lnTo>
                  <a:pt x="76483" y="1541428"/>
                </a:lnTo>
                <a:lnTo>
                  <a:pt x="60934" y="1494544"/>
                </a:lnTo>
                <a:lnTo>
                  <a:pt x="47037" y="1446539"/>
                </a:lnTo>
                <a:lnTo>
                  <a:pt x="34841" y="1397474"/>
                </a:lnTo>
                <a:lnTo>
                  <a:pt x="24391" y="1347413"/>
                </a:lnTo>
                <a:lnTo>
                  <a:pt x="15736" y="1296417"/>
                </a:lnTo>
                <a:lnTo>
                  <a:pt x="8922" y="1244548"/>
                </a:lnTo>
                <a:lnTo>
                  <a:pt x="3996" y="1191868"/>
                </a:lnTo>
                <a:lnTo>
                  <a:pt x="1007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65116" y="5300878"/>
            <a:ext cx="319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9248" y="5537098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32197" y="4554473"/>
            <a:ext cx="637540" cy="551815"/>
          </a:xfrm>
          <a:custGeom>
            <a:avLst/>
            <a:gdLst/>
            <a:ahLst/>
            <a:cxnLst/>
            <a:rect l="l" t="t" r="r" b="b"/>
            <a:pathLst>
              <a:path w="637539" h="551814">
                <a:moveTo>
                  <a:pt x="0" y="275844"/>
                </a:moveTo>
                <a:lnTo>
                  <a:pt x="4169" y="231087"/>
                </a:lnTo>
                <a:lnTo>
                  <a:pt x="16239" y="188634"/>
                </a:lnTo>
                <a:lnTo>
                  <a:pt x="35555" y="149053"/>
                </a:lnTo>
                <a:lnTo>
                  <a:pt x="61459" y="112910"/>
                </a:lnTo>
                <a:lnTo>
                  <a:pt x="93297" y="80771"/>
                </a:lnTo>
                <a:lnTo>
                  <a:pt x="130411" y="53205"/>
                </a:lnTo>
                <a:lnTo>
                  <a:pt x="172146" y="30778"/>
                </a:lnTo>
                <a:lnTo>
                  <a:pt x="217846" y="14057"/>
                </a:lnTo>
                <a:lnTo>
                  <a:pt x="266855" y="3608"/>
                </a:lnTo>
                <a:lnTo>
                  <a:pt x="318515" y="0"/>
                </a:lnTo>
                <a:lnTo>
                  <a:pt x="370176" y="3608"/>
                </a:lnTo>
                <a:lnTo>
                  <a:pt x="419185" y="14057"/>
                </a:lnTo>
                <a:lnTo>
                  <a:pt x="464885" y="30778"/>
                </a:lnTo>
                <a:lnTo>
                  <a:pt x="506620" y="53205"/>
                </a:lnTo>
                <a:lnTo>
                  <a:pt x="543734" y="80772"/>
                </a:lnTo>
                <a:lnTo>
                  <a:pt x="575572" y="112910"/>
                </a:lnTo>
                <a:lnTo>
                  <a:pt x="601476" y="149053"/>
                </a:lnTo>
                <a:lnTo>
                  <a:pt x="620792" y="188634"/>
                </a:lnTo>
                <a:lnTo>
                  <a:pt x="632862" y="231087"/>
                </a:lnTo>
                <a:lnTo>
                  <a:pt x="637031" y="275844"/>
                </a:lnTo>
                <a:lnTo>
                  <a:pt x="632862" y="320600"/>
                </a:lnTo>
                <a:lnTo>
                  <a:pt x="620792" y="363053"/>
                </a:lnTo>
                <a:lnTo>
                  <a:pt x="601476" y="402634"/>
                </a:lnTo>
                <a:lnTo>
                  <a:pt x="575572" y="438777"/>
                </a:lnTo>
                <a:lnTo>
                  <a:pt x="543734" y="470916"/>
                </a:lnTo>
                <a:lnTo>
                  <a:pt x="506620" y="498482"/>
                </a:lnTo>
                <a:lnTo>
                  <a:pt x="464885" y="520909"/>
                </a:lnTo>
                <a:lnTo>
                  <a:pt x="419185" y="537630"/>
                </a:lnTo>
                <a:lnTo>
                  <a:pt x="370176" y="548079"/>
                </a:lnTo>
                <a:lnTo>
                  <a:pt x="318515" y="551688"/>
                </a:lnTo>
                <a:lnTo>
                  <a:pt x="266855" y="548079"/>
                </a:lnTo>
                <a:lnTo>
                  <a:pt x="217846" y="537630"/>
                </a:lnTo>
                <a:lnTo>
                  <a:pt x="172146" y="520909"/>
                </a:lnTo>
                <a:lnTo>
                  <a:pt x="130411" y="498482"/>
                </a:lnTo>
                <a:lnTo>
                  <a:pt x="93297" y="470915"/>
                </a:lnTo>
                <a:lnTo>
                  <a:pt x="61459" y="438777"/>
                </a:lnTo>
                <a:lnTo>
                  <a:pt x="35555" y="402634"/>
                </a:lnTo>
                <a:lnTo>
                  <a:pt x="16239" y="363053"/>
                </a:lnTo>
                <a:lnTo>
                  <a:pt x="4169" y="320600"/>
                </a:lnTo>
                <a:lnTo>
                  <a:pt x="0" y="2758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33925" y="4562094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40885" y="4001261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10" h="680085">
                <a:moveTo>
                  <a:pt x="0" y="339851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5" y="339851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14800" y="4171644"/>
            <a:ext cx="4914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ki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60897" y="3786378"/>
            <a:ext cx="1644650" cy="2169160"/>
          </a:xfrm>
          <a:custGeom>
            <a:avLst/>
            <a:gdLst/>
            <a:ahLst/>
            <a:cxnLst/>
            <a:rect l="l" t="t" r="r" b="b"/>
            <a:pathLst>
              <a:path w="1644650" h="2169160">
                <a:moveTo>
                  <a:pt x="0" y="1084326"/>
                </a:moveTo>
                <a:lnTo>
                  <a:pt x="1006" y="1030211"/>
                </a:lnTo>
                <a:lnTo>
                  <a:pt x="3994" y="976783"/>
                </a:lnTo>
                <a:lnTo>
                  <a:pt x="8916" y="924103"/>
                </a:lnTo>
                <a:lnTo>
                  <a:pt x="15725" y="872234"/>
                </a:lnTo>
                <a:lnTo>
                  <a:pt x="24374" y="821238"/>
                </a:lnTo>
                <a:lnTo>
                  <a:pt x="34816" y="771177"/>
                </a:lnTo>
                <a:lnTo>
                  <a:pt x="47003" y="722112"/>
                </a:lnTo>
                <a:lnTo>
                  <a:pt x="60889" y="674107"/>
                </a:lnTo>
                <a:lnTo>
                  <a:pt x="76427" y="627223"/>
                </a:lnTo>
                <a:lnTo>
                  <a:pt x="93569" y="581523"/>
                </a:lnTo>
                <a:lnTo>
                  <a:pt x="112268" y="537068"/>
                </a:lnTo>
                <a:lnTo>
                  <a:pt x="132476" y="493921"/>
                </a:lnTo>
                <a:lnTo>
                  <a:pt x="154148" y="452145"/>
                </a:lnTo>
                <a:lnTo>
                  <a:pt x="177236" y="411800"/>
                </a:lnTo>
                <a:lnTo>
                  <a:pt x="201692" y="372949"/>
                </a:lnTo>
                <a:lnTo>
                  <a:pt x="227470" y="335655"/>
                </a:lnTo>
                <a:lnTo>
                  <a:pt x="254521" y="299979"/>
                </a:lnTo>
                <a:lnTo>
                  <a:pt x="282801" y="265984"/>
                </a:lnTo>
                <a:lnTo>
                  <a:pt x="312260" y="233732"/>
                </a:lnTo>
                <a:lnTo>
                  <a:pt x="342852" y="203284"/>
                </a:lnTo>
                <a:lnTo>
                  <a:pt x="374530" y="174704"/>
                </a:lnTo>
                <a:lnTo>
                  <a:pt x="407246" y="148053"/>
                </a:lnTo>
                <a:lnTo>
                  <a:pt x="440954" y="123394"/>
                </a:lnTo>
                <a:lnTo>
                  <a:pt x="475607" y="100788"/>
                </a:lnTo>
                <a:lnTo>
                  <a:pt x="511156" y="80298"/>
                </a:lnTo>
                <a:lnTo>
                  <a:pt x="547556" y="61985"/>
                </a:lnTo>
                <a:lnTo>
                  <a:pt x="584759" y="45913"/>
                </a:lnTo>
                <a:lnTo>
                  <a:pt x="622717" y="32143"/>
                </a:lnTo>
                <a:lnTo>
                  <a:pt x="661384" y="20737"/>
                </a:lnTo>
                <a:lnTo>
                  <a:pt x="700713" y="11758"/>
                </a:lnTo>
                <a:lnTo>
                  <a:pt x="740656" y="5267"/>
                </a:lnTo>
                <a:lnTo>
                  <a:pt x="781167" y="1327"/>
                </a:lnTo>
                <a:lnTo>
                  <a:pt x="822198" y="0"/>
                </a:lnTo>
                <a:lnTo>
                  <a:pt x="863228" y="1327"/>
                </a:lnTo>
                <a:lnTo>
                  <a:pt x="903739" y="5267"/>
                </a:lnTo>
                <a:lnTo>
                  <a:pt x="943682" y="11758"/>
                </a:lnTo>
                <a:lnTo>
                  <a:pt x="983011" y="20737"/>
                </a:lnTo>
                <a:lnTo>
                  <a:pt x="1021678" y="32143"/>
                </a:lnTo>
                <a:lnTo>
                  <a:pt x="1059636" y="45913"/>
                </a:lnTo>
                <a:lnTo>
                  <a:pt x="1096839" y="61985"/>
                </a:lnTo>
                <a:lnTo>
                  <a:pt x="1133239" y="80298"/>
                </a:lnTo>
                <a:lnTo>
                  <a:pt x="1168788" y="100788"/>
                </a:lnTo>
                <a:lnTo>
                  <a:pt x="1203441" y="123394"/>
                </a:lnTo>
                <a:lnTo>
                  <a:pt x="1237149" y="148053"/>
                </a:lnTo>
                <a:lnTo>
                  <a:pt x="1269865" y="174704"/>
                </a:lnTo>
                <a:lnTo>
                  <a:pt x="1301543" y="203284"/>
                </a:lnTo>
                <a:lnTo>
                  <a:pt x="1332135" y="233732"/>
                </a:lnTo>
                <a:lnTo>
                  <a:pt x="1361594" y="265984"/>
                </a:lnTo>
                <a:lnTo>
                  <a:pt x="1389874" y="299979"/>
                </a:lnTo>
                <a:lnTo>
                  <a:pt x="1416925" y="335655"/>
                </a:lnTo>
                <a:lnTo>
                  <a:pt x="1442703" y="372949"/>
                </a:lnTo>
                <a:lnTo>
                  <a:pt x="1467159" y="411800"/>
                </a:lnTo>
                <a:lnTo>
                  <a:pt x="1490247" y="452145"/>
                </a:lnTo>
                <a:lnTo>
                  <a:pt x="1511919" y="493921"/>
                </a:lnTo>
                <a:lnTo>
                  <a:pt x="1532127" y="537068"/>
                </a:lnTo>
                <a:lnTo>
                  <a:pt x="1550826" y="581523"/>
                </a:lnTo>
                <a:lnTo>
                  <a:pt x="1567968" y="627223"/>
                </a:lnTo>
                <a:lnTo>
                  <a:pt x="1583506" y="674107"/>
                </a:lnTo>
                <a:lnTo>
                  <a:pt x="1597392" y="722112"/>
                </a:lnTo>
                <a:lnTo>
                  <a:pt x="1609579" y="771177"/>
                </a:lnTo>
                <a:lnTo>
                  <a:pt x="1620021" y="821238"/>
                </a:lnTo>
                <a:lnTo>
                  <a:pt x="1628670" y="872234"/>
                </a:lnTo>
                <a:lnTo>
                  <a:pt x="1635479" y="924103"/>
                </a:lnTo>
                <a:lnTo>
                  <a:pt x="1640401" y="976783"/>
                </a:lnTo>
                <a:lnTo>
                  <a:pt x="1643389" y="1030211"/>
                </a:lnTo>
                <a:lnTo>
                  <a:pt x="1644396" y="1084326"/>
                </a:lnTo>
                <a:lnTo>
                  <a:pt x="1643389" y="1138440"/>
                </a:lnTo>
                <a:lnTo>
                  <a:pt x="1640401" y="1191868"/>
                </a:lnTo>
                <a:lnTo>
                  <a:pt x="1635479" y="1244548"/>
                </a:lnTo>
                <a:lnTo>
                  <a:pt x="1628670" y="1296417"/>
                </a:lnTo>
                <a:lnTo>
                  <a:pt x="1620021" y="1347413"/>
                </a:lnTo>
                <a:lnTo>
                  <a:pt x="1609579" y="1397474"/>
                </a:lnTo>
                <a:lnTo>
                  <a:pt x="1597392" y="1446539"/>
                </a:lnTo>
                <a:lnTo>
                  <a:pt x="1583506" y="1494544"/>
                </a:lnTo>
                <a:lnTo>
                  <a:pt x="1567968" y="1541428"/>
                </a:lnTo>
                <a:lnTo>
                  <a:pt x="1550826" y="1587128"/>
                </a:lnTo>
                <a:lnTo>
                  <a:pt x="1532127" y="1631583"/>
                </a:lnTo>
                <a:lnTo>
                  <a:pt x="1511919" y="1674730"/>
                </a:lnTo>
                <a:lnTo>
                  <a:pt x="1490247" y="1716506"/>
                </a:lnTo>
                <a:lnTo>
                  <a:pt x="1467159" y="1756851"/>
                </a:lnTo>
                <a:lnTo>
                  <a:pt x="1442703" y="1795702"/>
                </a:lnTo>
                <a:lnTo>
                  <a:pt x="1416925" y="1832996"/>
                </a:lnTo>
                <a:lnTo>
                  <a:pt x="1389874" y="1868672"/>
                </a:lnTo>
                <a:lnTo>
                  <a:pt x="1361594" y="1902667"/>
                </a:lnTo>
                <a:lnTo>
                  <a:pt x="1332135" y="1934919"/>
                </a:lnTo>
                <a:lnTo>
                  <a:pt x="1301543" y="1965367"/>
                </a:lnTo>
                <a:lnTo>
                  <a:pt x="1269865" y="1993947"/>
                </a:lnTo>
                <a:lnTo>
                  <a:pt x="1237149" y="2020598"/>
                </a:lnTo>
                <a:lnTo>
                  <a:pt x="1203441" y="2045257"/>
                </a:lnTo>
                <a:lnTo>
                  <a:pt x="1168788" y="2067863"/>
                </a:lnTo>
                <a:lnTo>
                  <a:pt x="1133239" y="2088353"/>
                </a:lnTo>
                <a:lnTo>
                  <a:pt x="1096839" y="2106666"/>
                </a:lnTo>
                <a:lnTo>
                  <a:pt x="1059636" y="2122738"/>
                </a:lnTo>
                <a:lnTo>
                  <a:pt x="1021678" y="2136508"/>
                </a:lnTo>
                <a:lnTo>
                  <a:pt x="983011" y="2147914"/>
                </a:lnTo>
                <a:lnTo>
                  <a:pt x="943682" y="2156893"/>
                </a:lnTo>
                <a:lnTo>
                  <a:pt x="903739" y="2163384"/>
                </a:lnTo>
                <a:lnTo>
                  <a:pt x="863228" y="2167324"/>
                </a:lnTo>
                <a:lnTo>
                  <a:pt x="822198" y="2168652"/>
                </a:lnTo>
                <a:lnTo>
                  <a:pt x="781167" y="2167324"/>
                </a:lnTo>
                <a:lnTo>
                  <a:pt x="740656" y="2163384"/>
                </a:lnTo>
                <a:lnTo>
                  <a:pt x="700713" y="2156893"/>
                </a:lnTo>
                <a:lnTo>
                  <a:pt x="661384" y="2147914"/>
                </a:lnTo>
                <a:lnTo>
                  <a:pt x="622717" y="2136508"/>
                </a:lnTo>
                <a:lnTo>
                  <a:pt x="584759" y="2122738"/>
                </a:lnTo>
                <a:lnTo>
                  <a:pt x="547556" y="2106666"/>
                </a:lnTo>
                <a:lnTo>
                  <a:pt x="511156" y="2088353"/>
                </a:lnTo>
                <a:lnTo>
                  <a:pt x="475607" y="2067863"/>
                </a:lnTo>
                <a:lnTo>
                  <a:pt x="440954" y="2045257"/>
                </a:lnTo>
                <a:lnTo>
                  <a:pt x="407246" y="2020598"/>
                </a:lnTo>
                <a:lnTo>
                  <a:pt x="374530" y="1993947"/>
                </a:lnTo>
                <a:lnTo>
                  <a:pt x="342852" y="1965367"/>
                </a:lnTo>
                <a:lnTo>
                  <a:pt x="312260" y="1934919"/>
                </a:lnTo>
                <a:lnTo>
                  <a:pt x="282801" y="1902667"/>
                </a:lnTo>
                <a:lnTo>
                  <a:pt x="254521" y="1868672"/>
                </a:lnTo>
                <a:lnTo>
                  <a:pt x="227470" y="1832996"/>
                </a:lnTo>
                <a:lnTo>
                  <a:pt x="201692" y="1795702"/>
                </a:lnTo>
                <a:lnTo>
                  <a:pt x="177236" y="1756851"/>
                </a:lnTo>
                <a:lnTo>
                  <a:pt x="154148" y="1716506"/>
                </a:lnTo>
                <a:lnTo>
                  <a:pt x="132476" y="1674730"/>
                </a:lnTo>
                <a:lnTo>
                  <a:pt x="112267" y="1631583"/>
                </a:lnTo>
                <a:lnTo>
                  <a:pt x="93569" y="1587128"/>
                </a:lnTo>
                <a:lnTo>
                  <a:pt x="76427" y="1541428"/>
                </a:lnTo>
                <a:lnTo>
                  <a:pt x="60889" y="1494544"/>
                </a:lnTo>
                <a:lnTo>
                  <a:pt x="47003" y="1446539"/>
                </a:lnTo>
                <a:lnTo>
                  <a:pt x="34816" y="1397474"/>
                </a:lnTo>
                <a:lnTo>
                  <a:pt x="24374" y="1347413"/>
                </a:lnTo>
                <a:lnTo>
                  <a:pt x="15725" y="1296417"/>
                </a:lnTo>
                <a:lnTo>
                  <a:pt x="8916" y="1244548"/>
                </a:lnTo>
                <a:lnTo>
                  <a:pt x="3994" y="1191868"/>
                </a:lnTo>
                <a:lnTo>
                  <a:pt x="1006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282054" y="5392318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01206" y="4545329"/>
            <a:ext cx="638810" cy="553720"/>
          </a:xfrm>
          <a:custGeom>
            <a:avLst/>
            <a:gdLst/>
            <a:ahLst/>
            <a:cxnLst/>
            <a:rect l="l" t="t" r="r" b="b"/>
            <a:pathLst>
              <a:path w="638809" h="553720">
                <a:moveTo>
                  <a:pt x="0" y="276606"/>
                </a:moveTo>
                <a:lnTo>
                  <a:pt x="4180" y="231735"/>
                </a:lnTo>
                <a:lnTo>
                  <a:pt x="16282" y="189171"/>
                </a:lnTo>
                <a:lnTo>
                  <a:pt x="35647" y="149482"/>
                </a:lnTo>
                <a:lnTo>
                  <a:pt x="61618" y="113239"/>
                </a:lnTo>
                <a:lnTo>
                  <a:pt x="93535" y="81010"/>
                </a:lnTo>
                <a:lnTo>
                  <a:pt x="130740" y="53364"/>
                </a:lnTo>
                <a:lnTo>
                  <a:pt x="172576" y="30871"/>
                </a:lnTo>
                <a:lnTo>
                  <a:pt x="218383" y="14100"/>
                </a:lnTo>
                <a:lnTo>
                  <a:pt x="267503" y="3619"/>
                </a:lnTo>
                <a:lnTo>
                  <a:pt x="319277" y="0"/>
                </a:lnTo>
                <a:lnTo>
                  <a:pt x="371052" y="3619"/>
                </a:lnTo>
                <a:lnTo>
                  <a:pt x="420172" y="14100"/>
                </a:lnTo>
                <a:lnTo>
                  <a:pt x="465979" y="30871"/>
                </a:lnTo>
                <a:lnTo>
                  <a:pt x="507815" y="53364"/>
                </a:lnTo>
                <a:lnTo>
                  <a:pt x="545020" y="81010"/>
                </a:lnTo>
                <a:lnTo>
                  <a:pt x="576937" y="113239"/>
                </a:lnTo>
                <a:lnTo>
                  <a:pt x="602908" y="149482"/>
                </a:lnTo>
                <a:lnTo>
                  <a:pt x="622273" y="189171"/>
                </a:lnTo>
                <a:lnTo>
                  <a:pt x="634375" y="231735"/>
                </a:lnTo>
                <a:lnTo>
                  <a:pt x="638555" y="276606"/>
                </a:lnTo>
                <a:lnTo>
                  <a:pt x="634375" y="321476"/>
                </a:lnTo>
                <a:lnTo>
                  <a:pt x="622273" y="364040"/>
                </a:lnTo>
                <a:lnTo>
                  <a:pt x="602908" y="403729"/>
                </a:lnTo>
                <a:lnTo>
                  <a:pt x="576937" y="439972"/>
                </a:lnTo>
                <a:lnTo>
                  <a:pt x="545020" y="472201"/>
                </a:lnTo>
                <a:lnTo>
                  <a:pt x="507815" y="499847"/>
                </a:lnTo>
                <a:lnTo>
                  <a:pt x="465979" y="522340"/>
                </a:lnTo>
                <a:lnTo>
                  <a:pt x="420172" y="539111"/>
                </a:lnTo>
                <a:lnTo>
                  <a:pt x="371052" y="549592"/>
                </a:lnTo>
                <a:lnTo>
                  <a:pt x="319277" y="553212"/>
                </a:lnTo>
                <a:lnTo>
                  <a:pt x="267503" y="549592"/>
                </a:lnTo>
                <a:lnTo>
                  <a:pt x="218383" y="539111"/>
                </a:lnTo>
                <a:lnTo>
                  <a:pt x="172576" y="522340"/>
                </a:lnTo>
                <a:lnTo>
                  <a:pt x="130740" y="499847"/>
                </a:lnTo>
                <a:lnTo>
                  <a:pt x="93535" y="472201"/>
                </a:lnTo>
                <a:lnTo>
                  <a:pt x="61618" y="439972"/>
                </a:lnTo>
                <a:lnTo>
                  <a:pt x="35647" y="403729"/>
                </a:lnTo>
                <a:lnTo>
                  <a:pt x="16282" y="364040"/>
                </a:lnTo>
                <a:lnTo>
                  <a:pt x="4180" y="321476"/>
                </a:lnTo>
                <a:lnTo>
                  <a:pt x="0" y="27660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4456" y="4553153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13882" y="3996690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09" h="680085">
                <a:moveTo>
                  <a:pt x="0" y="339852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6" y="339852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017133" y="4067632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51597" y="3737609"/>
            <a:ext cx="1644650" cy="2169160"/>
          </a:xfrm>
          <a:custGeom>
            <a:avLst/>
            <a:gdLst/>
            <a:ahLst/>
            <a:cxnLst/>
            <a:rect l="l" t="t" r="r" b="b"/>
            <a:pathLst>
              <a:path w="1644650" h="2169160">
                <a:moveTo>
                  <a:pt x="0" y="1084326"/>
                </a:moveTo>
                <a:lnTo>
                  <a:pt x="1006" y="1030211"/>
                </a:lnTo>
                <a:lnTo>
                  <a:pt x="3994" y="976783"/>
                </a:lnTo>
                <a:lnTo>
                  <a:pt x="8916" y="924103"/>
                </a:lnTo>
                <a:lnTo>
                  <a:pt x="15725" y="872234"/>
                </a:lnTo>
                <a:lnTo>
                  <a:pt x="24374" y="821238"/>
                </a:lnTo>
                <a:lnTo>
                  <a:pt x="34816" y="771177"/>
                </a:lnTo>
                <a:lnTo>
                  <a:pt x="47003" y="722112"/>
                </a:lnTo>
                <a:lnTo>
                  <a:pt x="60889" y="674107"/>
                </a:lnTo>
                <a:lnTo>
                  <a:pt x="76427" y="627223"/>
                </a:lnTo>
                <a:lnTo>
                  <a:pt x="93569" y="581523"/>
                </a:lnTo>
                <a:lnTo>
                  <a:pt x="112268" y="537068"/>
                </a:lnTo>
                <a:lnTo>
                  <a:pt x="132476" y="493921"/>
                </a:lnTo>
                <a:lnTo>
                  <a:pt x="154148" y="452145"/>
                </a:lnTo>
                <a:lnTo>
                  <a:pt x="177236" y="411800"/>
                </a:lnTo>
                <a:lnTo>
                  <a:pt x="201692" y="372949"/>
                </a:lnTo>
                <a:lnTo>
                  <a:pt x="227470" y="335655"/>
                </a:lnTo>
                <a:lnTo>
                  <a:pt x="254521" y="299979"/>
                </a:lnTo>
                <a:lnTo>
                  <a:pt x="282801" y="265984"/>
                </a:lnTo>
                <a:lnTo>
                  <a:pt x="312260" y="233732"/>
                </a:lnTo>
                <a:lnTo>
                  <a:pt x="342852" y="203284"/>
                </a:lnTo>
                <a:lnTo>
                  <a:pt x="374530" y="174704"/>
                </a:lnTo>
                <a:lnTo>
                  <a:pt x="407246" y="148053"/>
                </a:lnTo>
                <a:lnTo>
                  <a:pt x="440954" y="123394"/>
                </a:lnTo>
                <a:lnTo>
                  <a:pt x="475607" y="100788"/>
                </a:lnTo>
                <a:lnTo>
                  <a:pt x="511156" y="80298"/>
                </a:lnTo>
                <a:lnTo>
                  <a:pt x="547556" y="61985"/>
                </a:lnTo>
                <a:lnTo>
                  <a:pt x="584759" y="45913"/>
                </a:lnTo>
                <a:lnTo>
                  <a:pt x="622717" y="32143"/>
                </a:lnTo>
                <a:lnTo>
                  <a:pt x="661384" y="20737"/>
                </a:lnTo>
                <a:lnTo>
                  <a:pt x="700713" y="11758"/>
                </a:lnTo>
                <a:lnTo>
                  <a:pt x="740656" y="5267"/>
                </a:lnTo>
                <a:lnTo>
                  <a:pt x="781167" y="1327"/>
                </a:lnTo>
                <a:lnTo>
                  <a:pt x="822198" y="0"/>
                </a:lnTo>
                <a:lnTo>
                  <a:pt x="863228" y="1327"/>
                </a:lnTo>
                <a:lnTo>
                  <a:pt x="903739" y="5267"/>
                </a:lnTo>
                <a:lnTo>
                  <a:pt x="943682" y="11758"/>
                </a:lnTo>
                <a:lnTo>
                  <a:pt x="983011" y="20737"/>
                </a:lnTo>
                <a:lnTo>
                  <a:pt x="1021678" y="32143"/>
                </a:lnTo>
                <a:lnTo>
                  <a:pt x="1059636" y="45913"/>
                </a:lnTo>
                <a:lnTo>
                  <a:pt x="1096839" y="61985"/>
                </a:lnTo>
                <a:lnTo>
                  <a:pt x="1133239" y="80298"/>
                </a:lnTo>
                <a:lnTo>
                  <a:pt x="1168788" y="100788"/>
                </a:lnTo>
                <a:lnTo>
                  <a:pt x="1203441" y="123394"/>
                </a:lnTo>
                <a:lnTo>
                  <a:pt x="1237149" y="148053"/>
                </a:lnTo>
                <a:lnTo>
                  <a:pt x="1269865" y="174704"/>
                </a:lnTo>
                <a:lnTo>
                  <a:pt x="1301543" y="203284"/>
                </a:lnTo>
                <a:lnTo>
                  <a:pt x="1332135" y="233732"/>
                </a:lnTo>
                <a:lnTo>
                  <a:pt x="1361594" y="265984"/>
                </a:lnTo>
                <a:lnTo>
                  <a:pt x="1389874" y="299979"/>
                </a:lnTo>
                <a:lnTo>
                  <a:pt x="1416925" y="335655"/>
                </a:lnTo>
                <a:lnTo>
                  <a:pt x="1442703" y="372949"/>
                </a:lnTo>
                <a:lnTo>
                  <a:pt x="1467159" y="411800"/>
                </a:lnTo>
                <a:lnTo>
                  <a:pt x="1490247" y="452145"/>
                </a:lnTo>
                <a:lnTo>
                  <a:pt x="1511919" y="493921"/>
                </a:lnTo>
                <a:lnTo>
                  <a:pt x="1532127" y="537068"/>
                </a:lnTo>
                <a:lnTo>
                  <a:pt x="1550826" y="581523"/>
                </a:lnTo>
                <a:lnTo>
                  <a:pt x="1567968" y="627223"/>
                </a:lnTo>
                <a:lnTo>
                  <a:pt x="1583506" y="674107"/>
                </a:lnTo>
                <a:lnTo>
                  <a:pt x="1597392" y="722112"/>
                </a:lnTo>
                <a:lnTo>
                  <a:pt x="1609579" y="771177"/>
                </a:lnTo>
                <a:lnTo>
                  <a:pt x="1620021" y="821238"/>
                </a:lnTo>
                <a:lnTo>
                  <a:pt x="1628670" y="872234"/>
                </a:lnTo>
                <a:lnTo>
                  <a:pt x="1635479" y="924103"/>
                </a:lnTo>
                <a:lnTo>
                  <a:pt x="1640401" y="976783"/>
                </a:lnTo>
                <a:lnTo>
                  <a:pt x="1643389" y="1030211"/>
                </a:lnTo>
                <a:lnTo>
                  <a:pt x="1644396" y="1084326"/>
                </a:lnTo>
                <a:lnTo>
                  <a:pt x="1643389" y="1138440"/>
                </a:lnTo>
                <a:lnTo>
                  <a:pt x="1640401" y="1191868"/>
                </a:lnTo>
                <a:lnTo>
                  <a:pt x="1635479" y="1244548"/>
                </a:lnTo>
                <a:lnTo>
                  <a:pt x="1628670" y="1296417"/>
                </a:lnTo>
                <a:lnTo>
                  <a:pt x="1620021" y="1347413"/>
                </a:lnTo>
                <a:lnTo>
                  <a:pt x="1609579" y="1397474"/>
                </a:lnTo>
                <a:lnTo>
                  <a:pt x="1597392" y="1446539"/>
                </a:lnTo>
                <a:lnTo>
                  <a:pt x="1583506" y="1494544"/>
                </a:lnTo>
                <a:lnTo>
                  <a:pt x="1567968" y="1541428"/>
                </a:lnTo>
                <a:lnTo>
                  <a:pt x="1550826" y="1587128"/>
                </a:lnTo>
                <a:lnTo>
                  <a:pt x="1532127" y="1631583"/>
                </a:lnTo>
                <a:lnTo>
                  <a:pt x="1511919" y="1674730"/>
                </a:lnTo>
                <a:lnTo>
                  <a:pt x="1490247" y="1716506"/>
                </a:lnTo>
                <a:lnTo>
                  <a:pt x="1467159" y="1756851"/>
                </a:lnTo>
                <a:lnTo>
                  <a:pt x="1442703" y="1795702"/>
                </a:lnTo>
                <a:lnTo>
                  <a:pt x="1416925" y="1832996"/>
                </a:lnTo>
                <a:lnTo>
                  <a:pt x="1389874" y="1868672"/>
                </a:lnTo>
                <a:lnTo>
                  <a:pt x="1361594" y="1902667"/>
                </a:lnTo>
                <a:lnTo>
                  <a:pt x="1332135" y="1934919"/>
                </a:lnTo>
                <a:lnTo>
                  <a:pt x="1301543" y="1965367"/>
                </a:lnTo>
                <a:lnTo>
                  <a:pt x="1269865" y="1993947"/>
                </a:lnTo>
                <a:lnTo>
                  <a:pt x="1237149" y="2020598"/>
                </a:lnTo>
                <a:lnTo>
                  <a:pt x="1203441" y="2045257"/>
                </a:lnTo>
                <a:lnTo>
                  <a:pt x="1168788" y="2067863"/>
                </a:lnTo>
                <a:lnTo>
                  <a:pt x="1133239" y="2088353"/>
                </a:lnTo>
                <a:lnTo>
                  <a:pt x="1096839" y="2106666"/>
                </a:lnTo>
                <a:lnTo>
                  <a:pt x="1059636" y="2122738"/>
                </a:lnTo>
                <a:lnTo>
                  <a:pt x="1021678" y="2136508"/>
                </a:lnTo>
                <a:lnTo>
                  <a:pt x="983011" y="2147914"/>
                </a:lnTo>
                <a:lnTo>
                  <a:pt x="943682" y="2156893"/>
                </a:lnTo>
                <a:lnTo>
                  <a:pt x="903739" y="2163384"/>
                </a:lnTo>
                <a:lnTo>
                  <a:pt x="863228" y="2167324"/>
                </a:lnTo>
                <a:lnTo>
                  <a:pt x="822198" y="2168652"/>
                </a:lnTo>
                <a:lnTo>
                  <a:pt x="781167" y="2167324"/>
                </a:lnTo>
                <a:lnTo>
                  <a:pt x="740656" y="2163384"/>
                </a:lnTo>
                <a:lnTo>
                  <a:pt x="700713" y="2156893"/>
                </a:lnTo>
                <a:lnTo>
                  <a:pt x="661384" y="2147914"/>
                </a:lnTo>
                <a:lnTo>
                  <a:pt x="622717" y="2136508"/>
                </a:lnTo>
                <a:lnTo>
                  <a:pt x="584759" y="2122738"/>
                </a:lnTo>
                <a:lnTo>
                  <a:pt x="547556" y="2106666"/>
                </a:lnTo>
                <a:lnTo>
                  <a:pt x="511156" y="2088353"/>
                </a:lnTo>
                <a:lnTo>
                  <a:pt x="475607" y="2067863"/>
                </a:lnTo>
                <a:lnTo>
                  <a:pt x="440954" y="2045257"/>
                </a:lnTo>
                <a:lnTo>
                  <a:pt x="407246" y="2020598"/>
                </a:lnTo>
                <a:lnTo>
                  <a:pt x="374530" y="1993947"/>
                </a:lnTo>
                <a:lnTo>
                  <a:pt x="342852" y="1965367"/>
                </a:lnTo>
                <a:lnTo>
                  <a:pt x="312260" y="1934919"/>
                </a:lnTo>
                <a:lnTo>
                  <a:pt x="282801" y="1902667"/>
                </a:lnTo>
                <a:lnTo>
                  <a:pt x="254521" y="1868672"/>
                </a:lnTo>
                <a:lnTo>
                  <a:pt x="227470" y="1832996"/>
                </a:lnTo>
                <a:lnTo>
                  <a:pt x="201692" y="1795702"/>
                </a:lnTo>
                <a:lnTo>
                  <a:pt x="177236" y="1756851"/>
                </a:lnTo>
                <a:lnTo>
                  <a:pt x="154148" y="1716506"/>
                </a:lnTo>
                <a:lnTo>
                  <a:pt x="132476" y="1674730"/>
                </a:lnTo>
                <a:lnTo>
                  <a:pt x="112268" y="1631583"/>
                </a:lnTo>
                <a:lnTo>
                  <a:pt x="93569" y="1587128"/>
                </a:lnTo>
                <a:lnTo>
                  <a:pt x="76427" y="1541428"/>
                </a:lnTo>
                <a:lnTo>
                  <a:pt x="60889" y="1494544"/>
                </a:lnTo>
                <a:lnTo>
                  <a:pt x="47003" y="1446539"/>
                </a:lnTo>
                <a:lnTo>
                  <a:pt x="34816" y="1397474"/>
                </a:lnTo>
                <a:lnTo>
                  <a:pt x="24374" y="1347413"/>
                </a:lnTo>
                <a:lnTo>
                  <a:pt x="15725" y="1296417"/>
                </a:lnTo>
                <a:lnTo>
                  <a:pt x="8916" y="1244548"/>
                </a:lnTo>
                <a:lnTo>
                  <a:pt x="3994" y="1191868"/>
                </a:lnTo>
                <a:lnTo>
                  <a:pt x="1006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058150" y="5296001"/>
            <a:ext cx="3194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352281" y="5532221"/>
            <a:ext cx="176530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0" b="1" i="1">
                <a:solidFill>
                  <a:srgbClr val="FFFF00"/>
                </a:solidFill>
                <a:latin typeface="Times New Roman"/>
                <a:cs typeface="Times New Roman"/>
              </a:rPr>
              <a:t>u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338566" y="4446270"/>
            <a:ext cx="638810" cy="553720"/>
          </a:xfrm>
          <a:custGeom>
            <a:avLst/>
            <a:gdLst/>
            <a:ahLst/>
            <a:cxnLst/>
            <a:rect l="l" t="t" r="r" b="b"/>
            <a:pathLst>
              <a:path w="638809" h="553720">
                <a:moveTo>
                  <a:pt x="0" y="276605"/>
                </a:moveTo>
                <a:lnTo>
                  <a:pt x="4180" y="231735"/>
                </a:lnTo>
                <a:lnTo>
                  <a:pt x="16282" y="189171"/>
                </a:lnTo>
                <a:lnTo>
                  <a:pt x="35647" y="149482"/>
                </a:lnTo>
                <a:lnTo>
                  <a:pt x="61618" y="113239"/>
                </a:lnTo>
                <a:lnTo>
                  <a:pt x="93535" y="81010"/>
                </a:lnTo>
                <a:lnTo>
                  <a:pt x="130740" y="53364"/>
                </a:lnTo>
                <a:lnTo>
                  <a:pt x="172576" y="30871"/>
                </a:lnTo>
                <a:lnTo>
                  <a:pt x="218383" y="14100"/>
                </a:lnTo>
                <a:lnTo>
                  <a:pt x="267503" y="3619"/>
                </a:lnTo>
                <a:lnTo>
                  <a:pt x="319277" y="0"/>
                </a:lnTo>
                <a:lnTo>
                  <a:pt x="371052" y="3619"/>
                </a:lnTo>
                <a:lnTo>
                  <a:pt x="420172" y="14100"/>
                </a:lnTo>
                <a:lnTo>
                  <a:pt x="465979" y="30871"/>
                </a:lnTo>
                <a:lnTo>
                  <a:pt x="507815" y="53364"/>
                </a:lnTo>
                <a:lnTo>
                  <a:pt x="545020" y="81010"/>
                </a:lnTo>
                <a:lnTo>
                  <a:pt x="576937" y="113239"/>
                </a:lnTo>
                <a:lnTo>
                  <a:pt x="602908" y="149482"/>
                </a:lnTo>
                <a:lnTo>
                  <a:pt x="622273" y="189171"/>
                </a:lnTo>
                <a:lnTo>
                  <a:pt x="634375" y="231735"/>
                </a:lnTo>
                <a:lnTo>
                  <a:pt x="638555" y="276605"/>
                </a:lnTo>
                <a:lnTo>
                  <a:pt x="634375" y="321476"/>
                </a:lnTo>
                <a:lnTo>
                  <a:pt x="622273" y="364040"/>
                </a:lnTo>
                <a:lnTo>
                  <a:pt x="602908" y="403729"/>
                </a:lnTo>
                <a:lnTo>
                  <a:pt x="576937" y="439972"/>
                </a:lnTo>
                <a:lnTo>
                  <a:pt x="545020" y="472201"/>
                </a:lnTo>
                <a:lnTo>
                  <a:pt x="507815" y="499847"/>
                </a:lnTo>
                <a:lnTo>
                  <a:pt x="465979" y="522340"/>
                </a:lnTo>
                <a:lnTo>
                  <a:pt x="420172" y="539111"/>
                </a:lnTo>
                <a:lnTo>
                  <a:pt x="371052" y="549592"/>
                </a:lnTo>
                <a:lnTo>
                  <a:pt x="319277" y="553211"/>
                </a:lnTo>
                <a:lnTo>
                  <a:pt x="267503" y="549592"/>
                </a:lnTo>
                <a:lnTo>
                  <a:pt x="218383" y="539111"/>
                </a:lnTo>
                <a:lnTo>
                  <a:pt x="172576" y="522340"/>
                </a:lnTo>
                <a:lnTo>
                  <a:pt x="130740" y="499847"/>
                </a:lnTo>
                <a:lnTo>
                  <a:pt x="93535" y="472201"/>
                </a:lnTo>
                <a:lnTo>
                  <a:pt x="61618" y="439972"/>
                </a:lnTo>
                <a:lnTo>
                  <a:pt x="35647" y="403729"/>
                </a:lnTo>
                <a:lnTo>
                  <a:pt x="16282" y="364040"/>
                </a:lnTo>
                <a:lnTo>
                  <a:pt x="4180" y="321476"/>
                </a:lnTo>
                <a:lnTo>
                  <a:pt x="0" y="276605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441817" y="4453585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824978" y="3847338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09" h="680085">
                <a:moveTo>
                  <a:pt x="0" y="339851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5" y="339851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891906" y="4018026"/>
            <a:ext cx="5073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4800" spc="1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10" b="1" i="1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32510" y="4267961"/>
            <a:ext cx="637540" cy="553720"/>
          </a:xfrm>
          <a:custGeom>
            <a:avLst/>
            <a:gdLst/>
            <a:ahLst/>
            <a:cxnLst/>
            <a:rect l="l" t="t" r="r" b="b"/>
            <a:pathLst>
              <a:path w="637539" h="553720">
                <a:moveTo>
                  <a:pt x="0" y="276606"/>
                </a:moveTo>
                <a:lnTo>
                  <a:pt x="4168" y="231735"/>
                </a:lnTo>
                <a:lnTo>
                  <a:pt x="16238" y="189171"/>
                </a:lnTo>
                <a:lnTo>
                  <a:pt x="35552" y="149482"/>
                </a:lnTo>
                <a:lnTo>
                  <a:pt x="61456" y="113239"/>
                </a:lnTo>
                <a:lnTo>
                  <a:pt x="93292" y="81010"/>
                </a:lnTo>
                <a:lnTo>
                  <a:pt x="130406" y="53364"/>
                </a:lnTo>
                <a:lnTo>
                  <a:pt x="172141" y="30871"/>
                </a:lnTo>
                <a:lnTo>
                  <a:pt x="217841" y="14100"/>
                </a:lnTo>
                <a:lnTo>
                  <a:pt x="266851" y="3619"/>
                </a:lnTo>
                <a:lnTo>
                  <a:pt x="318516" y="0"/>
                </a:lnTo>
                <a:lnTo>
                  <a:pt x="370176" y="3619"/>
                </a:lnTo>
                <a:lnTo>
                  <a:pt x="419185" y="14100"/>
                </a:lnTo>
                <a:lnTo>
                  <a:pt x="464885" y="30871"/>
                </a:lnTo>
                <a:lnTo>
                  <a:pt x="506620" y="53364"/>
                </a:lnTo>
                <a:lnTo>
                  <a:pt x="543734" y="81010"/>
                </a:lnTo>
                <a:lnTo>
                  <a:pt x="575572" y="113239"/>
                </a:lnTo>
                <a:lnTo>
                  <a:pt x="601476" y="149482"/>
                </a:lnTo>
                <a:lnTo>
                  <a:pt x="620792" y="189171"/>
                </a:lnTo>
                <a:lnTo>
                  <a:pt x="632862" y="231735"/>
                </a:lnTo>
                <a:lnTo>
                  <a:pt x="637032" y="276606"/>
                </a:lnTo>
                <a:lnTo>
                  <a:pt x="632862" y="321476"/>
                </a:lnTo>
                <a:lnTo>
                  <a:pt x="620792" y="364040"/>
                </a:lnTo>
                <a:lnTo>
                  <a:pt x="601476" y="403729"/>
                </a:lnTo>
                <a:lnTo>
                  <a:pt x="575572" y="439972"/>
                </a:lnTo>
                <a:lnTo>
                  <a:pt x="543734" y="472201"/>
                </a:lnTo>
                <a:lnTo>
                  <a:pt x="506620" y="499847"/>
                </a:lnTo>
                <a:lnTo>
                  <a:pt x="464885" y="522340"/>
                </a:lnTo>
                <a:lnTo>
                  <a:pt x="419185" y="539111"/>
                </a:lnTo>
                <a:lnTo>
                  <a:pt x="370176" y="549592"/>
                </a:lnTo>
                <a:lnTo>
                  <a:pt x="318516" y="553212"/>
                </a:lnTo>
                <a:lnTo>
                  <a:pt x="266851" y="549592"/>
                </a:lnTo>
                <a:lnTo>
                  <a:pt x="217841" y="539111"/>
                </a:lnTo>
                <a:lnTo>
                  <a:pt x="172141" y="522340"/>
                </a:lnTo>
                <a:lnTo>
                  <a:pt x="130406" y="499847"/>
                </a:lnTo>
                <a:lnTo>
                  <a:pt x="93292" y="472201"/>
                </a:lnTo>
                <a:lnTo>
                  <a:pt x="61456" y="439972"/>
                </a:lnTo>
                <a:lnTo>
                  <a:pt x="35552" y="403729"/>
                </a:lnTo>
                <a:lnTo>
                  <a:pt x="16238" y="364040"/>
                </a:lnTo>
                <a:lnTo>
                  <a:pt x="4168" y="321476"/>
                </a:lnTo>
                <a:lnTo>
                  <a:pt x="0" y="27660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133652" y="4276725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80238" y="4037838"/>
            <a:ext cx="638810" cy="681355"/>
          </a:xfrm>
          <a:custGeom>
            <a:avLst/>
            <a:gdLst/>
            <a:ahLst/>
            <a:cxnLst/>
            <a:rect l="l" t="t" r="r" b="b"/>
            <a:pathLst>
              <a:path w="638810" h="681354">
                <a:moveTo>
                  <a:pt x="0" y="340613"/>
                </a:moveTo>
                <a:lnTo>
                  <a:pt x="3461" y="290287"/>
                </a:lnTo>
                <a:lnTo>
                  <a:pt x="13518" y="242250"/>
                </a:lnTo>
                <a:lnTo>
                  <a:pt x="29675" y="197032"/>
                </a:lnTo>
                <a:lnTo>
                  <a:pt x="51439" y="155158"/>
                </a:lnTo>
                <a:lnTo>
                  <a:pt x="78315" y="117157"/>
                </a:lnTo>
                <a:lnTo>
                  <a:pt x="109810" y="83556"/>
                </a:lnTo>
                <a:lnTo>
                  <a:pt x="145430" y="54882"/>
                </a:lnTo>
                <a:lnTo>
                  <a:pt x="184680" y="31662"/>
                </a:lnTo>
                <a:lnTo>
                  <a:pt x="227068" y="14423"/>
                </a:lnTo>
                <a:lnTo>
                  <a:pt x="272098" y="3693"/>
                </a:lnTo>
                <a:lnTo>
                  <a:pt x="319277" y="0"/>
                </a:lnTo>
                <a:lnTo>
                  <a:pt x="366457" y="3693"/>
                </a:lnTo>
                <a:lnTo>
                  <a:pt x="411487" y="14423"/>
                </a:lnTo>
                <a:lnTo>
                  <a:pt x="453875" y="31662"/>
                </a:lnTo>
                <a:lnTo>
                  <a:pt x="493125" y="54882"/>
                </a:lnTo>
                <a:lnTo>
                  <a:pt x="528745" y="83556"/>
                </a:lnTo>
                <a:lnTo>
                  <a:pt x="560240" y="117157"/>
                </a:lnTo>
                <a:lnTo>
                  <a:pt x="587116" y="155158"/>
                </a:lnTo>
                <a:lnTo>
                  <a:pt x="608880" y="197032"/>
                </a:lnTo>
                <a:lnTo>
                  <a:pt x="625037" y="242250"/>
                </a:lnTo>
                <a:lnTo>
                  <a:pt x="635094" y="290287"/>
                </a:lnTo>
                <a:lnTo>
                  <a:pt x="638556" y="340613"/>
                </a:lnTo>
                <a:lnTo>
                  <a:pt x="635094" y="390940"/>
                </a:lnTo>
                <a:lnTo>
                  <a:pt x="625037" y="438977"/>
                </a:lnTo>
                <a:lnTo>
                  <a:pt x="608880" y="484195"/>
                </a:lnTo>
                <a:lnTo>
                  <a:pt x="587116" y="526069"/>
                </a:lnTo>
                <a:lnTo>
                  <a:pt x="560240" y="564070"/>
                </a:lnTo>
                <a:lnTo>
                  <a:pt x="528745" y="597671"/>
                </a:lnTo>
                <a:lnTo>
                  <a:pt x="493125" y="626345"/>
                </a:lnTo>
                <a:lnTo>
                  <a:pt x="453875" y="649565"/>
                </a:lnTo>
                <a:lnTo>
                  <a:pt x="411487" y="666804"/>
                </a:lnTo>
                <a:lnTo>
                  <a:pt x="366457" y="677534"/>
                </a:lnTo>
                <a:lnTo>
                  <a:pt x="319277" y="681228"/>
                </a:lnTo>
                <a:lnTo>
                  <a:pt x="272098" y="677534"/>
                </a:lnTo>
                <a:lnTo>
                  <a:pt x="227068" y="666804"/>
                </a:lnTo>
                <a:lnTo>
                  <a:pt x="184680" y="649565"/>
                </a:lnTo>
                <a:lnTo>
                  <a:pt x="145430" y="626345"/>
                </a:lnTo>
                <a:lnTo>
                  <a:pt x="109810" y="597671"/>
                </a:lnTo>
                <a:lnTo>
                  <a:pt x="78315" y="564070"/>
                </a:lnTo>
                <a:lnTo>
                  <a:pt x="51439" y="526069"/>
                </a:lnTo>
                <a:lnTo>
                  <a:pt x="29675" y="484195"/>
                </a:lnTo>
                <a:lnTo>
                  <a:pt x="13518" y="438977"/>
                </a:lnTo>
                <a:lnTo>
                  <a:pt x="3461" y="390940"/>
                </a:lnTo>
                <a:lnTo>
                  <a:pt x="0" y="34061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68477" y="4208779"/>
            <a:ext cx="46100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ri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85850" y="4892802"/>
            <a:ext cx="637540" cy="680085"/>
          </a:xfrm>
          <a:custGeom>
            <a:avLst/>
            <a:gdLst/>
            <a:ahLst/>
            <a:cxnLst/>
            <a:rect l="l" t="t" r="r" b="b"/>
            <a:pathLst>
              <a:path w="637539" h="680085">
                <a:moveTo>
                  <a:pt x="0" y="339852"/>
                </a:moveTo>
                <a:lnTo>
                  <a:pt x="3453" y="289628"/>
                </a:lnTo>
                <a:lnTo>
                  <a:pt x="13485" y="241694"/>
                </a:lnTo>
                <a:lnTo>
                  <a:pt x="29604" y="196574"/>
                </a:lnTo>
                <a:lnTo>
                  <a:pt x="51315" y="154794"/>
                </a:lnTo>
                <a:lnTo>
                  <a:pt x="78127" y="116879"/>
                </a:lnTo>
                <a:lnTo>
                  <a:pt x="109547" y="83356"/>
                </a:lnTo>
                <a:lnTo>
                  <a:pt x="145082" y="54749"/>
                </a:lnTo>
                <a:lnTo>
                  <a:pt x="184239" y="31584"/>
                </a:lnTo>
                <a:lnTo>
                  <a:pt x="226525" y="14388"/>
                </a:lnTo>
                <a:lnTo>
                  <a:pt x="271448" y="3684"/>
                </a:lnTo>
                <a:lnTo>
                  <a:pt x="318516" y="0"/>
                </a:lnTo>
                <a:lnTo>
                  <a:pt x="365580" y="3684"/>
                </a:lnTo>
                <a:lnTo>
                  <a:pt x="410501" y="14388"/>
                </a:lnTo>
                <a:lnTo>
                  <a:pt x="452787" y="31584"/>
                </a:lnTo>
                <a:lnTo>
                  <a:pt x="491943" y="54749"/>
                </a:lnTo>
                <a:lnTo>
                  <a:pt x="527479" y="83356"/>
                </a:lnTo>
                <a:lnTo>
                  <a:pt x="558899" y="116879"/>
                </a:lnTo>
                <a:lnTo>
                  <a:pt x="585712" y="154794"/>
                </a:lnTo>
                <a:lnTo>
                  <a:pt x="607425" y="196574"/>
                </a:lnTo>
                <a:lnTo>
                  <a:pt x="623545" y="241694"/>
                </a:lnTo>
                <a:lnTo>
                  <a:pt x="633578" y="289628"/>
                </a:lnTo>
                <a:lnTo>
                  <a:pt x="637032" y="339852"/>
                </a:lnTo>
                <a:lnTo>
                  <a:pt x="633578" y="390075"/>
                </a:lnTo>
                <a:lnTo>
                  <a:pt x="623545" y="438009"/>
                </a:lnTo>
                <a:lnTo>
                  <a:pt x="607425" y="483129"/>
                </a:lnTo>
                <a:lnTo>
                  <a:pt x="585712" y="524909"/>
                </a:lnTo>
                <a:lnTo>
                  <a:pt x="558899" y="562824"/>
                </a:lnTo>
                <a:lnTo>
                  <a:pt x="527479" y="596347"/>
                </a:lnTo>
                <a:lnTo>
                  <a:pt x="491943" y="624954"/>
                </a:lnTo>
                <a:lnTo>
                  <a:pt x="452787" y="648119"/>
                </a:lnTo>
                <a:lnTo>
                  <a:pt x="410501" y="665315"/>
                </a:lnTo>
                <a:lnTo>
                  <a:pt x="365580" y="676019"/>
                </a:lnTo>
                <a:lnTo>
                  <a:pt x="318516" y="679704"/>
                </a:lnTo>
                <a:lnTo>
                  <a:pt x="271448" y="676019"/>
                </a:lnTo>
                <a:lnTo>
                  <a:pt x="226525" y="665315"/>
                </a:lnTo>
                <a:lnTo>
                  <a:pt x="184239" y="648119"/>
                </a:lnTo>
                <a:lnTo>
                  <a:pt x="145082" y="624954"/>
                </a:lnTo>
                <a:lnTo>
                  <a:pt x="109547" y="596347"/>
                </a:lnTo>
                <a:lnTo>
                  <a:pt x="78127" y="562824"/>
                </a:lnTo>
                <a:lnTo>
                  <a:pt x="51315" y="524909"/>
                </a:lnTo>
                <a:lnTo>
                  <a:pt x="29604" y="483129"/>
                </a:lnTo>
                <a:lnTo>
                  <a:pt x="13485" y="438009"/>
                </a:lnTo>
                <a:lnTo>
                  <a:pt x="3453" y="390075"/>
                </a:lnTo>
                <a:lnTo>
                  <a:pt x="0" y="33985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199184" y="496290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03350" y="5199126"/>
            <a:ext cx="2057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rj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46882" y="1964182"/>
            <a:ext cx="520700" cy="2073910"/>
          </a:xfrm>
          <a:custGeom>
            <a:avLst/>
            <a:gdLst/>
            <a:ahLst/>
            <a:cxnLst/>
            <a:rect l="l" t="t" r="r" b="b"/>
            <a:pathLst>
              <a:path w="520700" h="2073910">
                <a:moveTo>
                  <a:pt x="20613" y="1892036"/>
                </a:moveTo>
                <a:lnTo>
                  <a:pt x="13098" y="1892934"/>
                </a:lnTo>
                <a:lnTo>
                  <a:pt x="6507" y="1896614"/>
                </a:lnTo>
                <a:lnTo>
                  <a:pt x="2010" y="1902364"/>
                </a:lnTo>
                <a:lnTo>
                  <a:pt x="0" y="1909401"/>
                </a:lnTo>
                <a:lnTo>
                  <a:pt x="867" y="1916937"/>
                </a:lnTo>
                <a:lnTo>
                  <a:pt x="51858" y="2073782"/>
                </a:lnTo>
                <a:lnTo>
                  <a:pt x="82029" y="2040889"/>
                </a:lnTo>
                <a:lnTo>
                  <a:pt x="78490" y="2040889"/>
                </a:lnTo>
                <a:lnTo>
                  <a:pt x="41266" y="2032761"/>
                </a:lnTo>
                <a:lnTo>
                  <a:pt x="56214" y="1963952"/>
                </a:lnTo>
                <a:lnTo>
                  <a:pt x="37101" y="1905126"/>
                </a:lnTo>
                <a:lnTo>
                  <a:pt x="33386" y="1898524"/>
                </a:lnTo>
                <a:lnTo>
                  <a:pt x="27633" y="1894030"/>
                </a:lnTo>
                <a:lnTo>
                  <a:pt x="20613" y="1892036"/>
                </a:lnTo>
                <a:close/>
              </a:path>
              <a:path w="520700" h="2073910">
                <a:moveTo>
                  <a:pt x="56214" y="1963952"/>
                </a:moveTo>
                <a:lnTo>
                  <a:pt x="41266" y="2032761"/>
                </a:lnTo>
                <a:lnTo>
                  <a:pt x="78490" y="2040889"/>
                </a:lnTo>
                <a:lnTo>
                  <a:pt x="80642" y="2030983"/>
                </a:lnTo>
                <a:lnTo>
                  <a:pt x="77995" y="2030983"/>
                </a:lnTo>
                <a:lnTo>
                  <a:pt x="45838" y="2023998"/>
                </a:lnTo>
                <a:lnTo>
                  <a:pt x="67904" y="1999930"/>
                </a:lnTo>
                <a:lnTo>
                  <a:pt x="56214" y="1963952"/>
                </a:lnTo>
                <a:close/>
              </a:path>
              <a:path w="520700" h="2073910">
                <a:moveTo>
                  <a:pt x="148472" y="1920319"/>
                </a:moveTo>
                <a:lnTo>
                  <a:pt x="141373" y="1922016"/>
                </a:lnTo>
                <a:lnTo>
                  <a:pt x="135259" y="1926462"/>
                </a:lnTo>
                <a:lnTo>
                  <a:pt x="93439" y="1972078"/>
                </a:lnTo>
                <a:lnTo>
                  <a:pt x="78490" y="2040889"/>
                </a:lnTo>
                <a:lnTo>
                  <a:pt x="82029" y="2040889"/>
                </a:lnTo>
                <a:lnTo>
                  <a:pt x="163339" y="1952243"/>
                </a:lnTo>
                <a:lnTo>
                  <a:pt x="167248" y="1945715"/>
                </a:lnTo>
                <a:lnTo>
                  <a:pt x="168331" y="1938496"/>
                </a:lnTo>
                <a:lnTo>
                  <a:pt x="166626" y="1931419"/>
                </a:lnTo>
                <a:lnTo>
                  <a:pt x="162170" y="1925319"/>
                </a:lnTo>
                <a:lnTo>
                  <a:pt x="155692" y="1921408"/>
                </a:lnTo>
                <a:lnTo>
                  <a:pt x="148472" y="1920319"/>
                </a:lnTo>
                <a:close/>
              </a:path>
              <a:path w="520700" h="2073910">
                <a:moveTo>
                  <a:pt x="67904" y="1999930"/>
                </a:moveTo>
                <a:lnTo>
                  <a:pt x="45838" y="2023998"/>
                </a:lnTo>
                <a:lnTo>
                  <a:pt x="77995" y="2030983"/>
                </a:lnTo>
                <a:lnTo>
                  <a:pt x="67904" y="1999930"/>
                </a:lnTo>
                <a:close/>
              </a:path>
              <a:path w="520700" h="2073910">
                <a:moveTo>
                  <a:pt x="93439" y="1972078"/>
                </a:moveTo>
                <a:lnTo>
                  <a:pt x="67904" y="1999930"/>
                </a:lnTo>
                <a:lnTo>
                  <a:pt x="77995" y="2030983"/>
                </a:lnTo>
                <a:lnTo>
                  <a:pt x="80642" y="2030983"/>
                </a:lnTo>
                <a:lnTo>
                  <a:pt x="93439" y="1972078"/>
                </a:lnTo>
                <a:close/>
              </a:path>
              <a:path w="520700" h="2073910">
                <a:moveTo>
                  <a:pt x="482858" y="0"/>
                </a:moveTo>
                <a:lnTo>
                  <a:pt x="56214" y="1963952"/>
                </a:lnTo>
                <a:lnTo>
                  <a:pt x="67904" y="1999930"/>
                </a:lnTo>
                <a:lnTo>
                  <a:pt x="93439" y="1972078"/>
                </a:lnTo>
                <a:lnTo>
                  <a:pt x="520094" y="8127"/>
                </a:lnTo>
                <a:lnTo>
                  <a:pt x="4828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23367" y="1913636"/>
            <a:ext cx="516255" cy="1323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baseline="-21164" sz="315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253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62985" y="3144774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79739" y="2498217"/>
            <a:ext cx="271145" cy="1771650"/>
          </a:xfrm>
          <a:custGeom>
            <a:avLst/>
            <a:gdLst/>
            <a:ahLst/>
            <a:cxnLst/>
            <a:rect l="l" t="t" r="r" b="b"/>
            <a:pathLst>
              <a:path w="271144" h="1771650">
                <a:moveTo>
                  <a:pt x="18555" y="1593937"/>
                </a:moveTo>
                <a:lnTo>
                  <a:pt x="11215" y="1595628"/>
                </a:lnTo>
                <a:lnTo>
                  <a:pt x="5048" y="1600041"/>
                </a:lnTo>
                <a:lnTo>
                  <a:pt x="1214" y="1606264"/>
                </a:lnTo>
                <a:lnTo>
                  <a:pt x="0" y="1613487"/>
                </a:lnTo>
                <a:lnTo>
                  <a:pt x="1690" y="1620901"/>
                </a:lnTo>
                <a:lnTo>
                  <a:pt x="69762" y="1771142"/>
                </a:lnTo>
                <a:lnTo>
                  <a:pt x="95822" y="1735455"/>
                </a:lnTo>
                <a:lnTo>
                  <a:pt x="92622" y="1735455"/>
                </a:lnTo>
                <a:lnTo>
                  <a:pt x="54649" y="1731645"/>
                </a:lnTo>
                <a:lnTo>
                  <a:pt x="61880" y="1661472"/>
                </a:lnTo>
                <a:lnTo>
                  <a:pt x="36361" y="1605153"/>
                </a:lnTo>
                <a:lnTo>
                  <a:pt x="31950" y="1598985"/>
                </a:lnTo>
                <a:lnTo>
                  <a:pt x="25741" y="1595151"/>
                </a:lnTo>
                <a:lnTo>
                  <a:pt x="18555" y="1593937"/>
                </a:lnTo>
                <a:close/>
              </a:path>
              <a:path w="271144" h="1771650">
                <a:moveTo>
                  <a:pt x="61880" y="1661472"/>
                </a:moveTo>
                <a:lnTo>
                  <a:pt x="54649" y="1731645"/>
                </a:lnTo>
                <a:lnTo>
                  <a:pt x="92622" y="1735455"/>
                </a:lnTo>
                <a:lnTo>
                  <a:pt x="93630" y="1725676"/>
                </a:lnTo>
                <a:lnTo>
                  <a:pt x="90971" y="1725676"/>
                </a:lnTo>
                <a:lnTo>
                  <a:pt x="58205" y="1722247"/>
                </a:lnTo>
                <a:lnTo>
                  <a:pt x="77477" y="1695893"/>
                </a:lnTo>
                <a:lnTo>
                  <a:pt x="61880" y="1661472"/>
                </a:lnTo>
                <a:close/>
              </a:path>
              <a:path w="271144" h="1771650">
                <a:moveTo>
                  <a:pt x="148724" y="1607820"/>
                </a:moveTo>
                <a:lnTo>
                  <a:pt x="141886" y="1610320"/>
                </a:lnTo>
                <a:lnTo>
                  <a:pt x="136310" y="1615440"/>
                </a:lnTo>
                <a:lnTo>
                  <a:pt x="99852" y="1665296"/>
                </a:lnTo>
                <a:lnTo>
                  <a:pt x="92622" y="1735455"/>
                </a:lnTo>
                <a:lnTo>
                  <a:pt x="95822" y="1735455"/>
                </a:lnTo>
                <a:lnTo>
                  <a:pt x="167044" y="1637919"/>
                </a:lnTo>
                <a:lnTo>
                  <a:pt x="170211" y="1631037"/>
                </a:lnTo>
                <a:lnTo>
                  <a:pt x="170473" y="1623726"/>
                </a:lnTo>
                <a:lnTo>
                  <a:pt x="167973" y="1616844"/>
                </a:lnTo>
                <a:lnTo>
                  <a:pt x="162853" y="1611249"/>
                </a:lnTo>
                <a:lnTo>
                  <a:pt x="155991" y="1608081"/>
                </a:lnTo>
                <a:lnTo>
                  <a:pt x="148724" y="1607820"/>
                </a:lnTo>
                <a:close/>
              </a:path>
              <a:path w="271144" h="1771650">
                <a:moveTo>
                  <a:pt x="77477" y="1695893"/>
                </a:moveTo>
                <a:lnTo>
                  <a:pt x="58205" y="1722247"/>
                </a:lnTo>
                <a:lnTo>
                  <a:pt x="90971" y="1725676"/>
                </a:lnTo>
                <a:lnTo>
                  <a:pt x="77477" y="1695893"/>
                </a:lnTo>
                <a:close/>
              </a:path>
              <a:path w="271144" h="1771650">
                <a:moveTo>
                  <a:pt x="99852" y="1665296"/>
                </a:moveTo>
                <a:lnTo>
                  <a:pt x="77477" y="1695893"/>
                </a:lnTo>
                <a:lnTo>
                  <a:pt x="90971" y="1725676"/>
                </a:lnTo>
                <a:lnTo>
                  <a:pt x="93630" y="1725676"/>
                </a:lnTo>
                <a:lnTo>
                  <a:pt x="99852" y="1665296"/>
                </a:lnTo>
                <a:close/>
              </a:path>
              <a:path w="271144" h="1771650">
                <a:moveTo>
                  <a:pt x="233084" y="0"/>
                </a:moveTo>
                <a:lnTo>
                  <a:pt x="61880" y="1661472"/>
                </a:lnTo>
                <a:lnTo>
                  <a:pt x="77477" y="1695893"/>
                </a:lnTo>
                <a:lnTo>
                  <a:pt x="99852" y="1665296"/>
                </a:lnTo>
                <a:lnTo>
                  <a:pt x="271057" y="3810"/>
                </a:lnTo>
                <a:lnTo>
                  <a:pt x="2330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594738" y="3103626"/>
            <a:ext cx="680720" cy="1887855"/>
          </a:xfrm>
          <a:custGeom>
            <a:avLst/>
            <a:gdLst/>
            <a:ahLst/>
            <a:cxnLst/>
            <a:rect l="l" t="t" r="r" b="b"/>
            <a:pathLst>
              <a:path w="680719" h="1887854">
                <a:moveTo>
                  <a:pt x="22280" y="1703649"/>
                </a:moveTo>
                <a:lnTo>
                  <a:pt x="0" y="1726184"/>
                </a:lnTo>
                <a:lnTo>
                  <a:pt x="33655" y="1887728"/>
                </a:lnTo>
                <a:lnTo>
                  <a:pt x="67644" y="1857883"/>
                </a:lnTo>
                <a:lnTo>
                  <a:pt x="63627" y="1857883"/>
                </a:lnTo>
                <a:lnTo>
                  <a:pt x="27559" y="1845818"/>
                </a:lnTo>
                <a:lnTo>
                  <a:pt x="49871" y="1779064"/>
                </a:lnTo>
                <a:lnTo>
                  <a:pt x="37211" y="1718437"/>
                </a:lnTo>
                <a:lnTo>
                  <a:pt x="34234" y="1711491"/>
                </a:lnTo>
                <a:lnTo>
                  <a:pt x="29019" y="1706403"/>
                </a:lnTo>
                <a:lnTo>
                  <a:pt x="22280" y="1703649"/>
                </a:lnTo>
                <a:close/>
              </a:path>
              <a:path w="680719" h="1887854">
                <a:moveTo>
                  <a:pt x="49871" y="1779064"/>
                </a:moveTo>
                <a:lnTo>
                  <a:pt x="27559" y="1845818"/>
                </a:lnTo>
                <a:lnTo>
                  <a:pt x="63627" y="1857883"/>
                </a:lnTo>
                <a:lnTo>
                  <a:pt x="66938" y="1847977"/>
                </a:lnTo>
                <a:lnTo>
                  <a:pt x="64262" y="1847977"/>
                </a:lnTo>
                <a:lnTo>
                  <a:pt x="33019" y="1837563"/>
                </a:lnTo>
                <a:lnTo>
                  <a:pt x="57586" y="1816008"/>
                </a:lnTo>
                <a:lnTo>
                  <a:pt x="49871" y="1779064"/>
                </a:lnTo>
                <a:close/>
              </a:path>
              <a:path w="680719" h="1887854">
                <a:moveTo>
                  <a:pt x="146303" y="1745583"/>
                </a:moveTo>
                <a:lnTo>
                  <a:pt x="139061" y="1746519"/>
                </a:lnTo>
                <a:lnTo>
                  <a:pt x="132461" y="1750314"/>
                </a:lnTo>
                <a:lnTo>
                  <a:pt x="85940" y="1791130"/>
                </a:lnTo>
                <a:lnTo>
                  <a:pt x="63627" y="1857883"/>
                </a:lnTo>
                <a:lnTo>
                  <a:pt x="67644" y="1857883"/>
                </a:lnTo>
                <a:lnTo>
                  <a:pt x="157606" y="1778889"/>
                </a:lnTo>
                <a:lnTo>
                  <a:pt x="162242" y="1772916"/>
                </a:lnTo>
                <a:lnTo>
                  <a:pt x="164115" y="1765871"/>
                </a:lnTo>
                <a:lnTo>
                  <a:pt x="163179" y="1758636"/>
                </a:lnTo>
                <a:lnTo>
                  <a:pt x="159385" y="1752092"/>
                </a:lnTo>
                <a:lnTo>
                  <a:pt x="153356" y="1747456"/>
                </a:lnTo>
                <a:lnTo>
                  <a:pt x="146303" y="1745583"/>
                </a:lnTo>
                <a:close/>
              </a:path>
              <a:path w="680719" h="1887854">
                <a:moveTo>
                  <a:pt x="57586" y="1816008"/>
                </a:moveTo>
                <a:lnTo>
                  <a:pt x="33019" y="1837563"/>
                </a:lnTo>
                <a:lnTo>
                  <a:pt x="64262" y="1847977"/>
                </a:lnTo>
                <a:lnTo>
                  <a:pt x="57586" y="1816008"/>
                </a:lnTo>
                <a:close/>
              </a:path>
              <a:path w="680719" h="1887854">
                <a:moveTo>
                  <a:pt x="85940" y="1791130"/>
                </a:moveTo>
                <a:lnTo>
                  <a:pt x="57586" y="1816008"/>
                </a:lnTo>
                <a:lnTo>
                  <a:pt x="64262" y="1847977"/>
                </a:lnTo>
                <a:lnTo>
                  <a:pt x="66938" y="1847977"/>
                </a:lnTo>
                <a:lnTo>
                  <a:pt x="85940" y="1791130"/>
                </a:lnTo>
                <a:close/>
              </a:path>
              <a:path w="680719" h="1887854">
                <a:moveTo>
                  <a:pt x="644525" y="0"/>
                </a:moveTo>
                <a:lnTo>
                  <a:pt x="49871" y="1779064"/>
                </a:lnTo>
                <a:lnTo>
                  <a:pt x="57586" y="1816008"/>
                </a:lnTo>
                <a:lnTo>
                  <a:pt x="85940" y="1791130"/>
                </a:lnTo>
                <a:lnTo>
                  <a:pt x="680593" y="12191"/>
                </a:lnTo>
                <a:lnTo>
                  <a:pt x="6445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127760" y="1589608"/>
            <a:ext cx="952500" cy="22148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3675"/>
              </a:lnSpc>
              <a:spcBef>
                <a:spcPts val="10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425450">
              <a:lnSpc>
                <a:spcPts val="3675"/>
              </a:lnSpc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93980">
              <a:lnSpc>
                <a:spcPts val="3445"/>
              </a:lnSpc>
              <a:spcBef>
                <a:spcPts val="299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709930">
              <a:lnSpc>
                <a:spcPts val="34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686811" y="1751076"/>
            <a:ext cx="179705" cy="1960880"/>
          </a:xfrm>
          <a:custGeom>
            <a:avLst/>
            <a:gdLst/>
            <a:ahLst/>
            <a:cxnLst/>
            <a:rect l="l" t="t" r="r" b="b"/>
            <a:pathLst>
              <a:path w="179705" h="1960879">
                <a:moveTo>
                  <a:pt x="24145" y="1792884"/>
                </a:moveTo>
                <a:lnTo>
                  <a:pt x="17144" y="1795652"/>
                </a:lnTo>
                <a:lnTo>
                  <a:pt x="11695" y="1800867"/>
                </a:lnTo>
                <a:lnTo>
                  <a:pt x="8794" y="1807559"/>
                </a:lnTo>
                <a:lnTo>
                  <a:pt x="8689" y="1815084"/>
                </a:lnTo>
                <a:lnTo>
                  <a:pt x="11302" y="1821941"/>
                </a:lnTo>
                <a:lnTo>
                  <a:pt x="100330" y="1960880"/>
                </a:lnTo>
                <a:lnTo>
                  <a:pt x="119870" y="1923923"/>
                </a:lnTo>
                <a:lnTo>
                  <a:pt x="79756" y="1923923"/>
                </a:lnTo>
                <a:lnTo>
                  <a:pt x="76833" y="1853488"/>
                </a:lnTo>
                <a:lnTo>
                  <a:pt x="43433" y="1801368"/>
                </a:lnTo>
                <a:lnTo>
                  <a:pt x="38147" y="1795920"/>
                </a:lnTo>
                <a:lnTo>
                  <a:pt x="31432" y="1793033"/>
                </a:lnTo>
                <a:lnTo>
                  <a:pt x="24145" y="1792884"/>
                </a:lnTo>
                <a:close/>
              </a:path>
              <a:path w="179705" h="1960879">
                <a:moveTo>
                  <a:pt x="76833" y="1853488"/>
                </a:moveTo>
                <a:lnTo>
                  <a:pt x="79756" y="1923923"/>
                </a:lnTo>
                <a:lnTo>
                  <a:pt x="117729" y="1922272"/>
                </a:lnTo>
                <a:lnTo>
                  <a:pt x="117392" y="1914144"/>
                </a:lnTo>
                <a:lnTo>
                  <a:pt x="81914" y="1914144"/>
                </a:lnTo>
                <a:lnTo>
                  <a:pt x="97190" y="1885255"/>
                </a:lnTo>
                <a:lnTo>
                  <a:pt x="76833" y="1853488"/>
                </a:lnTo>
                <a:close/>
              </a:path>
              <a:path w="179705" h="1960879">
                <a:moveTo>
                  <a:pt x="162302" y="1787140"/>
                </a:moveTo>
                <a:lnTo>
                  <a:pt x="155035" y="1787906"/>
                </a:lnTo>
                <a:lnTo>
                  <a:pt x="148578" y="1791338"/>
                </a:lnTo>
                <a:lnTo>
                  <a:pt x="143763" y="1797177"/>
                </a:lnTo>
                <a:lnTo>
                  <a:pt x="114814" y="1851924"/>
                </a:lnTo>
                <a:lnTo>
                  <a:pt x="117729" y="1922272"/>
                </a:lnTo>
                <a:lnTo>
                  <a:pt x="79756" y="1923923"/>
                </a:lnTo>
                <a:lnTo>
                  <a:pt x="119870" y="1923923"/>
                </a:lnTo>
                <a:lnTo>
                  <a:pt x="177419" y="1815084"/>
                </a:lnTo>
                <a:lnTo>
                  <a:pt x="179581" y="1807787"/>
                </a:lnTo>
                <a:lnTo>
                  <a:pt x="178815" y="1800526"/>
                </a:lnTo>
                <a:lnTo>
                  <a:pt x="175383" y="1794099"/>
                </a:lnTo>
                <a:lnTo>
                  <a:pt x="169544" y="1789302"/>
                </a:lnTo>
                <a:lnTo>
                  <a:pt x="162302" y="1787140"/>
                </a:lnTo>
                <a:close/>
              </a:path>
              <a:path w="179705" h="1960879">
                <a:moveTo>
                  <a:pt x="97190" y="1885255"/>
                </a:moveTo>
                <a:lnTo>
                  <a:pt x="81914" y="1914144"/>
                </a:lnTo>
                <a:lnTo>
                  <a:pt x="114807" y="1912747"/>
                </a:lnTo>
                <a:lnTo>
                  <a:pt x="97190" y="1885255"/>
                </a:lnTo>
                <a:close/>
              </a:path>
              <a:path w="179705" h="1960879">
                <a:moveTo>
                  <a:pt x="114814" y="1851924"/>
                </a:moveTo>
                <a:lnTo>
                  <a:pt x="97190" y="1885255"/>
                </a:lnTo>
                <a:lnTo>
                  <a:pt x="114807" y="1912747"/>
                </a:lnTo>
                <a:lnTo>
                  <a:pt x="81914" y="1914144"/>
                </a:lnTo>
                <a:lnTo>
                  <a:pt x="117392" y="1914144"/>
                </a:lnTo>
                <a:lnTo>
                  <a:pt x="114814" y="1851924"/>
                </a:lnTo>
                <a:close/>
              </a:path>
              <a:path w="179705" h="1960879">
                <a:moveTo>
                  <a:pt x="38100" y="0"/>
                </a:moveTo>
                <a:lnTo>
                  <a:pt x="0" y="1524"/>
                </a:lnTo>
                <a:lnTo>
                  <a:pt x="76833" y="1853488"/>
                </a:lnTo>
                <a:lnTo>
                  <a:pt x="97190" y="1885255"/>
                </a:lnTo>
                <a:lnTo>
                  <a:pt x="114814" y="1851924"/>
                </a:lnTo>
                <a:lnTo>
                  <a:pt x="38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740804" y="2318639"/>
            <a:ext cx="419100" cy="1392555"/>
          </a:xfrm>
          <a:custGeom>
            <a:avLst/>
            <a:gdLst/>
            <a:ahLst/>
            <a:cxnLst/>
            <a:rect l="l" t="t" r="r" b="b"/>
            <a:pathLst>
              <a:path w="419100" h="1392554">
                <a:moveTo>
                  <a:pt x="21191" y="1209565"/>
                </a:moveTo>
                <a:lnTo>
                  <a:pt x="13698" y="1210183"/>
                </a:lnTo>
                <a:lnTo>
                  <a:pt x="6957" y="1213675"/>
                </a:lnTo>
                <a:lnTo>
                  <a:pt x="2252" y="1219263"/>
                </a:lnTo>
                <a:lnTo>
                  <a:pt x="0" y="1226185"/>
                </a:lnTo>
                <a:lnTo>
                  <a:pt x="617" y="1233677"/>
                </a:lnTo>
                <a:lnTo>
                  <a:pt x="45829" y="1392428"/>
                </a:lnTo>
                <a:lnTo>
                  <a:pt x="77383" y="1360424"/>
                </a:lnTo>
                <a:lnTo>
                  <a:pt x="73642" y="1360424"/>
                </a:lnTo>
                <a:lnTo>
                  <a:pt x="36685" y="1351026"/>
                </a:lnTo>
                <a:lnTo>
                  <a:pt x="54156" y="1282695"/>
                </a:lnTo>
                <a:lnTo>
                  <a:pt x="37193" y="1223264"/>
                </a:lnTo>
                <a:lnTo>
                  <a:pt x="33700" y="1216523"/>
                </a:lnTo>
                <a:lnTo>
                  <a:pt x="28112" y="1211818"/>
                </a:lnTo>
                <a:lnTo>
                  <a:pt x="21191" y="1209565"/>
                </a:lnTo>
                <a:close/>
              </a:path>
              <a:path w="419100" h="1392554">
                <a:moveTo>
                  <a:pt x="54156" y="1282695"/>
                </a:moveTo>
                <a:lnTo>
                  <a:pt x="36685" y="1351026"/>
                </a:lnTo>
                <a:lnTo>
                  <a:pt x="73642" y="1360424"/>
                </a:lnTo>
                <a:lnTo>
                  <a:pt x="76174" y="1350518"/>
                </a:lnTo>
                <a:lnTo>
                  <a:pt x="73515" y="1350518"/>
                </a:lnTo>
                <a:lnTo>
                  <a:pt x="41638" y="1342390"/>
                </a:lnTo>
                <a:lnTo>
                  <a:pt x="64555" y="1319127"/>
                </a:lnTo>
                <a:lnTo>
                  <a:pt x="54156" y="1282695"/>
                </a:lnTo>
                <a:close/>
              </a:path>
              <a:path w="419100" h="1392554">
                <a:moveTo>
                  <a:pt x="147889" y="1242456"/>
                </a:moveTo>
                <a:lnTo>
                  <a:pt x="140735" y="1243919"/>
                </a:lnTo>
                <a:lnTo>
                  <a:pt x="134475" y="1248156"/>
                </a:lnTo>
                <a:lnTo>
                  <a:pt x="91078" y="1292205"/>
                </a:lnTo>
                <a:lnTo>
                  <a:pt x="73642" y="1360424"/>
                </a:lnTo>
                <a:lnTo>
                  <a:pt x="77383" y="1360424"/>
                </a:lnTo>
                <a:lnTo>
                  <a:pt x="161653" y="1274952"/>
                </a:lnTo>
                <a:lnTo>
                  <a:pt x="165774" y="1268618"/>
                </a:lnTo>
                <a:lnTo>
                  <a:pt x="167098" y="1261427"/>
                </a:lnTo>
                <a:lnTo>
                  <a:pt x="165635" y="1254236"/>
                </a:lnTo>
                <a:lnTo>
                  <a:pt x="161399" y="1247902"/>
                </a:lnTo>
                <a:lnTo>
                  <a:pt x="155067" y="1243780"/>
                </a:lnTo>
                <a:lnTo>
                  <a:pt x="147889" y="1242456"/>
                </a:lnTo>
                <a:close/>
              </a:path>
              <a:path w="419100" h="1392554">
                <a:moveTo>
                  <a:pt x="64555" y="1319127"/>
                </a:moveTo>
                <a:lnTo>
                  <a:pt x="41638" y="1342390"/>
                </a:lnTo>
                <a:lnTo>
                  <a:pt x="73515" y="1350518"/>
                </a:lnTo>
                <a:lnTo>
                  <a:pt x="64555" y="1319127"/>
                </a:lnTo>
                <a:close/>
              </a:path>
              <a:path w="419100" h="1392554">
                <a:moveTo>
                  <a:pt x="91078" y="1292205"/>
                </a:moveTo>
                <a:lnTo>
                  <a:pt x="64555" y="1319127"/>
                </a:lnTo>
                <a:lnTo>
                  <a:pt x="73515" y="1350518"/>
                </a:lnTo>
                <a:lnTo>
                  <a:pt x="76174" y="1350518"/>
                </a:lnTo>
                <a:lnTo>
                  <a:pt x="91078" y="1292205"/>
                </a:lnTo>
                <a:close/>
              </a:path>
              <a:path w="419100" h="1392554">
                <a:moveTo>
                  <a:pt x="382125" y="0"/>
                </a:moveTo>
                <a:lnTo>
                  <a:pt x="54156" y="1282695"/>
                </a:lnTo>
                <a:lnTo>
                  <a:pt x="64555" y="1319127"/>
                </a:lnTo>
                <a:lnTo>
                  <a:pt x="91078" y="1292205"/>
                </a:lnTo>
                <a:lnTo>
                  <a:pt x="418955" y="9398"/>
                </a:lnTo>
                <a:lnTo>
                  <a:pt x="382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86633" y="3006470"/>
            <a:ext cx="687705" cy="705485"/>
          </a:xfrm>
          <a:custGeom>
            <a:avLst/>
            <a:gdLst/>
            <a:ahLst/>
            <a:cxnLst/>
            <a:rect l="l" t="t" r="r" b="b"/>
            <a:pathLst>
              <a:path w="687704" h="705485">
                <a:moveTo>
                  <a:pt x="55270" y="531159"/>
                </a:moveTo>
                <a:lnTo>
                  <a:pt x="48402" y="533669"/>
                </a:lnTo>
                <a:lnTo>
                  <a:pt x="42987" y="538585"/>
                </a:lnTo>
                <a:lnTo>
                  <a:pt x="39751" y="545464"/>
                </a:lnTo>
                <a:lnTo>
                  <a:pt x="0" y="705484"/>
                </a:lnTo>
                <a:lnTo>
                  <a:pt x="49448" y="691768"/>
                </a:lnTo>
                <a:lnTo>
                  <a:pt x="40005" y="691768"/>
                </a:lnTo>
                <a:lnTo>
                  <a:pt x="12700" y="665098"/>
                </a:lnTo>
                <a:lnTo>
                  <a:pt x="61802" y="614648"/>
                </a:lnTo>
                <a:lnTo>
                  <a:pt x="76708" y="554608"/>
                </a:lnTo>
                <a:lnTo>
                  <a:pt x="77045" y="547068"/>
                </a:lnTo>
                <a:lnTo>
                  <a:pt x="74549" y="540194"/>
                </a:lnTo>
                <a:lnTo>
                  <a:pt x="69671" y="534749"/>
                </a:lnTo>
                <a:lnTo>
                  <a:pt x="62865" y="531494"/>
                </a:lnTo>
                <a:lnTo>
                  <a:pt x="55270" y="531159"/>
                </a:lnTo>
                <a:close/>
              </a:path>
              <a:path w="687704" h="705485">
                <a:moveTo>
                  <a:pt x="61802" y="614648"/>
                </a:moveTo>
                <a:lnTo>
                  <a:pt x="12700" y="665098"/>
                </a:lnTo>
                <a:lnTo>
                  <a:pt x="40005" y="691768"/>
                </a:lnTo>
                <a:lnTo>
                  <a:pt x="48533" y="683005"/>
                </a:lnTo>
                <a:lnTo>
                  <a:pt x="44831" y="683005"/>
                </a:lnTo>
                <a:lnTo>
                  <a:pt x="21209" y="660145"/>
                </a:lnTo>
                <a:lnTo>
                  <a:pt x="52677" y="651401"/>
                </a:lnTo>
                <a:lnTo>
                  <a:pt x="61802" y="614648"/>
                </a:lnTo>
                <a:close/>
              </a:path>
              <a:path w="687704" h="705485">
                <a:moveTo>
                  <a:pt x="156263" y="624169"/>
                </a:moveTo>
                <a:lnTo>
                  <a:pt x="148717" y="624712"/>
                </a:lnTo>
                <a:lnTo>
                  <a:pt x="89160" y="641262"/>
                </a:lnTo>
                <a:lnTo>
                  <a:pt x="40005" y="691768"/>
                </a:lnTo>
                <a:lnTo>
                  <a:pt x="49448" y="691768"/>
                </a:lnTo>
                <a:lnTo>
                  <a:pt x="158877" y="661415"/>
                </a:lnTo>
                <a:lnTo>
                  <a:pt x="165639" y="657994"/>
                </a:lnTo>
                <a:lnTo>
                  <a:pt x="170402" y="652430"/>
                </a:lnTo>
                <a:lnTo>
                  <a:pt x="172735" y="645485"/>
                </a:lnTo>
                <a:lnTo>
                  <a:pt x="172212" y="637920"/>
                </a:lnTo>
                <a:lnTo>
                  <a:pt x="168737" y="631178"/>
                </a:lnTo>
                <a:lnTo>
                  <a:pt x="163179" y="626459"/>
                </a:lnTo>
                <a:lnTo>
                  <a:pt x="156263" y="624169"/>
                </a:lnTo>
                <a:close/>
              </a:path>
              <a:path w="687704" h="705485">
                <a:moveTo>
                  <a:pt x="52677" y="651401"/>
                </a:moveTo>
                <a:lnTo>
                  <a:pt x="21209" y="660145"/>
                </a:lnTo>
                <a:lnTo>
                  <a:pt x="44831" y="683005"/>
                </a:lnTo>
                <a:lnTo>
                  <a:pt x="52677" y="651401"/>
                </a:lnTo>
                <a:close/>
              </a:path>
              <a:path w="687704" h="705485">
                <a:moveTo>
                  <a:pt x="89160" y="641262"/>
                </a:moveTo>
                <a:lnTo>
                  <a:pt x="52677" y="651401"/>
                </a:lnTo>
                <a:lnTo>
                  <a:pt x="44831" y="683005"/>
                </a:lnTo>
                <a:lnTo>
                  <a:pt x="48533" y="683005"/>
                </a:lnTo>
                <a:lnTo>
                  <a:pt x="89160" y="641262"/>
                </a:lnTo>
                <a:close/>
              </a:path>
              <a:path w="687704" h="705485">
                <a:moveTo>
                  <a:pt x="660019" y="0"/>
                </a:moveTo>
                <a:lnTo>
                  <a:pt x="61802" y="614648"/>
                </a:lnTo>
                <a:lnTo>
                  <a:pt x="52677" y="651401"/>
                </a:lnTo>
                <a:lnTo>
                  <a:pt x="89160" y="641262"/>
                </a:lnTo>
                <a:lnTo>
                  <a:pt x="687324" y="26669"/>
                </a:lnTo>
                <a:lnTo>
                  <a:pt x="6600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807589" y="234188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53385" y="1285697"/>
            <a:ext cx="930275" cy="100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  <a:tabLst>
                <a:tab pos="484505" algn="l"/>
              </a:tabLst>
            </a:pPr>
            <a:r>
              <a:rPr dirty="0" baseline="-7812" sz="48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854196" y="1540383"/>
            <a:ext cx="250825" cy="2527935"/>
          </a:xfrm>
          <a:custGeom>
            <a:avLst/>
            <a:gdLst/>
            <a:ahLst/>
            <a:cxnLst/>
            <a:rect l="l" t="t" r="r" b="b"/>
            <a:pathLst>
              <a:path w="250825" h="2527935">
                <a:moveTo>
                  <a:pt x="95013" y="2361221"/>
                </a:moveTo>
                <a:lnTo>
                  <a:pt x="88011" y="2364104"/>
                </a:lnTo>
                <a:lnTo>
                  <a:pt x="82678" y="2369464"/>
                </a:lnTo>
                <a:lnTo>
                  <a:pt x="79930" y="2376217"/>
                </a:lnTo>
                <a:lnTo>
                  <a:pt x="79920" y="2383518"/>
                </a:lnTo>
                <a:lnTo>
                  <a:pt x="82803" y="2390521"/>
                </a:lnTo>
                <a:lnTo>
                  <a:pt x="174498" y="2527680"/>
                </a:lnTo>
                <a:lnTo>
                  <a:pt x="192912" y="2491104"/>
                </a:lnTo>
                <a:lnTo>
                  <a:pt x="153162" y="2491104"/>
                </a:lnTo>
                <a:lnTo>
                  <a:pt x="148833" y="2420773"/>
                </a:lnTo>
                <a:lnTo>
                  <a:pt x="114426" y="2369311"/>
                </a:lnTo>
                <a:lnTo>
                  <a:pt x="109067" y="2363979"/>
                </a:lnTo>
                <a:lnTo>
                  <a:pt x="102314" y="2361231"/>
                </a:lnTo>
                <a:lnTo>
                  <a:pt x="95013" y="2361221"/>
                </a:lnTo>
                <a:close/>
              </a:path>
              <a:path w="250825" h="2527935">
                <a:moveTo>
                  <a:pt x="148833" y="2420773"/>
                </a:moveTo>
                <a:lnTo>
                  <a:pt x="153162" y="2491104"/>
                </a:lnTo>
                <a:lnTo>
                  <a:pt x="191134" y="2488691"/>
                </a:lnTo>
                <a:lnTo>
                  <a:pt x="190682" y="2481325"/>
                </a:lnTo>
                <a:lnTo>
                  <a:pt x="155193" y="2481325"/>
                </a:lnTo>
                <a:lnTo>
                  <a:pt x="169848" y="2452204"/>
                </a:lnTo>
                <a:lnTo>
                  <a:pt x="148833" y="2420773"/>
                </a:lnTo>
                <a:close/>
              </a:path>
              <a:path w="250825" h="2527935">
                <a:moveTo>
                  <a:pt x="232989" y="2352732"/>
                </a:moveTo>
                <a:lnTo>
                  <a:pt x="225742" y="2353675"/>
                </a:lnTo>
                <a:lnTo>
                  <a:pt x="219352" y="2357260"/>
                </a:lnTo>
                <a:lnTo>
                  <a:pt x="214629" y="2363216"/>
                </a:lnTo>
                <a:lnTo>
                  <a:pt x="186817" y="2418483"/>
                </a:lnTo>
                <a:lnTo>
                  <a:pt x="191134" y="2488691"/>
                </a:lnTo>
                <a:lnTo>
                  <a:pt x="153162" y="2491104"/>
                </a:lnTo>
                <a:lnTo>
                  <a:pt x="192912" y="2491104"/>
                </a:lnTo>
                <a:lnTo>
                  <a:pt x="248665" y="2380360"/>
                </a:lnTo>
                <a:lnTo>
                  <a:pt x="250713" y="2373048"/>
                </a:lnTo>
                <a:lnTo>
                  <a:pt x="249808" y="2365771"/>
                </a:lnTo>
                <a:lnTo>
                  <a:pt x="246237" y="2359376"/>
                </a:lnTo>
                <a:lnTo>
                  <a:pt x="240283" y="2354706"/>
                </a:lnTo>
                <a:lnTo>
                  <a:pt x="232989" y="2352732"/>
                </a:lnTo>
                <a:close/>
              </a:path>
              <a:path w="250825" h="2527935">
                <a:moveTo>
                  <a:pt x="169848" y="2452204"/>
                </a:moveTo>
                <a:lnTo>
                  <a:pt x="155193" y="2481325"/>
                </a:lnTo>
                <a:lnTo>
                  <a:pt x="187959" y="2479293"/>
                </a:lnTo>
                <a:lnTo>
                  <a:pt x="169848" y="2452204"/>
                </a:lnTo>
                <a:close/>
              </a:path>
              <a:path w="250825" h="2527935">
                <a:moveTo>
                  <a:pt x="186817" y="2418483"/>
                </a:moveTo>
                <a:lnTo>
                  <a:pt x="169848" y="2452204"/>
                </a:lnTo>
                <a:lnTo>
                  <a:pt x="187959" y="2479293"/>
                </a:lnTo>
                <a:lnTo>
                  <a:pt x="155193" y="2481325"/>
                </a:lnTo>
                <a:lnTo>
                  <a:pt x="190682" y="2481325"/>
                </a:lnTo>
                <a:lnTo>
                  <a:pt x="186817" y="2418483"/>
                </a:lnTo>
                <a:close/>
              </a:path>
              <a:path w="250825" h="2527935">
                <a:moveTo>
                  <a:pt x="38100" y="0"/>
                </a:moveTo>
                <a:lnTo>
                  <a:pt x="0" y="2286"/>
                </a:lnTo>
                <a:lnTo>
                  <a:pt x="148833" y="2420773"/>
                </a:lnTo>
                <a:lnTo>
                  <a:pt x="169848" y="2452204"/>
                </a:lnTo>
                <a:lnTo>
                  <a:pt x="186817" y="2418483"/>
                </a:lnTo>
                <a:lnTo>
                  <a:pt x="38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187063" y="2149475"/>
            <a:ext cx="469900" cy="1601470"/>
          </a:xfrm>
          <a:custGeom>
            <a:avLst/>
            <a:gdLst/>
            <a:ahLst/>
            <a:cxnLst/>
            <a:rect l="l" t="t" r="r" b="b"/>
            <a:pathLst>
              <a:path w="469900" h="1601470">
                <a:moveTo>
                  <a:pt x="321357" y="1450816"/>
                </a:moveTo>
                <a:lnTo>
                  <a:pt x="314180" y="1452169"/>
                </a:lnTo>
                <a:lnTo>
                  <a:pt x="307848" y="1456309"/>
                </a:lnTo>
                <a:lnTo>
                  <a:pt x="303611" y="1462569"/>
                </a:lnTo>
                <a:lnTo>
                  <a:pt x="302148" y="1469723"/>
                </a:lnTo>
                <a:lnTo>
                  <a:pt x="303472" y="1476900"/>
                </a:lnTo>
                <a:lnTo>
                  <a:pt x="307594" y="1483233"/>
                </a:lnTo>
                <a:lnTo>
                  <a:pt x="423163" y="1600962"/>
                </a:lnTo>
                <a:lnTo>
                  <a:pt x="432362" y="1568958"/>
                </a:lnTo>
                <a:lnTo>
                  <a:pt x="395477" y="1568958"/>
                </a:lnTo>
                <a:lnTo>
                  <a:pt x="378180" y="1500744"/>
                </a:lnTo>
                <a:lnTo>
                  <a:pt x="334772" y="1456563"/>
                </a:lnTo>
                <a:lnTo>
                  <a:pt x="328511" y="1452272"/>
                </a:lnTo>
                <a:lnTo>
                  <a:pt x="321357" y="1450816"/>
                </a:lnTo>
                <a:close/>
              </a:path>
              <a:path w="469900" h="1601470">
                <a:moveTo>
                  <a:pt x="378180" y="1500744"/>
                </a:moveTo>
                <a:lnTo>
                  <a:pt x="395477" y="1568958"/>
                </a:lnTo>
                <a:lnTo>
                  <a:pt x="432435" y="1559560"/>
                </a:lnTo>
                <a:lnTo>
                  <a:pt x="432306" y="1559052"/>
                </a:lnTo>
                <a:lnTo>
                  <a:pt x="395604" y="1559052"/>
                </a:lnTo>
                <a:lnTo>
                  <a:pt x="404627" y="1527662"/>
                </a:lnTo>
                <a:lnTo>
                  <a:pt x="378180" y="1500744"/>
                </a:lnTo>
                <a:close/>
              </a:path>
              <a:path w="469900" h="1601470">
                <a:moveTo>
                  <a:pt x="448183" y="1418171"/>
                </a:moveTo>
                <a:lnTo>
                  <a:pt x="441261" y="1420447"/>
                </a:lnTo>
                <a:lnTo>
                  <a:pt x="435673" y="1425128"/>
                </a:lnTo>
                <a:lnTo>
                  <a:pt x="432181" y="1431798"/>
                </a:lnTo>
                <a:lnTo>
                  <a:pt x="415100" y="1491223"/>
                </a:lnTo>
                <a:lnTo>
                  <a:pt x="432435" y="1559560"/>
                </a:lnTo>
                <a:lnTo>
                  <a:pt x="395477" y="1568958"/>
                </a:lnTo>
                <a:lnTo>
                  <a:pt x="432362" y="1568958"/>
                </a:lnTo>
                <a:lnTo>
                  <a:pt x="468757" y="1442339"/>
                </a:lnTo>
                <a:lnTo>
                  <a:pt x="469374" y="1434772"/>
                </a:lnTo>
                <a:lnTo>
                  <a:pt x="467121" y="1427813"/>
                </a:lnTo>
                <a:lnTo>
                  <a:pt x="462416" y="1422211"/>
                </a:lnTo>
                <a:lnTo>
                  <a:pt x="455675" y="1418716"/>
                </a:lnTo>
                <a:lnTo>
                  <a:pt x="448183" y="1418171"/>
                </a:lnTo>
                <a:close/>
              </a:path>
              <a:path w="469900" h="1601470">
                <a:moveTo>
                  <a:pt x="404627" y="1527662"/>
                </a:moveTo>
                <a:lnTo>
                  <a:pt x="395604" y="1559052"/>
                </a:lnTo>
                <a:lnTo>
                  <a:pt x="427482" y="1550924"/>
                </a:lnTo>
                <a:lnTo>
                  <a:pt x="404627" y="1527662"/>
                </a:lnTo>
                <a:close/>
              </a:path>
              <a:path w="469900" h="1601470">
                <a:moveTo>
                  <a:pt x="415100" y="1491223"/>
                </a:moveTo>
                <a:lnTo>
                  <a:pt x="404627" y="1527662"/>
                </a:lnTo>
                <a:lnTo>
                  <a:pt x="427482" y="1550924"/>
                </a:lnTo>
                <a:lnTo>
                  <a:pt x="395604" y="1559052"/>
                </a:lnTo>
                <a:lnTo>
                  <a:pt x="432306" y="1559052"/>
                </a:lnTo>
                <a:lnTo>
                  <a:pt x="415100" y="1491223"/>
                </a:lnTo>
                <a:close/>
              </a:path>
              <a:path w="469900" h="1601470">
                <a:moveTo>
                  <a:pt x="36829" y="0"/>
                </a:moveTo>
                <a:lnTo>
                  <a:pt x="0" y="9398"/>
                </a:lnTo>
                <a:lnTo>
                  <a:pt x="378180" y="1500744"/>
                </a:lnTo>
                <a:lnTo>
                  <a:pt x="404627" y="1527662"/>
                </a:lnTo>
                <a:lnTo>
                  <a:pt x="415100" y="1491223"/>
                </a:lnTo>
                <a:lnTo>
                  <a:pt x="36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556493" y="2957957"/>
            <a:ext cx="238760" cy="793750"/>
          </a:xfrm>
          <a:custGeom>
            <a:avLst/>
            <a:gdLst/>
            <a:ahLst/>
            <a:cxnLst/>
            <a:rect l="l" t="t" r="r" b="b"/>
            <a:pathLst>
              <a:path w="238760" h="793750">
                <a:moveTo>
                  <a:pt x="20504" y="612001"/>
                </a:moveTo>
                <a:lnTo>
                  <a:pt x="12965" y="612901"/>
                </a:lnTo>
                <a:lnTo>
                  <a:pt x="6437" y="616654"/>
                </a:lnTo>
                <a:lnTo>
                  <a:pt x="1980" y="622442"/>
                </a:lnTo>
                <a:lnTo>
                  <a:pt x="0" y="629493"/>
                </a:lnTo>
                <a:lnTo>
                  <a:pt x="900" y="637031"/>
                </a:lnTo>
                <a:lnTo>
                  <a:pt x="52843" y="793622"/>
                </a:lnTo>
                <a:lnTo>
                  <a:pt x="82743" y="760602"/>
                </a:lnTo>
                <a:lnTo>
                  <a:pt x="79259" y="760602"/>
                </a:lnTo>
                <a:lnTo>
                  <a:pt x="42048" y="752728"/>
                </a:lnTo>
                <a:lnTo>
                  <a:pt x="56594" y="683759"/>
                </a:lnTo>
                <a:lnTo>
                  <a:pt x="37095" y="624966"/>
                </a:lnTo>
                <a:lnTo>
                  <a:pt x="33343" y="618438"/>
                </a:lnTo>
                <a:lnTo>
                  <a:pt x="27555" y="613981"/>
                </a:lnTo>
                <a:lnTo>
                  <a:pt x="20504" y="612001"/>
                </a:lnTo>
                <a:close/>
              </a:path>
              <a:path w="238760" h="793750">
                <a:moveTo>
                  <a:pt x="56594" y="683759"/>
                </a:moveTo>
                <a:lnTo>
                  <a:pt x="42048" y="752728"/>
                </a:lnTo>
                <a:lnTo>
                  <a:pt x="79259" y="760602"/>
                </a:lnTo>
                <a:lnTo>
                  <a:pt x="81377" y="750569"/>
                </a:lnTo>
                <a:lnTo>
                  <a:pt x="78751" y="750569"/>
                </a:lnTo>
                <a:lnTo>
                  <a:pt x="46493" y="743838"/>
                </a:lnTo>
                <a:lnTo>
                  <a:pt x="68478" y="719593"/>
                </a:lnTo>
                <a:lnTo>
                  <a:pt x="56594" y="683759"/>
                </a:lnTo>
                <a:close/>
              </a:path>
              <a:path w="238760" h="793750">
                <a:moveTo>
                  <a:pt x="148522" y="639524"/>
                </a:moveTo>
                <a:lnTo>
                  <a:pt x="141440" y="641272"/>
                </a:lnTo>
                <a:lnTo>
                  <a:pt x="135393" y="645794"/>
                </a:lnTo>
                <a:lnTo>
                  <a:pt x="93813" y="691652"/>
                </a:lnTo>
                <a:lnTo>
                  <a:pt x="79259" y="760602"/>
                </a:lnTo>
                <a:lnTo>
                  <a:pt x="82743" y="760602"/>
                </a:lnTo>
                <a:lnTo>
                  <a:pt x="163587" y="671321"/>
                </a:lnTo>
                <a:lnTo>
                  <a:pt x="167479" y="664846"/>
                </a:lnTo>
                <a:lnTo>
                  <a:pt x="168525" y="657621"/>
                </a:lnTo>
                <a:lnTo>
                  <a:pt x="166784" y="650515"/>
                </a:lnTo>
                <a:lnTo>
                  <a:pt x="162317" y="644397"/>
                </a:lnTo>
                <a:lnTo>
                  <a:pt x="155771" y="640562"/>
                </a:lnTo>
                <a:lnTo>
                  <a:pt x="148522" y="639524"/>
                </a:lnTo>
                <a:close/>
              </a:path>
              <a:path w="238760" h="793750">
                <a:moveTo>
                  <a:pt x="68478" y="719593"/>
                </a:moveTo>
                <a:lnTo>
                  <a:pt x="46493" y="743838"/>
                </a:lnTo>
                <a:lnTo>
                  <a:pt x="78751" y="750569"/>
                </a:lnTo>
                <a:lnTo>
                  <a:pt x="68478" y="719593"/>
                </a:lnTo>
                <a:close/>
              </a:path>
              <a:path w="238760" h="793750">
                <a:moveTo>
                  <a:pt x="93813" y="691652"/>
                </a:moveTo>
                <a:lnTo>
                  <a:pt x="68478" y="719593"/>
                </a:lnTo>
                <a:lnTo>
                  <a:pt x="78751" y="750569"/>
                </a:lnTo>
                <a:lnTo>
                  <a:pt x="81377" y="750569"/>
                </a:lnTo>
                <a:lnTo>
                  <a:pt x="93813" y="691652"/>
                </a:lnTo>
                <a:close/>
              </a:path>
              <a:path w="238760" h="793750">
                <a:moveTo>
                  <a:pt x="200798" y="0"/>
                </a:moveTo>
                <a:lnTo>
                  <a:pt x="56594" y="683759"/>
                </a:lnTo>
                <a:lnTo>
                  <a:pt x="68478" y="719593"/>
                </a:lnTo>
                <a:lnTo>
                  <a:pt x="93813" y="691652"/>
                </a:lnTo>
                <a:lnTo>
                  <a:pt x="238136" y="7873"/>
                </a:lnTo>
                <a:lnTo>
                  <a:pt x="2007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356986" y="1619122"/>
            <a:ext cx="375285" cy="3252470"/>
          </a:xfrm>
          <a:custGeom>
            <a:avLst/>
            <a:gdLst/>
            <a:ahLst/>
            <a:cxnLst/>
            <a:rect l="l" t="t" r="r" b="b"/>
            <a:pathLst>
              <a:path w="375285" h="3252470">
                <a:moveTo>
                  <a:pt x="226234" y="3087560"/>
                </a:moveTo>
                <a:lnTo>
                  <a:pt x="218914" y="3087727"/>
                </a:lnTo>
                <a:lnTo>
                  <a:pt x="211962" y="3090799"/>
                </a:lnTo>
                <a:lnTo>
                  <a:pt x="206819" y="3096303"/>
                </a:lnTo>
                <a:lnTo>
                  <a:pt x="204247" y="3103118"/>
                </a:lnTo>
                <a:lnTo>
                  <a:pt x="204390" y="3110408"/>
                </a:lnTo>
                <a:lnTo>
                  <a:pt x="207390" y="3117341"/>
                </a:lnTo>
                <a:lnTo>
                  <a:pt x="302640" y="3252089"/>
                </a:lnTo>
                <a:lnTo>
                  <a:pt x="319646" y="3216021"/>
                </a:lnTo>
                <a:lnTo>
                  <a:pt x="280415" y="3216021"/>
                </a:lnTo>
                <a:lnTo>
                  <a:pt x="274301" y="3145972"/>
                </a:lnTo>
                <a:lnTo>
                  <a:pt x="238505" y="3095371"/>
                </a:lnTo>
                <a:lnTo>
                  <a:pt x="233054" y="3090156"/>
                </a:lnTo>
                <a:lnTo>
                  <a:pt x="226234" y="3087560"/>
                </a:lnTo>
                <a:close/>
              </a:path>
              <a:path w="375285" h="3252470">
                <a:moveTo>
                  <a:pt x="274301" y="3145972"/>
                </a:moveTo>
                <a:lnTo>
                  <a:pt x="280415" y="3216021"/>
                </a:lnTo>
                <a:lnTo>
                  <a:pt x="318388" y="3212719"/>
                </a:lnTo>
                <a:lnTo>
                  <a:pt x="317823" y="3206241"/>
                </a:lnTo>
                <a:lnTo>
                  <a:pt x="282066" y="3206241"/>
                </a:lnTo>
                <a:lnTo>
                  <a:pt x="296028" y="3176686"/>
                </a:lnTo>
                <a:lnTo>
                  <a:pt x="274301" y="3145972"/>
                </a:lnTo>
                <a:close/>
              </a:path>
              <a:path w="375285" h="3252470">
                <a:moveTo>
                  <a:pt x="356637" y="3075678"/>
                </a:moveTo>
                <a:lnTo>
                  <a:pt x="349424" y="3076797"/>
                </a:lnTo>
                <a:lnTo>
                  <a:pt x="343140" y="3080535"/>
                </a:lnTo>
                <a:lnTo>
                  <a:pt x="338582" y="3086608"/>
                </a:lnTo>
                <a:lnTo>
                  <a:pt x="312245" y="3142359"/>
                </a:lnTo>
                <a:lnTo>
                  <a:pt x="318388" y="3212719"/>
                </a:lnTo>
                <a:lnTo>
                  <a:pt x="280415" y="3216021"/>
                </a:lnTo>
                <a:lnTo>
                  <a:pt x="319646" y="3216021"/>
                </a:lnTo>
                <a:lnTo>
                  <a:pt x="372999" y="3102864"/>
                </a:lnTo>
                <a:lnTo>
                  <a:pt x="374858" y="3095519"/>
                </a:lnTo>
                <a:lnTo>
                  <a:pt x="373776" y="3088306"/>
                </a:lnTo>
                <a:lnTo>
                  <a:pt x="370052" y="3082022"/>
                </a:lnTo>
                <a:lnTo>
                  <a:pt x="363982" y="3077464"/>
                </a:lnTo>
                <a:lnTo>
                  <a:pt x="356637" y="3075678"/>
                </a:lnTo>
                <a:close/>
              </a:path>
              <a:path w="375285" h="3252470">
                <a:moveTo>
                  <a:pt x="296028" y="3176686"/>
                </a:moveTo>
                <a:lnTo>
                  <a:pt x="282066" y="3206241"/>
                </a:lnTo>
                <a:lnTo>
                  <a:pt x="314960" y="3203447"/>
                </a:lnTo>
                <a:lnTo>
                  <a:pt x="296028" y="3176686"/>
                </a:lnTo>
                <a:close/>
              </a:path>
              <a:path w="375285" h="3252470">
                <a:moveTo>
                  <a:pt x="312245" y="3142359"/>
                </a:moveTo>
                <a:lnTo>
                  <a:pt x="296028" y="3176686"/>
                </a:lnTo>
                <a:lnTo>
                  <a:pt x="314960" y="3203447"/>
                </a:lnTo>
                <a:lnTo>
                  <a:pt x="282066" y="3206241"/>
                </a:lnTo>
                <a:lnTo>
                  <a:pt x="317823" y="3206241"/>
                </a:lnTo>
                <a:lnTo>
                  <a:pt x="312245" y="3142359"/>
                </a:lnTo>
                <a:close/>
              </a:path>
              <a:path w="375285" h="3252470">
                <a:moveTo>
                  <a:pt x="37846" y="0"/>
                </a:moveTo>
                <a:lnTo>
                  <a:pt x="0" y="3301"/>
                </a:lnTo>
                <a:lnTo>
                  <a:pt x="274301" y="3145972"/>
                </a:lnTo>
                <a:lnTo>
                  <a:pt x="296028" y="3176686"/>
                </a:lnTo>
                <a:lnTo>
                  <a:pt x="312245" y="3142359"/>
                </a:lnTo>
                <a:lnTo>
                  <a:pt x="378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689219" y="2231517"/>
            <a:ext cx="281940" cy="1873250"/>
          </a:xfrm>
          <a:custGeom>
            <a:avLst/>
            <a:gdLst/>
            <a:ahLst/>
            <a:cxnLst/>
            <a:rect l="l" t="t" r="r" b="b"/>
            <a:pathLst>
              <a:path w="281939" h="1873250">
                <a:moveTo>
                  <a:pt x="132556" y="1709531"/>
                </a:moveTo>
                <a:lnTo>
                  <a:pt x="125245" y="1709806"/>
                </a:lnTo>
                <a:lnTo>
                  <a:pt x="118363" y="1712976"/>
                </a:lnTo>
                <a:lnTo>
                  <a:pt x="113262" y="1718552"/>
                </a:lnTo>
                <a:lnTo>
                  <a:pt x="110791" y="1725390"/>
                </a:lnTo>
                <a:lnTo>
                  <a:pt x="111059" y="1732657"/>
                </a:lnTo>
                <a:lnTo>
                  <a:pt x="114172" y="1739519"/>
                </a:lnTo>
                <a:lnTo>
                  <a:pt x="211454" y="1872869"/>
                </a:lnTo>
                <a:lnTo>
                  <a:pt x="227640" y="1837182"/>
                </a:lnTo>
                <a:lnTo>
                  <a:pt x="188721" y="1837182"/>
                </a:lnTo>
                <a:lnTo>
                  <a:pt x="181502" y="1767051"/>
                </a:lnTo>
                <a:lnTo>
                  <a:pt x="145033" y="1717040"/>
                </a:lnTo>
                <a:lnTo>
                  <a:pt x="139438" y="1711993"/>
                </a:lnTo>
                <a:lnTo>
                  <a:pt x="132556" y="1709531"/>
                </a:lnTo>
                <a:close/>
              </a:path>
              <a:path w="281939" h="1873250">
                <a:moveTo>
                  <a:pt x="181502" y="1767051"/>
                </a:moveTo>
                <a:lnTo>
                  <a:pt x="188721" y="1837182"/>
                </a:lnTo>
                <a:lnTo>
                  <a:pt x="226567" y="1833245"/>
                </a:lnTo>
                <a:lnTo>
                  <a:pt x="225966" y="1827403"/>
                </a:lnTo>
                <a:lnTo>
                  <a:pt x="190245" y="1827403"/>
                </a:lnTo>
                <a:lnTo>
                  <a:pt x="203761" y="1797574"/>
                </a:lnTo>
                <a:lnTo>
                  <a:pt x="181502" y="1767051"/>
                </a:lnTo>
                <a:close/>
              </a:path>
              <a:path w="281939" h="1873250">
                <a:moveTo>
                  <a:pt x="262733" y="1695664"/>
                </a:moveTo>
                <a:lnTo>
                  <a:pt x="255539" y="1696878"/>
                </a:lnTo>
                <a:lnTo>
                  <a:pt x="249322" y="1700712"/>
                </a:lnTo>
                <a:lnTo>
                  <a:pt x="244855" y="1706880"/>
                </a:lnTo>
                <a:lnTo>
                  <a:pt x="219353" y="1763163"/>
                </a:lnTo>
                <a:lnTo>
                  <a:pt x="226567" y="1833245"/>
                </a:lnTo>
                <a:lnTo>
                  <a:pt x="188721" y="1837182"/>
                </a:lnTo>
                <a:lnTo>
                  <a:pt x="227640" y="1837182"/>
                </a:lnTo>
                <a:lnTo>
                  <a:pt x="279653" y="1722501"/>
                </a:lnTo>
                <a:lnTo>
                  <a:pt x="281326" y="1715160"/>
                </a:lnTo>
                <a:lnTo>
                  <a:pt x="280082" y="1707975"/>
                </a:lnTo>
                <a:lnTo>
                  <a:pt x="276242" y="1701766"/>
                </a:lnTo>
                <a:lnTo>
                  <a:pt x="270128" y="1697355"/>
                </a:lnTo>
                <a:lnTo>
                  <a:pt x="262733" y="1695664"/>
                </a:lnTo>
                <a:close/>
              </a:path>
              <a:path w="281939" h="1873250">
                <a:moveTo>
                  <a:pt x="203761" y="1797574"/>
                </a:moveTo>
                <a:lnTo>
                  <a:pt x="190245" y="1827403"/>
                </a:lnTo>
                <a:lnTo>
                  <a:pt x="223011" y="1823974"/>
                </a:lnTo>
                <a:lnTo>
                  <a:pt x="203761" y="1797574"/>
                </a:lnTo>
                <a:close/>
              </a:path>
              <a:path w="281939" h="1873250">
                <a:moveTo>
                  <a:pt x="219353" y="1763163"/>
                </a:moveTo>
                <a:lnTo>
                  <a:pt x="203761" y="1797574"/>
                </a:lnTo>
                <a:lnTo>
                  <a:pt x="223011" y="1823974"/>
                </a:lnTo>
                <a:lnTo>
                  <a:pt x="190245" y="1827403"/>
                </a:lnTo>
                <a:lnTo>
                  <a:pt x="225966" y="1827403"/>
                </a:lnTo>
                <a:lnTo>
                  <a:pt x="219353" y="1763163"/>
                </a:lnTo>
                <a:close/>
              </a:path>
              <a:path w="281939" h="1873250">
                <a:moveTo>
                  <a:pt x="37845" y="0"/>
                </a:moveTo>
                <a:lnTo>
                  <a:pt x="0" y="3810"/>
                </a:lnTo>
                <a:lnTo>
                  <a:pt x="181502" y="1767051"/>
                </a:lnTo>
                <a:lnTo>
                  <a:pt x="203761" y="1797574"/>
                </a:lnTo>
                <a:lnTo>
                  <a:pt x="219353" y="1763163"/>
                </a:lnTo>
                <a:lnTo>
                  <a:pt x="378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218809" y="3033648"/>
            <a:ext cx="297815" cy="753110"/>
          </a:xfrm>
          <a:custGeom>
            <a:avLst/>
            <a:gdLst/>
            <a:ahLst/>
            <a:cxnLst/>
            <a:rect l="l" t="t" r="r" b="b"/>
            <a:pathLst>
              <a:path w="297815" h="753110">
                <a:moveTo>
                  <a:pt x="151241" y="609933"/>
                </a:moveTo>
                <a:lnTo>
                  <a:pt x="144202" y="611768"/>
                </a:lnTo>
                <a:lnTo>
                  <a:pt x="138175" y="616331"/>
                </a:lnTo>
                <a:lnTo>
                  <a:pt x="134360" y="622857"/>
                </a:lnTo>
                <a:lnTo>
                  <a:pt x="133365" y="630062"/>
                </a:lnTo>
                <a:lnTo>
                  <a:pt x="135157" y="637101"/>
                </a:lnTo>
                <a:lnTo>
                  <a:pt x="139700" y="643127"/>
                </a:lnTo>
                <a:lnTo>
                  <a:pt x="263143" y="752728"/>
                </a:lnTo>
                <a:lnTo>
                  <a:pt x="269585" y="722630"/>
                </a:lnTo>
                <a:lnTo>
                  <a:pt x="233299" y="722630"/>
                </a:lnTo>
                <a:lnTo>
                  <a:pt x="211376" y="655848"/>
                </a:lnTo>
                <a:lnTo>
                  <a:pt x="164973" y="614680"/>
                </a:lnTo>
                <a:lnTo>
                  <a:pt x="158446" y="610883"/>
                </a:lnTo>
                <a:lnTo>
                  <a:pt x="151241" y="609933"/>
                </a:lnTo>
                <a:close/>
              </a:path>
              <a:path w="297815" h="753110">
                <a:moveTo>
                  <a:pt x="211376" y="655848"/>
                </a:moveTo>
                <a:lnTo>
                  <a:pt x="233299" y="722630"/>
                </a:lnTo>
                <a:lnTo>
                  <a:pt x="263656" y="712724"/>
                </a:lnTo>
                <a:lnTo>
                  <a:pt x="232663" y="712724"/>
                </a:lnTo>
                <a:lnTo>
                  <a:pt x="239521" y="680817"/>
                </a:lnTo>
                <a:lnTo>
                  <a:pt x="211376" y="655848"/>
                </a:lnTo>
                <a:close/>
              </a:path>
              <a:path w="297815" h="753110">
                <a:moveTo>
                  <a:pt x="275514" y="568630"/>
                </a:moveTo>
                <a:lnTo>
                  <a:pt x="268731" y="571341"/>
                </a:lnTo>
                <a:lnTo>
                  <a:pt x="263473" y="576385"/>
                </a:lnTo>
                <a:lnTo>
                  <a:pt x="260476" y="583311"/>
                </a:lnTo>
                <a:lnTo>
                  <a:pt x="247489" y="643739"/>
                </a:lnTo>
                <a:lnTo>
                  <a:pt x="269493" y="710819"/>
                </a:lnTo>
                <a:lnTo>
                  <a:pt x="233299" y="722630"/>
                </a:lnTo>
                <a:lnTo>
                  <a:pt x="269585" y="722630"/>
                </a:lnTo>
                <a:lnTo>
                  <a:pt x="297688" y="591312"/>
                </a:lnTo>
                <a:lnTo>
                  <a:pt x="297763" y="583761"/>
                </a:lnTo>
                <a:lnTo>
                  <a:pt x="295052" y="577008"/>
                </a:lnTo>
                <a:lnTo>
                  <a:pt x="290008" y="571755"/>
                </a:lnTo>
                <a:lnTo>
                  <a:pt x="283082" y="568705"/>
                </a:lnTo>
                <a:lnTo>
                  <a:pt x="275514" y="568630"/>
                </a:lnTo>
                <a:close/>
              </a:path>
              <a:path w="297815" h="753110">
                <a:moveTo>
                  <a:pt x="239521" y="680817"/>
                </a:moveTo>
                <a:lnTo>
                  <a:pt x="232663" y="712724"/>
                </a:lnTo>
                <a:lnTo>
                  <a:pt x="264032" y="702563"/>
                </a:lnTo>
                <a:lnTo>
                  <a:pt x="239521" y="680817"/>
                </a:lnTo>
                <a:close/>
              </a:path>
              <a:path w="297815" h="753110">
                <a:moveTo>
                  <a:pt x="247489" y="643739"/>
                </a:moveTo>
                <a:lnTo>
                  <a:pt x="239521" y="680817"/>
                </a:lnTo>
                <a:lnTo>
                  <a:pt x="264032" y="702563"/>
                </a:lnTo>
                <a:lnTo>
                  <a:pt x="232663" y="712724"/>
                </a:lnTo>
                <a:lnTo>
                  <a:pt x="263656" y="712724"/>
                </a:lnTo>
                <a:lnTo>
                  <a:pt x="269493" y="710819"/>
                </a:lnTo>
                <a:lnTo>
                  <a:pt x="247489" y="643739"/>
                </a:lnTo>
                <a:close/>
              </a:path>
              <a:path w="297815" h="753110">
                <a:moveTo>
                  <a:pt x="36321" y="0"/>
                </a:moveTo>
                <a:lnTo>
                  <a:pt x="0" y="11937"/>
                </a:lnTo>
                <a:lnTo>
                  <a:pt x="211376" y="655848"/>
                </a:lnTo>
                <a:lnTo>
                  <a:pt x="239521" y="680817"/>
                </a:lnTo>
                <a:lnTo>
                  <a:pt x="247489" y="643739"/>
                </a:lnTo>
                <a:lnTo>
                  <a:pt x="363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964044" y="1878457"/>
            <a:ext cx="763270" cy="2176145"/>
          </a:xfrm>
          <a:custGeom>
            <a:avLst/>
            <a:gdLst/>
            <a:ahLst/>
            <a:cxnLst/>
            <a:rect l="l" t="t" r="r" b="b"/>
            <a:pathLst>
              <a:path w="763270" h="2176145">
                <a:moveTo>
                  <a:pt x="616251" y="2032777"/>
                </a:moveTo>
                <a:lnTo>
                  <a:pt x="609169" y="2034569"/>
                </a:lnTo>
                <a:lnTo>
                  <a:pt x="603123" y="2039111"/>
                </a:lnTo>
                <a:lnTo>
                  <a:pt x="599326" y="2045658"/>
                </a:lnTo>
                <a:lnTo>
                  <a:pt x="598376" y="2052907"/>
                </a:lnTo>
                <a:lnTo>
                  <a:pt x="600211" y="2059989"/>
                </a:lnTo>
                <a:lnTo>
                  <a:pt x="604774" y="2066035"/>
                </a:lnTo>
                <a:lnTo>
                  <a:pt x="728090" y="2175636"/>
                </a:lnTo>
                <a:lnTo>
                  <a:pt x="734533" y="2145665"/>
                </a:lnTo>
                <a:lnTo>
                  <a:pt x="698246" y="2145665"/>
                </a:lnTo>
                <a:lnTo>
                  <a:pt x="676334" y="2078705"/>
                </a:lnTo>
                <a:lnTo>
                  <a:pt x="630047" y="2037587"/>
                </a:lnTo>
                <a:lnTo>
                  <a:pt x="623500" y="2033772"/>
                </a:lnTo>
                <a:lnTo>
                  <a:pt x="616251" y="2032777"/>
                </a:lnTo>
                <a:close/>
              </a:path>
              <a:path w="763270" h="2176145">
                <a:moveTo>
                  <a:pt x="676334" y="2078705"/>
                </a:moveTo>
                <a:lnTo>
                  <a:pt x="698246" y="2145665"/>
                </a:lnTo>
                <a:lnTo>
                  <a:pt x="728665" y="2135631"/>
                </a:lnTo>
                <a:lnTo>
                  <a:pt x="697737" y="2135631"/>
                </a:lnTo>
                <a:lnTo>
                  <a:pt x="704585" y="2103801"/>
                </a:lnTo>
                <a:lnTo>
                  <a:pt x="676334" y="2078705"/>
                </a:lnTo>
                <a:close/>
              </a:path>
              <a:path w="763270" h="2176145">
                <a:moveTo>
                  <a:pt x="740588" y="1991612"/>
                </a:moveTo>
                <a:lnTo>
                  <a:pt x="733805" y="1994328"/>
                </a:lnTo>
                <a:lnTo>
                  <a:pt x="728547" y="1999402"/>
                </a:lnTo>
                <a:lnTo>
                  <a:pt x="725551" y="2006345"/>
                </a:lnTo>
                <a:lnTo>
                  <a:pt x="712544" y="2066803"/>
                </a:lnTo>
                <a:lnTo>
                  <a:pt x="734440" y="2133726"/>
                </a:lnTo>
                <a:lnTo>
                  <a:pt x="698246" y="2145665"/>
                </a:lnTo>
                <a:lnTo>
                  <a:pt x="734533" y="2145665"/>
                </a:lnTo>
                <a:lnTo>
                  <a:pt x="762761" y="2014346"/>
                </a:lnTo>
                <a:lnTo>
                  <a:pt x="762837" y="2006778"/>
                </a:lnTo>
                <a:lnTo>
                  <a:pt x="760126" y="1999995"/>
                </a:lnTo>
                <a:lnTo>
                  <a:pt x="755082" y="1994737"/>
                </a:lnTo>
                <a:lnTo>
                  <a:pt x="748156" y="1991740"/>
                </a:lnTo>
                <a:lnTo>
                  <a:pt x="740588" y="1991612"/>
                </a:lnTo>
                <a:close/>
              </a:path>
              <a:path w="763270" h="2176145">
                <a:moveTo>
                  <a:pt x="704585" y="2103801"/>
                </a:moveTo>
                <a:lnTo>
                  <a:pt x="697737" y="2135631"/>
                </a:lnTo>
                <a:lnTo>
                  <a:pt x="728979" y="2125472"/>
                </a:lnTo>
                <a:lnTo>
                  <a:pt x="704585" y="2103801"/>
                </a:lnTo>
                <a:close/>
              </a:path>
              <a:path w="763270" h="2176145">
                <a:moveTo>
                  <a:pt x="712544" y="2066803"/>
                </a:moveTo>
                <a:lnTo>
                  <a:pt x="704585" y="2103801"/>
                </a:lnTo>
                <a:lnTo>
                  <a:pt x="728979" y="2125472"/>
                </a:lnTo>
                <a:lnTo>
                  <a:pt x="697737" y="2135631"/>
                </a:lnTo>
                <a:lnTo>
                  <a:pt x="728665" y="2135631"/>
                </a:lnTo>
                <a:lnTo>
                  <a:pt x="734440" y="2133726"/>
                </a:lnTo>
                <a:lnTo>
                  <a:pt x="712544" y="2066803"/>
                </a:lnTo>
                <a:close/>
              </a:path>
              <a:path w="763270" h="2176145">
                <a:moveTo>
                  <a:pt x="36322" y="0"/>
                </a:moveTo>
                <a:lnTo>
                  <a:pt x="0" y="11937"/>
                </a:lnTo>
                <a:lnTo>
                  <a:pt x="676334" y="2078705"/>
                </a:lnTo>
                <a:lnTo>
                  <a:pt x="704585" y="2103801"/>
                </a:lnTo>
                <a:lnTo>
                  <a:pt x="712544" y="2066803"/>
                </a:lnTo>
                <a:lnTo>
                  <a:pt x="36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601711" y="2230373"/>
            <a:ext cx="690245" cy="1507490"/>
          </a:xfrm>
          <a:custGeom>
            <a:avLst/>
            <a:gdLst/>
            <a:ahLst/>
            <a:cxnLst/>
            <a:rect l="l" t="t" r="r" b="b"/>
            <a:pathLst>
              <a:path w="690245" h="1507489">
                <a:moveTo>
                  <a:pt x="545877" y="1375409"/>
                </a:moveTo>
                <a:lnTo>
                  <a:pt x="538995" y="1377910"/>
                </a:lnTo>
                <a:lnTo>
                  <a:pt x="533400" y="1383030"/>
                </a:lnTo>
                <a:lnTo>
                  <a:pt x="530286" y="1389891"/>
                </a:lnTo>
                <a:lnTo>
                  <a:pt x="530018" y="1397158"/>
                </a:lnTo>
                <a:lnTo>
                  <a:pt x="532489" y="1403996"/>
                </a:lnTo>
                <a:lnTo>
                  <a:pt x="537591" y="1409573"/>
                </a:lnTo>
                <a:lnTo>
                  <a:pt x="670687" y="1507108"/>
                </a:lnTo>
                <a:lnTo>
                  <a:pt x="673871" y="1480058"/>
                </a:lnTo>
                <a:lnTo>
                  <a:pt x="638175" y="1480058"/>
                </a:lnTo>
                <a:lnTo>
                  <a:pt x="610015" y="1415421"/>
                </a:lnTo>
                <a:lnTo>
                  <a:pt x="560070" y="1378839"/>
                </a:lnTo>
                <a:lnTo>
                  <a:pt x="553188" y="1375671"/>
                </a:lnTo>
                <a:lnTo>
                  <a:pt x="545877" y="1375409"/>
                </a:lnTo>
                <a:close/>
              </a:path>
              <a:path w="690245" h="1507489">
                <a:moveTo>
                  <a:pt x="610015" y="1415421"/>
                </a:moveTo>
                <a:lnTo>
                  <a:pt x="638175" y="1480058"/>
                </a:lnTo>
                <a:lnTo>
                  <a:pt x="660876" y="1470152"/>
                </a:lnTo>
                <a:lnTo>
                  <a:pt x="636651" y="1470152"/>
                </a:lnTo>
                <a:lnTo>
                  <a:pt x="640472" y="1437730"/>
                </a:lnTo>
                <a:lnTo>
                  <a:pt x="610015" y="1415421"/>
                </a:lnTo>
                <a:close/>
              </a:path>
              <a:path w="690245" h="1507489">
                <a:moveTo>
                  <a:pt x="673354" y="1322070"/>
                </a:moveTo>
                <a:lnTo>
                  <a:pt x="644908" y="1400096"/>
                </a:lnTo>
                <a:lnTo>
                  <a:pt x="673100" y="1464818"/>
                </a:lnTo>
                <a:lnTo>
                  <a:pt x="638175" y="1480058"/>
                </a:lnTo>
                <a:lnTo>
                  <a:pt x="673871" y="1480058"/>
                </a:lnTo>
                <a:lnTo>
                  <a:pt x="689991" y="1343152"/>
                </a:lnTo>
                <a:lnTo>
                  <a:pt x="689391" y="1335643"/>
                </a:lnTo>
                <a:lnTo>
                  <a:pt x="686054" y="1329181"/>
                </a:lnTo>
                <a:lnTo>
                  <a:pt x="680525" y="1324435"/>
                </a:lnTo>
                <a:lnTo>
                  <a:pt x="673354" y="1322070"/>
                </a:lnTo>
                <a:close/>
              </a:path>
              <a:path w="690245" h="1507489">
                <a:moveTo>
                  <a:pt x="640472" y="1437730"/>
                </a:moveTo>
                <a:lnTo>
                  <a:pt x="636651" y="1470152"/>
                </a:lnTo>
                <a:lnTo>
                  <a:pt x="666877" y="1457070"/>
                </a:lnTo>
                <a:lnTo>
                  <a:pt x="640472" y="1437730"/>
                </a:lnTo>
                <a:close/>
              </a:path>
              <a:path w="690245" h="1507489">
                <a:moveTo>
                  <a:pt x="644908" y="1400096"/>
                </a:moveTo>
                <a:lnTo>
                  <a:pt x="640472" y="1437730"/>
                </a:lnTo>
                <a:lnTo>
                  <a:pt x="666877" y="1457070"/>
                </a:lnTo>
                <a:lnTo>
                  <a:pt x="636651" y="1470152"/>
                </a:lnTo>
                <a:lnTo>
                  <a:pt x="660876" y="1470152"/>
                </a:lnTo>
                <a:lnTo>
                  <a:pt x="673100" y="1464818"/>
                </a:lnTo>
                <a:lnTo>
                  <a:pt x="644908" y="1400096"/>
                </a:lnTo>
                <a:close/>
              </a:path>
              <a:path w="690245" h="1507489">
                <a:moveTo>
                  <a:pt x="35052" y="0"/>
                </a:moveTo>
                <a:lnTo>
                  <a:pt x="0" y="15239"/>
                </a:lnTo>
                <a:lnTo>
                  <a:pt x="610015" y="1415421"/>
                </a:lnTo>
                <a:lnTo>
                  <a:pt x="640472" y="1437730"/>
                </a:lnTo>
                <a:lnTo>
                  <a:pt x="644908" y="1400096"/>
                </a:lnTo>
                <a:lnTo>
                  <a:pt x="350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176514" y="2713608"/>
            <a:ext cx="170815" cy="1023619"/>
          </a:xfrm>
          <a:custGeom>
            <a:avLst/>
            <a:gdLst/>
            <a:ahLst/>
            <a:cxnLst/>
            <a:rect l="l" t="t" r="r" b="b"/>
            <a:pathLst>
              <a:path w="170815" h="1023620">
                <a:moveTo>
                  <a:pt x="22209" y="857615"/>
                </a:moveTo>
                <a:lnTo>
                  <a:pt x="14932" y="857700"/>
                </a:lnTo>
                <a:lnTo>
                  <a:pt x="8001" y="860678"/>
                </a:lnTo>
                <a:lnTo>
                  <a:pt x="2690" y="866056"/>
                </a:lnTo>
                <a:lnTo>
                  <a:pt x="0" y="872839"/>
                </a:lnTo>
                <a:lnTo>
                  <a:pt x="71" y="880145"/>
                </a:lnTo>
                <a:lnTo>
                  <a:pt x="3048" y="887094"/>
                </a:lnTo>
                <a:lnTo>
                  <a:pt x="96266" y="1023238"/>
                </a:lnTo>
                <a:lnTo>
                  <a:pt x="114037" y="986916"/>
                </a:lnTo>
                <a:lnTo>
                  <a:pt x="74549" y="986916"/>
                </a:lnTo>
                <a:lnTo>
                  <a:pt x="69423" y="916617"/>
                </a:lnTo>
                <a:lnTo>
                  <a:pt x="34417" y="865504"/>
                </a:lnTo>
                <a:lnTo>
                  <a:pt x="28985" y="860268"/>
                </a:lnTo>
                <a:lnTo>
                  <a:pt x="22209" y="857615"/>
                </a:lnTo>
                <a:close/>
              </a:path>
              <a:path w="170815" h="1023620">
                <a:moveTo>
                  <a:pt x="69423" y="916617"/>
                </a:moveTo>
                <a:lnTo>
                  <a:pt x="74549" y="986916"/>
                </a:lnTo>
                <a:lnTo>
                  <a:pt x="112522" y="984122"/>
                </a:lnTo>
                <a:lnTo>
                  <a:pt x="112013" y="977138"/>
                </a:lnTo>
                <a:lnTo>
                  <a:pt x="76454" y="977138"/>
                </a:lnTo>
                <a:lnTo>
                  <a:pt x="90797" y="947825"/>
                </a:lnTo>
                <a:lnTo>
                  <a:pt x="69423" y="916617"/>
                </a:lnTo>
                <a:close/>
              </a:path>
              <a:path w="170815" h="1023620">
                <a:moveTo>
                  <a:pt x="152782" y="847621"/>
                </a:moveTo>
                <a:lnTo>
                  <a:pt x="145526" y="848645"/>
                </a:lnTo>
                <a:lnTo>
                  <a:pt x="139197" y="852289"/>
                </a:lnTo>
                <a:lnTo>
                  <a:pt x="134620" y="858265"/>
                </a:lnTo>
                <a:lnTo>
                  <a:pt x="107409" y="913875"/>
                </a:lnTo>
                <a:lnTo>
                  <a:pt x="112522" y="984122"/>
                </a:lnTo>
                <a:lnTo>
                  <a:pt x="74549" y="986916"/>
                </a:lnTo>
                <a:lnTo>
                  <a:pt x="114037" y="986916"/>
                </a:lnTo>
                <a:lnTo>
                  <a:pt x="168783" y="875029"/>
                </a:lnTo>
                <a:lnTo>
                  <a:pt x="170737" y="867737"/>
                </a:lnTo>
                <a:lnTo>
                  <a:pt x="169751" y="860504"/>
                </a:lnTo>
                <a:lnTo>
                  <a:pt x="166121" y="854152"/>
                </a:lnTo>
                <a:lnTo>
                  <a:pt x="160147" y="849502"/>
                </a:lnTo>
                <a:lnTo>
                  <a:pt x="152782" y="847621"/>
                </a:lnTo>
                <a:close/>
              </a:path>
              <a:path w="170815" h="1023620">
                <a:moveTo>
                  <a:pt x="90797" y="947825"/>
                </a:moveTo>
                <a:lnTo>
                  <a:pt x="76454" y="977138"/>
                </a:lnTo>
                <a:lnTo>
                  <a:pt x="109220" y="974724"/>
                </a:lnTo>
                <a:lnTo>
                  <a:pt x="90797" y="947825"/>
                </a:lnTo>
                <a:close/>
              </a:path>
              <a:path w="170815" h="1023620">
                <a:moveTo>
                  <a:pt x="107409" y="913875"/>
                </a:moveTo>
                <a:lnTo>
                  <a:pt x="90797" y="947825"/>
                </a:lnTo>
                <a:lnTo>
                  <a:pt x="109220" y="974724"/>
                </a:lnTo>
                <a:lnTo>
                  <a:pt x="76454" y="977138"/>
                </a:lnTo>
                <a:lnTo>
                  <a:pt x="112013" y="977138"/>
                </a:lnTo>
                <a:lnTo>
                  <a:pt x="107409" y="913875"/>
                </a:lnTo>
                <a:close/>
              </a:path>
              <a:path w="170815" h="1023620">
                <a:moveTo>
                  <a:pt x="40894" y="0"/>
                </a:moveTo>
                <a:lnTo>
                  <a:pt x="2794" y="2793"/>
                </a:lnTo>
                <a:lnTo>
                  <a:pt x="69423" y="916617"/>
                </a:lnTo>
                <a:lnTo>
                  <a:pt x="90797" y="947825"/>
                </a:lnTo>
                <a:lnTo>
                  <a:pt x="107409" y="913875"/>
                </a:lnTo>
                <a:lnTo>
                  <a:pt x="408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962010" y="2156667"/>
            <a:ext cx="517525" cy="114998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r" marR="72390">
              <a:lnSpc>
                <a:spcPct val="100000"/>
              </a:lnSpc>
              <a:spcBef>
                <a:spcPts val="68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iv</a:t>
            </a:r>
            <a:endParaRPr sz="2100">
              <a:latin typeface="Times New Roman"/>
              <a:cs typeface="Times New Roman"/>
            </a:endParaRPr>
          </a:p>
          <a:p>
            <a:pPr algn="r" marR="30480">
              <a:lnSpc>
                <a:spcPct val="100000"/>
              </a:lnSpc>
              <a:spcBef>
                <a:spcPts val="5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023354" y="1504481"/>
            <a:ext cx="813435" cy="1379220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393065">
              <a:lnSpc>
                <a:spcPct val="100000"/>
              </a:lnSpc>
              <a:spcBef>
                <a:spcPts val="158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  <a:tabLst>
                <a:tab pos="53340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021070" y="2290039"/>
            <a:ext cx="606425" cy="133350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9255">
              <a:lnSpc>
                <a:spcPct val="100000"/>
              </a:lnSpc>
              <a:spcBef>
                <a:spcPts val="131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815076" y="283540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92597" y="234162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65091" y="1690573"/>
            <a:ext cx="894715" cy="1725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100">
              <a:lnSpc>
                <a:spcPts val="3600"/>
              </a:lnSpc>
              <a:spcBef>
                <a:spcPts val="2345"/>
              </a:spcBef>
            </a:pPr>
            <a:r>
              <a:rPr dirty="0" baseline="-12152" sz="4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2152" sz="4800" spc="17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endParaRPr sz="2100">
              <a:latin typeface="Times New Roman"/>
              <a:cs typeface="Times New Roman"/>
            </a:endParaRPr>
          </a:p>
          <a:p>
            <a:pPr marL="564515">
              <a:lnSpc>
                <a:spcPts val="360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691254" y="19785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63353" y="1384301"/>
            <a:ext cx="1756410" cy="1835150"/>
          </a:xfrm>
          <a:custGeom>
            <a:avLst/>
            <a:gdLst/>
            <a:ahLst/>
            <a:cxnLst/>
            <a:rect l="l" t="t" r="r" b="b"/>
            <a:pathLst>
              <a:path w="1756410" h="1835150">
                <a:moveTo>
                  <a:pt x="557216" y="1220468"/>
                </a:moveTo>
                <a:lnTo>
                  <a:pt x="511349" y="1170859"/>
                </a:lnTo>
                <a:lnTo>
                  <a:pt x="467158" y="1121026"/>
                </a:lnTo>
                <a:lnTo>
                  <a:pt x="424686" y="1071068"/>
                </a:lnTo>
                <a:lnTo>
                  <a:pt x="383974" y="1021084"/>
                </a:lnTo>
                <a:lnTo>
                  <a:pt x="345066" y="971172"/>
                </a:lnTo>
                <a:lnTo>
                  <a:pt x="308001" y="921431"/>
                </a:lnTo>
                <a:lnTo>
                  <a:pt x="272823" y="871960"/>
                </a:lnTo>
                <a:lnTo>
                  <a:pt x="239573" y="822857"/>
                </a:lnTo>
                <a:lnTo>
                  <a:pt x="208294" y="774222"/>
                </a:lnTo>
                <a:lnTo>
                  <a:pt x="179026" y="726152"/>
                </a:lnTo>
                <a:lnTo>
                  <a:pt x="151812" y="678748"/>
                </a:lnTo>
                <a:lnTo>
                  <a:pt x="126694" y="632107"/>
                </a:lnTo>
                <a:lnTo>
                  <a:pt x="103714" y="586328"/>
                </a:lnTo>
                <a:lnTo>
                  <a:pt x="82913" y="541510"/>
                </a:lnTo>
                <a:lnTo>
                  <a:pt x="64334" y="497751"/>
                </a:lnTo>
                <a:lnTo>
                  <a:pt x="48018" y="455151"/>
                </a:lnTo>
                <a:lnTo>
                  <a:pt x="34008" y="413809"/>
                </a:lnTo>
                <a:lnTo>
                  <a:pt x="22344" y="373822"/>
                </a:lnTo>
                <a:lnTo>
                  <a:pt x="13070" y="335289"/>
                </a:lnTo>
                <a:lnTo>
                  <a:pt x="1855" y="262983"/>
                </a:lnTo>
                <a:lnTo>
                  <a:pt x="0" y="229407"/>
                </a:lnTo>
                <a:lnTo>
                  <a:pt x="700" y="197680"/>
                </a:lnTo>
                <a:lnTo>
                  <a:pt x="9939" y="140170"/>
                </a:lnTo>
                <a:lnTo>
                  <a:pt x="29907" y="91242"/>
                </a:lnTo>
                <a:lnTo>
                  <a:pt x="60939" y="51687"/>
                </a:lnTo>
                <a:lnTo>
                  <a:pt x="102225" y="23001"/>
                </a:lnTo>
                <a:lnTo>
                  <a:pt x="152225" y="5898"/>
                </a:lnTo>
                <a:lnTo>
                  <a:pt x="210170" y="0"/>
                </a:lnTo>
                <a:lnTo>
                  <a:pt x="241882" y="1133"/>
                </a:lnTo>
                <a:lnTo>
                  <a:pt x="310304" y="11329"/>
                </a:lnTo>
                <a:lnTo>
                  <a:pt x="384751" y="31781"/>
                </a:lnTo>
                <a:lnTo>
                  <a:pt x="423993" y="45733"/>
                </a:lnTo>
                <a:lnTo>
                  <a:pt x="464454" y="62108"/>
                </a:lnTo>
                <a:lnTo>
                  <a:pt x="506036" y="80856"/>
                </a:lnTo>
                <a:lnTo>
                  <a:pt x="548644" y="101930"/>
                </a:lnTo>
                <a:lnTo>
                  <a:pt x="592181" y="125284"/>
                </a:lnTo>
                <a:lnTo>
                  <a:pt x="636553" y="150869"/>
                </a:lnTo>
                <a:lnTo>
                  <a:pt x="681662" y="178638"/>
                </a:lnTo>
                <a:lnTo>
                  <a:pt x="727412" y="208544"/>
                </a:lnTo>
                <a:lnTo>
                  <a:pt x="773708" y="240539"/>
                </a:lnTo>
                <a:lnTo>
                  <a:pt x="820454" y="274576"/>
                </a:lnTo>
                <a:lnTo>
                  <a:pt x="867553" y="310607"/>
                </a:lnTo>
                <a:lnTo>
                  <a:pt x="914910" y="348585"/>
                </a:lnTo>
                <a:lnTo>
                  <a:pt x="962427" y="388463"/>
                </a:lnTo>
                <a:lnTo>
                  <a:pt x="1010010" y="430192"/>
                </a:lnTo>
                <a:lnTo>
                  <a:pt x="1057563" y="473725"/>
                </a:lnTo>
                <a:lnTo>
                  <a:pt x="1104988" y="519016"/>
                </a:lnTo>
                <a:lnTo>
                  <a:pt x="1152191" y="566016"/>
                </a:lnTo>
                <a:lnTo>
                  <a:pt x="1199074" y="614678"/>
                </a:lnTo>
                <a:lnTo>
                  <a:pt x="1244942" y="664288"/>
                </a:lnTo>
                <a:lnTo>
                  <a:pt x="1289132" y="714121"/>
                </a:lnTo>
                <a:lnTo>
                  <a:pt x="1331603" y="764079"/>
                </a:lnTo>
                <a:lnTo>
                  <a:pt x="1372314" y="814063"/>
                </a:lnTo>
                <a:lnTo>
                  <a:pt x="1411221" y="863975"/>
                </a:lnTo>
                <a:lnTo>
                  <a:pt x="1448284" y="913716"/>
                </a:lnTo>
                <a:lnTo>
                  <a:pt x="1483460" y="963187"/>
                </a:lnTo>
                <a:lnTo>
                  <a:pt x="1516708" y="1012290"/>
                </a:lnTo>
                <a:lnTo>
                  <a:pt x="1547986" y="1060925"/>
                </a:lnTo>
                <a:lnTo>
                  <a:pt x="1577252" y="1108995"/>
                </a:lnTo>
                <a:lnTo>
                  <a:pt x="1604464" y="1156399"/>
                </a:lnTo>
                <a:lnTo>
                  <a:pt x="1629580" y="1203040"/>
                </a:lnTo>
                <a:lnTo>
                  <a:pt x="1652559" y="1248819"/>
                </a:lnTo>
                <a:lnTo>
                  <a:pt x="1673359" y="1293637"/>
                </a:lnTo>
                <a:lnTo>
                  <a:pt x="1691938" y="1337395"/>
                </a:lnTo>
                <a:lnTo>
                  <a:pt x="1708253" y="1379995"/>
                </a:lnTo>
                <a:lnTo>
                  <a:pt x="1722264" y="1421338"/>
                </a:lnTo>
                <a:lnTo>
                  <a:pt x="1733928" y="1461325"/>
                </a:lnTo>
                <a:lnTo>
                  <a:pt x="1743204" y="1499858"/>
                </a:lnTo>
                <a:lnTo>
                  <a:pt x="1754422" y="1572164"/>
                </a:lnTo>
                <a:lnTo>
                  <a:pt x="1756282" y="1605740"/>
                </a:lnTo>
                <a:lnTo>
                  <a:pt x="1755585" y="1637467"/>
                </a:lnTo>
                <a:lnTo>
                  <a:pt x="1746357" y="1694977"/>
                </a:lnTo>
                <a:lnTo>
                  <a:pt x="1726404" y="1743905"/>
                </a:lnTo>
                <a:lnTo>
                  <a:pt x="1695390" y="1783459"/>
                </a:lnTo>
                <a:lnTo>
                  <a:pt x="1654097" y="1812146"/>
                </a:lnTo>
                <a:lnTo>
                  <a:pt x="1604091" y="1829249"/>
                </a:lnTo>
                <a:lnTo>
                  <a:pt x="1546140" y="1835147"/>
                </a:lnTo>
                <a:lnTo>
                  <a:pt x="1514426" y="1834014"/>
                </a:lnTo>
                <a:lnTo>
                  <a:pt x="1445999" y="1823817"/>
                </a:lnTo>
                <a:lnTo>
                  <a:pt x="1371549" y="1803366"/>
                </a:lnTo>
                <a:lnTo>
                  <a:pt x="1332305" y="1789413"/>
                </a:lnTo>
                <a:lnTo>
                  <a:pt x="1291844" y="1773039"/>
                </a:lnTo>
                <a:lnTo>
                  <a:pt x="1250260" y="1754291"/>
                </a:lnTo>
                <a:lnTo>
                  <a:pt x="1207652" y="1733217"/>
                </a:lnTo>
                <a:lnTo>
                  <a:pt x="1164113" y="1709863"/>
                </a:lnTo>
                <a:lnTo>
                  <a:pt x="1119741" y="1684278"/>
                </a:lnTo>
                <a:lnTo>
                  <a:pt x="1074631" y="1656509"/>
                </a:lnTo>
                <a:lnTo>
                  <a:pt x="1028880" y="1626603"/>
                </a:lnTo>
                <a:lnTo>
                  <a:pt x="982584" y="1594608"/>
                </a:lnTo>
                <a:lnTo>
                  <a:pt x="935838" y="1560571"/>
                </a:lnTo>
                <a:lnTo>
                  <a:pt x="888738" y="1524540"/>
                </a:lnTo>
                <a:lnTo>
                  <a:pt x="841382" y="1486562"/>
                </a:lnTo>
                <a:lnTo>
                  <a:pt x="793864" y="1446684"/>
                </a:lnTo>
                <a:lnTo>
                  <a:pt x="746281" y="1404955"/>
                </a:lnTo>
                <a:lnTo>
                  <a:pt x="698728" y="1361421"/>
                </a:lnTo>
                <a:lnTo>
                  <a:pt x="651303" y="1316131"/>
                </a:lnTo>
                <a:lnTo>
                  <a:pt x="604100" y="1269131"/>
                </a:lnTo>
                <a:lnTo>
                  <a:pt x="557216" y="1220468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199845" y="986470"/>
            <a:ext cx="1479550" cy="2151380"/>
          </a:xfrm>
          <a:custGeom>
            <a:avLst/>
            <a:gdLst/>
            <a:ahLst/>
            <a:cxnLst/>
            <a:rect l="l" t="t" r="r" b="b"/>
            <a:pathLst>
              <a:path w="1479550" h="2151380">
                <a:moveTo>
                  <a:pt x="269663" y="1332676"/>
                </a:moveTo>
                <a:lnTo>
                  <a:pt x="239018" y="1274977"/>
                </a:lnTo>
                <a:lnTo>
                  <a:pt x="210183" y="1217338"/>
                </a:lnTo>
                <a:lnTo>
                  <a:pt x="183165" y="1159859"/>
                </a:lnTo>
                <a:lnTo>
                  <a:pt x="157971" y="1102639"/>
                </a:lnTo>
                <a:lnTo>
                  <a:pt x="134610" y="1045777"/>
                </a:lnTo>
                <a:lnTo>
                  <a:pt x="113089" y="989372"/>
                </a:lnTo>
                <a:lnTo>
                  <a:pt x="93416" y="933525"/>
                </a:lnTo>
                <a:lnTo>
                  <a:pt x="75598" y="878333"/>
                </a:lnTo>
                <a:lnTo>
                  <a:pt x="59643" y="823897"/>
                </a:lnTo>
                <a:lnTo>
                  <a:pt x="45559" y="770315"/>
                </a:lnTo>
                <a:lnTo>
                  <a:pt x="33354" y="717687"/>
                </a:lnTo>
                <a:lnTo>
                  <a:pt x="23035" y="666113"/>
                </a:lnTo>
                <a:lnTo>
                  <a:pt x="14609" y="615691"/>
                </a:lnTo>
                <a:lnTo>
                  <a:pt x="8086" y="566520"/>
                </a:lnTo>
                <a:lnTo>
                  <a:pt x="3471" y="518701"/>
                </a:lnTo>
                <a:lnTo>
                  <a:pt x="773" y="472332"/>
                </a:lnTo>
                <a:lnTo>
                  <a:pt x="0" y="427513"/>
                </a:lnTo>
                <a:lnTo>
                  <a:pt x="1158" y="384342"/>
                </a:lnTo>
                <a:lnTo>
                  <a:pt x="4257" y="342920"/>
                </a:lnTo>
                <a:lnTo>
                  <a:pt x="9303" y="303345"/>
                </a:lnTo>
                <a:lnTo>
                  <a:pt x="16305" y="265717"/>
                </a:lnTo>
                <a:lnTo>
                  <a:pt x="36204" y="196699"/>
                </a:lnTo>
                <a:lnTo>
                  <a:pt x="64017" y="136659"/>
                </a:lnTo>
                <a:lnTo>
                  <a:pt x="99804" y="86392"/>
                </a:lnTo>
                <a:lnTo>
                  <a:pt x="143627" y="46692"/>
                </a:lnTo>
                <a:lnTo>
                  <a:pt x="195217" y="18493"/>
                </a:lnTo>
                <a:lnTo>
                  <a:pt x="252323" y="3026"/>
                </a:lnTo>
                <a:lnTo>
                  <a:pt x="282623" y="0"/>
                </a:lnTo>
                <a:lnTo>
                  <a:pt x="313982" y="30"/>
                </a:lnTo>
                <a:lnTo>
                  <a:pt x="379560" y="9023"/>
                </a:lnTo>
                <a:lnTo>
                  <a:pt x="448421" y="29524"/>
                </a:lnTo>
                <a:lnTo>
                  <a:pt x="483884" y="43941"/>
                </a:lnTo>
                <a:lnTo>
                  <a:pt x="519929" y="61054"/>
                </a:lnTo>
                <a:lnTo>
                  <a:pt x="556478" y="80804"/>
                </a:lnTo>
                <a:lnTo>
                  <a:pt x="593450" y="103131"/>
                </a:lnTo>
                <a:lnTo>
                  <a:pt x="630766" y="127974"/>
                </a:lnTo>
                <a:lnTo>
                  <a:pt x="668348" y="155275"/>
                </a:lnTo>
                <a:lnTo>
                  <a:pt x="706114" y="184971"/>
                </a:lnTo>
                <a:lnTo>
                  <a:pt x="743987" y="217004"/>
                </a:lnTo>
                <a:lnTo>
                  <a:pt x="781886" y="251313"/>
                </a:lnTo>
                <a:lnTo>
                  <a:pt x="819733" y="287839"/>
                </a:lnTo>
                <a:lnTo>
                  <a:pt x="857447" y="326521"/>
                </a:lnTo>
                <a:lnTo>
                  <a:pt x="894950" y="367298"/>
                </a:lnTo>
                <a:lnTo>
                  <a:pt x="932161" y="410112"/>
                </a:lnTo>
                <a:lnTo>
                  <a:pt x="969002" y="454902"/>
                </a:lnTo>
                <a:lnTo>
                  <a:pt x="1005393" y="501607"/>
                </a:lnTo>
                <a:lnTo>
                  <a:pt x="1041255" y="550168"/>
                </a:lnTo>
                <a:lnTo>
                  <a:pt x="1076508" y="600525"/>
                </a:lnTo>
                <a:lnTo>
                  <a:pt x="1111073" y="652617"/>
                </a:lnTo>
                <a:lnTo>
                  <a:pt x="1144870" y="706385"/>
                </a:lnTo>
                <a:lnTo>
                  <a:pt x="1177820" y="761768"/>
                </a:lnTo>
                <a:lnTo>
                  <a:pt x="1209844" y="818707"/>
                </a:lnTo>
                <a:lnTo>
                  <a:pt x="1240488" y="876406"/>
                </a:lnTo>
                <a:lnTo>
                  <a:pt x="1269324" y="934044"/>
                </a:lnTo>
                <a:lnTo>
                  <a:pt x="1296342" y="991523"/>
                </a:lnTo>
                <a:lnTo>
                  <a:pt x="1321535" y="1048744"/>
                </a:lnTo>
                <a:lnTo>
                  <a:pt x="1344896" y="1105606"/>
                </a:lnTo>
                <a:lnTo>
                  <a:pt x="1366417" y="1162010"/>
                </a:lnTo>
                <a:lnTo>
                  <a:pt x="1386091" y="1217858"/>
                </a:lnTo>
                <a:lnTo>
                  <a:pt x="1403908" y="1273049"/>
                </a:lnTo>
                <a:lnTo>
                  <a:pt x="1419863" y="1327486"/>
                </a:lnTo>
                <a:lnTo>
                  <a:pt x="1433947" y="1381067"/>
                </a:lnTo>
                <a:lnTo>
                  <a:pt x="1446152" y="1433695"/>
                </a:lnTo>
                <a:lnTo>
                  <a:pt x="1456472" y="1485270"/>
                </a:lnTo>
                <a:lnTo>
                  <a:pt x="1464897" y="1535692"/>
                </a:lnTo>
                <a:lnTo>
                  <a:pt x="1471421" y="1584862"/>
                </a:lnTo>
                <a:lnTo>
                  <a:pt x="1476036" y="1632681"/>
                </a:lnTo>
                <a:lnTo>
                  <a:pt x="1478734" y="1679050"/>
                </a:lnTo>
                <a:lnTo>
                  <a:pt x="1479507" y="1723870"/>
                </a:lnTo>
                <a:lnTo>
                  <a:pt x="1478348" y="1767040"/>
                </a:lnTo>
                <a:lnTo>
                  <a:pt x="1475249" y="1808462"/>
                </a:lnTo>
                <a:lnTo>
                  <a:pt x="1470203" y="1848037"/>
                </a:lnTo>
                <a:lnTo>
                  <a:pt x="1463202" y="1885665"/>
                </a:lnTo>
                <a:lnTo>
                  <a:pt x="1443302" y="1954683"/>
                </a:lnTo>
                <a:lnTo>
                  <a:pt x="1415490" y="2014723"/>
                </a:lnTo>
                <a:lnTo>
                  <a:pt x="1379703" y="2064990"/>
                </a:lnTo>
                <a:lnTo>
                  <a:pt x="1335880" y="2104691"/>
                </a:lnTo>
                <a:lnTo>
                  <a:pt x="1284301" y="2132889"/>
                </a:lnTo>
                <a:lnTo>
                  <a:pt x="1227218" y="2148356"/>
                </a:lnTo>
                <a:lnTo>
                  <a:pt x="1196927" y="2151383"/>
                </a:lnTo>
                <a:lnTo>
                  <a:pt x="1165577" y="2151352"/>
                </a:lnTo>
                <a:lnTo>
                  <a:pt x="1100015" y="2142359"/>
                </a:lnTo>
                <a:lnTo>
                  <a:pt x="1031166" y="2121858"/>
                </a:lnTo>
                <a:lnTo>
                  <a:pt x="995708" y="2107442"/>
                </a:lnTo>
                <a:lnTo>
                  <a:pt x="959666" y="2090328"/>
                </a:lnTo>
                <a:lnTo>
                  <a:pt x="923120" y="2070578"/>
                </a:lnTo>
                <a:lnTo>
                  <a:pt x="886150" y="2048251"/>
                </a:lnTo>
                <a:lnTo>
                  <a:pt x="848835" y="2023408"/>
                </a:lnTo>
                <a:lnTo>
                  <a:pt x="811254" y="1996108"/>
                </a:lnTo>
                <a:lnTo>
                  <a:pt x="773487" y="1966411"/>
                </a:lnTo>
                <a:lnTo>
                  <a:pt x="735613" y="1934378"/>
                </a:lnTo>
                <a:lnTo>
                  <a:pt x="697712" y="1900069"/>
                </a:lnTo>
                <a:lnTo>
                  <a:pt x="659862" y="1863543"/>
                </a:lnTo>
                <a:lnTo>
                  <a:pt x="622144" y="1824862"/>
                </a:lnTo>
                <a:lnTo>
                  <a:pt x="584637" y="1784084"/>
                </a:lnTo>
                <a:lnTo>
                  <a:pt x="547420" y="1741270"/>
                </a:lnTo>
                <a:lnTo>
                  <a:pt x="510573" y="1696481"/>
                </a:lnTo>
                <a:lnTo>
                  <a:pt x="474174" y="1649775"/>
                </a:lnTo>
                <a:lnTo>
                  <a:pt x="438305" y="1601214"/>
                </a:lnTo>
                <a:lnTo>
                  <a:pt x="403043" y="1550857"/>
                </a:lnTo>
                <a:lnTo>
                  <a:pt x="368468" y="1498765"/>
                </a:lnTo>
                <a:lnTo>
                  <a:pt x="334660" y="1444997"/>
                </a:lnTo>
                <a:lnTo>
                  <a:pt x="301699" y="1389614"/>
                </a:lnTo>
                <a:lnTo>
                  <a:pt x="269663" y="1332676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690225" y="930928"/>
            <a:ext cx="1481455" cy="2153285"/>
          </a:xfrm>
          <a:custGeom>
            <a:avLst/>
            <a:gdLst/>
            <a:ahLst/>
            <a:cxnLst/>
            <a:rect l="l" t="t" r="r" b="b"/>
            <a:pathLst>
              <a:path w="1481454" h="2153285">
                <a:moveTo>
                  <a:pt x="269634" y="1333862"/>
                </a:moveTo>
                <a:lnTo>
                  <a:pt x="238977" y="1276125"/>
                </a:lnTo>
                <a:lnTo>
                  <a:pt x="210132" y="1218447"/>
                </a:lnTo>
                <a:lnTo>
                  <a:pt x="183105" y="1160928"/>
                </a:lnTo>
                <a:lnTo>
                  <a:pt x="157905" y="1103667"/>
                </a:lnTo>
                <a:lnTo>
                  <a:pt x="134539" y="1046764"/>
                </a:lnTo>
                <a:lnTo>
                  <a:pt x="113015" y="990318"/>
                </a:lnTo>
                <a:lnTo>
                  <a:pt x="93340" y="934428"/>
                </a:lnTo>
                <a:lnTo>
                  <a:pt x="75522" y="879195"/>
                </a:lnTo>
                <a:lnTo>
                  <a:pt x="59569" y="824716"/>
                </a:lnTo>
                <a:lnTo>
                  <a:pt x="45488" y="771092"/>
                </a:lnTo>
                <a:lnTo>
                  <a:pt x="33288" y="718422"/>
                </a:lnTo>
                <a:lnTo>
                  <a:pt x="22976" y="666805"/>
                </a:lnTo>
                <a:lnTo>
                  <a:pt x="14559" y="616341"/>
                </a:lnTo>
                <a:lnTo>
                  <a:pt x="8045" y="567129"/>
                </a:lnTo>
                <a:lnTo>
                  <a:pt x="3442" y="519268"/>
                </a:lnTo>
                <a:lnTo>
                  <a:pt x="758" y="472858"/>
                </a:lnTo>
                <a:lnTo>
                  <a:pt x="0" y="427998"/>
                </a:lnTo>
                <a:lnTo>
                  <a:pt x="1175" y="384788"/>
                </a:lnTo>
                <a:lnTo>
                  <a:pt x="4293" y="343327"/>
                </a:lnTo>
                <a:lnTo>
                  <a:pt x="9359" y="303713"/>
                </a:lnTo>
                <a:lnTo>
                  <a:pt x="16383" y="266048"/>
                </a:lnTo>
                <a:lnTo>
                  <a:pt x="36331" y="196957"/>
                </a:lnTo>
                <a:lnTo>
                  <a:pt x="64200" y="136849"/>
                </a:lnTo>
                <a:lnTo>
                  <a:pt x="100049" y="86519"/>
                </a:lnTo>
                <a:lnTo>
                  <a:pt x="143942" y="46761"/>
                </a:lnTo>
                <a:lnTo>
                  <a:pt x="195608" y="18524"/>
                </a:lnTo>
                <a:lnTo>
                  <a:pt x="252789" y="3036"/>
                </a:lnTo>
                <a:lnTo>
                  <a:pt x="283128" y="0"/>
                </a:lnTo>
                <a:lnTo>
                  <a:pt x="314525" y="22"/>
                </a:lnTo>
                <a:lnTo>
                  <a:pt x="380179" y="9001"/>
                </a:lnTo>
                <a:lnTo>
                  <a:pt x="449116" y="29495"/>
                </a:lnTo>
                <a:lnTo>
                  <a:pt x="484617" y="43909"/>
                </a:lnTo>
                <a:lnTo>
                  <a:pt x="520700" y="61022"/>
                </a:lnTo>
                <a:lnTo>
                  <a:pt x="557287" y="80772"/>
                </a:lnTo>
                <a:lnTo>
                  <a:pt x="594297" y="103102"/>
                </a:lnTo>
                <a:lnTo>
                  <a:pt x="631652" y="127949"/>
                </a:lnTo>
                <a:lnTo>
                  <a:pt x="669271" y="155254"/>
                </a:lnTo>
                <a:lnTo>
                  <a:pt x="707076" y="184958"/>
                </a:lnTo>
                <a:lnTo>
                  <a:pt x="744987" y="217000"/>
                </a:lnTo>
                <a:lnTo>
                  <a:pt x="782924" y="251320"/>
                </a:lnTo>
                <a:lnTo>
                  <a:pt x="820809" y="287858"/>
                </a:lnTo>
                <a:lnTo>
                  <a:pt x="858561" y="326555"/>
                </a:lnTo>
                <a:lnTo>
                  <a:pt x="896102" y="367349"/>
                </a:lnTo>
                <a:lnTo>
                  <a:pt x="933351" y="410181"/>
                </a:lnTo>
                <a:lnTo>
                  <a:pt x="970231" y="454991"/>
                </a:lnTo>
                <a:lnTo>
                  <a:pt x="1006660" y="501719"/>
                </a:lnTo>
                <a:lnTo>
                  <a:pt x="1042559" y="550306"/>
                </a:lnTo>
                <a:lnTo>
                  <a:pt x="1077851" y="600690"/>
                </a:lnTo>
                <a:lnTo>
                  <a:pt x="1112453" y="652812"/>
                </a:lnTo>
                <a:lnTo>
                  <a:pt x="1146289" y="706611"/>
                </a:lnTo>
                <a:lnTo>
                  <a:pt x="1179277" y="762029"/>
                </a:lnTo>
                <a:lnTo>
                  <a:pt x="1211339" y="819004"/>
                </a:lnTo>
                <a:lnTo>
                  <a:pt x="1241995" y="876742"/>
                </a:lnTo>
                <a:lnTo>
                  <a:pt x="1270841" y="934420"/>
                </a:lnTo>
                <a:lnTo>
                  <a:pt x="1297868" y="991939"/>
                </a:lnTo>
                <a:lnTo>
                  <a:pt x="1323068" y="1049200"/>
                </a:lnTo>
                <a:lnTo>
                  <a:pt x="1346434" y="1106103"/>
                </a:lnTo>
                <a:lnTo>
                  <a:pt x="1367958" y="1162549"/>
                </a:lnTo>
                <a:lnTo>
                  <a:pt x="1387633" y="1218439"/>
                </a:lnTo>
                <a:lnTo>
                  <a:pt x="1405451" y="1273674"/>
                </a:lnTo>
                <a:lnTo>
                  <a:pt x="1421404" y="1328153"/>
                </a:lnTo>
                <a:lnTo>
                  <a:pt x="1435485" y="1381779"/>
                </a:lnTo>
                <a:lnTo>
                  <a:pt x="1447685" y="1434450"/>
                </a:lnTo>
                <a:lnTo>
                  <a:pt x="1457997" y="1486069"/>
                </a:lnTo>
                <a:lnTo>
                  <a:pt x="1466414" y="1536535"/>
                </a:lnTo>
                <a:lnTo>
                  <a:pt x="1472928" y="1585750"/>
                </a:lnTo>
                <a:lnTo>
                  <a:pt x="1477531" y="1633614"/>
                </a:lnTo>
                <a:lnTo>
                  <a:pt x="1480215" y="1680027"/>
                </a:lnTo>
                <a:lnTo>
                  <a:pt x="1480973" y="1724891"/>
                </a:lnTo>
                <a:lnTo>
                  <a:pt x="1479798" y="1768106"/>
                </a:lnTo>
                <a:lnTo>
                  <a:pt x="1476680" y="1809572"/>
                </a:lnTo>
                <a:lnTo>
                  <a:pt x="1471614" y="1849190"/>
                </a:lnTo>
                <a:lnTo>
                  <a:pt x="1464590" y="1886862"/>
                </a:lnTo>
                <a:lnTo>
                  <a:pt x="1444642" y="1955967"/>
                </a:lnTo>
                <a:lnTo>
                  <a:pt x="1416773" y="2016091"/>
                </a:lnTo>
                <a:lnTo>
                  <a:pt x="1380924" y="2066440"/>
                </a:lnTo>
                <a:lnTo>
                  <a:pt x="1337031" y="2106219"/>
                </a:lnTo>
                <a:lnTo>
                  <a:pt x="1285365" y="2134469"/>
                </a:lnTo>
                <a:lnTo>
                  <a:pt x="1228183" y="2149954"/>
                </a:lnTo>
                <a:lnTo>
                  <a:pt x="1197845" y="2152988"/>
                </a:lnTo>
                <a:lnTo>
                  <a:pt x="1166448" y="2152962"/>
                </a:lnTo>
                <a:lnTo>
                  <a:pt x="1100794" y="2143974"/>
                </a:lnTo>
                <a:lnTo>
                  <a:pt x="1031857" y="2123471"/>
                </a:lnTo>
                <a:lnTo>
                  <a:pt x="996356" y="2109051"/>
                </a:lnTo>
                <a:lnTo>
                  <a:pt x="960273" y="2091933"/>
                </a:lnTo>
                <a:lnTo>
                  <a:pt x="923686" y="2072176"/>
                </a:lnTo>
                <a:lnTo>
                  <a:pt x="886676" y="2049841"/>
                </a:lnTo>
                <a:lnTo>
                  <a:pt x="849321" y="2024987"/>
                </a:lnTo>
                <a:lnTo>
                  <a:pt x="811702" y="1997675"/>
                </a:lnTo>
                <a:lnTo>
                  <a:pt x="773897" y="1967965"/>
                </a:lnTo>
                <a:lnTo>
                  <a:pt x="735986" y="1935917"/>
                </a:lnTo>
                <a:lnTo>
                  <a:pt x="698049" y="1901591"/>
                </a:lnTo>
                <a:lnTo>
                  <a:pt x="660164" y="1865047"/>
                </a:lnTo>
                <a:lnTo>
                  <a:pt x="622412" y="1826345"/>
                </a:lnTo>
                <a:lnTo>
                  <a:pt x="584871" y="1785545"/>
                </a:lnTo>
                <a:lnTo>
                  <a:pt x="547622" y="1742707"/>
                </a:lnTo>
                <a:lnTo>
                  <a:pt x="510742" y="1697892"/>
                </a:lnTo>
                <a:lnTo>
                  <a:pt x="474313" y="1651160"/>
                </a:lnTo>
                <a:lnTo>
                  <a:pt x="438413" y="1602570"/>
                </a:lnTo>
                <a:lnTo>
                  <a:pt x="403122" y="1552183"/>
                </a:lnTo>
                <a:lnTo>
                  <a:pt x="368519" y="1500058"/>
                </a:lnTo>
                <a:lnTo>
                  <a:pt x="334684" y="1446257"/>
                </a:lnTo>
                <a:lnTo>
                  <a:pt x="301696" y="1390838"/>
                </a:lnTo>
                <a:lnTo>
                  <a:pt x="269634" y="1333862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561626" y="1210185"/>
            <a:ext cx="2104390" cy="1548765"/>
          </a:xfrm>
          <a:custGeom>
            <a:avLst/>
            <a:gdLst/>
            <a:ahLst/>
            <a:cxnLst/>
            <a:rect l="l" t="t" r="r" b="b"/>
            <a:pathLst>
              <a:path w="2104390" h="1548764">
                <a:moveTo>
                  <a:pt x="770337" y="1230881"/>
                </a:moveTo>
                <a:lnTo>
                  <a:pt x="715151" y="1195901"/>
                </a:lnTo>
                <a:lnTo>
                  <a:pt x="661569" y="1160076"/>
                </a:lnTo>
                <a:lnTo>
                  <a:pt x="609646" y="1123490"/>
                </a:lnTo>
                <a:lnTo>
                  <a:pt x="559438" y="1086226"/>
                </a:lnTo>
                <a:lnTo>
                  <a:pt x="511000" y="1048364"/>
                </a:lnTo>
                <a:lnTo>
                  <a:pt x="464390" y="1009989"/>
                </a:lnTo>
                <a:lnTo>
                  <a:pt x="419661" y="971182"/>
                </a:lnTo>
                <a:lnTo>
                  <a:pt x="376871" y="932026"/>
                </a:lnTo>
                <a:lnTo>
                  <a:pt x="336075" y="892603"/>
                </a:lnTo>
                <a:lnTo>
                  <a:pt x="297328" y="852995"/>
                </a:lnTo>
                <a:lnTo>
                  <a:pt x="260686" y="813286"/>
                </a:lnTo>
                <a:lnTo>
                  <a:pt x="226206" y="773558"/>
                </a:lnTo>
                <a:lnTo>
                  <a:pt x="193942" y="733892"/>
                </a:lnTo>
                <a:lnTo>
                  <a:pt x="163952" y="694372"/>
                </a:lnTo>
                <a:lnTo>
                  <a:pt x="136289" y="655079"/>
                </a:lnTo>
                <a:lnTo>
                  <a:pt x="111011" y="616097"/>
                </a:lnTo>
                <a:lnTo>
                  <a:pt x="88173" y="577508"/>
                </a:lnTo>
                <a:lnTo>
                  <a:pt x="67831" y="539394"/>
                </a:lnTo>
                <a:lnTo>
                  <a:pt x="50040" y="501837"/>
                </a:lnTo>
                <a:lnTo>
                  <a:pt x="34856" y="464921"/>
                </a:lnTo>
                <a:lnTo>
                  <a:pt x="22336" y="428727"/>
                </a:lnTo>
                <a:lnTo>
                  <a:pt x="5507" y="358836"/>
                </a:lnTo>
                <a:lnTo>
                  <a:pt x="0" y="292825"/>
                </a:lnTo>
                <a:lnTo>
                  <a:pt x="1631" y="261480"/>
                </a:lnTo>
                <a:lnTo>
                  <a:pt x="13942" y="202524"/>
                </a:lnTo>
                <a:lnTo>
                  <a:pt x="38690" y="149095"/>
                </a:lnTo>
                <a:lnTo>
                  <a:pt x="75331" y="103003"/>
                </a:lnTo>
                <a:lnTo>
                  <a:pt x="122496" y="65545"/>
                </a:lnTo>
                <a:lnTo>
                  <a:pt x="179395" y="36618"/>
                </a:lnTo>
                <a:lnTo>
                  <a:pt x="245237" y="16120"/>
                </a:lnTo>
                <a:lnTo>
                  <a:pt x="319233" y="3949"/>
                </a:lnTo>
                <a:lnTo>
                  <a:pt x="359041" y="953"/>
                </a:lnTo>
                <a:lnTo>
                  <a:pt x="400591" y="0"/>
                </a:lnTo>
                <a:lnTo>
                  <a:pt x="443784" y="1076"/>
                </a:lnTo>
                <a:lnTo>
                  <a:pt x="488521" y="4170"/>
                </a:lnTo>
                <a:lnTo>
                  <a:pt x="534704" y="9268"/>
                </a:lnTo>
                <a:lnTo>
                  <a:pt x="582234" y="16358"/>
                </a:lnTo>
                <a:lnTo>
                  <a:pt x="631011" y="25426"/>
                </a:lnTo>
                <a:lnTo>
                  <a:pt x="680937" y="36460"/>
                </a:lnTo>
                <a:lnTo>
                  <a:pt x="731913" y="49446"/>
                </a:lnTo>
                <a:lnTo>
                  <a:pt x="783841" y="64372"/>
                </a:lnTo>
                <a:lnTo>
                  <a:pt x="836622" y="81226"/>
                </a:lnTo>
                <a:lnTo>
                  <a:pt x="890156" y="99993"/>
                </a:lnTo>
                <a:lnTo>
                  <a:pt x="944345" y="120662"/>
                </a:lnTo>
                <a:lnTo>
                  <a:pt x="999090" y="143219"/>
                </a:lnTo>
                <a:lnTo>
                  <a:pt x="1054293" y="167652"/>
                </a:lnTo>
                <a:lnTo>
                  <a:pt x="1109854" y="193947"/>
                </a:lnTo>
                <a:lnTo>
                  <a:pt x="1165675" y="222092"/>
                </a:lnTo>
                <a:lnTo>
                  <a:pt x="1221657" y="252074"/>
                </a:lnTo>
                <a:lnTo>
                  <a:pt x="1277701" y="283880"/>
                </a:lnTo>
                <a:lnTo>
                  <a:pt x="1333709" y="317497"/>
                </a:lnTo>
                <a:lnTo>
                  <a:pt x="1388895" y="352478"/>
                </a:lnTo>
                <a:lnTo>
                  <a:pt x="1442477" y="388303"/>
                </a:lnTo>
                <a:lnTo>
                  <a:pt x="1494400" y="424889"/>
                </a:lnTo>
                <a:lnTo>
                  <a:pt x="1544608" y="462153"/>
                </a:lnTo>
                <a:lnTo>
                  <a:pt x="1593045" y="500015"/>
                </a:lnTo>
                <a:lnTo>
                  <a:pt x="1639656" y="538390"/>
                </a:lnTo>
                <a:lnTo>
                  <a:pt x="1684384" y="577197"/>
                </a:lnTo>
                <a:lnTo>
                  <a:pt x="1727175" y="616353"/>
                </a:lnTo>
                <a:lnTo>
                  <a:pt x="1767971" y="655776"/>
                </a:lnTo>
                <a:lnTo>
                  <a:pt x="1806718" y="695384"/>
                </a:lnTo>
                <a:lnTo>
                  <a:pt x="1843359" y="735093"/>
                </a:lnTo>
                <a:lnTo>
                  <a:pt x="1877840" y="774821"/>
                </a:lnTo>
                <a:lnTo>
                  <a:pt x="1910103" y="814487"/>
                </a:lnTo>
                <a:lnTo>
                  <a:pt x="1940094" y="854007"/>
                </a:lnTo>
                <a:lnTo>
                  <a:pt x="1967756" y="893300"/>
                </a:lnTo>
                <a:lnTo>
                  <a:pt x="1993034" y="932282"/>
                </a:lnTo>
                <a:lnTo>
                  <a:pt x="2015873" y="970871"/>
                </a:lnTo>
                <a:lnTo>
                  <a:pt x="2036215" y="1008985"/>
                </a:lnTo>
                <a:lnTo>
                  <a:pt x="2054006" y="1046542"/>
                </a:lnTo>
                <a:lnTo>
                  <a:pt x="2069189" y="1083458"/>
                </a:lnTo>
                <a:lnTo>
                  <a:pt x="2081710" y="1119652"/>
                </a:lnTo>
                <a:lnTo>
                  <a:pt x="2098539" y="1189543"/>
                </a:lnTo>
                <a:lnTo>
                  <a:pt x="2104046" y="1255554"/>
                </a:lnTo>
                <a:lnTo>
                  <a:pt x="2102415" y="1286899"/>
                </a:lnTo>
                <a:lnTo>
                  <a:pt x="2090104" y="1345855"/>
                </a:lnTo>
                <a:lnTo>
                  <a:pt x="2065356" y="1399283"/>
                </a:lnTo>
                <a:lnTo>
                  <a:pt x="2028715" y="1445376"/>
                </a:lnTo>
                <a:lnTo>
                  <a:pt x="1981550" y="1482834"/>
                </a:lnTo>
                <a:lnTo>
                  <a:pt x="1924651" y="1511761"/>
                </a:lnTo>
                <a:lnTo>
                  <a:pt x="1858808" y="1532258"/>
                </a:lnTo>
                <a:lnTo>
                  <a:pt x="1784813" y="1544430"/>
                </a:lnTo>
                <a:lnTo>
                  <a:pt x="1745005" y="1547426"/>
                </a:lnTo>
                <a:lnTo>
                  <a:pt x="1703455" y="1548379"/>
                </a:lnTo>
                <a:lnTo>
                  <a:pt x="1660262" y="1547303"/>
                </a:lnTo>
                <a:lnTo>
                  <a:pt x="1615524" y="1544209"/>
                </a:lnTo>
                <a:lnTo>
                  <a:pt x="1569341" y="1539110"/>
                </a:lnTo>
                <a:lnTo>
                  <a:pt x="1521812" y="1532021"/>
                </a:lnTo>
                <a:lnTo>
                  <a:pt x="1473035" y="1522953"/>
                </a:lnTo>
                <a:lnTo>
                  <a:pt x="1423109" y="1511919"/>
                </a:lnTo>
                <a:lnTo>
                  <a:pt x="1372132" y="1498933"/>
                </a:lnTo>
                <a:lnTo>
                  <a:pt x="1320204" y="1484007"/>
                </a:lnTo>
                <a:lnTo>
                  <a:pt x="1267424" y="1467153"/>
                </a:lnTo>
                <a:lnTo>
                  <a:pt x="1213890" y="1448386"/>
                </a:lnTo>
                <a:lnTo>
                  <a:pt x="1159701" y="1427717"/>
                </a:lnTo>
                <a:lnTo>
                  <a:pt x="1104955" y="1405160"/>
                </a:lnTo>
                <a:lnTo>
                  <a:pt x="1049753" y="1380727"/>
                </a:lnTo>
                <a:lnTo>
                  <a:pt x="994191" y="1354432"/>
                </a:lnTo>
                <a:lnTo>
                  <a:pt x="938370" y="1326287"/>
                </a:lnTo>
                <a:lnTo>
                  <a:pt x="882388" y="1296305"/>
                </a:lnTo>
                <a:lnTo>
                  <a:pt x="826344" y="1264499"/>
                </a:lnTo>
                <a:lnTo>
                  <a:pt x="770337" y="1230881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340821" y="1064194"/>
            <a:ext cx="1479550" cy="2152015"/>
          </a:xfrm>
          <a:custGeom>
            <a:avLst/>
            <a:gdLst/>
            <a:ahLst/>
            <a:cxnLst/>
            <a:rect l="l" t="t" r="r" b="b"/>
            <a:pathLst>
              <a:path w="1479550" h="2152015">
                <a:moveTo>
                  <a:pt x="269663" y="1332803"/>
                </a:moveTo>
                <a:lnTo>
                  <a:pt x="239018" y="1275104"/>
                </a:lnTo>
                <a:lnTo>
                  <a:pt x="210183" y="1217465"/>
                </a:lnTo>
                <a:lnTo>
                  <a:pt x="183165" y="1159986"/>
                </a:lnTo>
                <a:lnTo>
                  <a:pt x="157971" y="1102765"/>
                </a:lnTo>
                <a:lnTo>
                  <a:pt x="134610" y="1045903"/>
                </a:lnTo>
                <a:lnTo>
                  <a:pt x="113089" y="989498"/>
                </a:lnTo>
                <a:lnTo>
                  <a:pt x="93416" y="933650"/>
                </a:lnTo>
                <a:lnTo>
                  <a:pt x="75598" y="878458"/>
                </a:lnTo>
                <a:lnTo>
                  <a:pt x="59643" y="824020"/>
                </a:lnTo>
                <a:lnTo>
                  <a:pt x="45559" y="770437"/>
                </a:lnTo>
                <a:lnTo>
                  <a:pt x="33354" y="717808"/>
                </a:lnTo>
                <a:lnTo>
                  <a:pt x="23035" y="666231"/>
                </a:lnTo>
                <a:lnTo>
                  <a:pt x="14609" y="615807"/>
                </a:lnTo>
                <a:lnTo>
                  <a:pt x="8086" y="566634"/>
                </a:lnTo>
                <a:lnTo>
                  <a:pt x="3471" y="518812"/>
                </a:lnTo>
                <a:lnTo>
                  <a:pt x="773" y="472440"/>
                </a:lnTo>
                <a:lnTo>
                  <a:pt x="0" y="427617"/>
                </a:lnTo>
                <a:lnTo>
                  <a:pt x="1158" y="384442"/>
                </a:lnTo>
                <a:lnTo>
                  <a:pt x="4257" y="343015"/>
                </a:lnTo>
                <a:lnTo>
                  <a:pt x="9303" y="303435"/>
                </a:lnTo>
                <a:lnTo>
                  <a:pt x="16305" y="265801"/>
                </a:lnTo>
                <a:lnTo>
                  <a:pt x="36204" y="196769"/>
                </a:lnTo>
                <a:lnTo>
                  <a:pt x="64017" y="136713"/>
                </a:lnTo>
                <a:lnTo>
                  <a:pt x="99804" y="86426"/>
                </a:lnTo>
                <a:lnTo>
                  <a:pt x="143627" y="46704"/>
                </a:lnTo>
                <a:lnTo>
                  <a:pt x="195205" y="18493"/>
                </a:lnTo>
                <a:lnTo>
                  <a:pt x="252289" y="3026"/>
                </a:lnTo>
                <a:lnTo>
                  <a:pt x="282579" y="0"/>
                </a:lnTo>
                <a:lnTo>
                  <a:pt x="313929" y="30"/>
                </a:lnTo>
                <a:lnTo>
                  <a:pt x="379492" y="9023"/>
                </a:lnTo>
                <a:lnTo>
                  <a:pt x="448341" y="29524"/>
                </a:lnTo>
                <a:lnTo>
                  <a:pt x="483799" y="43941"/>
                </a:lnTo>
                <a:lnTo>
                  <a:pt x="519841" y="61054"/>
                </a:lnTo>
                <a:lnTo>
                  <a:pt x="556386" y="80804"/>
                </a:lnTo>
                <a:lnTo>
                  <a:pt x="593356" y="103131"/>
                </a:lnTo>
                <a:lnTo>
                  <a:pt x="630671" y="127974"/>
                </a:lnTo>
                <a:lnTo>
                  <a:pt x="668252" y="155275"/>
                </a:lnTo>
                <a:lnTo>
                  <a:pt x="706019" y="184971"/>
                </a:lnTo>
                <a:lnTo>
                  <a:pt x="743893" y="217004"/>
                </a:lnTo>
                <a:lnTo>
                  <a:pt x="781795" y="251313"/>
                </a:lnTo>
                <a:lnTo>
                  <a:pt x="819644" y="287839"/>
                </a:lnTo>
                <a:lnTo>
                  <a:pt x="857362" y="326521"/>
                </a:lnTo>
                <a:lnTo>
                  <a:pt x="894870" y="367298"/>
                </a:lnTo>
                <a:lnTo>
                  <a:pt x="932087" y="410112"/>
                </a:lnTo>
                <a:lnTo>
                  <a:pt x="968934" y="454902"/>
                </a:lnTo>
                <a:lnTo>
                  <a:pt x="1005332" y="501607"/>
                </a:lnTo>
                <a:lnTo>
                  <a:pt x="1041202" y="550168"/>
                </a:lnTo>
                <a:lnTo>
                  <a:pt x="1076464" y="600525"/>
                </a:lnTo>
                <a:lnTo>
                  <a:pt x="1111038" y="652617"/>
                </a:lnTo>
                <a:lnTo>
                  <a:pt x="1144846" y="706385"/>
                </a:lnTo>
                <a:lnTo>
                  <a:pt x="1177808" y="761768"/>
                </a:lnTo>
                <a:lnTo>
                  <a:pt x="1209844" y="818707"/>
                </a:lnTo>
                <a:lnTo>
                  <a:pt x="1240488" y="876406"/>
                </a:lnTo>
                <a:lnTo>
                  <a:pt x="1269324" y="934044"/>
                </a:lnTo>
                <a:lnTo>
                  <a:pt x="1296342" y="991524"/>
                </a:lnTo>
                <a:lnTo>
                  <a:pt x="1321535" y="1048744"/>
                </a:lnTo>
                <a:lnTo>
                  <a:pt x="1344896" y="1105606"/>
                </a:lnTo>
                <a:lnTo>
                  <a:pt x="1366417" y="1162011"/>
                </a:lnTo>
                <a:lnTo>
                  <a:pt x="1386091" y="1217859"/>
                </a:lnTo>
                <a:lnTo>
                  <a:pt x="1403908" y="1273052"/>
                </a:lnTo>
                <a:lnTo>
                  <a:pt x="1419863" y="1327489"/>
                </a:lnTo>
                <a:lnTo>
                  <a:pt x="1433947" y="1381072"/>
                </a:lnTo>
                <a:lnTo>
                  <a:pt x="1446152" y="1433701"/>
                </a:lnTo>
                <a:lnTo>
                  <a:pt x="1456472" y="1485278"/>
                </a:lnTo>
                <a:lnTo>
                  <a:pt x="1464897" y="1535702"/>
                </a:lnTo>
                <a:lnTo>
                  <a:pt x="1471421" y="1584875"/>
                </a:lnTo>
                <a:lnTo>
                  <a:pt x="1476036" y="1632697"/>
                </a:lnTo>
                <a:lnTo>
                  <a:pt x="1478734" y="1679070"/>
                </a:lnTo>
                <a:lnTo>
                  <a:pt x="1479507" y="1723893"/>
                </a:lnTo>
                <a:lnTo>
                  <a:pt x="1478348" y="1767067"/>
                </a:lnTo>
                <a:lnTo>
                  <a:pt x="1475249" y="1808495"/>
                </a:lnTo>
                <a:lnTo>
                  <a:pt x="1470203" y="1848075"/>
                </a:lnTo>
                <a:lnTo>
                  <a:pt x="1463202" y="1885708"/>
                </a:lnTo>
                <a:lnTo>
                  <a:pt x="1443302" y="1954741"/>
                </a:lnTo>
                <a:lnTo>
                  <a:pt x="1415490" y="2014797"/>
                </a:lnTo>
                <a:lnTo>
                  <a:pt x="1379703" y="2065083"/>
                </a:lnTo>
                <a:lnTo>
                  <a:pt x="1335880" y="2104805"/>
                </a:lnTo>
                <a:lnTo>
                  <a:pt x="1284289" y="2133016"/>
                </a:lnTo>
                <a:lnTo>
                  <a:pt x="1227184" y="2148483"/>
                </a:lnTo>
                <a:lnTo>
                  <a:pt x="1196883" y="2151510"/>
                </a:lnTo>
                <a:lnTo>
                  <a:pt x="1165524" y="2151479"/>
                </a:lnTo>
                <a:lnTo>
                  <a:pt x="1099947" y="2142486"/>
                </a:lnTo>
                <a:lnTo>
                  <a:pt x="1031086" y="2121985"/>
                </a:lnTo>
                <a:lnTo>
                  <a:pt x="995623" y="2107569"/>
                </a:lnTo>
                <a:lnTo>
                  <a:pt x="959578" y="2090455"/>
                </a:lnTo>
                <a:lnTo>
                  <a:pt x="923029" y="2070705"/>
                </a:lnTo>
                <a:lnTo>
                  <a:pt x="886057" y="2048378"/>
                </a:lnTo>
                <a:lnTo>
                  <a:pt x="848740" y="2023535"/>
                </a:lnTo>
                <a:lnTo>
                  <a:pt x="811159" y="1996235"/>
                </a:lnTo>
                <a:lnTo>
                  <a:pt x="773392" y="1966538"/>
                </a:lnTo>
                <a:lnTo>
                  <a:pt x="735520" y="1934505"/>
                </a:lnTo>
                <a:lnTo>
                  <a:pt x="697620" y="1900196"/>
                </a:lnTo>
                <a:lnTo>
                  <a:pt x="659774" y="1863670"/>
                </a:lnTo>
                <a:lnTo>
                  <a:pt x="622060" y="1824989"/>
                </a:lnTo>
                <a:lnTo>
                  <a:pt x="584557" y="1784211"/>
                </a:lnTo>
                <a:lnTo>
                  <a:pt x="547345" y="1741397"/>
                </a:lnTo>
                <a:lnTo>
                  <a:pt x="510505" y="1696608"/>
                </a:lnTo>
                <a:lnTo>
                  <a:pt x="474113" y="1649902"/>
                </a:lnTo>
                <a:lnTo>
                  <a:pt x="438252" y="1601341"/>
                </a:lnTo>
                <a:lnTo>
                  <a:pt x="402999" y="1550984"/>
                </a:lnTo>
                <a:lnTo>
                  <a:pt x="368434" y="1498892"/>
                </a:lnTo>
                <a:lnTo>
                  <a:pt x="334637" y="1445124"/>
                </a:lnTo>
                <a:lnTo>
                  <a:pt x="301687" y="1389741"/>
                </a:lnTo>
                <a:lnTo>
                  <a:pt x="269663" y="1332803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7651750" y="6697989"/>
            <a:ext cx="7372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63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686" y="3812285"/>
            <a:ext cx="1689100" cy="2169160"/>
          </a:xfrm>
          <a:custGeom>
            <a:avLst/>
            <a:gdLst/>
            <a:ahLst/>
            <a:cxnLst/>
            <a:rect l="l" t="t" r="r" b="b"/>
            <a:pathLst>
              <a:path w="1689100" h="2169160">
                <a:moveTo>
                  <a:pt x="0" y="1084326"/>
                </a:moveTo>
                <a:lnTo>
                  <a:pt x="1033" y="1030211"/>
                </a:lnTo>
                <a:lnTo>
                  <a:pt x="4100" y="976783"/>
                </a:lnTo>
                <a:lnTo>
                  <a:pt x="9154" y="924103"/>
                </a:lnTo>
                <a:lnTo>
                  <a:pt x="16145" y="872234"/>
                </a:lnTo>
                <a:lnTo>
                  <a:pt x="25025" y="821238"/>
                </a:lnTo>
                <a:lnTo>
                  <a:pt x="35746" y="771177"/>
                </a:lnTo>
                <a:lnTo>
                  <a:pt x="48260" y="722112"/>
                </a:lnTo>
                <a:lnTo>
                  <a:pt x="62517" y="674107"/>
                </a:lnTo>
                <a:lnTo>
                  <a:pt x="78470" y="627223"/>
                </a:lnTo>
                <a:lnTo>
                  <a:pt x="96071" y="581523"/>
                </a:lnTo>
                <a:lnTo>
                  <a:pt x="115270" y="537068"/>
                </a:lnTo>
                <a:lnTo>
                  <a:pt x="136020" y="493921"/>
                </a:lnTo>
                <a:lnTo>
                  <a:pt x="158273" y="452145"/>
                </a:lnTo>
                <a:lnTo>
                  <a:pt x="181979" y="411800"/>
                </a:lnTo>
                <a:lnTo>
                  <a:pt x="207091" y="372949"/>
                </a:lnTo>
                <a:lnTo>
                  <a:pt x="233559" y="335655"/>
                </a:lnTo>
                <a:lnTo>
                  <a:pt x="261337" y="299979"/>
                </a:lnTo>
                <a:lnTo>
                  <a:pt x="290375" y="265984"/>
                </a:lnTo>
                <a:lnTo>
                  <a:pt x="320625" y="233732"/>
                </a:lnTo>
                <a:lnTo>
                  <a:pt x="352038" y="203284"/>
                </a:lnTo>
                <a:lnTo>
                  <a:pt x="384567" y="174704"/>
                </a:lnTo>
                <a:lnTo>
                  <a:pt x="418163" y="148053"/>
                </a:lnTo>
                <a:lnTo>
                  <a:pt x="452777" y="123394"/>
                </a:lnTo>
                <a:lnTo>
                  <a:pt x="488361" y="100788"/>
                </a:lnTo>
                <a:lnTo>
                  <a:pt x="524867" y="80298"/>
                </a:lnTo>
                <a:lnTo>
                  <a:pt x="562247" y="61985"/>
                </a:lnTo>
                <a:lnTo>
                  <a:pt x="600451" y="45913"/>
                </a:lnTo>
                <a:lnTo>
                  <a:pt x="639432" y="32143"/>
                </a:lnTo>
                <a:lnTo>
                  <a:pt x="679142" y="20737"/>
                </a:lnTo>
                <a:lnTo>
                  <a:pt x="719531" y="11758"/>
                </a:lnTo>
                <a:lnTo>
                  <a:pt x="760552" y="5267"/>
                </a:lnTo>
                <a:lnTo>
                  <a:pt x="802156" y="1327"/>
                </a:lnTo>
                <a:lnTo>
                  <a:pt x="844295" y="0"/>
                </a:lnTo>
                <a:lnTo>
                  <a:pt x="886439" y="1327"/>
                </a:lnTo>
                <a:lnTo>
                  <a:pt x="928047" y="5267"/>
                </a:lnTo>
                <a:lnTo>
                  <a:pt x="969071" y="11758"/>
                </a:lnTo>
                <a:lnTo>
                  <a:pt x="1009463" y="20737"/>
                </a:lnTo>
                <a:lnTo>
                  <a:pt x="1049175" y="32143"/>
                </a:lnTo>
                <a:lnTo>
                  <a:pt x="1088158" y="45913"/>
                </a:lnTo>
                <a:lnTo>
                  <a:pt x="1126364" y="61985"/>
                </a:lnTo>
                <a:lnTo>
                  <a:pt x="1163745" y="80298"/>
                </a:lnTo>
                <a:lnTo>
                  <a:pt x="1200252" y="100788"/>
                </a:lnTo>
                <a:lnTo>
                  <a:pt x="1235837" y="123394"/>
                </a:lnTo>
                <a:lnTo>
                  <a:pt x="1270451" y="148053"/>
                </a:lnTo>
                <a:lnTo>
                  <a:pt x="1304047" y="174704"/>
                </a:lnTo>
                <a:lnTo>
                  <a:pt x="1336575" y="203284"/>
                </a:lnTo>
                <a:lnTo>
                  <a:pt x="1367988" y="233732"/>
                </a:lnTo>
                <a:lnTo>
                  <a:pt x="1398237" y="265984"/>
                </a:lnTo>
                <a:lnTo>
                  <a:pt x="1427274" y="299979"/>
                </a:lnTo>
                <a:lnTo>
                  <a:pt x="1455050" y="335655"/>
                </a:lnTo>
                <a:lnTo>
                  <a:pt x="1481518" y="372949"/>
                </a:lnTo>
                <a:lnTo>
                  <a:pt x="1506628" y="411800"/>
                </a:lnTo>
                <a:lnTo>
                  <a:pt x="1530333" y="452145"/>
                </a:lnTo>
                <a:lnTo>
                  <a:pt x="1552583" y="493921"/>
                </a:lnTo>
                <a:lnTo>
                  <a:pt x="1573332" y="537068"/>
                </a:lnTo>
                <a:lnTo>
                  <a:pt x="1592530" y="581523"/>
                </a:lnTo>
                <a:lnTo>
                  <a:pt x="1610129" y="627223"/>
                </a:lnTo>
                <a:lnTo>
                  <a:pt x="1626081" y="674107"/>
                </a:lnTo>
                <a:lnTo>
                  <a:pt x="1640337" y="722112"/>
                </a:lnTo>
                <a:lnTo>
                  <a:pt x="1652849" y="771177"/>
                </a:lnTo>
                <a:lnTo>
                  <a:pt x="1663569" y="821238"/>
                </a:lnTo>
                <a:lnTo>
                  <a:pt x="1672448" y="872234"/>
                </a:lnTo>
                <a:lnTo>
                  <a:pt x="1679438" y="924103"/>
                </a:lnTo>
                <a:lnTo>
                  <a:pt x="1684491" y="976783"/>
                </a:lnTo>
                <a:lnTo>
                  <a:pt x="1687558" y="1030211"/>
                </a:lnTo>
                <a:lnTo>
                  <a:pt x="1688591" y="1084326"/>
                </a:lnTo>
                <a:lnTo>
                  <a:pt x="1687558" y="1138440"/>
                </a:lnTo>
                <a:lnTo>
                  <a:pt x="1684491" y="1191868"/>
                </a:lnTo>
                <a:lnTo>
                  <a:pt x="1679438" y="1244548"/>
                </a:lnTo>
                <a:lnTo>
                  <a:pt x="1672448" y="1296417"/>
                </a:lnTo>
                <a:lnTo>
                  <a:pt x="1663569" y="1347413"/>
                </a:lnTo>
                <a:lnTo>
                  <a:pt x="1652849" y="1397474"/>
                </a:lnTo>
                <a:lnTo>
                  <a:pt x="1640337" y="1446539"/>
                </a:lnTo>
                <a:lnTo>
                  <a:pt x="1626081" y="1494544"/>
                </a:lnTo>
                <a:lnTo>
                  <a:pt x="1610129" y="1541428"/>
                </a:lnTo>
                <a:lnTo>
                  <a:pt x="1592530" y="1587128"/>
                </a:lnTo>
                <a:lnTo>
                  <a:pt x="1573332" y="1631583"/>
                </a:lnTo>
                <a:lnTo>
                  <a:pt x="1552583" y="1674730"/>
                </a:lnTo>
                <a:lnTo>
                  <a:pt x="1530333" y="1716506"/>
                </a:lnTo>
                <a:lnTo>
                  <a:pt x="1506628" y="1756851"/>
                </a:lnTo>
                <a:lnTo>
                  <a:pt x="1481518" y="1795702"/>
                </a:lnTo>
                <a:lnTo>
                  <a:pt x="1455050" y="1832996"/>
                </a:lnTo>
                <a:lnTo>
                  <a:pt x="1427274" y="1868672"/>
                </a:lnTo>
                <a:lnTo>
                  <a:pt x="1398237" y="1902667"/>
                </a:lnTo>
                <a:lnTo>
                  <a:pt x="1367988" y="1934919"/>
                </a:lnTo>
                <a:lnTo>
                  <a:pt x="1336575" y="1965367"/>
                </a:lnTo>
                <a:lnTo>
                  <a:pt x="1304047" y="1993947"/>
                </a:lnTo>
                <a:lnTo>
                  <a:pt x="1270451" y="2020598"/>
                </a:lnTo>
                <a:lnTo>
                  <a:pt x="1235837" y="2045257"/>
                </a:lnTo>
                <a:lnTo>
                  <a:pt x="1200252" y="2067863"/>
                </a:lnTo>
                <a:lnTo>
                  <a:pt x="1163745" y="2088353"/>
                </a:lnTo>
                <a:lnTo>
                  <a:pt x="1126364" y="2106666"/>
                </a:lnTo>
                <a:lnTo>
                  <a:pt x="1088158" y="2122738"/>
                </a:lnTo>
                <a:lnTo>
                  <a:pt x="1049175" y="2136508"/>
                </a:lnTo>
                <a:lnTo>
                  <a:pt x="1009463" y="2147914"/>
                </a:lnTo>
                <a:lnTo>
                  <a:pt x="969071" y="2156893"/>
                </a:lnTo>
                <a:lnTo>
                  <a:pt x="928047" y="2163384"/>
                </a:lnTo>
                <a:lnTo>
                  <a:pt x="886439" y="2167324"/>
                </a:lnTo>
                <a:lnTo>
                  <a:pt x="844295" y="2168652"/>
                </a:lnTo>
                <a:lnTo>
                  <a:pt x="802156" y="2167324"/>
                </a:lnTo>
                <a:lnTo>
                  <a:pt x="760552" y="2163384"/>
                </a:lnTo>
                <a:lnTo>
                  <a:pt x="719531" y="2156893"/>
                </a:lnTo>
                <a:lnTo>
                  <a:pt x="679142" y="2147914"/>
                </a:lnTo>
                <a:lnTo>
                  <a:pt x="639432" y="2136508"/>
                </a:lnTo>
                <a:lnTo>
                  <a:pt x="600451" y="2122738"/>
                </a:lnTo>
                <a:lnTo>
                  <a:pt x="562247" y="2106666"/>
                </a:lnTo>
                <a:lnTo>
                  <a:pt x="524867" y="2088353"/>
                </a:lnTo>
                <a:lnTo>
                  <a:pt x="488361" y="2067863"/>
                </a:lnTo>
                <a:lnTo>
                  <a:pt x="452777" y="2045257"/>
                </a:lnTo>
                <a:lnTo>
                  <a:pt x="418163" y="2020598"/>
                </a:lnTo>
                <a:lnTo>
                  <a:pt x="384567" y="1993947"/>
                </a:lnTo>
                <a:lnTo>
                  <a:pt x="352038" y="1965367"/>
                </a:lnTo>
                <a:lnTo>
                  <a:pt x="320625" y="1934919"/>
                </a:lnTo>
                <a:lnTo>
                  <a:pt x="290375" y="1902667"/>
                </a:lnTo>
                <a:lnTo>
                  <a:pt x="261337" y="1868672"/>
                </a:lnTo>
                <a:lnTo>
                  <a:pt x="233559" y="1832996"/>
                </a:lnTo>
                <a:lnTo>
                  <a:pt x="207091" y="1795702"/>
                </a:lnTo>
                <a:lnTo>
                  <a:pt x="181979" y="1756851"/>
                </a:lnTo>
                <a:lnTo>
                  <a:pt x="158273" y="1716506"/>
                </a:lnTo>
                <a:lnTo>
                  <a:pt x="136020" y="1674730"/>
                </a:lnTo>
                <a:lnTo>
                  <a:pt x="115270" y="1631583"/>
                </a:lnTo>
                <a:lnTo>
                  <a:pt x="96071" y="1587128"/>
                </a:lnTo>
                <a:lnTo>
                  <a:pt x="78470" y="1541428"/>
                </a:lnTo>
                <a:lnTo>
                  <a:pt x="62517" y="1494544"/>
                </a:lnTo>
                <a:lnTo>
                  <a:pt x="48260" y="1446539"/>
                </a:lnTo>
                <a:lnTo>
                  <a:pt x="35746" y="1397474"/>
                </a:lnTo>
                <a:lnTo>
                  <a:pt x="25025" y="1347413"/>
                </a:lnTo>
                <a:lnTo>
                  <a:pt x="16145" y="1296417"/>
                </a:lnTo>
                <a:lnTo>
                  <a:pt x="9154" y="1244548"/>
                </a:lnTo>
                <a:lnTo>
                  <a:pt x="4100" y="1191868"/>
                </a:lnTo>
                <a:lnTo>
                  <a:pt x="1033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0661" y="5315508"/>
            <a:ext cx="3194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5551728"/>
            <a:ext cx="13144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554" y="2625293"/>
            <a:ext cx="460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2043" y="992124"/>
            <a:ext cx="8514588" cy="2420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46373" y="2534157"/>
            <a:ext cx="4298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692" y="467082"/>
            <a:ext cx="4142104" cy="12103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9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）步需要考察：</a:t>
            </a:r>
            <a:endParaRPr sz="3200">
              <a:latin typeface="宋体"/>
              <a:cs typeface="宋体"/>
            </a:endParaRPr>
          </a:p>
          <a:p>
            <a:pPr algn="r" marR="30480">
              <a:lnSpc>
                <a:spcPct val="100000"/>
              </a:lnSpc>
              <a:spcBef>
                <a:spcPts val="82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62010" y="2230374"/>
            <a:ext cx="4749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iv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5130" y="131902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9345" y="1555242"/>
            <a:ext cx="2501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iu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03972" y="1692656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5561" y="1004417"/>
            <a:ext cx="764540" cy="127825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44170">
              <a:lnSpc>
                <a:spcPct val="100000"/>
              </a:lnSpc>
              <a:spcBef>
                <a:spcPts val="109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66722" y="3711702"/>
            <a:ext cx="1644650" cy="2169160"/>
          </a:xfrm>
          <a:custGeom>
            <a:avLst/>
            <a:gdLst/>
            <a:ahLst/>
            <a:cxnLst/>
            <a:rect l="l" t="t" r="r" b="b"/>
            <a:pathLst>
              <a:path w="1644650" h="2169160">
                <a:moveTo>
                  <a:pt x="0" y="1084326"/>
                </a:moveTo>
                <a:lnTo>
                  <a:pt x="1006" y="1030211"/>
                </a:lnTo>
                <a:lnTo>
                  <a:pt x="3994" y="976783"/>
                </a:lnTo>
                <a:lnTo>
                  <a:pt x="8916" y="924103"/>
                </a:lnTo>
                <a:lnTo>
                  <a:pt x="15725" y="872234"/>
                </a:lnTo>
                <a:lnTo>
                  <a:pt x="24374" y="821238"/>
                </a:lnTo>
                <a:lnTo>
                  <a:pt x="34816" y="771177"/>
                </a:lnTo>
                <a:lnTo>
                  <a:pt x="47003" y="722112"/>
                </a:lnTo>
                <a:lnTo>
                  <a:pt x="60889" y="674107"/>
                </a:lnTo>
                <a:lnTo>
                  <a:pt x="76427" y="627223"/>
                </a:lnTo>
                <a:lnTo>
                  <a:pt x="93569" y="581523"/>
                </a:lnTo>
                <a:lnTo>
                  <a:pt x="112267" y="537068"/>
                </a:lnTo>
                <a:lnTo>
                  <a:pt x="132476" y="493921"/>
                </a:lnTo>
                <a:lnTo>
                  <a:pt x="154148" y="452145"/>
                </a:lnTo>
                <a:lnTo>
                  <a:pt x="177236" y="411800"/>
                </a:lnTo>
                <a:lnTo>
                  <a:pt x="201692" y="372949"/>
                </a:lnTo>
                <a:lnTo>
                  <a:pt x="227470" y="335655"/>
                </a:lnTo>
                <a:lnTo>
                  <a:pt x="254521" y="299979"/>
                </a:lnTo>
                <a:lnTo>
                  <a:pt x="282801" y="265984"/>
                </a:lnTo>
                <a:lnTo>
                  <a:pt x="312260" y="233732"/>
                </a:lnTo>
                <a:lnTo>
                  <a:pt x="342852" y="203284"/>
                </a:lnTo>
                <a:lnTo>
                  <a:pt x="374530" y="174704"/>
                </a:lnTo>
                <a:lnTo>
                  <a:pt x="407246" y="148053"/>
                </a:lnTo>
                <a:lnTo>
                  <a:pt x="440954" y="123394"/>
                </a:lnTo>
                <a:lnTo>
                  <a:pt x="475607" y="100788"/>
                </a:lnTo>
                <a:lnTo>
                  <a:pt x="511156" y="80298"/>
                </a:lnTo>
                <a:lnTo>
                  <a:pt x="547556" y="61985"/>
                </a:lnTo>
                <a:lnTo>
                  <a:pt x="584759" y="45913"/>
                </a:lnTo>
                <a:lnTo>
                  <a:pt x="622717" y="32143"/>
                </a:lnTo>
                <a:lnTo>
                  <a:pt x="661384" y="20737"/>
                </a:lnTo>
                <a:lnTo>
                  <a:pt x="700713" y="11758"/>
                </a:lnTo>
                <a:lnTo>
                  <a:pt x="740656" y="5267"/>
                </a:lnTo>
                <a:lnTo>
                  <a:pt x="781167" y="1327"/>
                </a:lnTo>
                <a:lnTo>
                  <a:pt x="822197" y="0"/>
                </a:lnTo>
                <a:lnTo>
                  <a:pt x="863228" y="1327"/>
                </a:lnTo>
                <a:lnTo>
                  <a:pt x="903739" y="5267"/>
                </a:lnTo>
                <a:lnTo>
                  <a:pt x="943682" y="11758"/>
                </a:lnTo>
                <a:lnTo>
                  <a:pt x="983011" y="20737"/>
                </a:lnTo>
                <a:lnTo>
                  <a:pt x="1021678" y="32143"/>
                </a:lnTo>
                <a:lnTo>
                  <a:pt x="1059636" y="45913"/>
                </a:lnTo>
                <a:lnTo>
                  <a:pt x="1096839" y="61985"/>
                </a:lnTo>
                <a:lnTo>
                  <a:pt x="1133239" y="80298"/>
                </a:lnTo>
                <a:lnTo>
                  <a:pt x="1168788" y="100788"/>
                </a:lnTo>
                <a:lnTo>
                  <a:pt x="1203441" y="123394"/>
                </a:lnTo>
                <a:lnTo>
                  <a:pt x="1237149" y="148053"/>
                </a:lnTo>
                <a:lnTo>
                  <a:pt x="1269865" y="174704"/>
                </a:lnTo>
                <a:lnTo>
                  <a:pt x="1301543" y="203284"/>
                </a:lnTo>
                <a:lnTo>
                  <a:pt x="1332135" y="233732"/>
                </a:lnTo>
                <a:lnTo>
                  <a:pt x="1361594" y="265984"/>
                </a:lnTo>
                <a:lnTo>
                  <a:pt x="1389874" y="299979"/>
                </a:lnTo>
                <a:lnTo>
                  <a:pt x="1416925" y="335655"/>
                </a:lnTo>
                <a:lnTo>
                  <a:pt x="1442703" y="372949"/>
                </a:lnTo>
                <a:lnTo>
                  <a:pt x="1467159" y="411800"/>
                </a:lnTo>
                <a:lnTo>
                  <a:pt x="1490247" y="452145"/>
                </a:lnTo>
                <a:lnTo>
                  <a:pt x="1511919" y="493921"/>
                </a:lnTo>
                <a:lnTo>
                  <a:pt x="1532127" y="537068"/>
                </a:lnTo>
                <a:lnTo>
                  <a:pt x="1550826" y="581523"/>
                </a:lnTo>
                <a:lnTo>
                  <a:pt x="1567968" y="627223"/>
                </a:lnTo>
                <a:lnTo>
                  <a:pt x="1583506" y="674107"/>
                </a:lnTo>
                <a:lnTo>
                  <a:pt x="1597392" y="722112"/>
                </a:lnTo>
                <a:lnTo>
                  <a:pt x="1609579" y="771177"/>
                </a:lnTo>
                <a:lnTo>
                  <a:pt x="1620021" y="821238"/>
                </a:lnTo>
                <a:lnTo>
                  <a:pt x="1628670" y="872234"/>
                </a:lnTo>
                <a:lnTo>
                  <a:pt x="1635479" y="924103"/>
                </a:lnTo>
                <a:lnTo>
                  <a:pt x="1640401" y="976783"/>
                </a:lnTo>
                <a:lnTo>
                  <a:pt x="1643389" y="1030211"/>
                </a:lnTo>
                <a:lnTo>
                  <a:pt x="1644395" y="1084326"/>
                </a:lnTo>
                <a:lnTo>
                  <a:pt x="1643389" y="1138440"/>
                </a:lnTo>
                <a:lnTo>
                  <a:pt x="1640401" y="1191868"/>
                </a:lnTo>
                <a:lnTo>
                  <a:pt x="1635479" y="1244548"/>
                </a:lnTo>
                <a:lnTo>
                  <a:pt x="1628670" y="1296417"/>
                </a:lnTo>
                <a:lnTo>
                  <a:pt x="1620021" y="1347413"/>
                </a:lnTo>
                <a:lnTo>
                  <a:pt x="1609579" y="1397474"/>
                </a:lnTo>
                <a:lnTo>
                  <a:pt x="1597392" y="1446539"/>
                </a:lnTo>
                <a:lnTo>
                  <a:pt x="1583506" y="1494544"/>
                </a:lnTo>
                <a:lnTo>
                  <a:pt x="1567968" y="1541428"/>
                </a:lnTo>
                <a:lnTo>
                  <a:pt x="1550826" y="1587128"/>
                </a:lnTo>
                <a:lnTo>
                  <a:pt x="1532127" y="1631583"/>
                </a:lnTo>
                <a:lnTo>
                  <a:pt x="1511919" y="1674730"/>
                </a:lnTo>
                <a:lnTo>
                  <a:pt x="1490247" y="1716506"/>
                </a:lnTo>
                <a:lnTo>
                  <a:pt x="1467159" y="1756851"/>
                </a:lnTo>
                <a:lnTo>
                  <a:pt x="1442703" y="1795702"/>
                </a:lnTo>
                <a:lnTo>
                  <a:pt x="1416925" y="1832996"/>
                </a:lnTo>
                <a:lnTo>
                  <a:pt x="1389874" y="1868672"/>
                </a:lnTo>
                <a:lnTo>
                  <a:pt x="1361594" y="1902667"/>
                </a:lnTo>
                <a:lnTo>
                  <a:pt x="1332135" y="1934919"/>
                </a:lnTo>
                <a:lnTo>
                  <a:pt x="1301543" y="1965367"/>
                </a:lnTo>
                <a:lnTo>
                  <a:pt x="1269865" y="1993947"/>
                </a:lnTo>
                <a:lnTo>
                  <a:pt x="1237149" y="2020598"/>
                </a:lnTo>
                <a:lnTo>
                  <a:pt x="1203441" y="2045257"/>
                </a:lnTo>
                <a:lnTo>
                  <a:pt x="1168788" y="2067863"/>
                </a:lnTo>
                <a:lnTo>
                  <a:pt x="1133239" y="2088353"/>
                </a:lnTo>
                <a:lnTo>
                  <a:pt x="1096839" y="2106666"/>
                </a:lnTo>
                <a:lnTo>
                  <a:pt x="1059636" y="2122738"/>
                </a:lnTo>
                <a:lnTo>
                  <a:pt x="1021678" y="2136508"/>
                </a:lnTo>
                <a:lnTo>
                  <a:pt x="983011" y="2147914"/>
                </a:lnTo>
                <a:lnTo>
                  <a:pt x="943682" y="2156893"/>
                </a:lnTo>
                <a:lnTo>
                  <a:pt x="903739" y="2163384"/>
                </a:lnTo>
                <a:lnTo>
                  <a:pt x="863228" y="2167324"/>
                </a:lnTo>
                <a:lnTo>
                  <a:pt x="822197" y="2168652"/>
                </a:lnTo>
                <a:lnTo>
                  <a:pt x="781167" y="2167324"/>
                </a:lnTo>
                <a:lnTo>
                  <a:pt x="740656" y="2163384"/>
                </a:lnTo>
                <a:lnTo>
                  <a:pt x="700713" y="2156893"/>
                </a:lnTo>
                <a:lnTo>
                  <a:pt x="661384" y="2147914"/>
                </a:lnTo>
                <a:lnTo>
                  <a:pt x="622717" y="2136508"/>
                </a:lnTo>
                <a:lnTo>
                  <a:pt x="584759" y="2122738"/>
                </a:lnTo>
                <a:lnTo>
                  <a:pt x="547556" y="2106666"/>
                </a:lnTo>
                <a:lnTo>
                  <a:pt x="511156" y="2088353"/>
                </a:lnTo>
                <a:lnTo>
                  <a:pt x="475607" y="2067863"/>
                </a:lnTo>
                <a:lnTo>
                  <a:pt x="440954" y="2045257"/>
                </a:lnTo>
                <a:lnTo>
                  <a:pt x="407246" y="2020598"/>
                </a:lnTo>
                <a:lnTo>
                  <a:pt x="374530" y="1993947"/>
                </a:lnTo>
                <a:lnTo>
                  <a:pt x="342852" y="1965367"/>
                </a:lnTo>
                <a:lnTo>
                  <a:pt x="312260" y="1934919"/>
                </a:lnTo>
                <a:lnTo>
                  <a:pt x="282801" y="1902667"/>
                </a:lnTo>
                <a:lnTo>
                  <a:pt x="254521" y="1868672"/>
                </a:lnTo>
                <a:lnTo>
                  <a:pt x="227470" y="1832996"/>
                </a:lnTo>
                <a:lnTo>
                  <a:pt x="201692" y="1795702"/>
                </a:lnTo>
                <a:lnTo>
                  <a:pt x="177236" y="1756851"/>
                </a:lnTo>
                <a:lnTo>
                  <a:pt x="154148" y="1716506"/>
                </a:lnTo>
                <a:lnTo>
                  <a:pt x="132476" y="1674730"/>
                </a:lnTo>
                <a:lnTo>
                  <a:pt x="112267" y="1631583"/>
                </a:lnTo>
                <a:lnTo>
                  <a:pt x="93569" y="1587128"/>
                </a:lnTo>
                <a:lnTo>
                  <a:pt x="76427" y="1541428"/>
                </a:lnTo>
                <a:lnTo>
                  <a:pt x="60889" y="1494544"/>
                </a:lnTo>
                <a:lnTo>
                  <a:pt x="47003" y="1446539"/>
                </a:lnTo>
                <a:lnTo>
                  <a:pt x="34816" y="1397474"/>
                </a:lnTo>
                <a:lnTo>
                  <a:pt x="24374" y="1347413"/>
                </a:lnTo>
                <a:lnTo>
                  <a:pt x="15725" y="1296417"/>
                </a:lnTo>
                <a:lnTo>
                  <a:pt x="8916" y="1244548"/>
                </a:lnTo>
                <a:lnTo>
                  <a:pt x="3994" y="1191868"/>
                </a:lnTo>
                <a:lnTo>
                  <a:pt x="1006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63748" y="5300878"/>
            <a:ext cx="319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7880" y="5537098"/>
            <a:ext cx="13144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4733" y="4560570"/>
            <a:ext cx="638810" cy="551815"/>
          </a:xfrm>
          <a:custGeom>
            <a:avLst/>
            <a:gdLst/>
            <a:ahLst/>
            <a:cxnLst/>
            <a:rect l="l" t="t" r="r" b="b"/>
            <a:pathLst>
              <a:path w="638810" h="551814">
                <a:moveTo>
                  <a:pt x="0" y="275843"/>
                </a:moveTo>
                <a:lnTo>
                  <a:pt x="4180" y="231087"/>
                </a:lnTo>
                <a:lnTo>
                  <a:pt x="16282" y="188634"/>
                </a:lnTo>
                <a:lnTo>
                  <a:pt x="35647" y="149053"/>
                </a:lnTo>
                <a:lnTo>
                  <a:pt x="61618" y="112910"/>
                </a:lnTo>
                <a:lnTo>
                  <a:pt x="93535" y="80771"/>
                </a:lnTo>
                <a:lnTo>
                  <a:pt x="130740" y="53205"/>
                </a:lnTo>
                <a:lnTo>
                  <a:pt x="172576" y="30778"/>
                </a:lnTo>
                <a:lnTo>
                  <a:pt x="218383" y="14057"/>
                </a:lnTo>
                <a:lnTo>
                  <a:pt x="267503" y="3608"/>
                </a:lnTo>
                <a:lnTo>
                  <a:pt x="319278" y="0"/>
                </a:lnTo>
                <a:lnTo>
                  <a:pt x="371052" y="3608"/>
                </a:lnTo>
                <a:lnTo>
                  <a:pt x="420172" y="14057"/>
                </a:lnTo>
                <a:lnTo>
                  <a:pt x="465979" y="30778"/>
                </a:lnTo>
                <a:lnTo>
                  <a:pt x="507815" y="53205"/>
                </a:lnTo>
                <a:lnTo>
                  <a:pt x="545020" y="80771"/>
                </a:lnTo>
                <a:lnTo>
                  <a:pt x="576937" y="112910"/>
                </a:lnTo>
                <a:lnTo>
                  <a:pt x="602908" y="149053"/>
                </a:lnTo>
                <a:lnTo>
                  <a:pt x="622273" y="188634"/>
                </a:lnTo>
                <a:lnTo>
                  <a:pt x="634375" y="231087"/>
                </a:lnTo>
                <a:lnTo>
                  <a:pt x="638556" y="275843"/>
                </a:lnTo>
                <a:lnTo>
                  <a:pt x="634375" y="320600"/>
                </a:lnTo>
                <a:lnTo>
                  <a:pt x="622273" y="363053"/>
                </a:lnTo>
                <a:lnTo>
                  <a:pt x="602908" y="402634"/>
                </a:lnTo>
                <a:lnTo>
                  <a:pt x="576937" y="438777"/>
                </a:lnTo>
                <a:lnTo>
                  <a:pt x="545020" y="470915"/>
                </a:lnTo>
                <a:lnTo>
                  <a:pt x="507815" y="498482"/>
                </a:lnTo>
                <a:lnTo>
                  <a:pt x="465979" y="520909"/>
                </a:lnTo>
                <a:lnTo>
                  <a:pt x="420172" y="537630"/>
                </a:lnTo>
                <a:lnTo>
                  <a:pt x="371052" y="548079"/>
                </a:lnTo>
                <a:lnTo>
                  <a:pt x="319278" y="551687"/>
                </a:lnTo>
                <a:lnTo>
                  <a:pt x="267503" y="548079"/>
                </a:lnTo>
                <a:lnTo>
                  <a:pt x="218383" y="537630"/>
                </a:lnTo>
                <a:lnTo>
                  <a:pt x="172576" y="520909"/>
                </a:lnTo>
                <a:lnTo>
                  <a:pt x="130740" y="498482"/>
                </a:lnTo>
                <a:lnTo>
                  <a:pt x="93535" y="470915"/>
                </a:lnTo>
                <a:lnTo>
                  <a:pt x="61618" y="438777"/>
                </a:lnTo>
                <a:lnTo>
                  <a:pt x="35647" y="402634"/>
                </a:lnTo>
                <a:lnTo>
                  <a:pt x="16282" y="363053"/>
                </a:lnTo>
                <a:lnTo>
                  <a:pt x="4180" y="320600"/>
                </a:lnTo>
                <a:lnTo>
                  <a:pt x="0" y="27584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926842" y="4568190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66366" y="4101846"/>
            <a:ext cx="637540" cy="680085"/>
          </a:xfrm>
          <a:custGeom>
            <a:avLst/>
            <a:gdLst/>
            <a:ahLst/>
            <a:cxnLst/>
            <a:rect l="l" t="t" r="r" b="b"/>
            <a:pathLst>
              <a:path w="637539" h="680085">
                <a:moveTo>
                  <a:pt x="0" y="339851"/>
                </a:moveTo>
                <a:lnTo>
                  <a:pt x="3453" y="289628"/>
                </a:lnTo>
                <a:lnTo>
                  <a:pt x="13486" y="241694"/>
                </a:lnTo>
                <a:lnTo>
                  <a:pt x="29606" y="196574"/>
                </a:lnTo>
                <a:lnTo>
                  <a:pt x="51319" y="154794"/>
                </a:lnTo>
                <a:lnTo>
                  <a:pt x="78132" y="116879"/>
                </a:lnTo>
                <a:lnTo>
                  <a:pt x="109552" y="83356"/>
                </a:lnTo>
                <a:lnTo>
                  <a:pt x="145088" y="54749"/>
                </a:lnTo>
                <a:lnTo>
                  <a:pt x="184244" y="31584"/>
                </a:lnTo>
                <a:lnTo>
                  <a:pt x="226530" y="14388"/>
                </a:lnTo>
                <a:lnTo>
                  <a:pt x="271451" y="3684"/>
                </a:lnTo>
                <a:lnTo>
                  <a:pt x="318515" y="0"/>
                </a:lnTo>
                <a:lnTo>
                  <a:pt x="365580" y="3684"/>
                </a:lnTo>
                <a:lnTo>
                  <a:pt x="410501" y="14388"/>
                </a:lnTo>
                <a:lnTo>
                  <a:pt x="452787" y="31584"/>
                </a:lnTo>
                <a:lnTo>
                  <a:pt x="491943" y="54749"/>
                </a:lnTo>
                <a:lnTo>
                  <a:pt x="527479" y="83356"/>
                </a:lnTo>
                <a:lnTo>
                  <a:pt x="558899" y="116879"/>
                </a:lnTo>
                <a:lnTo>
                  <a:pt x="585712" y="154794"/>
                </a:lnTo>
                <a:lnTo>
                  <a:pt x="607425" y="196574"/>
                </a:lnTo>
                <a:lnTo>
                  <a:pt x="623545" y="241694"/>
                </a:lnTo>
                <a:lnTo>
                  <a:pt x="633578" y="289628"/>
                </a:lnTo>
                <a:lnTo>
                  <a:pt x="637032" y="339851"/>
                </a:lnTo>
                <a:lnTo>
                  <a:pt x="633578" y="390075"/>
                </a:lnTo>
                <a:lnTo>
                  <a:pt x="623545" y="438009"/>
                </a:lnTo>
                <a:lnTo>
                  <a:pt x="607425" y="483129"/>
                </a:lnTo>
                <a:lnTo>
                  <a:pt x="585712" y="524909"/>
                </a:lnTo>
                <a:lnTo>
                  <a:pt x="558899" y="562824"/>
                </a:lnTo>
                <a:lnTo>
                  <a:pt x="527479" y="596347"/>
                </a:lnTo>
                <a:lnTo>
                  <a:pt x="491943" y="624954"/>
                </a:lnTo>
                <a:lnTo>
                  <a:pt x="452787" y="648119"/>
                </a:lnTo>
                <a:lnTo>
                  <a:pt x="410501" y="665315"/>
                </a:lnTo>
                <a:lnTo>
                  <a:pt x="365580" y="676019"/>
                </a:lnTo>
                <a:lnTo>
                  <a:pt x="318515" y="679703"/>
                </a:lnTo>
                <a:lnTo>
                  <a:pt x="271451" y="676019"/>
                </a:lnTo>
                <a:lnTo>
                  <a:pt x="226530" y="665315"/>
                </a:lnTo>
                <a:lnTo>
                  <a:pt x="184244" y="648119"/>
                </a:lnTo>
                <a:lnTo>
                  <a:pt x="145088" y="624954"/>
                </a:lnTo>
                <a:lnTo>
                  <a:pt x="109552" y="596347"/>
                </a:lnTo>
                <a:lnTo>
                  <a:pt x="78132" y="562824"/>
                </a:lnTo>
                <a:lnTo>
                  <a:pt x="51319" y="524909"/>
                </a:lnTo>
                <a:lnTo>
                  <a:pt x="29606" y="483129"/>
                </a:lnTo>
                <a:lnTo>
                  <a:pt x="13486" y="438009"/>
                </a:lnTo>
                <a:lnTo>
                  <a:pt x="3453" y="390075"/>
                </a:lnTo>
                <a:lnTo>
                  <a:pt x="0" y="33985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87902" y="3751326"/>
            <a:ext cx="1645920" cy="2169160"/>
          </a:xfrm>
          <a:custGeom>
            <a:avLst/>
            <a:gdLst/>
            <a:ahLst/>
            <a:cxnLst/>
            <a:rect l="l" t="t" r="r" b="b"/>
            <a:pathLst>
              <a:path w="1645920" h="2169160">
                <a:moveTo>
                  <a:pt x="0" y="1084326"/>
                </a:moveTo>
                <a:lnTo>
                  <a:pt x="1007" y="1030211"/>
                </a:lnTo>
                <a:lnTo>
                  <a:pt x="3996" y="976783"/>
                </a:lnTo>
                <a:lnTo>
                  <a:pt x="8922" y="924103"/>
                </a:lnTo>
                <a:lnTo>
                  <a:pt x="15736" y="872234"/>
                </a:lnTo>
                <a:lnTo>
                  <a:pt x="24391" y="821238"/>
                </a:lnTo>
                <a:lnTo>
                  <a:pt x="34841" y="771177"/>
                </a:lnTo>
                <a:lnTo>
                  <a:pt x="47037" y="722112"/>
                </a:lnTo>
                <a:lnTo>
                  <a:pt x="60934" y="674107"/>
                </a:lnTo>
                <a:lnTo>
                  <a:pt x="76483" y="627223"/>
                </a:lnTo>
                <a:lnTo>
                  <a:pt x="93639" y="581523"/>
                </a:lnTo>
                <a:lnTo>
                  <a:pt x="112352" y="537068"/>
                </a:lnTo>
                <a:lnTo>
                  <a:pt x="132577" y="493921"/>
                </a:lnTo>
                <a:lnTo>
                  <a:pt x="154266" y="452145"/>
                </a:lnTo>
                <a:lnTo>
                  <a:pt x="177373" y="411800"/>
                </a:lnTo>
                <a:lnTo>
                  <a:pt x="201849" y="372949"/>
                </a:lnTo>
                <a:lnTo>
                  <a:pt x="227649" y="335655"/>
                </a:lnTo>
                <a:lnTo>
                  <a:pt x="254724" y="299979"/>
                </a:lnTo>
                <a:lnTo>
                  <a:pt x="283027" y="265984"/>
                </a:lnTo>
                <a:lnTo>
                  <a:pt x="312512" y="233732"/>
                </a:lnTo>
                <a:lnTo>
                  <a:pt x="343132" y="203284"/>
                </a:lnTo>
                <a:lnTo>
                  <a:pt x="374838" y="174704"/>
                </a:lnTo>
                <a:lnTo>
                  <a:pt x="407585" y="148053"/>
                </a:lnTo>
                <a:lnTo>
                  <a:pt x="441324" y="123394"/>
                </a:lnTo>
                <a:lnTo>
                  <a:pt x="476010" y="100788"/>
                </a:lnTo>
                <a:lnTo>
                  <a:pt x="511594" y="80298"/>
                </a:lnTo>
                <a:lnTo>
                  <a:pt x="548029" y="61985"/>
                </a:lnTo>
                <a:lnTo>
                  <a:pt x="585269" y="45913"/>
                </a:lnTo>
                <a:lnTo>
                  <a:pt x="623266" y="32143"/>
                </a:lnTo>
                <a:lnTo>
                  <a:pt x="661973" y="20737"/>
                </a:lnTo>
                <a:lnTo>
                  <a:pt x="701343" y="11758"/>
                </a:lnTo>
                <a:lnTo>
                  <a:pt x="741329" y="5267"/>
                </a:lnTo>
                <a:lnTo>
                  <a:pt x="781883" y="1327"/>
                </a:lnTo>
                <a:lnTo>
                  <a:pt x="822960" y="0"/>
                </a:lnTo>
                <a:lnTo>
                  <a:pt x="864036" y="1327"/>
                </a:lnTo>
                <a:lnTo>
                  <a:pt x="904590" y="5267"/>
                </a:lnTo>
                <a:lnTo>
                  <a:pt x="944576" y="11758"/>
                </a:lnTo>
                <a:lnTo>
                  <a:pt x="983946" y="20737"/>
                </a:lnTo>
                <a:lnTo>
                  <a:pt x="1022653" y="32143"/>
                </a:lnTo>
                <a:lnTo>
                  <a:pt x="1060650" y="45913"/>
                </a:lnTo>
                <a:lnTo>
                  <a:pt x="1097890" y="61985"/>
                </a:lnTo>
                <a:lnTo>
                  <a:pt x="1134325" y="80298"/>
                </a:lnTo>
                <a:lnTo>
                  <a:pt x="1169909" y="100788"/>
                </a:lnTo>
                <a:lnTo>
                  <a:pt x="1204595" y="123394"/>
                </a:lnTo>
                <a:lnTo>
                  <a:pt x="1238334" y="148053"/>
                </a:lnTo>
                <a:lnTo>
                  <a:pt x="1271081" y="174704"/>
                </a:lnTo>
                <a:lnTo>
                  <a:pt x="1302787" y="203284"/>
                </a:lnTo>
                <a:lnTo>
                  <a:pt x="1333407" y="233732"/>
                </a:lnTo>
                <a:lnTo>
                  <a:pt x="1362892" y="265984"/>
                </a:lnTo>
                <a:lnTo>
                  <a:pt x="1391195" y="299979"/>
                </a:lnTo>
                <a:lnTo>
                  <a:pt x="1418270" y="335655"/>
                </a:lnTo>
                <a:lnTo>
                  <a:pt x="1444070" y="372949"/>
                </a:lnTo>
                <a:lnTo>
                  <a:pt x="1468546" y="411800"/>
                </a:lnTo>
                <a:lnTo>
                  <a:pt x="1491653" y="452145"/>
                </a:lnTo>
                <a:lnTo>
                  <a:pt x="1513342" y="493921"/>
                </a:lnTo>
                <a:lnTo>
                  <a:pt x="1533567" y="537068"/>
                </a:lnTo>
                <a:lnTo>
                  <a:pt x="1552280" y="581523"/>
                </a:lnTo>
                <a:lnTo>
                  <a:pt x="1569436" y="627223"/>
                </a:lnTo>
                <a:lnTo>
                  <a:pt x="1584985" y="674107"/>
                </a:lnTo>
                <a:lnTo>
                  <a:pt x="1598882" y="722112"/>
                </a:lnTo>
                <a:lnTo>
                  <a:pt x="1611078" y="771177"/>
                </a:lnTo>
                <a:lnTo>
                  <a:pt x="1621528" y="821238"/>
                </a:lnTo>
                <a:lnTo>
                  <a:pt x="1630183" y="872234"/>
                </a:lnTo>
                <a:lnTo>
                  <a:pt x="1636997" y="924103"/>
                </a:lnTo>
                <a:lnTo>
                  <a:pt x="1641923" y="976783"/>
                </a:lnTo>
                <a:lnTo>
                  <a:pt x="1644912" y="1030211"/>
                </a:lnTo>
                <a:lnTo>
                  <a:pt x="1645920" y="1084326"/>
                </a:lnTo>
                <a:lnTo>
                  <a:pt x="1644912" y="1138440"/>
                </a:lnTo>
                <a:lnTo>
                  <a:pt x="1641923" y="1191868"/>
                </a:lnTo>
                <a:lnTo>
                  <a:pt x="1636997" y="1244548"/>
                </a:lnTo>
                <a:lnTo>
                  <a:pt x="1630183" y="1296417"/>
                </a:lnTo>
                <a:lnTo>
                  <a:pt x="1621528" y="1347413"/>
                </a:lnTo>
                <a:lnTo>
                  <a:pt x="1611078" y="1397474"/>
                </a:lnTo>
                <a:lnTo>
                  <a:pt x="1598882" y="1446539"/>
                </a:lnTo>
                <a:lnTo>
                  <a:pt x="1584985" y="1494544"/>
                </a:lnTo>
                <a:lnTo>
                  <a:pt x="1569436" y="1541428"/>
                </a:lnTo>
                <a:lnTo>
                  <a:pt x="1552280" y="1587128"/>
                </a:lnTo>
                <a:lnTo>
                  <a:pt x="1533567" y="1631583"/>
                </a:lnTo>
                <a:lnTo>
                  <a:pt x="1513342" y="1674730"/>
                </a:lnTo>
                <a:lnTo>
                  <a:pt x="1491653" y="1716506"/>
                </a:lnTo>
                <a:lnTo>
                  <a:pt x="1468546" y="1756851"/>
                </a:lnTo>
                <a:lnTo>
                  <a:pt x="1444070" y="1795702"/>
                </a:lnTo>
                <a:lnTo>
                  <a:pt x="1418270" y="1832996"/>
                </a:lnTo>
                <a:lnTo>
                  <a:pt x="1391195" y="1868672"/>
                </a:lnTo>
                <a:lnTo>
                  <a:pt x="1362892" y="1902667"/>
                </a:lnTo>
                <a:lnTo>
                  <a:pt x="1333407" y="1934919"/>
                </a:lnTo>
                <a:lnTo>
                  <a:pt x="1302787" y="1965367"/>
                </a:lnTo>
                <a:lnTo>
                  <a:pt x="1271081" y="1993947"/>
                </a:lnTo>
                <a:lnTo>
                  <a:pt x="1238334" y="2020598"/>
                </a:lnTo>
                <a:lnTo>
                  <a:pt x="1204595" y="2045257"/>
                </a:lnTo>
                <a:lnTo>
                  <a:pt x="1169909" y="2067863"/>
                </a:lnTo>
                <a:lnTo>
                  <a:pt x="1134325" y="2088353"/>
                </a:lnTo>
                <a:lnTo>
                  <a:pt x="1097890" y="2106666"/>
                </a:lnTo>
                <a:lnTo>
                  <a:pt x="1060650" y="2122738"/>
                </a:lnTo>
                <a:lnTo>
                  <a:pt x="1022653" y="2136508"/>
                </a:lnTo>
                <a:lnTo>
                  <a:pt x="983946" y="2147914"/>
                </a:lnTo>
                <a:lnTo>
                  <a:pt x="944576" y="2156893"/>
                </a:lnTo>
                <a:lnTo>
                  <a:pt x="904590" y="2163384"/>
                </a:lnTo>
                <a:lnTo>
                  <a:pt x="864036" y="2167324"/>
                </a:lnTo>
                <a:lnTo>
                  <a:pt x="822960" y="2168652"/>
                </a:lnTo>
                <a:lnTo>
                  <a:pt x="781883" y="2167324"/>
                </a:lnTo>
                <a:lnTo>
                  <a:pt x="741329" y="2163384"/>
                </a:lnTo>
                <a:lnTo>
                  <a:pt x="701343" y="2156893"/>
                </a:lnTo>
                <a:lnTo>
                  <a:pt x="661973" y="2147914"/>
                </a:lnTo>
                <a:lnTo>
                  <a:pt x="623266" y="2136508"/>
                </a:lnTo>
                <a:lnTo>
                  <a:pt x="585269" y="2122738"/>
                </a:lnTo>
                <a:lnTo>
                  <a:pt x="548029" y="2106666"/>
                </a:lnTo>
                <a:lnTo>
                  <a:pt x="511594" y="2088353"/>
                </a:lnTo>
                <a:lnTo>
                  <a:pt x="476010" y="2067863"/>
                </a:lnTo>
                <a:lnTo>
                  <a:pt x="441324" y="2045257"/>
                </a:lnTo>
                <a:lnTo>
                  <a:pt x="407585" y="2020598"/>
                </a:lnTo>
                <a:lnTo>
                  <a:pt x="374838" y="1993947"/>
                </a:lnTo>
                <a:lnTo>
                  <a:pt x="343132" y="1965367"/>
                </a:lnTo>
                <a:lnTo>
                  <a:pt x="312512" y="1934919"/>
                </a:lnTo>
                <a:lnTo>
                  <a:pt x="283027" y="1902667"/>
                </a:lnTo>
                <a:lnTo>
                  <a:pt x="254724" y="1868672"/>
                </a:lnTo>
                <a:lnTo>
                  <a:pt x="227649" y="1832996"/>
                </a:lnTo>
                <a:lnTo>
                  <a:pt x="201849" y="1795702"/>
                </a:lnTo>
                <a:lnTo>
                  <a:pt x="177373" y="1756851"/>
                </a:lnTo>
                <a:lnTo>
                  <a:pt x="154266" y="1716506"/>
                </a:lnTo>
                <a:lnTo>
                  <a:pt x="132577" y="1674730"/>
                </a:lnTo>
                <a:lnTo>
                  <a:pt x="112352" y="1631583"/>
                </a:lnTo>
                <a:lnTo>
                  <a:pt x="93639" y="1587128"/>
                </a:lnTo>
                <a:lnTo>
                  <a:pt x="76483" y="1541428"/>
                </a:lnTo>
                <a:lnTo>
                  <a:pt x="60934" y="1494544"/>
                </a:lnTo>
                <a:lnTo>
                  <a:pt x="47037" y="1446539"/>
                </a:lnTo>
                <a:lnTo>
                  <a:pt x="34841" y="1397474"/>
                </a:lnTo>
                <a:lnTo>
                  <a:pt x="24391" y="1347413"/>
                </a:lnTo>
                <a:lnTo>
                  <a:pt x="15736" y="1296417"/>
                </a:lnTo>
                <a:lnTo>
                  <a:pt x="8922" y="1244548"/>
                </a:lnTo>
                <a:lnTo>
                  <a:pt x="3996" y="1191868"/>
                </a:lnTo>
                <a:lnTo>
                  <a:pt x="1007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65116" y="5300878"/>
            <a:ext cx="319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9248" y="5537098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32197" y="4554473"/>
            <a:ext cx="637540" cy="551815"/>
          </a:xfrm>
          <a:custGeom>
            <a:avLst/>
            <a:gdLst/>
            <a:ahLst/>
            <a:cxnLst/>
            <a:rect l="l" t="t" r="r" b="b"/>
            <a:pathLst>
              <a:path w="637539" h="551814">
                <a:moveTo>
                  <a:pt x="0" y="275844"/>
                </a:moveTo>
                <a:lnTo>
                  <a:pt x="4169" y="231087"/>
                </a:lnTo>
                <a:lnTo>
                  <a:pt x="16239" y="188634"/>
                </a:lnTo>
                <a:lnTo>
                  <a:pt x="35555" y="149053"/>
                </a:lnTo>
                <a:lnTo>
                  <a:pt x="61459" y="112910"/>
                </a:lnTo>
                <a:lnTo>
                  <a:pt x="93297" y="80771"/>
                </a:lnTo>
                <a:lnTo>
                  <a:pt x="130411" y="53205"/>
                </a:lnTo>
                <a:lnTo>
                  <a:pt x="172146" y="30778"/>
                </a:lnTo>
                <a:lnTo>
                  <a:pt x="217846" y="14057"/>
                </a:lnTo>
                <a:lnTo>
                  <a:pt x="266855" y="3608"/>
                </a:lnTo>
                <a:lnTo>
                  <a:pt x="318515" y="0"/>
                </a:lnTo>
                <a:lnTo>
                  <a:pt x="370176" y="3608"/>
                </a:lnTo>
                <a:lnTo>
                  <a:pt x="419185" y="14057"/>
                </a:lnTo>
                <a:lnTo>
                  <a:pt x="464885" y="30778"/>
                </a:lnTo>
                <a:lnTo>
                  <a:pt x="506620" y="53205"/>
                </a:lnTo>
                <a:lnTo>
                  <a:pt x="543734" y="80772"/>
                </a:lnTo>
                <a:lnTo>
                  <a:pt x="575572" y="112910"/>
                </a:lnTo>
                <a:lnTo>
                  <a:pt x="601476" y="149053"/>
                </a:lnTo>
                <a:lnTo>
                  <a:pt x="620792" y="188634"/>
                </a:lnTo>
                <a:lnTo>
                  <a:pt x="632862" y="231087"/>
                </a:lnTo>
                <a:lnTo>
                  <a:pt x="637031" y="275844"/>
                </a:lnTo>
                <a:lnTo>
                  <a:pt x="632862" y="320600"/>
                </a:lnTo>
                <a:lnTo>
                  <a:pt x="620792" y="363053"/>
                </a:lnTo>
                <a:lnTo>
                  <a:pt x="601476" y="402634"/>
                </a:lnTo>
                <a:lnTo>
                  <a:pt x="575572" y="438777"/>
                </a:lnTo>
                <a:lnTo>
                  <a:pt x="543734" y="470916"/>
                </a:lnTo>
                <a:lnTo>
                  <a:pt x="506620" y="498482"/>
                </a:lnTo>
                <a:lnTo>
                  <a:pt x="464885" y="520909"/>
                </a:lnTo>
                <a:lnTo>
                  <a:pt x="419185" y="537630"/>
                </a:lnTo>
                <a:lnTo>
                  <a:pt x="370176" y="548079"/>
                </a:lnTo>
                <a:lnTo>
                  <a:pt x="318515" y="551688"/>
                </a:lnTo>
                <a:lnTo>
                  <a:pt x="266855" y="548079"/>
                </a:lnTo>
                <a:lnTo>
                  <a:pt x="217846" y="537630"/>
                </a:lnTo>
                <a:lnTo>
                  <a:pt x="172146" y="520909"/>
                </a:lnTo>
                <a:lnTo>
                  <a:pt x="130411" y="498482"/>
                </a:lnTo>
                <a:lnTo>
                  <a:pt x="93297" y="470915"/>
                </a:lnTo>
                <a:lnTo>
                  <a:pt x="61459" y="438777"/>
                </a:lnTo>
                <a:lnTo>
                  <a:pt x="35555" y="402634"/>
                </a:lnTo>
                <a:lnTo>
                  <a:pt x="16239" y="363053"/>
                </a:lnTo>
                <a:lnTo>
                  <a:pt x="4169" y="320600"/>
                </a:lnTo>
                <a:lnTo>
                  <a:pt x="0" y="2758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33925" y="4562094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40885" y="4001261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10" h="680085">
                <a:moveTo>
                  <a:pt x="0" y="339851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5" y="339851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1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14800" y="4171644"/>
            <a:ext cx="4914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ki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60897" y="3786378"/>
            <a:ext cx="1644650" cy="2169160"/>
          </a:xfrm>
          <a:custGeom>
            <a:avLst/>
            <a:gdLst/>
            <a:ahLst/>
            <a:cxnLst/>
            <a:rect l="l" t="t" r="r" b="b"/>
            <a:pathLst>
              <a:path w="1644650" h="2169160">
                <a:moveTo>
                  <a:pt x="0" y="1084326"/>
                </a:moveTo>
                <a:lnTo>
                  <a:pt x="1006" y="1030211"/>
                </a:lnTo>
                <a:lnTo>
                  <a:pt x="3994" y="976783"/>
                </a:lnTo>
                <a:lnTo>
                  <a:pt x="8916" y="924103"/>
                </a:lnTo>
                <a:lnTo>
                  <a:pt x="15725" y="872234"/>
                </a:lnTo>
                <a:lnTo>
                  <a:pt x="24374" y="821238"/>
                </a:lnTo>
                <a:lnTo>
                  <a:pt x="34816" y="771177"/>
                </a:lnTo>
                <a:lnTo>
                  <a:pt x="47003" y="722112"/>
                </a:lnTo>
                <a:lnTo>
                  <a:pt x="60889" y="674107"/>
                </a:lnTo>
                <a:lnTo>
                  <a:pt x="76427" y="627223"/>
                </a:lnTo>
                <a:lnTo>
                  <a:pt x="93569" y="581523"/>
                </a:lnTo>
                <a:lnTo>
                  <a:pt x="112268" y="537068"/>
                </a:lnTo>
                <a:lnTo>
                  <a:pt x="132476" y="493921"/>
                </a:lnTo>
                <a:lnTo>
                  <a:pt x="154148" y="452145"/>
                </a:lnTo>
                <a:lnTo>
                  <a:pt x="177236" y="411800"/>
                </a:lnTo>
                <a:lnTo>
                  <a:pt x="201692" y="372949"/>
                </a:lnTo>
                <a:lnTo>
                  <a:pt x="227470" y="335655"/>
                </a:lnTo>
                <a:lnTo>
                  <a:pt x="254521" y="299979"/>
                </a:lnTo>
                <a:lnTo>
                  <a:pt x="282801" y="265984"/>
                </a:lnTo>
                <a:lnTo>
                  <a:pt x="312260" y="233732"/>
                </a:lnTo>
                <a:lnTo>
                  <a:pt x="342852" y="203284"/>
                </a:lnTo>
                <a:lnTo>
                  <a:pt x="374530" y="174704"/>
                </a:lnTo>
                <a:lnTo>
                  <a:pt x="407246" y="148053"/>
                </a:lnTo>
                <a:lnTo>
                  <a:pt x="440954" y="123394"/>
                </a:lnTo>
                <a:lnTo>
                  <a:pt x="475607" y="100788"/>
                </a:lnTo>
                <a:lnTo>
                  <a:pt x="511156" y="80298"/>
                </a:lnTo>
                <a:lnTo>
                  <a:pt x="547556" y="61985"/>
                </a:lnTo>
                <a:lnTo>
                  <a:pt x="584759" y="45913"/>
                </a:lnTo>
                <a:lnTo>
                  <a:pt x="622717" y="32143"/>
                </a:lnTo>
                <a:lnTo>
                  <a:pt x="661384" y="20737"/>
                </a:lnTo>
                <a:lnTo>
                  <a:pt x="700713" y="11758"/>
                </a:lnTo>
                <a:lnTo>
                  <a:pt x="740656" y="5267"/>
                </a:lnTo>
                <a:lnTo>
                  <a:pt x="781167" y="1327"/>
                </a:lnTo>
                <a:lnTo>
                  <a:pt x="822198" y="0"/>
                </a:lnTo>
                <a:lnTo>
                  <a:pt x="863228" y="1327"/>
                </a:lnTo>
                <a:lnTo>
                  <a:pt x="903739" y="5267"/>
                </a:lnTo>
                <a:lnTo>
                  <a:pt x="943682" y="11758"/>
                </a:lnTo>
                <a:lnTo>
                  <a:pt x="983011" y="20737"/>
                </a:lnTo>
                <a:lnTo>
                  <a:pt x="1021678" y="32143"/>
                </a:lnTo>
                <a:lnTo>
                  <a:pt x="1059636" y="45913"/>
                </a:lnTo>
                <a:lnTo>
                  <a:pt x="1096839" y="61985"/>
                </a:lnTo>
                <a:lnTo>
                  <a:pt x="1133239" y="80298"/>
                </a:lnTo>
                <a:lnTo>
                  <a:pt x="1168788" y="100788"/>
                </a:lnTo>
                <a:lnTo>
                  <a:pt x="1203441" y="123394"/>
                </a:lnTo>
                <a:lnTo>
                  <a:pt x="1237149" y="148053"/>
                </a:lnTo>
                <a:lnTo>
                  <a:pt x="1269865" y="174704"/>
                </a:lnTo>
                <a:lnTo>
                  <a:pt x="1301543" y="203284"/>
                </a:lnTo>
                <a:lnTo>
                  <a:pt x="1332135" y="233732"/>
                </a:lnTo>
                <a:lnTo>
                  <a:pt x="1361594" y="265984"/>
                </a:lnTo>
                <a:lnTo>
                  <a:pt x="1389874" y="299979"/>
                </a:lnTo>
                <a:lnTo>
                  <a:pt x="1416925" y="335655"/>
                </a:lnTo>
                <a:lnTo>
                  <a:pt x="1442703" y="372949"/>
                </a:lnTo>
                <a:lnTo>
                  <a:pt x="1467159" y="411800"/>
                </a:lnTo>
                <a:lnTo>
                  <a:pt x="1490247" y="452145"/>
                </a:lnTo>
                <a:lnTo>
                  <a:pt x="1511919" y="493921"/>
                </a:lnTo>
                <a:lnTo>
                  <a:pt x="1532127" y="537068"/>
                </a:lnTo>
                <a:lnTo>
                  <a:pt x="1550826" y="581523"/>
                </a:lnTo>
                <a:lnTo>
                  <a:pt x="1567968" y="627223"/>
                </a:lnTo>
                <a:lnTo>
                  <a:pt x="1583506" y="674107"/>
                </a:lnTo>
                <a:lnTo>
                  <a:pt x="1597392" y="722112"/>
                </a:lnTo>
                <a:lnTo>
                  <a:pt x="1609579" y="771177"/>
                </a:lnTo>
                <a:lnTo>
                  <a:pt x="1620021" y="821238"/>
                </a:lnTo>
                <a:lnTo>
                  <a:pt x="1628670" y="872234"/>
                </a:lnTo>
                <a:lnTo>
                  <a:pt x="1635479" y="924103"/>
                </a:lnTo>
                <a:lnTo>
                  <a:pt x="1640401" y="976783"/>
                </a:lnTo>
                <a:lnTo>
                  <a:pt x="1643389" y="1030211"/>
                </a:lnTo>
                <a:lnTo>
                  <a:pt x="1644396" y="1084326"/>
                </a:lnTo>
                <a:lnTo>
                  <a:pt x="1643389" y="1138440"/>
                </a:lnTo>
                <a:lnTo>
                  <a:pt x="1640401" y="1191868"/>
                </a:lnTo>
                <a:lnTo>
                  <a:pt x="1635479" y="1244548"/>
                </a:lnTo>
                <a:lnTo>
                  <a:pt x="1628670" y="1296417"/>
                </a:lnTo>
                <a:lnTo>
                  <a:pt x="1620021" y="1347413"/>
                </a:lnTo>
                <a:lnTo>
                  <a:pt x="1609579" y="1397474"/>
                </a:lnTo>
                <a:lnTo>
                  <a:pt x="1597392" y="1446539"/>
                </a:lnTo>
                <a:lnTo>
                  <a:pt x="1583506" y="1494544"/>
                </a:lnTo>
                <a:lnTo>
                  <a:pt x="1567968" y="1541428"/>
                </a:lnTo>
                <a:lnTo>
                  <a:pt x="1550826" y="1587128"/>
                </a:lnTo>
                <a:lnTo>
                  <a:pt x="1532127" y="1631583"/>
                </a:lnTo>
                <a:lnTo>
                  <a:pt x="1511919" y="1674730"/>
                </a:lnTo>
                <a:lnTo>
                  <a:pt x="1490247" y="1716506"/>
                </a:lnTo>
                <a:lnTo>
                  <a:pt x="1467159" y="1756851"/>
                </a:lnTo>
                <a:lnTo>
                  <a:pt x="1442703" y="1795702"/>
                </a:lnTo>
                <a:lnTo>
                  <a:pt x="1416925" y="1832996"/>
                </a:lnTo>
                <a:lnTo>
                  <a:pt x="1389874" y="1868672"/>
                </a:lnTo>
                <a:lnTo>
                  <a:pt x="1361594" y="1902667"/>
                </a:lnTo>
                <a:lnTo>
                  <a:pt x="1332135" y="1934919"/>
                </a:lnTo>
                <a:lnTo>
                  <a:pt x="1301543" y="1965367"/>
                </a:lnTo>
                <a:lnTo>
                  <a:pt x="1269865" y="1993947"/>
                </a:lnTo>
                <a:lnTo>
                  <a:pt x="1237149" y="2020598"/>
                </a:lnTo>
                <a:lnTo>
                  <a:pt x="1203441" y="2045257"/>
                </a:lnTo>
                <a:lnTo>
                  <a:pt x="1168788" y="2067863"/>
                </a:lnTo>
                <a:lnTo>
                  <a:pt x="1133239" y="2088353"/>
                </a:lnTo>
                <a:lnTo>
                  <a:pt x="1096839" y="2106666"/>
                </a:lnTo>
                <a:lnTo>
                  <a:pt x="1059636" y="2122738"/>
                </a:lnTo>
                <a:lnTo>
                  <a:pt x="1021678" y="2136508"/>
                </a:lnTo>
                <a:lnTo>
                  <a:pt x="983011" y="2147914"/>
                </a:lnTo>
                <a:lnTo>
                  <a:pt x="943682" y="2156893"/>
                </a:lnTo>
                <a:lnTo>
                  <a:pt x="903739" y="2163384"/>
                </a:lnTo>
                <a:lnTo>
                  <a:pt x="863228" y="2167324"/>
                </a:lnTo>
                <a:lnTo>
                  <a:pt x="822198" y="2168652"/>
                </a:lnTo>
                <a:lnTo>
                  <a:pt x="781167" y="2167324"/>
                </a:lnTo>
                <a:lnTo>
                  <a:pt x="740656" y="2163384"/>
                </a:lnTo>
                <a:lnTo>
                  <a:pt x="700713" y="2156893"/>
                </a:lnTo>
                <a:lnTo>
                  <a:pt x="661384" y="2147914"/>
                </a:lnTo>
                <a:lnTo>
                  <a:pt x="622717" y="2136508"/>
                </a:lnTo>
                <a:lnTo>
                  <a:pt x="584759" y="2122738"/>
                </a:lnTo>
                <a:lnTo>
                  <a:pt x="547556" y="2106666"/>
                </a:lnTo>
                <a:lnTo>
                  <a:pt x="511156" y="2088353"/>
                </a:lnTo>
                <a:lnTo>
                  <a:pt x="475607" y="2067863"/>
                </a:lnTo>
                <a:lnTo>
                  <a:pt x="440954" y="2045257"/>
                </a:lnTo>
                <a:lnTo>
                  <a:pt x="407246" y="2020598"/>
                </a:lnTo>
                <a:lnTo>
                  <a:pt x="374530" y="1993947"/>
                </a:lnTo>
                <a:lnTo>
                  <a:pt x="342852" y="1965367"/>
                </a:lnTo>
                <a:lnTo>
                  <a:pt x="312260" y="1934919"/>
                </a:lnTo>
                <a:lnTo>
                  <a:pt x="282801" y="1902667"/>
                </a:lnTo>
                <a:lnTo>
                  <a:pt x="254521" y="1868672"/>
                </a:lnTo>
                <a:lnTo>
                  <a:pt x="227470" y="1832996"/>
                </a:lnTo>
                <a:lnTo>
                  <a:pt x="201692" y="1795702"/>
                </a:lnTo>
                <a:lnTo>
                  <a:pt x="177236" y="1756851"/>
                </a:lnTo>
                <a:lnTo>
                  <a:pt x="154148" y="1716506"/>
                </a:lnTo>
                <a:lnTo>
                  <a:pt x="132476" y="1674730"/>
                </a:lnTo>
                <a:lnTo>
                  <a:pt x="112267" y="1631583"/>
                </a:lnTo>
                <a:lnTo>
                  <a:pt x="93569" y="1587128"/>
                </a:lnTo>
                <a:lnTo>
                  <a:pt x="76427" y="1541428"/>
                </a:lnTo>
                <a:lnTo>
                  <a:pt x="60889" y="1494544"/>
                </a:lnTo>
                <a:lnTo>
                  <a:pt x="47003" y="1446539"/>
                </a:lnTo>
                <a:lnTo>
                  <a:pt x="34816" y="1397474"/>
                </a:lnTo>
                <a:lnTo>
                  <a:pt x="24374" y="1347413"/>
                </a:lnTo>
                <a:lnTo>
                  <a:pt x="15725" y="1296417"/>
                </a:lnTo>
                <a:lnTo>
                  <a:pt x="8916" y="1244548"/>
                </a:lnTo>
                <a:lnTo>
                  <a:pt x="3994" y="1191868"/>
                </a:lnTo>
                <a:lnTo>
                  <a:pt x="1006" y="1138440"/>
                </a:lnTo>
                <a:lnTo>
                  <a:pt x="0" y="108432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282054" y="5392318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01206" y="4545329"/>
            <a:ext cx="638810" cy="553720"/>
          </a:xfrm>
          <a:custGeom>
            <a:avLst/>
            <a:gdLst/>
            <a:ahLst/>
            <a:cxnLst/>
            <a:rect l="l" t="t" r="r" b="b"/>
            <a:pathLst>
              <a:path w="638809" h="553720">
                <a:moveTo>
                  <a:pt x="0" y="276606"/>
                </a:moveTo>
                <a:lnTo>
                  <a:pt x="4180" y="231735"/>
                </a:lnTo>
                <a:lnTo>
                  <a:pt x="16282" y="189171"/>
                </a:lnTo>
                <a:lnTo>
                  <a:pt x="35647" y="149482"/>
                </a:lnTo>
                <a:lnTo>
                  <a:pt x="61618" y="113239"/>
                </a:lnTo>
                <a:lnTo>
                  <a:pt x="93535" y="81010"/>
                </a:lnTo>
                <a:lnTo>
                  <a:pt x="130740" y="53364"/>
                </a:lnTo>
                <a:lnTo>
                  <a:pt x="172576" y="30871"/>
                </a:lnTo>
                <a:lnTo>
                  <a:pt x="218383" y="14100"/>
                </a:lnTo>
                <a:lnTo>
                  <a:pt x="267503" y="3619"/>
                </a:lnTo>
                <a:lnTo>
                  <a:pt x="319277" y="0"/>
                </a:lnTo>
                <a:lnTo>
                  <a:pt x="371052" y="3619"/>
                </a:lnTo>
                <a:lnTo>
                  <a:pt x="420172" y="14100"/>
                </a:lnTo>
                <a:lnTo>
                  <a:pt x="465979" y="30871"/>
                </a:lnTo>
                <a:lnTo>
                  <a:pt x="507815" y="53364"/>
                </a:lnTo>
                <a:lnTo>
                  <a:pt x="545020" y="81010"/>
                </a:lnTo>
                <a:lnTo>
                  <a:pt x="576937" y="113239"/>
                </a:lnTo>
                <a:lnTo>
                  <a:pt x="602908" y="149482"/>
                </a:lnTo>
                <a:lnTo>
                  <a:pt x="622273" y="189171"/>
                </a:lnTo>
                <a:lnTo>
                  <a:pt x="634375" y="231735"/>
                </a:lnTo>
                <a:lnTo>
                  <a:pt x="638555" y="276606"/>
                </a:lnTo>
                <a:lnTo>
                  <a:pt x="634375" y="321476"/>
                </a:lnTo>
                <a:lnTo>
                  <a:pt x="622273" y="364040"/>
                </a:lnTo>
                <a:lnTo>
                  <a:pt x="602908" y="403729"/>
                </a:lnTo>
                <a:lnTo>
                  <a:pt x="576937" y="439972"/>
                </a:lnTo>
                <a:lnTo>
                  <a:pt x="545020" y="472201"/>
                </a:lnTo>
                <a:lnTo>
                  <a:pt x="507815" y="499847"/>
                </a:lnTo>
                <a:lnTo>
                  <a:pt x="465979" y="522340"/>
                </a:lnTo>
                <a:lnTo>
                  <a:pt x="420172" y="539111"/>
                </a:lnTo>
                <a:lnTo>
                  <a:pt x="371052" y="549592"/>
                </a:lnTo>
                <a:lnTo>
                  <a:pt x="319277" y="553212"/>
                </a:lnTo>
                <a:lnTo>
                  <a:pt x="267503" y="549592"/>
                </a:lnTo>
                <a:lnTo>
                  <a:pt x="218383" y="539111"/>
                </a:lnTo>
                <a:lnTo>
                  <a:pt x="172576" y="522340"/>
                </a:lnTo>
                <a:lnTo>
                  <a:pt x="130740" y="499847"/>
                </a:lnTo>
                <a:lnTo>
                  <a:pt x="93535" y="472201"/>
                </a:lnTo>
                <a:lnTo>
                  <a:pt x="61618" y="439972"/>
                </a:lnTo>
                <a:lnTo>
                  <a:pt x="35647" y="403729"/>
                </a:lnTo>
                <a:lnTo>
                  <a:pt x="16282" y="364040"/>
                </a:lnTo>
                <a:lnTo>
                  <a:pt x="4180" y="321476"/>
                </a:lnTo>
                <a:lnTo>
                  <a:pt x="0" y="27660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704456" y="4553153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13882" y="3996690"/>
            <a:ext cx="638810" cy="680085"/>
          </a:xfrm>
          <a:custGeom>
            <a:avLst/>
            <a:gdLst/>
            <a:ahLst/>
            <a:cxnLst/>
            <a:rect l="l" t="t" r="r" b="b"/>
            <a:pathLst>
              <a:path w="638809" h="680085">
                <a:moveTo>
                  <a:pt x="0" y="339852"/>
                </a:moveTo>
                <a:lnTo>
                  <a:pt x="3463" y="289628"/>
                </a:lnTo>
                <a:lnTo>
                  <a:pt x="13522" y="241694"/>
                </a:lnTo>
                <a:lnTo>
                  <a:pt x="29683" y="196574"/>
                </a:lnTo>
                <a:lnTo>
                  <a:pt x="51451" y="154794"/>
                </a:lnTo>
                <a:lnTo>
                  <a:pt x="78332" y="116879"/>
                </a:lnTo>
                <a:lnTo>
                  <a:pt x="109831" y="83356"/>
                </a:lnTo>
                <a:lnTo>
                  <a:pt x="145452" y="54749"/>
                </a:lnTo>
                <a:lnTo>
                  <a:pt x="184702" y="31584"/>
                </a:lnTo>
                <a:lnTo>
                  <a:pt x="227086" y="14388"/>
                </a:lnTo>
                <a:lnTo>
                  <a:pt x="272110" y="3684"/>
                </a:lnTo>
                <a:lnTo>
                  <a:pt x="319277" y="0"/>
                </a:lnTo>
                <a:lnTo>
                  <a:pt x="366445" y="3684"/>
                </a:lnTo>
                <a:lnTo>
                  <a:pt x="411469" y="14388"/>
                </a:lnTo>
                <a:lnTo>
                  <a:pt x="453853" y="31584"/>
                </a:lnTo>
                <a:lnTo>
                  <a:pt x="493103" y="54749"/>
                </a:lnTo>
                <a:lnTo>
                  <a:pt x="528724" y="83356"/>
                </a:lnTo>
                <a:lnTo>
                  <a:pt x="560223" y="116879"/>
                </a:lnTo>
                <a:lnTo>
                  <a:pt x="587104" y="154794"/>
                </a:lnTo>
                <a:lnTo>
                  <a:pt x="608872" y="196574"/>
                </a:lnTo>
                <a:lnTo>
                  <a:pt x="625033" y="241694"/>
                </a:lnTo>
                <a:lnTo>
                  <a:pt x="635092" y="289628"/>
                </a:lnTo>
                <a:lnTo>
                  <a:pt x="638556" y="339852"/>
                </a:lnTo>
                <a:lnTo>
                  <a:pt x="635092" y="390075"/>
                </a:lnTo>
                <a:lnTo>
                  <a:pt x="625033" y="438009"/>
                </a:lnTo>
                <a:lnTo>
                  <a:pt x="608872" y="483129"/>
                </a:lnTo>
                <a:lnTo>
                  <a:pt x="587104" y="524909"/>
                </a:lnTo>
                <a:lnTo>
                  <a:pt x="560223" y="562824"/>
                </a:lnTo>
                <a:lnTo>
                  <a:pt x="528724" y="596347"/>
                </a:lnTo>
                <a:lnTo>
                  <a:pt x="493103" y="624954"/>
                </a:lnTo>
                <a:lnTo>
                  <a:pt x="453853" y="648119"/>
                </a:lnTo>
                <a:lnTo>
                  <a:pt x="411469" y="665315"/>
                </a:lnTo>
                <a:lnTo>
                  <a:pt x="366445" y="676019"/>
                </a:lnTo>
                <a:lnTo>
                  <a:pt x="319277" y="679704"/>
                </a:lnTo>
                <a:lnTo>
                  <a:pt x="272110" y="676019"/>
                </a:lnTo>
                <a:lnTo>
                  <a:pt x="227086" y="665315"/>
                </a:lnTo>
                <a:lnTo>
                  <a:pt x="184702" y="648119"/>
                </a:lnTo>
                <a:lnTo>
                  <a:pt x="145452" y="624954"/>
                </a:lnTo>
                <a:lnTo>
                  <a:pt x="109831" y="596347"/>
                </a:lnTo>
                <a:lnTo>
                  <a:pt x="78332" y="562824"/>
                </a:lnTo>
                <a:lnTo>
                  <a:pt x="51451" y="524909"/>
                </a:lnTo>
                <a:lnTo>
                  <a:pt x="29683" y="483129"/>
                </a:lnTo>
                <a:lnTo>
                  <a:pt x="13522" y="438009"/>
                </a:lnTo>
                <a:lnTo>
                  <a:pt x="3463" y="390075"/>
                </a:lnTo>
                <a:lnTo>
                  <a:pt x="0" y="3398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017133" y="4067632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32510" y="4267961"/>
            <a:ext cx="637540" cy="553720"/>
          </a:xfrm>
          <a:custGeom>
            <a:avLst/>
            <a:gdLst/>
            <a:ahLst/>
            <a:cxnLst/>
            <a:rect l="l" t="t" r="r" b="b"/>
            <a:pathLst>
              <a:path w="637539" h="553720">
                <a:moveTo>
                  <a:pt x="0" y="276606"/>
                </a:moveTo>
                <a:lnTo>
                  <a:pt x="4168" y="231735"/>
                </a:lnTo>
                <a:lnTo>
                  <a:pt x="16238" y="189171"/>
                </a:lnTo>
                <a:lnTo>
                  <a:pt x="35552" y="149482"/>
                </a:lnTo>
                <a:lnTo>
                  <a:pt x="61456" y="113239"/>
                </a:lnTo>
                <a:lnTo>
                  <a:pt x="93292" y="81010"/>
                </a:lnTo>
                <a:lnTo>
                  <a:pt x="130406" y="53364"/>
                </a:lnTo>
                <a:lnTo>
                  <a:pt x="172141" y="30871"/>
                </a:lnTo>
                <a:lnTo>
                  <a:pt x="217841" y="14100"/>
                </a:lnTo>
                <a:lnTo>
                  <a:pt x="266851" y="3619"/>
                </a:lnTo>
                <a:lnTo>
                  <a:pt x="318516" y="0"/>
                </a:lnTo>
                <a:lnTo>
                  <a:pt x="370176" y="3619"/>
                </a:lnTo>
                <a:lnTo>
                  <a:pt x="419185" y="14100"/>
                </a:lnTo>
                <a:lnTo>
                  <a:pt x="464885" y="30871"/>
                </a:lnTo>
                <a:lnTo>
                  <a:pt x="506620" y="53364"/>
                </a:lnTo>
                <a:lnTo>
                  <a:pt x="543734" y="81010"/>
                </a:lnTo>
                <a:lnTo>
                  <a:pt x="575572" y="113239"/>
                </a:lnTo>
                <a:lnTo>
                  <a:pt x="601476" y="149482"/>
                </a:lnTo>
                <a:lnTo>
                  <a:pt x="620792" y="189171"/>
                </a:lnTo>
                <a:lnTo>
                  <a:pt x="632862" y="231735"/>
                </a:lnTo>
                <a:lnTo>
                  <a:pt x="637032" y="276606"/>
                </a:lnTo>
                <a:lnTo>
                  <a:pt x="632862" y="321476"/>
                </a:lnTo>
                <a:lnTo>
                  <a:pt x="620792" y="364040"/>
                </a:lnTo>
                <a:lnTo>
                  <a:pt x="601476" y="403729"/>
                </a:lnTo>
                <a:lnTo>
                  <a:pt x="575572" y="439972"/>
                </a:lnTo>
                <a:lnTo>
                  <a:pt x="543734" y="472201"/>
                </a:lnTo>
                <a:lnTo>
                  <a:pt x="506620" y="499847"/>
                </a:lnTo>
                <a:lnTo>
                  <a:pt x="464885" y="522340"/>
                </a:lnTo>
                <a:lnTo>
                  <a:pt x="419185" y="539111"/>
                </a:lnTo>
                <a:lnTo>
                  <a:pt x="370176" y="549592"/>
                </a:lnTo>
                <a:lnTo>
                  <a:pt x="318516" y="553212"/>
                </a:lnTo>
                <a:lnTo>
                  <a:pt x="266851" y="549592"/>
                </a:lnTo>
                <a:lnTo>
                  <a:pt x="217841" y="539111"/>
                </a:lnTo>
                <a:lnTo>
                  <a:pt x="172141" y="522340"/>
                </a:lnTo>
                <a:lnTo>
                  <a:pt x="130406" y="499847"/>
                </a:lnTo>
                <a:lnTo>
                  <a:pt x="93292" y="472201"/>
                </a:lnTo>
                <a:lnTo>
                  <a:pt x="61456" y="439972"/>
                </a:lnTo>
                <a:lnTo>
                  <a:pt x="35552" y="403729"/>
                </a:lnTo>
                <a:lnTo>
                  <a:pt x="16238" y="364040"/>
                </a:lnTo>
                <a:lnTo>
                  <a:pt x="4168" y="321476"/>
                </a:lnTo>
                <a:lnTo>
                  <a:pt x="0" y="27660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08252" y="4276725"/>
            <a:ext cx="16198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84275" algn="l"/>
              </a:tabLst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14756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32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si</a:t>
            </a:r>
            <a:endParaRPr baseline="1322" sz="3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0238" y="4037838"/>
            <a:ext cx="638810" cy="681355"/>
          </a:xfrm>
          <a:custGeom>
            <a:avLst/>
            <a:gdLst/>
            <a:ahLst/>
            <a:cxnLst/>
            <a:rect l="l" t="t" r="r" b="b"/>
            <a:pathLst>
              <a:path w="638810" h="681354">
                <a:moveTo>
                  <a:pt x="0" y="340613"/>
                </a:moveTo>
                <a:lnTo>
                  <a:pt x="3461" y="290287"/>
                </a:lnTo>
                <a:lnTo>
                  <a:pt x="13518" y="242250"/>
                </a:lnTo>
                <a:lnTo>
                  <a:pt x="29675" y="197032"/>
                </a:lnTo>
                <a:lnTo>
                  <a:pt x="51439" y="155158"/>
                </a:lnTo>
                <a:lnTo>
                  <a:pt x="78315" y="117157"/>
                </a:lnTo>
                <a:lnTo>
                  <a:pt x="109810" y="83556"/>
                </a:lnTo>
                <a:lnTo>
                  <a:pt x="145430" y="54882"/>
                </a:lnTo>
                <a:lnTo>
                  <a:pt x="184680" y="31662"/>
                </a:lnTo>
                <a:lnTo>
                  <a:pt x="227068" y="14423"/>
                </a:lnTo>
                <a:lnTo>
                  <a:pt x="272098" y="3693"/>
                </a:lnTo>
                <a:lnTo>
                  <a:pt x="319277" y="0"/>
                </a:lnTo>
                <a:lnTo>
                  <a:pt x="366457" y="3693"/>
                </a:lnTo>
                <a:lnTo>
                  <a:pt x="411487" y="14423"/>
                </a:lnTo>
                <a:lnTo>
                  <a:pt x="453875" y="31662"/>
                </a:lnTo>
                <a:lnTo>
                  <a:pt x="493125" y="54882"/>
                </a:lnTo>
                <a:lnTo>
                  <a:pt x="528745" y="83556"/>
                </a:lnTo>
                <a:lnTo>
                  <a:pt x="560240" y="117157"/>
                </a:lnTo>
                <a:lnTo>
                  <a:pt x="587116" y="155158"/>
                </a:lnTo>
                <a:lnTo>
                  <a:pt x="608880" y="197032"/>
                </a:lnTo>
                <a:lnTo>
                  <a:pt x="625037" y="242250"/>
                </a:lnTo>
                <a:lnTo>
                  <a:pt x="635094" y="290287"/>
                </a:lnTo>
                <a:lnTo>
                  <a:pt x="638556" y="340613"/>
                </a:lnTo>
                <a:lnTo>
                  <a:pt x="635094" y="390940"/>
                </a:lnTo>
                <a:lnTo>
                  <a:pt x="625037" y="438977"/>
                </a:lnTo>
                <a:lnTo>
                  <a:pt x="608880" y="484195"/>
                </a:lnTo>
                <a:lnTo>
                  <a:pt x="587116" y="526069"/>
                </a:lnTo>
                <a:lnTo>
                  <a:pt x="560240" y="564070"/>
                </a:lnTo>
                <a:lnTo>
                  <a:pt x="528745" y="597671"/>
                </a:lnTo>
                <a:lnTo>
                  <a:pt x="493125" y="626345"/>
                </a:lnTo>
                <a:lnTo>
                  <a:pt x="453875" y="649565"/>
                </a:lnTo>
                <a:lnTo>
                  <a:pt x="411487" y="666804"/>
                </a:lnTo>
                <a:lnTo>
                  <a:pt x="366457" y="677534"/>
                </a:lnTo>
                <a:lnTo>
                  <a:pt x="319277" y="681228"/>
                </a:lnTo>
                <a:lnTo>
                  <a:pt x="272098" y="677534"/>
                </a:lnTo>
                <a:lnTo>
                  <a:pt x="227068" y="666804"/>
                </a:lnTo>
                <a:lnTo>
                  <a:pt x="184680" y="649565"/>
                </a:lnTo>
                <a:lnTo>
                  <a:pt x="145430" y="626345"/>
                </a:lnTo>
                <a:lnTo>
                  <a:pt x="109810" y="597671"/>
                </a:lnTo>
                <a:lnTo>
                  <a:pt x="78315" y="564070"/>
                </a:lnTo>
                <a:lnTo>
                  <a:pt x="51439" y="526069"/>
                </a:lnTo>
                <a:lnTo>
                  <a:pt x="29675" y="484195"/>
                </a:lnTo>
                <a:lnTo>
                  <a:pt x="13518" y="438977"/>
                </a:lnTo>
                <a:lnTo>
                  <a:pt x="3461" y="390940"/>
                </a:lnTo>
                <a:lnTo>
                  <a:pt x="0" y="34061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68477" y="4208779"/>
            <a:ext cx="46100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ri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85850" y="4892802"/>
            <a:ext cx="637540" cy="680085"/>
          </a:xfrm>
          <a:custGeom>
            <a:avLst/>
            <a:gdLst/>
            <a:ahLst/>
            <a:cxnLst/>
            <a:rect l="l" t="t" r="r" b="b"/>
            <a:pathLst>
              <a:path w="637539" h="680085">
                <a:moveTo>
                  <a:pt x="0" y="339852"/>
                </a:moveTo>
                <a:lnTo>
                  <a:pt x="3453" y="289628"/>
                </a:lnTo>
                <a:lnTo>
                  <a:pt x="13485" y="241694"/>
                </a:lnTo>
                <a:lnTo>
                  <a:pt x="29604" y="196574"/>
                </a:lnTo>
                <a:lnTo>
                  <a:pt x="51315" y="154794"/>
                </a:lnTo>
                <a:lnTo>
                  <a:pt x="78127" y="116879"/>
                </a:lnTo>
                <a:lnTo>
                  <a:pt x="109547" y="83356"/>
                </a:lnTo>
                <a:lnTo>
                  <a:pt x="145082" y="54749"/>
                </a:lnTo>
                <a:lnTo>
                  <a:pt x="184239" y="31584"/>
                </a:lnTo>
                <a:lnTo>
                  <a:pt x="226525" y="14388"/>
                </a:lnTo>
                <a:lnTo>
                  <a:pt x="271448" y="3684"/>
                </a:lnTo>
                <a:lnTo>
                  <a:pt x="318516" y="0"/>
                </a:lnTo>
                <a:lnTo>
                  <a:pt x="365580" y="3684"/>
                </a:lnTo>
                <a:lnTo>
                  <a:pt x="410501" y="14388"/>
                </a:lnTo>
                <a:lnTo>
                  <a:pt x="452787" y="31584"/>
                </a:lnTo>
                <a:lnTo>
                  <a:pt x="491943" y="54749"/>
                </a:lnTo>
                <a:lnTo>
                  <a:pt x="527479" y="83356"/>
                </a:lnTo>
                <a:lnTo>
                  <a:pt x="558899" y="116879"/>
                </a:lnTo>
                <a:lnTo>
                  <a:pt x="585712" y="154794"/>
                </a:lnTo>
                <a:lnTo>
                  <a:pt x="607425" y="196574"/>
                </a:lnTo>
                <a:lnTo>
                  <a:pt x="623545" y="241694"/>
                </a:lnTo>
                <a:lnTo>
                  <a:pt x="633578" y="289628"/>
                </a:lnTo>
                <a:lnTo>
                  <a:pt x="637032" y="339852"/>
                </a:lnTo>
                <a:lnTo>
                  <a:pt x="633578" y="390075"/>
                </a:lnTo>
                <a:lnTo>
                  <a:pt x="623545" y="438009"/>
                </a:lnTo>
                <a:lnTo>
                  <a:pt x="607425" y="483129"/>
                </a:lnTo>
                <a:lnTo>
                  <a:pt x="585712" y="524909"/>
                </a:lnTo>
                <a:lnTo>
                  <a:pt x="558899" y="562824"/>
                </a:lnTo>
                <a:lnTo>
                  <a:pt x="527479" y="596347"/>
                </a:lnTo>
                <a:lnTo>
                  <a:pt x="491943" y="624954"/>
                </a:lnTo>
                <a:lnTo>
                  <a:pt x="452787" y="648119"/>
                </a:lnTo>
                <a:lnTo>
                  <a:pt x="410501" y="665315"/>
                </a:lnTo>
                <a:lnTo>
                  <a:pt x="365580" y="676019"/>
                </a:lnTo>
                <a:lnTo>
                  <a:pt x="318516" y="679704"/>
                </a:lnTo>
                <a:lnTo>
                  <a:pt x="271448" y="676019"/>
                </a:lnTo>
                <a:lnTo>
                  <a:pt x="226525" y="665315"/>
                </a:lnTo>
                <a:lnTo>
                  <a:pt x="184239" y="648119"/>
                </a:lnTo>
                <a:lnTo>
                  <a:pt x="145082" y="624954"/>
                </a:lnTo>
                <a:lnTo>
                  <a:pt x="109547" y="596347"/>
                </a:lnTo>
                <a:lnTo>
                  <a:pt x="78127" y="562824"/>
                </a:lnTo>
                <a:lnTo>
                  <a:pt x="51315" y="524909"/>
                </a:lnTo>
                <a:lnTo>
                  <a:pt x="29604" y="483129"/>
                </a:lnTo>
                <a:lnTo>
                  <a:pt x="13485" y="438009"/>
                </a:lnTo>
                <a:lnTo>
                  <a:pt x="3453" y="390075"/>
                </a:lnTo>
                <a:lnTo>
                  <a:pt x="0" y="33985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99184" y="4962905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03350" y="5199126"/>
            <a:ext cx="2057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rj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46884" y="1964182"/>
            <a:ext cx="520700" cy="2073910"/>
          </a:xfrm>
          <a:custGeom>
            <a:avLst/>
            <a:gdLst/>
            <a:ahLst/>
            <a:cxnLst/>
            <a:rect l="l" t="t" r="r" b="b"/>
            <a:pathLst>
              <a:path w="520700" h="2073910">
                <a:moveTo>
                  <a:pt x="20618" y="1892036"/>
                </a:moveTo>
                <a:lnTo>
                  <a:pt x="13108" y="1892934"/>
                </a:lnTo>
                <a:lnTo>
                  <a:pt x="6516" y="1896614"/>
                </a:lnTo>
                <a:lnTo>
                  <a:pt x="2015" y="1902364"/>
                </a:lnTo>
                <a:lnTo>
                  <a:pt x="0" y="1909401"/>
                </a:lnTo>
                <a:lnTo>
                  <a:pt x="865" y="1916937"/>
                </a:lnTo>
                <a:lnTo>
                  <a:pt x="51856" y="2073782"/>
                </a:lnTo>
                <a:lnTo>
                  <a:pt x="82027" y="2040889"/>
                </a:lnTo>
                <a:lnTo>
                  <a:pt x="78488" y="2040889"/>
                </a:lnTo>
                <a:lnTo>
                  <a:pt x="41264" y="2032761"/>
                </a:lnTo>
                <a:lnTo>
                  <a:pt x="56216" y="1963943"/>
                </a:lnTo>
                <a:lnTo>
                  <a:pt x="37111" y="1905126"/>
                </a:lnTo>
                <a:lnTo>
                  <a:pt x="33395" y="1898524"/>
                </a:lnTo>
                <a:lnTo>
                  <a:pt x="27639" y="1894030"/>
                </a:lnTo>
                <a:lnTo>
                  <a:pt x="20618" y="1892036"/>
                </a:lnTo>
                <a:close/>
              </a:path>
              <a:path w="520700" h="2073910">
                <a:moveTo>
                  <a:pt x="56216" y="1963943"/>
                </a:moveTo>
                <a:lnTo>
                  <a:pt x="41264" y="2032761"/>
                </a:lnTo>
                <a:lnTo>
                  <a:pt x="78488" y="2040889"/>
                </a:lnTo>
                <a:lnTo>
                  <a:pt x="80640" y="2030983"/>
                </a:lnTo>
                <a:lnTo>
                  <a:pt x="77993" y="2030983"/>
                </a:lnTo>
                <a:lnTo>
                  <a:pt x="45836" y="2023998"/>
                </a:lnTo>
                <a:lnTo>
                  <a:pt x="67905" y="1999927"/>
                </a:lnTo>
                <a:lnTo>
                  <a:pt x="56216" y="1963943"/>
                </a:lnTo>
                <a:close/>
              </a:path>
              <a:path w="520700" h="2073910">
                <a:moveTo>
                  <a:pt x="148474" y="1920319"/>
                </a:moveTo>
                <a:lnTo>
                  <a:pt x="141373" y="1922016"/>
                </a:lnTo>
                <a:lnTo>
                  <a:pt x="135257" y="1926462"/>
                </a:lnTo>
                <a:lnTo>
                  <a:pt x="93440" y="1972075"/>
                </a:lnTo>
                <a:lnTo>
                  <a:pt x="78488" y="2040889"/>
                </a:lnTo>
                <a:lnTo>
                  <a:pt x="82027" y="2040889"/>
                </a:lnTo>
                <a:lnTo>
                  <a:pt x="163337" y="1952243"/>
                </a:lnTo>
                <a:lnTo>
                  <a:pt x="167246" y="1945715"/>
                </a:lnTo>
                <a:lnTo>
                  <a:pt x="168329" y="1938496"/>
                </a:lnTo>
                <a:lnTo>
                  <a:pt x="166624" y="1931419"/>
                </a:lnTo>
                <a:lnTo>
                  <a:pt x="162168" y="1925319"/>
                </a:lnTo>
                <a:lnTo>
                  <a:pt x="155695" y="1921408"/>
                </a:lnTo>
                <a:lnTo>
                  <a:pt x="148474" y="1920319"/>
                </a:lnTo>
                <a:close/>
              </a:path>
              <a:path w="520700" h="2073910">
                <a:moveTo>
                  <a:pt x="67905" y="1999927"/>
                </a:moveTo>
                <a:lnTo>
                  <a:pt x="45836" y="2023998"/>
                </a:lnTo>
                <a:lnTo>
                  <a:pt x="77993" y="2030983"/>
                </a:lnTo>
                <a:lnTo>
                  <a:pt x="67905" y="1999927"/>
                </a:lnTo>
                <a:close/>
              </a:path>
              <a:path w="520700" h="2073910">
                <a:moveTo>
                  <a:pt x="93440" y="1972075"/>
                </a:moveTo>
                <a:lnTo>
                  <a:pt x="67905" y="1999927"/>
                </a:lnTo>
                <a:lnTo>
                  <a:pt x="77993" y="2030983"/>
                </a:lnTo>
                <a:lnTo>
                  <a:pt x="80640" y="2030983"/>
                </a:lnTo>
                <a:lnTo>
                  <a:pt x="93440" y="1972075"/>
                </a:lnTo>
                <a:close/>
              </a:path>
              <a:path w="520700" h="2073910">
                <a:moveTo>
                  <a:pt x="482919" y="0"/>
                </a:moveTo>
                <a:lnTo>
                  <a:pt x="56216" y="1963943"/>
                </a:lnTo>
                <a:lnTo>
                  <a:pt x="67905" y="1999927"/>
                </a:lnTo>
                <a:lnTo>
                  <a:pt x="93440" y="1972075"/>
                </a:lnTo>
                <a:lnTo>
                  <a:pt x="520156" y="8127"/>
                </a:lnTo>
                <a:lnTo>
                  <a:pt x="482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23367" y="1913636"/>
            <a:ext cx="516255" cy="1323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baseline="-21164" sz="315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253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63367" y="3144774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79739" y="2498217"/>
            <a:ext cx="271145" cy="1771650"/>
          </a:xfrm>
          <a:custGeom>
            <a:avLst/>
            <a:gdLst/>
            <a:ahLst/>
            <a:cxnLst/>
            <a:rect l="l" t="t" r="r" b="b"/>
            <a:pathLst>
              <a:path w="271144" h="1771650">
                <a:moveTo>
                  <a:pt x="18555" y="1593937"/>
                </a:moveTo>
                <a:lnTo>
                  <a:pt x="11215" y="1595628"/>
                </a:lnTo>
                <a:lnTo>
                  <a:pt x="5048" y="1600041"/>
                </a:lnTo>
                <a:lnTo>
                  <a:pt x="1214" y="1606264"/>
                </a:lnTo>
                <a:lnTo>
                  <a:pt x="0" y="1613487"/>
                </a:lnTo>
                <a:lnTo>
                  <a:pt x="1690" y="1620901"/>
                </a:lnTo>
                <a:lnTo>
                  <a:pt x="69762" y="1771142"/>
                </a:lnTo>
                <a:lnTo>
                  <a:pt x="95822" y="1735455"/>
                </a:lnTo>
                <a:lnTo>
                  <a:pt x="92622" y="1735455"/>
                </a:lnTo>
                <a:lnTo>
                  <a:pt x="54649" y="1731645"/>
                </a:lnTo>
                <a:lnTo>
                  <a:pt x="61880" y="1661472"/>
                </a:lnTo>
                <a:lnTo>
                  <a:pt x="36361" y="1605153"/>
                </a:lnTo>
                <a:lnTo>
                  <a:pt x="31950" y="1598985"/>
                </a:lnTo>
                <a:lnTo>
                  <a:pt x="25741" y="1595151"/>
                </a:lnTo>
                <a:lnTo>
                  <a:pt x="18555" y="1593937"/>
                </a:lnTo>
                <a:close/>
              </a:path>
              <a:path w="271144" h="1771650">
                <a:moveTo>
                  <a:pt x="61880" y="1661472"/>
                </a:moveTo>
                <a:lnTo>
                  <a:pt x="54649" y="1731645"/>
                </a:lnTo>
                <a:lnTo>
                  <a:pt x="92622" y="1735455"/>
                </a:lnTo>
                <a:lnTo>
                  <a:pt x="93630" y="1725676"/>
                </a:lnTo>
                <a:lnTo>
                  <a:pt x="90971" y="1725676"/>
                </a:lnTo>
                <a:lnTo>
                  <a:pt x="58205" y="1722247"/>
                </a:lnTo>
                <a:lnTo>
                  <a:pt x="77477" y="1695893"/>
                </a:lnTo>
                <a:lnTo>
                  <a:pt x="61880" y="1661472"/>
                </a:lnTo>
                <a:close/>
              </a:path>
              <a:path w="271144" h="1771650">
                <a:moveTo>
                  <a:pt x="148772" y="1607820"/>
                </a:moveTo>
                <a:lnTo>
                  <a:pt x="141904" y="1610320"/>
                </a:lnTo>
                <a:lnTo>
                  <a:pt x="136310" y="1615440"/>
                </a:lnTo>
                <a:lnTo>
                  <a:pt x="99852" y="1665296"/>
                </a:lnTo>
                <a:lnTo>
                  <a:pt x="92622" y="1735455"/>
                </a:lnTo>
                <a:lnTo>
                  <a:pt x="95822" y="1735455"/>
                </a:lnTo>
                <a:lnTo>
                  <a:pt x="167044" y="1637919"/>
                </a:lnTo>
                <a:lnTo>
                  <a:pt x="170211" y="1631037"/>
                </a:lnTo>
                <a:lnTo>
                  <a:pt x="170473" y="1623726"/>
                </a:lnTo>
                <a:lnTo>
                  <a:pt x="167973" y="1616844"/>
                </a:lnTo>
                <a:lnTo>
                  <a:pt x="162853" y="1611249"/>
                </a:lnTo>
                <a:lnTo>
                  <a:pt x="156045" y="1608081"/>
                </a:lnTo>
                <a:lnTo>
                  <a:pt x="148772" y="1607820"/>
                </a:lnTo>
                <a:close/>
              </a:path>
              <a:path w="271144" h="1771650">
                <a:moveTo>
                  <a:pt x="77477" y="1695893"/>
                </a:moveTo>
                <a:lnTo>
                  <a:pt x="58205" y="1722247"/>
                </a:lnTo>
                <a:lnTo>
                  <a:pt x="90971" y="1725676"/>
                </a:lnTo>
                <a:lnTo>
                  <a:pt x="77477" y="1695893"/>
                </a:lnTo>
                <a:close/>
              </a:path>
              <a:path w="271144" h="1771650">
                <a:moveTo>
                  <a:pt x="99852" y="1665296"/>
                </a:moveTo>
                <a:lnTo>
                  <a:pt x="77477" y="1695893"/>
                </a:lnTo>
                <a:lnTo>
                  <a:pt x="90971" y="1725676"/>
                </a:lnTo>
                <a:lnTo>
                  <a:pt x="93630" y="1725676"/>
                </a:lnTo>
                <a:lnTo>
                  <a:pt x="99852" y="1665296"/>
                </a:lnTo>
                <a:close/>
              </a:path>
              <a:path w="271144" h="1771650">
                <a:moveTo>
                  <a:pt x="233084" y="0"/>
                </a:moveTo>
                <a:lnTo>
                  <a:pt x="61880" y="1661472"/>
                </a:lnTo>
                <a:lnTo>
                  <a:pt x="77477" y="1695893"/>
                </a:lnTo>
                <a:lnTo>
                  <a:pt x="99852" y="1665296"/>
                </a:lnTo>
                <a:lnTo>
                  <a:pt x="271057" y="3810"/>
                </a:lnTo>
                <a:lnTo>
                  <a:pt x="2330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94738" y="3103626"/>
            <a:ext cx="680720" cy="1887855"/>
          </a:xfrm>
          <a:custGeom>
            <a:avLst/>
            <a:gdLst/>
            <a:ahLst/>
            <a:cxnLst/>
            <a:rect l="l" t="t" r="r" b="b"/>
            <a:pathLst>
              <a:path w="680719" h="1887854">
                <a:moveTo>
                  <a:pt x="22298" y="1703649"/>
                </a:moveTo>
                <a:lnTo>
                  <a:pt x="0" y="1726184"/>
                </a:lnTo>
                <a:lnTo>
                  <a:pt x="33655" y="1887728"/>
                </a:lnTo>
                <a:lnTo>
                  <a:pt x="67644" y="1857883"/>
                </a:lnTo>
                <a:lnTo>
                  <a:pt x="63627" y="1857883"/>
                </a:lnTo>
                <a:lnTo>
                  <a:pt x="27559" y="1845818"/>
                </a:lnTo>
                <a:lnTo>
                  <a:pt x="49871" y="1779064"/>
                </a:lnTo>
                <a:lnTo>
                  <a:pt x="37211" y="1718437"/>
                </a:lnTo>
                <a:lnTo>
                  <a:pt x="34288" y="1711491"/>
                </a:lnTo>
                <a:lnTo>
                  <a:pt x="29067" y="1706403"/>
                </a:lnTo>
                <a:lnTo>
                  <a:pt x="22298" y="1703649"/>
                </a:lnTo>
                <a:close/>
              </a:path>
              <a:path w="680719" h="1887854">
                <a:moveTo>
                  <a:pt x="49871" y="1779064"/>
                </a:moveTo>
                <a:lnTo>
                  <a:pt x="27559" y="1845818"/>
                </a:lnTo>
                <a:lnTo>
                  <a:pt x="63627" y="1857883"/>
                </a:lnTo>
                <a:lnTo>
                  <a:pt x="66938" y="1847977"/>
                </a:lnTo>
                <a:lnTo>
                  <a:pt x="64262" y="1847977"/>
                </a:lnTo>
                <a:lnTo>
                  <a:pt x="33019" y="1837563"/>
                </a:lnTo>
                <a:lnTo>
                  <a:pt x="57586" y="1816008"/>
                </a:lnTo>
                <a:lnTo>
                  <a:pt x="49871" y="1779064"/>
                </a:lnTo>
                <a:close/>
              </a:path>
              <a:path w="680719" h="1887854">
                <a:moveTo>
                  <a:pt x="146351" y="1745583"/>
                </a:moveTo>
                <a:lnTo>
                  <a:pt x="139078" y="1746519"/>
                </a:lnTo>
                <a:lnTo>
                  <a:pt x="132461" y="1750314"/>
                </a:lnTo>
                <a:lnTo>
                  <a:pt x="85946" y="1791125"/>
                </a:lnTo>
                <a:lnTo>
                  <a:pt x="63627" y="1857883"/>
                </a:lnTo>
                <a:lnTo>
                  <a:pt x="67644" y="1857883"/>
                </a:lnTo>
                <a:lnTo>
                  <a:pt x="157606" y="1778889"/>
                </a:lnTo>
                <a:lnTo>
                  <a:pt x="162242" y="1772916"/>
                </a:lnTo>
                <a:lnTo>
                  <a:pt x="164115" y="1765871"/>
                </a:lnTo>
                <a:lnTo>
                  <a:pt x="163179" y="1758636"/>
                </a:lnTo>
                <a:lnTo>
                  <a:pt x="159385" y="1752092"/>
                </a:lnTo>
                <a:lnTo>
                  <a:pt x="153410" y="1747456"/>
                </a:lnTo>
                <a:lnTo>
                  <a:pt x="146351" y="1745583"/>
                </a:lnTo>
                <a:close/>
              </a:path>
              <a:path w="680719" h="1887854">
                <a:moveTo>
                  <a:pt x="57586" y="1816008"/>
                </a:moveTo>
                <a:lnTo>
                  <a:pt x="33019" y="1837563"/>
                </a:lnTo>
                <a:lnTo>
                  <a:pt x="64262" y="1847977"/>
                </a:lnTo>
                <a:lnTo>
                  <a:pt x="57586" y="1816008"/>
                </a:lnTo>
                <a:close/>
              </a:path>
              <a:path w="680719" h="1887854">
                <a:moveTo>
                  <a:pt x="85946" y="1791125"/>
                </a:moveTo>
                <a:lnTo>
                  <a:pt x="57586" y="1816008"/>
                </a:lnTo>
                <a:lnTo>
                  <a:pt x="64262" y="1847977"/>
                </a:lnTo>
                <a:lnTo>
                  <a:pt x="66938" y="1847977"/>
                </a:lnTo>
                <a:lnTo>
                  <a:pt x="85946" y="1791125"/>
                </a:lnTo>
                <a:close/>
              </a:path>
              <a:path w="680719" h="1887854">
                <a:moveTo>
                  <a:pt x="644525" y="0"/>
                </a:moveTo>
                <a:lnTo>
                  <a:pt x="49871" y="1779064"/>
                </a:lnTo>
                <a:lnTo>
                  <a:pt x="57586" y="1816008"/>
                </a:lnTo>
                <a:lnTo>
                  <a:pt x="85946" y="1791125"/>
                </a:lnTo>
                <a:lnTo>
                  <a:pt x="680719" y="12191"/>
                </a:lnTo>
                <a:lnTo>
                  <a:pt x="6445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127760" y="1589608"/>
            <a:ext cx="953135" cy="22148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3675"/>
              </a:lnSpc>
              <a:spcBef>
                <a:spcPts val="105"/>
              </a:spcBef>
            </a:pP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1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425450">
              <a:lnSpc>
                <a:spcPts val="3675"/>
              </a:lnSpc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93980">
              <a:lnSpc>
                <a:spcPts val="3445"/>
              </a:lnSpc>
              <a:spcBef>
                <a:spcPts val="299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710565">
              <a:lnSpc>
                <a:spcPts val="344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686811" y="1751076"/>
            <a:ext cx="179705" cy="1960880"/>
          </a:xfrm>
          <a:custGeom>
            <a:avLst/>
            <a:gdLst/>
            <a:ahLst/>
            <a:cxnLst/>
            <a:rect l="l" t="t" r="r" b="b"/>
            <a:pathLst>
              <a:path w="179705" h="1960879">
                <a:moveTo>
                  <a:pt x="24199" y="1792884"/>
                </a:moveTo>
                <a:lnTo>
                  <a:pt x="17144" y="1795652"/>
                </a:lnTo>
                <a:lnTo>
                  <a:pt x="11695" y="1800867"/>
                </a:lnTo>
                <a:lnTo>
                  <a:pt x="8794" y="1807559"/>
                </a:lnTo>
                <a:lnTo>
                  <a:pt x="8689" y="1815084"/>
                </a:lnTo>
                <a:lnTo>
                  <a:pt x="11302" y="1821941"/>
                </a:lnTo>
                <a:lnTo>
                  <a:pt x="100330" y="1960880"/>
                </a:lnTo>
                <a:lnTo>
                  <a:pt x="119870" y="1923923"/>
                </a:lnTo>
                <a:lnTo>
                  <a:pt x="79756" y="1923923"/>
                </a:lnTo>
                <a:lnTo>
                  <a:pt x="76833" y="1853488"/>
                </a:lnTo>
                <a:lnTo>
                  <a:pt x="43433" y="1801368"/>
                </a:lnTo>
                <a:lnTo>
                  <a:pt x="38165" y="1795920"/>
                </a:lnTo>
                <a:lnTo>
                  <a:pt x="31480" y="1793033"/>
                </a:lnTo>
                <a:lnTo>
                  <a:pt x="24199" y="1792884"/>
                </a:lnTo>
                <a:close/>
              </a:path>
              <a:path w="179705" h="1960879">
                <a:moveTo>
                  <a:pt x="76833" y="1853488"/>
                </a:moveTo>
                <a:lnTo>
                  <a:pt x="79756" y="1923923"/>
                </a:lnTo>
                <a:lnTo>
                  <a:pt x="117729" y="1922272"/>
                </a:lnTo>
                <a:lnTo>
                  <a:pt x="117392" y="1914144"/>
                </a:lnTo>
                <a:lnTo>
                  <a:pt x="81914" y="1914144"/>
                </a:lnTo>
                <a:lnTo>
                  <a:pt x="97190" y="1885255"/>
                </a:lnTo>
                <a:lnTo>
                  <a:pt x="76833" y="1853488"/>
                </a:lnTo>
                <a:close/>
              </a:path>
              <a:path w="179705" h="1960879">
                <a:moveTo>
                  <a:pt x="162302" y="1787140"/>
                </a:moveTo>
                <a:lnTo>
                  <a:pt x="155035" y="1787906"/>
                </a:lnTo>
                <a:lnTo>
                  <a:pt x="148578" y="1791338"/>
                </a:lnTo>
                <a:lnTo>
                  <a:pt x="143763" y="1797177"/>
                </a:lnTo>
                <a:lnTo>
                  <a:pt x="114814" y="1851924"/>
                </a:lnTo>
                <a:lnTo>
                  <a:pt x="117729" y="1922272"/>
                </a:lnTo>
                <a:lnTo>
                  <a:pt x="79756" y="1923923"/>
                </a:lnTo>
                <a:lnTo>
                  <a:pt x="119870" y="1923923"/>
                </a:lnTo>
                <a:lnTo>
                  <a:pt x="177419" y="1815084"/>
                </a:lnTo>
                <a:lnTo>
                  <a:pt x="179581" y="1807787"/>
                </a:lnTo>
                <a:lnTo>
                  <a:pt x="178815" y="1800526"/>
                </a:lnTo>
                <a:lnTo>
                  <a:pt x="175383" y="1794099"/>
                </a:lnTo>
                <a:lnTo>
                  <a:pt x="169544" y="1789302"/>
                </a:lnTo>
                <a:lnTo>
                  <a:pt x="162302" y="1787140"/>
                </a:lnTo>
                <a:close/>
              </a:path>
              <a:path w="179705" h="1960879">
                <a:moveTo>
                  <a:pt x="97190" y="1885255"/>
                </a:moveTo>
                <a:lnTo>
                  <a:pt x="81914" y="1914144"/>
                </a:lnTo>
                <a:lnTo>
                  <a:pt x="114807" y="1912747"/>
                </a:lnTo>
                <a:lnTo>
                  <a:pt x="97190" y="1885255"/>
                </a:lnTo>
                <a:close/>
              </a:path>
              <a:path w="179705" h="1960879">
                <a:moveTo>
                  <a:pt x="114814" y="1851924"/>
                </a:moveTo>
                <a:lnTo>
                  <a:pt x="97190" y="1885255"/>
                </a:lnTo>
                <a:lnTo>
                  <a:pt x="114807" y="1912747"/>
                </a:lnTo>
                <a:lnTo>
                  <a:pt x="81914" y="1914144"/>
                </a:lnTo>
                <a:lnTo>
                  <a:pt x="117392" y="1914144"/>
                </a:lnTo>
                <a:lnTo>
                  <a:pt x="114814" y="1851924"/>
                </a:lnTo>
                <a:close/>
              </a:path>
              <a:path w="179705" h="1960879">
                <a:moveTo>
                  <a:pt x="38100" y="0"/>
                </a:moveTo>
                <a:lnTo>
                  <a:pt x="0" y="1524"/>
                </a:lnTo>
                <a:lnTo>
                  <a:pt x="76833" y="1853488"/>
                </a:lnTo>
                <a:lnTo>
                  <a:pt x="97190" y="1885255"/>
                </a:lnTo>
                <a:lnTo>
                  <a:pt x="114814" y="1851924"/>
                </a:lnTo>
                <a:lnTo>
                  <a:pt x="38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742328" y="2318639"/>
            <a:ext cx="419100" cy="1392555"/>
          </a:xfrm>
          <a:custGeom>
            <a:avLst/>
            <a:gdLst/>
            <a:ahLst/>
            <a:cxnLst/>
            <a:rect l="l" t="t" r="r" b="b"/>
            <a:pathLst>
              <a:path w="419100" h="1392554">
                <a:moveTo>
                  <a:pt x="21191" y="1209565"/>
                </a:moveTo>
                <a:lnTo>
                  <a:pt x="13698" y="1210183"/>
                </a:lnTo>
                <a:lnTo>
                  <a:pt x="6957" y="1213675"/>
                </a:lnTo>
                <a:lnTo>
                  <a:pt x="2252" y="1219263"/>
                </a:lnTo>
                <a:lnTo>
                  <a:pt x="0" y="1226185"/>
                </a:lnTo>
                <a:lnTo>
                  <a:pt x="617" y="1233677"/>
                </a:lnTo>
                <a:lnTo>
                  <a:pt x="45829" y="1392428"/>
                </a:lnTo>
                <a:lnTo>
                  <a:pt x="77383" y="1360424"/>
                </a:lnTo>
                <a:lnTo>
                  <a:pt x="73642" y="1360424"/>
                </a:lnTo>
                <a:lnTo>
                  <a:pt x="36685" y="1351026"/>
                </a:lnTo>
                <a:lnTo>
                  <a:pt x="54156" y="1282695"/>
                </a:lnTo>
                <a:lnTo>
                  <a:pt x="37193" y="1223264"/>
                </a:lnTo>
                <a:lnTo>
                  <a:pt x="33700" y="1216523"/>
                </a:lnTo>
                <a:lnTo>
                  <a:pt x="28112" y="1211818"/>
                </a:lnTo>
                <a:lnTo>
                  <a:pt x="21191" y="1209565"/>
                </a:lnTo>
                <a:close/>
              </a:path>
              <a:path w="419100" h="1392554">
                <a:moveTo>
                  <a:pt x="54156" y="1282695"/>
                </a:moveTo>
                <a:lnTo>
                  <a:pt x="36685" y="1351026"/>
                </a:lnTo>
                <a:lnTo>
                  <a:pt x="73642" y="1360424"/>
                </a:lnTo>
                <a:lnTo>
                  <a:pt x="76174" y="1350518"/>
                </a:lnTo>
                <a:lnTo>
                  <a:pt x="73515" y="1350518"/>
                </a:lnTo>
                <a:lnTo>
                  <a:pt x="41638" y="1342390"/>
                </a:lnTo>
                <a:lnTo>
                  <a:pt x="64555" y="1319127"/>
                </a:lnTo>
                <a:lnTo>
                  <a:pt x="54156" y="1282695"/>
                </a:lnTo>
                <a:close/>
              </a:path>
              <a:path w="419100" h="1392554">
                <a:moveTo>
                  <a:pt x="147889" y="1242456"/>
                </a:moveTo>
                <a:lnTo>
                  <a:pt x="140735" y="1243919"/>
                </a:lnTo>
                <a:lnTo>
                  <a:pt x="134475" y="1248156"/>
                </a:lnTo>
                <a:lnTo>
                  <a:pt x="91086" y="1292197"/>
                </a:lnTo>
                <a:lnTo>
                  <a:pt x="73642" y="1360424"/>
                </a:lnTo>
                <a:lnTo>
                  <a:pt x="77383" y="1360424"/>
                </a:lnTo>
                <a:lnTo>
                  <a:pt x="161653" y="1274952"/>
                </a:lnTo>
                <a:lnTo>
                  <a:pt x="165774" y="1268618"/>
                </a:lnTo>
                <a:lnTo>
                  <a:pt x="167098" y="1261427"/>
                </a:lnTo>
                <a:lnTo>
                  <a:pt x="165635" y="1254236"/>
                </a:lnTo>
                <a:lnTo>
                  <a:pt x="161399" y="1247902"/>
                </a:lnTo>
                <a:lnTo>
                  <a:pt x="155066" y="1243780"/>
                </a:lnTo>
                <a:lnTo>
                  <a:pt x="147889" y="1242456"/>
                </a:lnTo>
                <a:close/>
              </a:path>
              <a:path w="419100" h="1392554">
                <a:moveTo>
                  <a:pt x="64555" y="1319127"/>
                </a:moveTo>
                <a:lnTo>
                  <a:pt x="41638" y="1342390"/>
                </a:lnTo>
                <a:lnTo>
                  <a:pt x="73515" y="1350518"/>
                </a:lnTo>
                <a:lnTo>
                  <a:pt x="64555" y="1319127"/>
                </a:lnTo>
                <a:close/>
              </a:path>
              <a:path w="419100" h="1392554">
                <a:moveTo>
                  <a:pt x="91086" y="1292197"/>
                </a:moveTo>
                <a:lnTo>
                  <a:pt x="64555" y="1319127"/>
                </a:lnTo>
                <a:lnTo>
                  <a:pt x="73515" y="1350518"/>
                </a:lnTo>
                <a:lnTo>
                  <a:pt x="76174" y="1350518"/>
                </a:lnTo>
                <a:lnTo>
                  <a:pt x="91086" y="1292197"/>
                </a:lnTo>
                <a:close/>
              </a:path>
              <a:path w="419100" h="1392554">
                <a:moveTo>
                  <a:pt x="382125" y="0"/>
                </a:moveTo>
                <a:lnTo>
                  <a:pt x="54156" y="1282695"/>
                </a:lnTo>
                <a:lnTo>
                  <a:pt x="64555" y="1319127"/>
                </a:lnTo>
                <a:lnTo>
                  <a:pt x="91086" y="1292197"/>
                </a:lnTo>
                <a:lnTo>
                  <a:pt x="419082" y="9398"/>
                </a:lnTo>
                <a:lnTo>
                  <a:pt x="382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788157" y="3006470"/>
            <a:ext cx="687705" cy="705485"/>
          </a:xfrm>
          <a:custGeom>
            <a:avLst/>
            <a:gdLst/>
            <a:ahLst/>
            <a:cxnLst/>
            <a:rect l="l" t="t" r="r" b="b"/>
            <a:pathLst>
              <a:path w="687704" h="705485">
                <a:moveTo>
                  <a:pt x="55324" y="531159"/>
                </a:moveTo>
                <a:lnTo>
                  <a:pt x="48450" y="533669"/>
                </a:lnTo>
                <a:lnTo>
                  <a:pt x="43005" y="538585"/>
                </a:lnTo>
                <a:lnTo>
                  <a:pt x="39750" y="545464"/>
                </a:lnTo>
                <a:lnTo>
                  <a:pt x="0" y="705484"/>
                </a:lnTo>
                <a:lnTo>
                  <a:pt x="49448" y="691768"/>
                </a:lnTo>
                <a:lnTo>
                  <a:pt x="40005" y="691768"/>
                </a:lnTo>
                <a:lnTo>
                  <a:pt x="12700" y="665226"/>
                </a:lnTo>
                <a:lnTo>
                  <a:pt x="61759" y="614819"/>
                </a:lnTo>
                <a:lnTo>
                  <a:pt x="76708" y="554608"/>
                </a:lnTo>
                <a:lnTo>
                  <a:pt x="77045" y="547068"/>
                </a:lnTo>
                <a:lnTo>
                  <a:pt x="74549" y="540194"/>
                </a:lnTo>
                <a:lnTo>
                  <a:pt x="69671" y="534749"/>
                </a:lnTo>
                <a:lnTo>
                  <a:pt x="62865" y="531494"/>
                </a:lnTo>
                <a:lnTo>
                  <a:pt x="55324" y="531159"/>
                </a:lnTo>
                <a:close/>
              </a:path>
              <a:path w="687704" h="705485">
                <a:moveTo>
                  <a:pt x="61759" y="614819"/>
                </a:moveTo>
                <a:lnTo>
                  <a:pt x="12700" y="665226"/>
                </a:lnTo>
                <a:lnTo>
                  <a:pt x="40005" y="691768"/>
                </a:lnTo>
                <a:lnTo>
                  <a:pt x="48535" y="683005"/>
                </a:lnTo>
                <a:lnTo>
                  <a:pt x="44831" y="683005"/>
                </a:lnTo>
                <a:lnTo>
                  <a:pt x="21209" y="660145"/>
                </a:lnTo>
                <a:lnTo>
                  <a:pt x="52677" y="651401"/>
                </a:lnTo>
                <a:lnTo>
                  <a:pt x="61759" y="614819"/>
                </a:lnTo>
                <a:close/>
              </a:path>
              <a:path w="687704" h="705485">
                <a:moveTo>
                  <a:pt x="156281" y="624169"/>
                </a:moveTo>
                <a:lnTo>
                  <a:pt x="148717" y="624712"/>
                </a:lnTo>
                <a:lnTo>
                  <a:pt x="89174" y="641259"/>
                </a:lnTo>
                <a:lnTo>
                  <a:pt x="40005" y="691768"/>
                </a:lnTo>
                <a:lnTo>
                  <a:pt x="49448" y="691768"/>
                </a:lnTo>
                <a:lnTo>
                  <a:pt x="158877" y="661415"/>
                </a:lnTo>
                <a:lnTo>
                  <a:pt x="165639" y="657994"/>
                </a:lnTo>
                <a:lnTo>
                  <a:pt x="170402" y="652430"/>
                </a:lnTo>
                <a:lnTo>
                  <a:pt x="172735" y="645485"/>
                </a:lnTo>
                <a:lnTo>
                  <a:pt x="172212" y="637920"/>
                </a:lnTo>
                <a:lnTo>
                  <a:pt x="168790" y="631178"/>
                </a:lnTo>
                <a:lnTo>
                  <a:pt x="163226" y="626459"/>
                </a:lnTo>
                <a:lnTo>
                  <a:pt x="156281" y="624169"/>
                </a:lnTo>
                <a:close/>
              </a:path>
              <a:path w="687704" h="705485">
                <a:moveTo>
                  <a:pt x="52677" y="651401"/>
                </a:moveTo>
                <a:lnTo>
                  <a:pt x="21209" y="660145"/>
                </a:lnTo>
                <a:lnTo>
                  <a:pt x="44831" y="683005"/>
                </a:lnTo>
                <a:lnTo>
                  <a:pt x="52677" y="651401"/>
                </a:lnTo>
                <a:close/>
              </a:path>
              <a:path w="687704" h="705485">
                <a:moveTo>
                  <a:pt x="89174" y="641259"/>
                </a:moveTo>
                <a:lnTo>
                  <a:pt x="52677" y="651401"/>
                </a:lnTo>
                <a:lnTo>
                  <a:pt x="44831" y="683005"/>
                </a:lnTo>
                <a:lnTo>
                  <a:pt x="48535" y="683005"/>
                </a:lnTo>
                <a:lnTo>
                  <a:pt x="89174" y="641259"/>
                </a:lnTo>
                <a:close/>
              </a:path>
              <a:path w="687704" h="705485">
                <a:moveTo>
                  <a:pt x="660145" y="0"/>
                </a:moveTo>
                <a:lnTo>
                  <a:pt x="61759" y="614819"/>
                </a:lnTo>
                <a:lnTo>
                  <a:pt x="52677" y="651401"/>
                </a:lnTo>
                <a:lnTo>
                  <a:pt x="89174" y="641259"/>
                </a:lnTo>
                <a:lnTo>
                  <a:pt x="687451" y="26669"/>
                </a:lnTo>
                <a:lnTo>
                  <a:pt x="6601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807970" y="2341880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53639" y="1285697"/>
            <a:ext cx="930275" cy="100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05"/>
              </a:spcBef>
            </a:pPr>
            <a:r>
              <a:rPr dirty="0" baseline="13888" sz="4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b="1" i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  <a:tabLst>
                <a:tab pos="483870" algn="l"/>
              </a:tabLst>
            </a:pPr>
            <a:r>
              <a:rPr dirty="0" baseline="-7812" sz="48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854196" y="1540383"/>
            <a:ext cx="250825" cy="2527935"/>
          </a:xfrm>
          <a:custGeom>
            <a:avLst/>
            <a:gdLst/>
            <a:ahLst/>
            <a:cxnLst/>
            <a:rect l="l" t="t" r="r" b="b"/>
            <a:pathLst>
              <a:path w="250825" h="2527935">
                <a:moveTo>
                  <a:pt x="95013" y="2361221"/>
                </a:moveTo>
                <a:lnTo>
                  <a:pt x="88011" y="2364104"/>
                </a:lnTo>
                <a:lnTo>
                  <a:pt x="82678" y="2369464"/>
                </a:lnTo>
                <a:lnTo>
                  <a:pt x="79930" y="2376217"/>
                </a:lnTo>
                <a:lnTo>
                  <a:pt x="79920" y="2383518"/>
                </a:lnTo>
                <a:lnTo>
                  <a:pt x="82803" y="2390521"/>
                </a:lnTo>
                <a:lnTo>
                  <a:pt x="174498" y="2527680"/>
                </a:lnTo>
                <a:lnTo>
                  <a:pt x="192943" y="2491104"/>
                </a:lnTo>
                <a:lnTo>
                  <a:pt x="153162" y="2491104"/>
                </a:lnTo>
                <a:lnTo>
                  <a:pt x="148827" y="2420675"/>
                </a:lnTo>
                <a:lnTo>
                  <a:pt x="114426" y="2369311"/>
                </a:lnTo>
                <a:lnTo>
                  <a:pt x="109067" y="2363979"/>
                </a:lnTo>
                <a:lnTo>
                  <a:pt x="102314" y="2361231"/>
                </a:lnTo>
                <a:lnTo>
                  <a:pt x="95013" y="2361221"/>
                </a:lnTo>
                <a:close/>
              </a:path>
              <a:path w="250825" h="2527935">
                <a:moveTo>
                  <a:pt x="148827" y="2420675"/>
                </a:moveTo>
                <a:lnTo>
                  <a:pt x="153162" y="2491104"/>
                </a:lnTo>
                <a:lnTo>
                  <a:pt x="191262" y="2488691"/>
                </a:lnTo>
                <a:lnTo>
                  <a:pt x="190808" y="2481325"/>
                </a:lnTo>
                <a:lnTo>
                  <a:pt x="155193" y="2481325"/>
                </a:lnTo>
                <a:lnTo>
                  <a:pt x="169907" y="2452150"/>
                </a:lnTo>
                <a:lnTo>
                  <a:pt x="148827" y="2420675"/>
                </a:lnTo>
                <a:close/>
              </a:path>
              <a:path w="250825" h="2527935">
                <a:moveTo>
                  <a:pt x="232991" y="2352732"/>
                </a:moveTo>
                <a:lnTo>
                  <a:pt x="225758" y="2353675"/>
                </a:lnTo>
                <a:lnTo>
                  <a:pt x="219406" y="2357260"/>
                </a:lnTo>
                <a:lnTo>
                  <a:pt x="214756" y="2363216"/>
                </a:lnTo>
                <a:lnTo>
                  <a:pt x="186935" y="2418385"/>
                </a:lnTo>
                <a:lnTo>
                  <a:pt x="191262" y="2488691"/>
                </a:lnTo>
                <a:lnTo>
                  <a:pt x="153162" y="2491104"/>
                </a:lnTo>
                <a:lnTo>
                  <a:pt x="192943" y="2491104"/>
                </a:lnTo>
                <a:lnTo>
                  <a:pt x="248792" y="2380360"/>
                </a:lnTo>
                <a:lnTo>
                  <a:pt x="250767" y="2373048"/>
                </a:lnTo>
                <a:lnTo>
                  <a:pt x="249824" y="2365771"/>
                </a:lnTo>
                <a:lnTo>
                  <a:pt x="246239" y="2359376"/>
                </a:lnTo>
                <a:lnTo>
                  <a:pt x="240283" y="2354706"/>
                </a:lnTo>
                <a:lnTo>
                  <a:pt x="232991" y="2352732"/>
                </a:lnTo>
                <a:close/>
              </a:path>
              <a:path w="250825" h="2527935">
                <a:moveTo>
                  <a:pt x="169907" y="2452150"/>
                </a:moveTo>
                <a:lnTo>
                  <a:pt x="155193" y="2481325"/>
                </a:lnTo>
                <a:lnTo>
                  <a:pt x="188087" y="2479293"/>
                </a:lnTo>
                <a:lnTo>
                  <a:pt x="169907" y="2452150"/>
                </a:lnTo>
                <a:close/>
              </a:path>
              <a:path w="250825" h="2527935">
                <a:moveTo>
                  <a:pt x="186935" y="2418385"/>
                </a:moveTo>
                <a:lnTo>
                  <a:pt x="169907" y="2452150"/>
                </a:lnTo>
                <a:lnTo>
                  <a:pt x="188087" y="2479293"/>
                </a:lnTo>
                <a:lnTo>
                  <a:pt x="155193" y="2481325"/>
                </a:lnTo>
                <a:lnTo>
                  <a:pt x="190808" y="2481325"/>
                </a:lnTo>
                <a:lnTo>
                  <a:pt x="186935" y="2418385"/>
                </a:lnTo>
                <a:close/>
              </a:path>
              <a:path w="250825" h="2527935">
                <a:moveTo>
                  <a:pt x="38100" y="0"/>
                </a:moveTo>
                <a:lnTo>
                  <a:pt x="0" y="2286"/>
                </a:lnTo>
                <a:lnTo>
                  <a:pt x="148827" y="2420675"/>
                </a:lnTo>
                <a:lnTo>
                  <a:pt x="169907" y="2452150"/>
                </a:lnTo>
                <a:lnTo>
                  <a:pt x="186935" y="2418385"/>
                </a:lnTo>
                <a:lnTo>
                  <a:pt x="38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87063" y="2149475"/>
            <a:ext cx="469900" cy="1601470"/>
          </a:xfrm>
          <a:custGeom>
            <a:avLst/>
            <a:gdLst/>
            <a:ahLst/>
            <a:cxnLst/>
            <a:rect l="l" t="t" r="r" b="b"/>
            <a:pathLst>
              <a:path w="469900" h="1601470">
                <a:moveTo>
                  <a:pt x="321357" y="1450863"/>
                </a:moveTo>
                <a:lnTo>
                  <a:pt x="314180" y="1452187"/>
                </a:lnTo>
                <a:lnTo>
                  <a:pt x="307848" y="1456309"/>
                </a:lnTo>
                <a:lnTo>
                  <a:pt x="303611" y="1462569"/>
                </a:lnTo>
                <a:lnTo>
                  <a:pt x="302148" y="1469723"/>
                </a:lnTo>
                <a:lnTo>
                  <a:pt x="303472" y="1476900"/>
                </a:lnTo>
                <a:lnTo>
                  <a:pt x="307594" y="1483233"/>
                </a:lnTo>
                <a:lnTo>
                  <a:pt x="423290" y="1600962"/>
                </a:lnTo>
                <a:lnTo>
                  <a:pt x="432464" y="1568958"/>
                </a:lnTo>
                <a:lnTo>
                  <a:pt x="395477" y="1568958"/>
                </a:lnTo>
                <a:lnTo>
                  <a:pt x="378159" y="1500662"/>
                </a:lnTo>
                <a:lnTo>
                  <a:pt x="334772" y="1456563"/>
                </a:lnTo>
                <a:lnTo>
                  <a:pt x="328511" y="1452326"/>
                </a:lnTo>
                <a:lnTo>
                  <a:pt x="321357" y="1450863"/>
                </a:lnTo>
                <a:close/>
              </a:path>
              <a:path w="469900" h="1601470">
                <a:moveTo>
                  <a:pt x="378159" y="1500662"/>
                </a:moveTo>
                <a:lnTo>
                  <a:pt x="395477" y="1568958"/>
                </a:lnTo>
                <a:lnTo>
                  <a:pt x="432435" y="1559560"/>
                </a:lnTo>
                <a:lnTo>
                  <a:pt x="432306" y="1559052"/>
                </a:lnTo>
                <a:lnTo>
                  <a:pt x="395604" y="1559052"/>
                </a:lnTo>
                <a:lnTo>
                  <a:pt x="404648" y="1527586"/>
                </a:lnTo>
                <a:lnTo>
                  <a:pt x="378159" y="1500662"/>
                </a:lnTo>
                <a:close/>
              </a:path>
              <a:path w="469900" h="1601470">
                <a:moveTo>
                  <a:pt x="448236" y="1418171"/>
                </a:moveTo>
                <a:lnTo>
                  <a:pt x="441277" y="1420447"/>
                </a:lnTo>
                <a:lnTo>
                  <a:pt x="435675" y="1425128"/>
                </a:lnTo>
                <a:lnTo>
                  <a:pt x="432181" y="1431798"/>
                </a:lnTo>
                <a:lnTo>
                  <a:pt x="415100" y="1491223"/>
                </a:lnTo>
                <a:lnTo>
                  <a:pt x="432435" y="1559560"/>
                </a:lnTo>
                <a:lnTo>
                  <a:pt x="395477" y="1568958"/>
                </a:lnTo>
                <a:lnTo>
                  <a:pt x="432464" y="1568958"/>
                </a:lnTo>
                <a:lnTo>
                  <a:pt x="468757" y="1442339"/>
                </a:lnTo>
                <a:lnTo>
                  <a:pt x="469376" y="1434772"/>
                </a:lnTo>
                <a:lnTo>
                  <a:pt x="467137" y="1427813"/>
                </a:lnTo>
                <a:lnTo>
                  <a:pt x="462470" y="1422211"/>
                </a:lnTo>
                <a:lnTo>
                  <a:pt x="455802" y="1418716"/>
                </a:lnTo>
                <a:lnTo>
                  <a:pt x="448236" y="1418171"/>
                </a:lnTo>
                <a:close/>
              </a:path>
              <a:path w="469900" h="1601470">
                <a:moveTo>
                  <a:pt x="404648" y="1527586"/>
                </a:moveTo>
                <a:lnTo>
                  <a:pt x="395604" y="1559052"/>
                </a:lnTo>
                <a:lnTo>
                  <a:pt x="427609" y="1550924"/>
                </a:lnTo>
                <a:lnTo>
                  <a:pt x="404648" y="1527586"/>
                </a:lnTo>
                <a:close/>
              </a:path>
              <a:path w="469900" h="1601470">
                <a:moveTo>
                  <a:pt x="415100" y="1491223"/>
                </a:moveTo>
                <a:lnTo>
                  <a:pt x="404648" y="1527586"/>
                </a:lnTo>
                <a:lnTo>
                  <a:pt x="427609" y="1550924"/>
                </a:lnTo>
                <a:lnTo>
                  <a:pt x="395604" y="1559052"/>
                </a:lnTo>
                <a:lnTo>
                  <a:pt x="432306" y="1559052"/>
                </a:lnTo>
                <a:lnTo>
                  <a:pt x="415100" y="1491223"/>
                </a:lnTo>
                <a:close/>
              </a:path>
              <a:path w="469900" h="1601470">
                <a:moveTo>
                  <a:pt x="36829" y="0"/>
                </a:moveTo>
                <a:lnTo>
                  <a:pt x="0" y="9398"/>
                </a:lnTo>
                <a:lnTo>
                  <a:pt x="378159" y="1500662"/>
                </a:lnTo>
                <a:lnTo>
                  <a:pt x="404648" y="1527586"/>
                </a:lnTo>
                <a:lnTo>
                  <a:pt x="415100" y="1491223"/>
                </a:lnTo>
                <a:lnTo>
                  <a:pt x="36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58017" y="2957957"/>
            <a:ext cx="238760" cy="793750"/>
          </a:xfrm>
          <a:custGeom>
            <a:avLst/>
            <a:gdLst/>
            <a:ahLst/>
            <a:cxnLst/>
            <a:rect l="l" t="t" r="r" b="b"/>
            <a:pathLst>
              <a:path w="238760" h="793750">
                <a:moveTo>
                  <a:pt x="20504" y="612001"/>
                </a:moveTo>
                <a:lnTo>
                  <a:pt x="12965" y="612901"/>
                </a:lnTo>
                <a:lnTo>
                  <a:pt x="6437" y="616654"/>
                </a:lnTo>
                <a:lnTo>
                  <a:pt x="1980" y="622442"/>
                </a:lnTo>
                <a:lnTo>
                  <a:pt x="0" y="629493"/>
                </a:lnTo>
                <a:lnTo>
                  <a:pt x="900" y="637031"/>
                </a:lnTo>
                <a:lnTo>
                  <a:pt x="52843" y="793622"/>
                </a:lnTo>
                <a:lnTo>
                  <a:pt x="82743" y="760602"/>
                </a:lnTo>
                <a:lnTo>
                  <a:pt x="79259" y="760602"/>
                </a:lnTo>
                <a:lnTo>
                  <a:pt x="42048" y="752728"/>
                </a:lnTo>
                <a:lnTo>
                  <a:pt x="56594" y="683759"/>
                </a:lnTo>
                <a:lnTo>
                  <a:pt x="37095" y="624966"/>
                </a:lnTo>
                <a:lnTo>
                  <a:pt x="33343" y="618438"/>
                </a:lnTo>
                <a:lnTo>
                  <a:pt x="27555" y="613981"/>
                </a:lnTo>
                <a:lnTo>
                  <a:pt x="20504" y="612001"/>
                </a:lnTo>
                <a:close/>
              </a:path>
              <a:path w="238760" h="793750">
                <a:moveTo>
                  <a:pt x="56594" y="683759"/>
                </a:moveTo>
                <a:lnTo>
                  <a:pt x="42048" y="752728"/>
                </a:lnTo>
                <a:lnTo>
                  <a:pt x="79259" y="760602"/>
                </a:lnTo>
                <a:lnTo>
                  <a:pt x="81377" y="750569"/>
                </a:lnTo>
                <a:lnTo>
                  <a:pt x="78751" y="750569"/>
                </a:lnTo>
                <a:lnTo>
                  <a:pt x="46493" y="743838"/>
                </a:lnTo>
                <a:lnTo>
                  <a:pt x="68478" y="719593"/>
                </a:lnTo>
                <a:lnTo>
                  <a:pt x="56594" y="683759"/>
                </a:lnTo>
                <a:close/>
              </a:path>
              <a:path w="238760" h="793750">
                <a:moveTo>
                  <a:pt x="148522" y="639524"/>
                </a:moveTo>
                <a:lnTo>
                  <a:pt x="141440" y="641272"/>
                </a:lnTo>
                <a:lnTo>
                  <a:pt x="135393" y="645794"/>
                </a:lnTo>
                <a:lnTo>
                  <a:pt x="93813" y="691652"/>
                </a:lnTo>
                <a:lnTo>
                  <a:pt x="79259" y="760602"/>
                </a:lnTo>
                <a:lnTo>
                  <a:pt x="82743" y="760602"/>
                </a:lnTo>
                <a:lnTo>
                  <a:pt x="163587" y="671321"/>
                </a:lnTo>
                <a:lnTo>
                  <a:pt x="167479" y="664846"/>
                </a:lnTo>
                <a:lnTo>
                  <a:pt x="168525" y="657621"/>
                </a:lnTo>
                <a:lnTo>
                  <a:pt x="166784" y="650515"/>
                </a:lnTo>
                <a:lnTo>
                  <a:pt x="162317" y="644397"/>
                </a:lnTo>
                <a:lnTo>
                  <a:pt x="155771" y="640562"/>
                </a:lnTo>
                <a:lnTo>
                  <a:pt x="148522" y="639524"/>
                </a:lnTo>
                <a:close/>
              </a:path>
              <a:path w="238760" h="793750">
                <a:moveTo>
                  <a:pt x="68478" y="719593"/>
                </a:moveTo>
                <a:lnTo>
                  <a:pt x="46493" y="743838"/>
                </a:lnTo>
                <a:lnTo>
                  <a:pt x="78751" y="750569"/>
                </a:lnTo>
                <a:lnTo>
                  <a:pt x="68478" y="719593"/>
                </a:lnTo>
                <a:close/>
              </a:path>
              <a:path w="238760" h="793750">
                <a:moveTo>
                  <a:pt x="93813" y="691652"/>
                </a:moveTo>
                <a:lnTo>
                  <a:pt x="68478" y="719593"/>
                </a:lnTo>
                <a:lnTo>
                  <a:pt x="78751" y="750569"/>
                </a:lnTo>
                <a:lnTo>
                  <a:pt x="81377" y="750569"/>
                </a:lnTo>
                <a:lnTo>
                  <a:pt x="93813" y="691652"/>
                </a:lnTo>
                <a:close/>
              </a:path>
              <a:path w="238760" h="793750">
                <a:moveTo>
                  <a:pt x="200798" y="0"/>
                </a:moveTo>
                <a:lnTo>
                  <a:pt x="56594" y="683759"/>
                </a:lnTo>
                <a:lnTo>
                  <a:pt x="68478" y="719593"/>
                </a:lnTo>
                <a:lnTo>
                  <a:pt x="93813" y="691652"/>
                </a:lnTo>
                <a:lnTo>
                  <a:pt x="238136" y="7873"/>
                </a:lnTo>
                <a:lnTo>
                  <a:pt x="2007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358510" y="1619122"/>
            <a:ext cx="375285" cy="3252470"/>
          </a:xfrm>
          <a:custGeom>
            <a:avLst/>
            <a:gdLst/>
            <a:ahLst/>
            <a:cxnLst/>
            <a:rect l="l" t="t" r="r" b="b"/>
            <a:pathLst>
              <a:path w="375285" h="3252470">
                <a:moveTo>
                  <a:pt x="226266" y="3087560"/>
                </a:moveTo>
                <a:lnTo>
                  <a:pt x="218969" y="3087727"/>
                </a:lnTo>
                <a:lnTo>
                  <a:pt x="212089" y="3090799"/>
                </a:lnTo>
                <a:lnTo>
                  <a:pt x="206875" y="3096303"/>
                </a:lnTo>
                <a:lnTo>
                  <a:pt x="204279" y="3103118"/>
                </a:lnTo>
                <a:lnTo>
                  <a:pt x="204446" y="3110408"/>
                </a:lnTo>
                <a:lnTo>
                  <a:pt x="207517" y="3117341"/>
                </a:lnTo>
                <a:lnTo>
                  <a:pt x="302640" y="3252089"/>
                </a:lnTo>
                <a:lnTo>
                  <a:pt x="319677" y="3216021"/>
                </a:lnTo>
                <a:lnTo>
                  <a:pt x="280415" y="3216021"/>
                </a:lnTo>
                <a:lnTo>
                  <a:pt x="274292" y="3145863"/>
                </a:lnTo>
                <a:lnTo>
                  <a:pt x="238633" y="3095371"/>
                </a:lnTo>
                <a:lnTo>
                  <a:pt x="233110" y="3090156"/>
                </a:lnTo>
                <a:lnTo>
                  <a:pt x="226266" y="3087560"/>
                </a:lnTo>
                <a:close/>
              </a:path>
              <a:path w="375285" h="3252470">
                <a:moveTo>
                  <a:pt x="274292" y="3145863"/>
                </a:moveTo>
                <a:lnTo>
                  <a:pt x="280415" y="3216021"/>
                </a:lnTo>
                <a:lnTo>
                  <a:pt x="318388" y="3212719"/>
                </a:lnTo>
                <a:lnTo>
                  <a:pt x="317823" y="3206241"/>
                </a:lnTo>
                <a:lnTo>
                  <a:pt x="282193" y="3206241"/>
                </a:lnTo>
                <a:lnTo>
                  <a:pt x="296098" y="3176741"/>
                </a:lnTo>
                <a:lnTo>
                  <a:pt x="274292" y="3145863"/>
                </a:lnTo>
                <a:close/>
              </a:path>
              <a:path w="375285" h="3252470">
                <a:moveTo>
                  <a:pt x="356637" y="3075678"/>
                </a:moveTo>
                <a:lnTo>
                  <a:pt x="349424" y="3076797"/>
                </a:lnTo>
                <a:lnTo>
                  <a:pt x="343140" y="3080535"/>
                </a:lnTo>
                <a:lnTo>
                  <a:pt x="338581" y="3086608"/>
                </a:lnTo>
                <a:lnTo>
                  <a:pt x="312254" y="3142465"/>
                </a:lnTo>
                <a:lnTo>
                  <a:pt x="318388" y="3212719"/>
                </a:lnTo>
                <a:lnTo>
                  <a:pt x="280415" y="3216021"/>
                </a:lnTo>
                <a:lnTo>
                  <a:pt x="319677" y="3216021"/>
                </a:lnTo>
                <a:lnTo>
                  <a:pt x="373125" y="3102864"/>
                </a:lnTo>
                <a:lnTo>
                  <a:pt x="374911" y="3095519"/>
                </a:lnTo>
                <a:lnTo>
                  <a:pt x="373792" y="3088306"/>
                </a:lnTo>
                <a:lnTo>
                  <a:pt x="370054" y="3082022"/>
                </a:lnTo>
                <a:lnTo>
                  <a:pt x="363981" y="3077464"/>
                </a:lnTo>
                <a:lnTo>
                  <a:pt x="356637" y="3075678"/>
                </a:lnTo>
                <a:close/>
              </a:path>
              <a:path w="375285" h="3252470">
                <a:moveTo>
                  <a:pt x="296098" y="3176741"/>
                </a:moveTo>
                <a:lnTo>
                  <a:pt x="282193" y="3206241"/>
                </a:lnTo>
                <a:lnTo>
                  <a:pt x="314960" y="3203447"/>
                </a:lnTo>
                <a:lnTo>
                  <a:pt x="296098" y="3176741"/>
                </a:lnTo>
                <a:close/>
              </a:path>
              <a:path w="375285" h="3252470">
                <a:moveTo>
                  <a:pt x="312254" y="3142465"/>
                </a:moveTo>
                <a:lnTo>
                  <a:pt x="296098" y="3176741"/>
                </a:lnTo>
                <a:lnTo>
                  <a:pt x="314960" y="3203447"/>
                </a:lnTo>
                <a:lnTo>
                  <a:pt x="282193" y="3206241"/>
                </a:lnTo>
                <a:lnTo>
                  <a:pt x="317823" y="3206241"/>
                </a:lnTo>
                <a:lnTo>
                  <a:pt x="312254" y="3142465"/>
                </a:lnTo>
                <a:close/>
              </a:path>
              <a:path w="375285" h="3252470">
                <a:moveTo>
                  <a:pt x="37846" y="0"/>
                </a:moveTo>
                <a:lnTo>
                  <a:pt x="0" y="3301"/>
                </a:lnTo>
                <a:lnTo>
                  <a:pt x="274292" y="3145863"/>
                </a:lnTo>
                <a:lnTo>
                  <a:pt x="296098" y="3176741"/>
                </a:lnTo>
                <a:lnTo>
                  <a:pt x="312254" y="3142465"/>
                </a:lnTo>
                <a:lnTo>
                  <a:pt x="378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89219" y="2231517"/>
            <a:ext cx="281940" cy="1873250"/>
          </a:xfrm>
          <a:custGeom>
            <a:avLst/>
            <a:gdLst/>
            <a:ahLst/>
            <a:cxnLst/>
            <a:rect l="l" t="t" r="r" b="b"/>
            <a:pathLst>
              <a:path w="281939" h="1873250">
                <a:moveTo>
                  <a:pt x="132556" y="1709531"/>
                </a:moveTo>
                <a:lnTo>
                  <a:pt x="125245" y="1709806"/>
                </a:lnTo>
                <a:lnTo>
                  <a:pt x="118363" y="1712976"/>
                </a:lnTo>
                <a:lnTo>
                  <a:pt x="113264" y="1718552"/>
                </a:lnTo>
                <a:lnTo>
                  <a:pt x="110807" y="1725390"/>
                </a:lnTo>
                <a:lnTo>
                  <a:pt x="111113" y="1732657"/>
                </a:lnTo>
                <a:lnTo>
                  <a:pt x="114300" y="1739519"/>
                </a:lnTo>
                <a:lnTo>
                  <a:pt x="211581" y="1872869"/>
                </a:lnTo>
                <a:lnTo>
                  <a:pt x="227737" y="1837182"/>
                </a:lnTo>
                <a:lnTo>
                  <a:pt x="188721" y="1837182"/>
                </a:lnTo>
                <a:lnTo>
                  <a:pt x="181502" y="1767051"/>
                </a:lnTo>
                <a:lnTo>
                  <a:pt x="145033" y="1717040"/>
                </a:lnTo>
                <a:lnTo>
                  <a:pt x="139438" y="1711993"/>
                </a:lnTo>
                <a:lnTo>
                  <a:pt x="132556" y="1709531"/>
                </a:lnTo>
                <a:close/>
              </a:path>
              <a:path w="281939" h="1873250">
                <a:moveTo>
                  <a:pt x="181502" y="1767051"/>
                </a:moveTo>
                <a:lnTo>
                  <a:pt x="188721" y="1837182"/>
                </a:lnTo>
                <a:lnTo>
                  <a:pt x="226567" y="1833245"/>
                </a:lnTo>
                <a:lnTo>
                  <a:pt x="225966" y="1827403"/>
                </a:lnTo>
                <a:lnTo>
                  <a:pt x="190245" y="1827403"/>
                </a:lnTo>
                <a:lnTo>
                  <a:pt x="203780" y="1797601"/>
                </a:lnTo>
                <a:lnTo>
                  <a:pt x="181502" y="1767051"/>
                </a:lnTo>
                <a:close/>
              </a:path>
              <a:path w="281939" h="1873250">
                <a:moveTo>
                  <a:pt x="262788" y="1695664"/>
                </a:moveTo>
                <a:lnTo>
                  <a:pt x="255603" y="1696878"/>
                </a:lnTo>
                <a:lnTo>
                  <a:pt x="249394" y="1700712"/>
                </a:lnTo>
                <a:lnTo>
                  <a:pt x="244982" y="1706880"/>
                </a:lnTo>
                <a:lnTo>
                  <a:pt x="219366" y="1763284"/>
                </a:lnTo>
                <a:lnTo>
                  <a:pt x="226567" y="1833245"/>
                </a:lnTo>
                <a:lnTo>
                  <a:pt x="188721" y="1837182"/>
                </a:lnTo>
                <a:lnTo>
                  <a:pt x="227737" y="1837182"/>
                </a:lnTo>
                <a:lnTo>
                  <a:pt x="279653" y="1722501"/>
                </a:lnTo>
                <a:lnTo>
                  <a:pt x="281344" y="1715160"/>
                </a:lnTo>
                <a:lnTo>
                  <a:pt x="280130" y="1707975"/>
                </a:lnTo>
                <a:lnTo>
                  <a:pt x="276296" y="1701766"/>
                </a:lnTo>
                <a:lnTo>
                  <a:pt x="270128" y="1697355"/>
                </a:lnTo>
                <a:lnTo>
                  <a:pt x="262788" y="1695664"/>
                </a:lnTo>
                <a:close/>
              </a:path>
              <a:path w="281939" h="1873250">
                <a:moveTo>
                  <a:pt x="203780" y="1797601"/>
                </a:moveTo>
                <a:lnTo>
                  <a:pt x="190245" y="1827403"/>
                </a:lnTo>
                <a:lnTo>
                  <a:pt x="223011" y="1823974"/>
                </a:lnTo>
                <a:lnTo>
                  <a:pt x="203780" y="1797601"/>
                </a:lnTo>
                <a:close/>
              </a:path>
              <a:path w="281939" h="1873250">
                <a:moveTo>
                  <a:pt x="219366" y="1763284"/>
                </a:moveTo>
                <a:lnTo>
                  <a:pt x="203780" y="1797601"/>
                </a:lnTo>
                <a:lnTo>
                  <a:pt x="223011" y="1823974"/>
                </a:lnTo>
                <a:lnTo>
                  <a:pt x="190245" y="1827403"/>
                </a:lnTo>
                <a:lnTo>
                  <a:pt x="225966" y="1827403"/>
                </a:lnTo>
                <a:lnTo>
                  <a:pt x="219366" y="1763284"/>
                </a:lnTo>
                <a:close/>
              </a:path>
              <a:path w="281939" h="1873250">
                <a:moveTo>
                  <a:pt x="37845" y="0"/>
                </a:moveTo>
                <a:lnTo>
                  <a:pt x="0" y="3810"/>
                </a:lnTo>
                <a:lnTo>
                  <a:pt x="181502" y="1767051"/>
                </a:lnTo>
                <a:lnTo>
                  <a:pt x="203780" y="1797601"/>
                </a:lnTo>
                <a:lnTo>
                  <a:pt x="219366" y="1763284"/>
                </a:lnTo>
                <a:lnTo>
                  <a:pt x="378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18809" y="3033648"/>
            <a:ext cx="297815" cy="753110"/>
          </a:xfrm>
          <a:custGeom>
            <a:avLst/>
            <a:gdLst/>
            <a:ahLst/>
            <a:cxnLst/>
            <a:rect l="l" t="t" r="r" b="b"/>
            <a:pathLst>
              <a:path w="297815" h="753110">
                <a:moveTo>
                  <a:pt x="151304" y="609933"/>
                </a:moveTo>
                <a:lnTo>
                  <a:pt x="144222" y="611768"/>
                </a:lnTo>
                <a:lnTo>
                  <a:pt x="138175" y="616331"/>
                </a:lnTo>
                <a:lnTo>
                  <a:pt x="134360" y="622875"/>
                </a:lnTo>
                <a:lnTo>
                  <a:pt x="133365" y="630110"/>
                </a:lnTo>
                <a:lnTo>
                  <a:pt x="135157" y="637155"/>
                </a:lnTo>
                <a:lnTo>
                  <a:pt x="139700" y="643127"/>
                </a:lnTo>
                <a:lnTo>
                  <a:pt x="263143" y="752728"/>
                </a:lnTo>
                <a:lnTo>
                  <a:pt x="269558" y="722757"/>
                </a:lnTo>
                <a:lnTo>
                  <a:pt x="233299" y="722757"/>
                </a:lnTo>
                <a:lnTo>
                  <a:pt x="211295" y="655716"/>
                </a:lnTo>
                <a:lnTo>
                  <a:pt x="165100" y="614680"/>
                </a:lnTo>
                <a:lnTo>
                  <a:pt x="158553" y="610883"/>
                </a:lnTo>
                <a:lnTo>
                  <a:pt x="151304" y="609933"/>
                </a:lnTo>
                <a:close/>
              </a:path>
              <a:path w="297815" h="753110">
                <a:moveTo>
                  <a:pt x="211295" y="655716"/>
                </a:moveTo>
                <a:lnTo>
                  <a:pt x="233299" y="722757"/>
                </a:lnTo>
                <a:lnTo>
                  <a:pt x="263718" y="712724"/>
                </a:lnTo>
                <a:lnTo>
                  <a:pt x="232790" y="712724"/>
                </a:lnTo>
                <a:lnTo>
                  <a:pt x="239606" y="680865"/>
                </a:lnTo>
                <a:lnTo>
                  <a:pt x="211295" y="655716"/>
                </a:lnTo>
                <a:close/>
              </a:path>
              <a:path w="297815" h="753110">
                <a:moveTo>
                  <a:pt x="275514" y="568630"/>
                </a:moveTo>
                <a:lnTo>
                  <a:pt x="268731" y="571341"/>
                </a:lnTo>
                <a:lnTo>
                  <a:pt x="263473" y="576385"/>
                </a:lnTo>
                <a:lnTo>
                  <a:pt x="260476" y="583311"/>
                </a:lnTo>
                <a:lnTo>
                  <a:pt x="247525" y="643849"/>
                </a:lnTo>
                <a:lnTo>
                  <a:pt x="269493" y="710819"/>
                </a:lnTo>
                <a:lnTo>
                  <a:pt x="233299" y="722757"/>
                </a:lnTo>
                <a:lnTo>
                  <a:pt x="269558" y="722757"/>
                </a:lnTo>
                <a:lnTo>
                  <a:pt x="297688" y="591312"/>
                </a:lnTo>
                <a:lnTo>
                  <a:pt x="297816" y="583761"/>
                </a:lnTo>
                <a:lnTo>
                  <a:pt x="295100" y="577008"/>
                </a:lnTo>
                <a:lnTo>
                  <a:pt x="290026" y="571755"/>
                </a:lnTo>
                <a:lnTo>
                  <a:pt x="283082" y="568705"/>
                </a:lnTo>
                <a:lnTo>
                  <a:pt x="275514" y="568630"/>
                </a:lnTo>
                <a:close/>
              </a:path>
              <a:path w="297815" h="753110">
                <a:moveTo>
                  <a:pt x="239606" y="680865"/>
                </a:moveTo>
                <a:lnTo>
                  <a:pt x="232790" y="712724"/>
                </a:lnTo>
                <a:lnTo>
                  <a:pt x="264032" y="702563"/>
                </a:lnTo>
                <a:lnTo>
                  <a:pt x="239606" y="680865"/>
                </a:lnTo>
                <a:close/>
              </a:path>
              <a:path w="297815" h="753110">
                <a:moveTo>
                  <a:pt x="247525" y="643849"/>
                </a:moveTo>
                <a:lnTo>
                  <a:pt x="239606" y="680865"/>
                </a:lnTo>
                <a:lnTo>
                  <a:pt x="264032" y="702563"/>
                </a:lnTo>
                <a:lnTo>
                  <a:pt x="232790" y="712724"/>
                </a:lnTo>
                <a:lnTo>
                  <a:pt x="263718" y="712724"/>
                </a:lnTo>
                <a:lnTo>
                  <a:pt x="269493" y="710819"/>
                </a:lnTo>
                <a:lnTo>
                  <a:pt x="247525" y="643849"/>
                </a:lnTo>
                <a:close/>
              </a:path>
              <a:path w="297815" h="753110">
                <a:moveTo>
                  <a:pt x="36321" y="0"/>
                </a:moveTo>
                <a:lnTo>
                  <a:pt x="0" y="11937"/>
                </a:lnTo>
                <a:lnTo>
                  <a:pt x="211295" y="655716"/>
                </a:lnTo>
                <a:lnTo>
                  <a:pt x="239606" y="680865"/>
                </a:lnTo>
                <a:lnTo>
                  <a:pt x="247525" y="643849"/>
                </a:lnTo>
                <a:lnTo>
                  <a:pt x="363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021070" y="2290039"/>
            <a:ext cx="607060" cy="133350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9890">
              <a:lnSpc>
                <a:spcPct val="100000"/>
              </a:lnSpc>
              <a:spcBef>
                <a:spcPts val="131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815965" y="283540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93233" y="2341626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65346" y="1690573"/>
            <a:ext cx="894080" cy="1725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38100">
              <a:lnSpc>
                <a:spcPts val="3600"/>
              </a:lnSpc>
              <a:spcBef>
                <a:spcPts val="2345"/>
              </a:spcBef>
            </a:pPr>
            <a:r>
              <a:rPr dirty="0" baseline="-12152" sz="4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2152" sz="4800" spc="17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388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100" spc="5" b="1" i="1">
                <a:solidFill>
                  <a:srgbClr val="FFFFFF"/>
                </a:solidFill>
                <a:latin typeface="Times New Roman"/>
                <a:cs typeface="Times New Roman"/>
              </a:rPr>
              <a:t>im</a:t>
            </a:r>
            <a:endParaRPr sz="2100">
              <a:latin typeface="Times New Roman"/>
              <a:cs typeface="Times New Roman"/>
            </a:endParaRPr>
          </a:p>
          <a:p>
            <a:pPr marL="565150">
              <a:lnSpc>
                <a:spcPts val="360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91890" y="1978532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63353" y="1384301"/>
            <a:ext cx="1756410" cy="1835150"/>
          </a:xfrm>
          <a:custGeom>
            <a:avLst/>
            <a:gdLst/>
            <a:ahLst/>
            <a:cxnLst/>
            <a:rect l="l" t="t" r="r" b="b"/>
            <a:pathLst>
              <a:path w="1756410" h="1835150">
                <a:moveTo>
                  <a:pt x="557216" y="1220468"/>
                </a:moveTo>
                <a:lnTo>
                  <a:pt x="511349" y="1170859"/>
                </a:lnTo>
                <a:lnTo>
                  <a:pt x="467158" y="1121026"/>
                </a:lnTo>
                <a:lnTo>
                  <a:pt x="424686" y="1071068"/>
                </a:lnTo>
                <a:lnTo>
                  <a:pt x="383974" y="1021084"/>
                </a:lnTo>
                <a:lnTo>
                  <a:pt x="345066" y="971172"/>
                </a:lnTo>
                <a:lnTo>
                  <a:pt x="308001" y="921431"/>
                </a:lnTo>
                <a:lnTo>
                  <a:pt x="272823" y="871960"/>
                </a:lnTo>
                <a:lnTo>
                  <a:pt x="239573" y="822857"/>
                </a:lnTo>
                <a:lnTo>
                  <a:pt x="208294" y="774222"/>
                </a:lnTo>
                <a:lnTo>
                  <a:pt x="179026" y="726152"/>
                </a:lnTo>
                <a:lnTo>
                  <a:pt x="151812" y="678748"/>
                </a:lnTo>
                <a:lnTo>
                  <a:pt x="126694" y="632107"/>
                </a:lnTo>
                <a:lnTo>
                  <a:pt x="103714" y="586328"/>
                </a:lnTo>
                <a:lnTo>
                  <a:pt x="82913" y="541510"/>
                </a:lnTo>
                <a:lnTo>
                  <a:pt x="64334" y="497751"/>
                </a:lnTo>
                <a:lnTo>
                  <a:pt x="48018" y="455151"/>
                </a:lnTo>
                <a:lnTo>
                  <a:pt x="34008" y="413809"/>
                </a:lnTo>
                <a:lnTo>
                  <a:pt x="22344" y="373822"/>
                </a:lnTo>
                <a:lnTo>
                  <a:pt x="13070" y="335289"/>
                </a:lnTo>
                <a:lnTo>
                  <a:pt x="1855" y="262983"/>
                </a:lnTo>
                <a:lnTo>
                  <a:pt x="0" y="229407"/>
                </a:lnTo>
                <a:lnTo>
                  <a:pt x="700" y="197680"/>
                </a:lnTo>
                <a:lnTo>
                  <a:pt x="9939" y="140170"/>
                </a:lnTo>
                <a:lnTo>
                  <a:pt x="29907" y="91242"/>
                </a:lnTo>
                <a:lnTo>
                  <a:pt x="60939" y="51687"/>
                </a:lnTo>
                <a:lnTo>
                  <a:pt x="102225" y="23001"/>
                </a:lnTo>
                <a:lnTo>
                  <a:pt x="152225" y="5898"/>
                </a:lnTo>
                <a:lnTo>
                  <a:pt x="210170" y="0"/>
                </a:lnTo>
                <a:lnTo>
                  <a:pt x="241882" y="1133"/>
                </a:lnTo>
                <a:lnTo>
                  <a:pt x="310304" y="11329"/>
                </a:lnTo>
                <a:lnTo>
                  <a:pt x="384751" y="31781"/>
                </a:lnTo>
                <a:lnTo>
                  <a:pt x="423993" y="45733"/>
                </a:lnTo>
                <a:lnTo>
                  <a:pt x="464454" y="62108"/>
                </a:lnTo>
                <a:lnTo>
                  <a:pt x="506036" y="80856"/>
                </a:lnTo>
                <a:lnTo>
                  <a:pt x="548644" y="101930"/>
                </a:lnTo>
                <a:lnTo>
                  <a:pt x="592181" y="125284"/>
                </a:lnTo>
                <a:lnTo>
                  <a:pt x="636553" y="150869"/>
                </a:lnTo>
                <a:lnTo>
                  <a:pt x="681662" y="178638"/>
                </a:lnTo>
                <a:lnTo>
                  <a:pt x="727412" y="208544"/>
                </a:lnTo>
                <a:lnTo>
                  <a:pt x="773708" y="240539"/>
                </a:lnTo>
                <a:lnTo>
                  <a:pt x="820454" y="274576"/>
                </a:lnTo>
                <a:lnTo>
                  <a:pt x="867553" y="310607"/>
                </a:lnTo>
                <a:lnTo>
                  <a:pt x="914910" y="348585"/>
                </a:lnTo>
                <a:lnTo>
                  <a:pt x="962427" y="388463"/>
                </a:lnTo>
                <a:lnTo>
                  <a:pt x="1010010" y="430192"/>
                </a:lnTo>
                <a:lnTo>
                  <a:pt x="1057563" y="473725"/>
                </a:lnTo>
                <a:lnTo>
                  <a:pt x="1104988" y="519016"/>
                </a:lnTo>
                <a:lnTo>
                  <a:pt x="1152191" y="566016"/>
                </a:lnTo>
                <a:lnTo>
                  <a:pt x="1199074" y="614678"/>
                </a:lnTo>
                <a:lnTo>
                  <a:pt x="1244942" y="664288"/>
                </a:lnTo>
                <a:lnTo>
                  <a:pt x="1289132" y="714121"/>
                </a:lnTo>
                <a:lnTo>
                  <a:pt x="1331603" y="764079"/>
                </a:lnTo>
                <a:lnTo>
                  <a:pt x="1372314" y="814063"/>
                </a:lnTo>
                <a:lnTo>
                  <a:pt x="1411221" y="863975"/>
                </a:lnTo>
                <a:lnTo>
                  <a:pt x="1448284" y="913716"/>
                </a:lnTo>
                <a:lnTo>
                  <a:pt x="1483460" y="963187"/>
                </a:lnTo>
                <a:lnTo>
                  <a:pt x="1516708" y="1012290"/>
                </a:lnTo>
                <a:lnTo>
                  <a:pt x="1547986" y="1060925"/>
                </a:lnTo>
                <a:lnTo>
                  <a:pt x="1577252" y="1108995"/>
                </a:lnTo>
                <a:lnTo>
                  <a:pt x="1604464" y="1156399"/>
                </a:lnTo>
                <a:lnTo>
                  <a:pt x="1629580" y="1203040"/>
                </a:lnTo>
                <a:lnTo>
                  <a:pt x="1652559" y="1248819"/>
                </a:lnTo>
                <a:lnTo>
                  <a:pt x="1673359" y="1293637"/>
                </a:lnTo>
                <a:lnTo>
                  <a:pt x="1691938" y="1337395"/>
                </a:lnTo>
                <a:lnTo>
                  <a:pt x="1708253" y="1379995"/>
                </a:lnTo>
                <a:lnTo>
                  <a:pt x="1722264" y="1421338"/>
                </a:lnTo>
                <a:lnTo>
                  <a:pt x="1733928" y="1461325"/>
                </a:lnTo>
                <a:lnTo>
                  <a:pt x="1743204" y="1499858"/>
                </a:lnTo>
                <a:lnTo>
                  <a:pt x="1754422" y="1572164"/>
                </a:lnTo>
                <a:lnTo>
                  <a:pt x="1756282" y="1605740"/>
                </a:lnTo>
                <a:lnTo>
                  <a:pt x="1755585" y="1637467"/>
                </a:lnTo>
                <a:lnTo>
                  <a:pt x="1746357" y="1694977"/>
                </a:lnTo>
                <a:lnTo>
                  <a:pt x="1726404" y="1743905"/>
                </a:lnTo>
                <a:lnTo>
                  <a:pt x="1695390" y="1783459"/>
                </a:lnTo>
                <a:lnTo>
                  <a:pt x="1654097" y="1812146"/>
                </a:lnTo>
                <a:lnTo>
                  <a:pt x="1604091" y="1829249"/>
                </a:lnTo>
                <a:lnTo>
                  <a:pt x="1546140" y="1835147"/>
                </a:lnTo>
                <a:lnTo>
                  <a:pt x="1514426" y="1834014"/>
                </a:lnTo>
                <a:lnTo>
                  <a:pt x="1445999" y="1823817"/>
                </a:lnTo>
                <a:lnTo>
                  <a:pt x="1371549" y="1803366"/>
                </a:lnTo>
                <a:lnTo>
                  <a:pt x="1332305" y="1789413"/>
                </a:lnTo>
                <a:lnTo>
                  <a:pt x="1291844" y="1773039"/>
                </a:lnTo>
                <a:lnTo>
                  <a:pt x="1250260" y="1754291"/>
                </a:lnTo>
                <a:lnTo>
                  <a:pt x="1207652" y="1733217"/>
                </a:lnTo>
                <a:lnTo>
                  <a:pt x="1164113" y="1709863"/>
                </a:lnTo>
                <a:lnTo>
                  <a:pt x="1119741" y="1684278"/>
                </a:lnTo>
                <a:lnTo>
                  <a:pt x="1074631" y="1656509"/>
                </a:lnTo>
                <a:lnTo>
                  <a:pt x="1028880" y="1626603"/>
                </a:lnTo>
                <a:lnTo>
                  <a:pt x="982584" y="1594608"/>
                </a:lnTo>
                <a:lnTo>
                  <a:pt x="935838" y="1560571"/>
                </a:lnTo>
                <a:lnTo>
                  <a:pt x="888738" y="1524540"/>
                </a:lnTo>
                <a:lnTo>
                  <a:pt x="841382" y="1486562"/>
                </a:lnTo>
                <a:lnTo>
                  <a:pt x="793864" y="1446684"/>
                </a:lnTo>
                <a:lnTo>
                  <a:pt x="746281" y="1404955"/>
                </a:lnTo>
                <a:lnTo>
                  <a:pt x="698728" y="1361421"/>
                </a:lnTo>
                <a:lnTo>
                  <a:pt x="651303" y="1316131"/>
                </a:lnTo>
                <a:lnTo>
                  <a:pt x="604100" y="1269131"/>
                </a:lnTo>
                <a:lnTo>
                  <a:pt x="557216" y="1220468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199845" y="986470"/>
            <a:ext cx="1479550" cy="2151380"/>
          </a:xfrm>
          <a:custGeom>
            <a:avLst/>
            <a:gdLst/>
            <a:ahLst/>
            <a:cxnLst/>
            <a:rect l="l" t="t" r="r" b="b"/>
            <a:pathLst>
              <a:path w="1479550" h="2151380">
                <a:moveTo>
                  <a:pt x="269663" y="1332676"/>
                </a:moveTo>
                <a:lnTo>
                  <a:pt x="239018" y="1274977"/>
                </a:lnTo>
                <a:lnTo>
                  <a:pt x="210183" y="1217338"/>
                </a:lnTo>
                <a:lnTo>
                  <a:pt x="183165" y="1159859"/>
                </a:lnTo>
                <a:lnTo>
                  <a:pt x="157971" y="1102639"/>
                </a:lnTo>
                <a:lnTo>
                  <a:pt x="134610" y="1045777"/>
                </a:lnTo>
                <a:lnTo>
                  <a:pt x="113089" y="989372"/>
                </a:lnTo>
                <a:lnTo>
                  <a:pt x="93416" y="933525"/>
                </a:lnTo>
                <a:lnTo>
                  <a:pt x="75598" y="878333"/>
                </a:lnTo>
                <a:lnTo>
                  <a:pt x="59643" y="823897"/>
                </a:lnTo>
                <a:lnTo>
                  <a:pt x="45559" y="770315"/>
                </a:lnTo>
                <a:lnTo>
                  <a:pt x="33354" y="717687"/>
                </a:lnTo>
                <a:lnTo>
                  <a:pt x="23035" y="666113"/>
                </a:lnTo>
                <a:lnTo>
                  <a:pt x="14609" y="615691"/>
                </a:lnTo>
                <a:lnTo>
                  <a:pt x="8086" y="566520"/>
                </a:lnTo>
                <a:lnTo>
                  <a:pt x="3471" y="518701"/>
                </a:lnTo>
                <a:lnTo>
                  <a:pt x="773" y="472332"/>
                </a:lnTo>
                <a:lnTo>
                  <a:pt x="0" y="427513"/>
                </a:lnTo>
                <a:lnTo>
                  <a:pt x="1158" y="384342"/>
                </a:lnTo>
                <a:lnTo>
                  <a:pt x="4257" y="342920"/>
                </a:lnTo>
                <a:lnTo>
                  <a:pt x="9303" y="303345"/>
                </a:lnTo>
                <a:lnTo>
                  <a:pt x="16305" y="265717"/>
                </a:lnTo>
                <a:lnTo>
                  <a:pt x="36204" y="196699"/>
                </a:lnTo>
                <a:lnTo>
                  <a:pt x="64017" y="136659"/>
                </a:lnTo>
                <a:lnTo>
                  <a:pt x="99804" y="86392"/>
                </a:lnTo>
                <a:lnTo>
                  <a:pt x="143627" y="46692"/>
                </a:lnTo>
                <a:lnTo>
                  <a:pt x="195217" y="18493"/>
                </a:lnTo>
                <a:lnTo>
                  <a:pt x="252323" y="3026"/>
                </a:lnTo>
                <a:lnTo>
                  <a:pt x="282623" y="0"/>
                </a:lnTo>
                <a:lnTo>
                  <a:pt x="313982" y="30"/>
                </a:lnTo>
                <a:lnTo>
                  <a:pt x="379560" y="9023"/>
                </a:lnTo>
                <a:lnTo>
                  <a:pt x="448421" y="29524"/>
                </a:lnTo>
                <a:lnTo>
                  <a:pt x="483884" y="43941"/>
                </a:lnTo>
                <a:lnTo>
                  <a:pt x="519929" y="61054"/>
                </a:lnTo>
                <a:lnTo>
                  <a:pt x="556478" y="80804"/>
                </a:lnTo>
                <a:lnTo>
                  <a:pt x="593450" y="103131"/>
                </a:lnTo>
                <a:lnTo>
                  <a:pt x="630766" y="127974"/>
                </a:lnTo>
                <a:lnTo>
                  <a:pt x="668348" y="155275"/>
                </a:lnTo>
                <a:lnTo>
                  <a:pt x="706114" y="184971"/>
                </a:lnTo>
                <a:lnTo>
                  <a:pt x="743987" y="217004"/>
                </a:lnTo>
                <a:lnTo>
                  <a:pt x="781886" y="251313"/>
                </a:lnTo>
                <a:lnTo>
                  <a:pt x="819733" y="287839"/>
                </a:lnTo>
                <a:lnTo>
                  <a:pt x="857447" y="326521"/>
                </a:lnTo>
                <a:lnTo>
                  <a:pt x="894950" y="367298"/>
                </a:lnTo>
                <a:lnTo>
                  <a:pt x="932161" y="410112"/>
                </a:lnTo>
                <a:lnTo>
                  <a:pt x="969002" y="454902"/>
                </a:lnTo>
                <a:lnTo>
                  <a:pt x="1005393" y="501607"/>
                </a:lnTo>
                <a:lnTo>
                  <a:pt x="1041255" y="550168"/>
                </a:lnTo>
                <a:lnTo>
                  <a:pt x="1076508" y="600525"/>
                </a:lnTo>
                <a:lnTo>
                  <a:pt x="1111073" y="652617"/>
                </a:lnTo>
                <a:lnTo>
                  <a:pt x="1144870" y="706385"/>
                </a:lnTo>
                <a:lnTo>
                  <a:pt x="1177820" y="761768"/>
                </a:lnTo>
                <a:lnTo>
                  <a:pt x="1209844" y="818707"/>
                </a:lnTo>
                <a:lnTo>
                  <a:pt x="1240488" y="876406"/>
                </a:lnTo>
                <a:lnTo>
                  <a:pt x="1269324" y="934044"/>
                </a:lnTo>
                <a:lnTo>
                  <a:pt x="1296342" y="991523"/>
                </a:lnTo>
                <a:lnTo>
                  <a:pt x="1321535" y="1048744"/>
                </a:lnTo>
                <a:lnTo>
                  <a:pt x="1344896" y="1105606"/>
                </a:lnTo>
                <a:lnTo>
                  <a:pt x="1366417" y="1162010"/>
                </a:lnTo>
                <a:lnTo>
                  <a:pt x="1386091" y="1217858"/>
                </a:lnTo>
                <a:lnTo>
                  <a:pt x="1403908" y="1273049"/>
                </a:lnTo>
                <a:lnTo>
                  <a:pt x="1419863" y="1327486"/>
                </a:lnTo>
                <a:lnTo>
                  <a:pt x="1433947" y="1381067"/>
                </a:lnTo>
                <a:lnTo>
                  <a:pt x="1446152" y="1433695"/>
                </a:lnTo>
                <a:lnTo>
                  <a:pt x="1456472" y="1485270"/>
                </a:lnTo>
                <a:lnTo>
                  <a:pt x="1464897" y="1535692"/>
                </a:lnTo>
                <a:lnTo>
                  <a:pt x="1471421" y="1584862"/>
                </a:lnTo>
                <a:lnTo>
                  <a:pt x="1476036" y="1632681"/>
                </a:lnTo>
                <a:lnTo>
                  <a:pt x="1478734" y="1679050"/>
                </a:lnTo>
                <a:lnTo>
                  <a:pt x="1479507" y="1723870"/>
                </a:lnTo>
                <a:lnTo>
                  <a:pt x="1478348" y="1767040"/>
                </a:lnTo>
                <a:lnTo>
                  <a:pt x="1475249" y="1808462"/>
                </a:lnTo>
                <a:lnTo>
                  <a:pt x="1470203" y="1848037"/>
                </a:lnTo>
                <a:lnTo>
                  <a:pt x="1463202" y="1885665"/>
                </a:lnTo>
                <a:lnTo>
                  <a:pt x="1443302" y="1954683"/>
                </a:lnTo>
                <a:lnTo>
                  <a:pt x="1415490" y="2014723"/>
                </a:lnTo>
                <a:lnTo>
                  <a:pt x="1379703" y="2064990"/>
                </a:lnTo>
                <a:lnTo>
                  <a:pt x="1335880" y="2104691"/>
                </a:lnTo>
                <a:lnTo>
                  <a:pt x="1284301" y="2132889"/>
                </a:lnTo>
                <a:lnTo>
                  <a:pt x="1227218" y="2148356"/>
                </a:lnTo>
                <a:lnTo>
                  <a:pt x="1196927" y="2151383"/>
                </a:lnTo>
                <a:lnTo>
                  <a:pt x="1165577" y="2151352"/>
                </a:lnTo>
                <a:lnTo>
                  <a:pt x="1100015" y="2142359"/>
                </a:lnTo>
                <a:lnTo>
                  <a:pt x="1031166" y="2121858"/>
                </a:lnTo>
                <a:lnTo>
                  <a:pt x="995708" y="2107442"/>
                </a:lnTo>
                <a:lnTo>
                  <a:pt x="959666" y="2090328"/>
                </a:lnTo>
                <a:lnTo>
                  <a:pt x="923120" y="2070578"/>
                </a:lnTo>
                <a:lnTo>
                  <a:pt x="886150" y="2048251"/>
                </a:lnTo>
                <a:lnTo>
                  <a:pt x="848835" y="2023408"/>
                </a:lnTo>
                <a:lnTo>
                  <a:pt x="811254" y="1996108"/>
                </a:lnTo>
                <a:lnTo>
                  <a:pt x="773487" y="1966411"/>
                </a:lnTo>
                <a:lnTo>
                  <a:pt x="735613" y="1934378"/>
                </a:lnTo>
                <a:lnTo>
                  <a:pt x="697712" y="1900069"/>
                </a:lnTo>
                <a:lnTo>
                  <a:pt x="659862" y="1863543"/>
                </a:lnTo>
                <a:lnTo>
                  <a:pt x="622144" y="1824862"/>
                </a:lnTo>
                <a:lnTo>
                  <a:pt x="584637" y="1784084"/>
                </a:lnTo>
                <a:lnTo>
                  <a:pt x="547420" y="1741270"/>
                </a:lnTo>
                <a:lnTo>
                  <a:pt x="510573" y="1696481"/>
                </a:lnTo>
                <a:lnTo>
                  <a:pt x="474174" y="1649775"/>
                </a:lnTo>
                <a:lnTo>
                  <a:pt x="438305" y="1601214"/>
                </a:lnTo>
                <a:lnTo>
                  <a:pt x="403043" y="1550857"/>
                </a:lnTo>
                <a:lnTo>
                  <a:pt x="368468" y="1498765"/>
                </a:lnTo>
                <a:lnTo>
                  <a:pt x="334660" y="1444997"/>
                </a:lnTo>
                <a:lnTo>
                  <a:pt x="301699" y="1389614"/>
                </a:lnTo>
                <a:lnTo>
                  <a:pt x="269663" y="1332676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690225" y="930928"/>
            <a:ext cx="1481455" cy="2153285"/>
          </a:xfrm>
          <a:custGeom>
            <a:avLst/>
            <a:gdLst/>
            <a:ahLst/>
            <a:cxnLst/>
            <a:rect l="l" t="t" r="r" b="b"/>
            <a:pathLst>
              <a:path w="1481454" h="2153285">
                <a:moveTo>
                  <a:pt x="269634" y="1333862"/>
                </a:moveTo>
                <a:lnTo>
                  <a:pt x="238977" y="1276125"/>
                </a:lnTo>
                <a:lnTo>
                  <a:pt x="210132" y="1218447"/>
                </a:lnTo>
                <a:lnTo>
                  <a:pt x="183105" y="1160928"/>
                </a:lnTo>
                <a:lnTo>
                  <a:pt x="157905" y="1103667"/>
                </a:lnTo>
                <a:lnTo>
                  <a:pt x="134539" y="1046764"/>
                </a:lnTo>
                <a:lnTo>
                  <a:pt x="113015" y="990318"/>
                </a:lnTo>
                <a:lnTo>
                  <a:pt x="93340" y="934428"/>
                </a:lnTo>
                <a:lnTo>
                  <a:pt x="75522" y="879195"/>
                </a:lnTo>
                <a:lnTo>
                  <a:pt x="59569" y="824716"/>
                </a:lnTo>
                <a:lnTo>
                  <a:pt x="45488" y="771092"/>
                </a:lnTo>
                <a:lnTo>
                  <a:pt x="33288" y="718422"/>
                </a:lnTo>
                <a:lnTo>
                  <a:pt x="22976" y="666805"/>
                </a:lnTo>
                <a:lnTo>
                  <a:pt x="14559" y="616341"/>
                </a:lnTo>
                <a:lnTo>
                  <a:pt x="8045" y="567129"/>
                </a:lnTo>
                <a:lnTo>
                  <a:pt x="3442" y="519268"/>
                </a:lnTo>
                <a:lnTo>
                  <a:pt x="758" y="472858"/>
                </a:lnTo>
                <a:lnTo>
                  <a:pt x="0" y="427998"/>
                </a:lnTo>
                <a:lnTo>
                  <a:pt x="1175" y="384788"/>
                </a:lnTo>
                <a:lnTo>
                  <a:pt x="4293" y="343327"/>
                </a:lnTo>
                <a:lnTo>
                  <a:pt x="9359" y="303713"/>
                </a:lnTo>
                <a:lnTo>
                  <a:pt x="16383" y="266048"/>
                </a:lnTo>
                <a:lnTo>
                  <a:pt x="36331" y="196957"/>
                </a:lnTo>
                <a:lnTo>
                  <a:pt x="64200" y="136849"/>
                </a:lnTo>
                <a:lnTo>
                  <a:pt x="100049" y="86519"/>
                </a:lnTo>
                <a:lnTo>
                  <a:pt x="143942" y="46761"/>
                </a:lnTo>
                <a:lnTo>
                  <a:pt x="195608" y="18524"/>
                </a:lnTo>
                <a:lnTo>
                  <a:pt x="252789" y="3036"/>
                </a:lnTo>
                <a:lnTo>
                  <a:pt x="283128" y="0"/>
                </a:lnTo>
                <a:lnTo>
                  <a:pt x="314525" y="22"/>
                </a:lnTo>
                <a:lnTo>
                  <a:pt x="380179" y="9001"/>
                </a:lnTo>
                <a:lnTo>
                  <a:pt x="449116" y="29495"/>
                </a:lnTo>
                <a:lnTo>
                  <a:pt x="484617" y="43909"/>
                </a:lnTo>
                <a:lnTo>
                  <a:pt x="520700" y="61022"/>
                </a:lnTo>
                <a:lnTo>
                  <a:pt x="557287" y="80772"/>
                </a:lnTo>
                <a:lnTo>
                  <a:pt x="594297" y="103102"/>
                </a:lnTo>
                <a:lnTo>
                  <a:pt x="631652" y="127949"/>
                </a:lnTo>
                <a:lnTo>
                  <a:pt x="669271" y="155254"/>
                </a:lnTo>
                <a:lnTo>
                  <a:pt x="707076" y="184958"/>
                </a:lnTo>
                <a:lnTo>
                  <a:pt x="744987" y="217000"/>
                </a:lnTo>
                <a:lnTo>
                  <a:pt x="782924" y="251320"/>
                </a:lnTo>
                <a:lnTo>
                  <a:pt x="820809" y="287858"/>
                </a:lnTo>
                <a:lnTo>
                  <a:pt x="858561" y="326555"/>
                </a:lnTo>
                <a:lnTo>
                  <a:pt x="896102" y="367349"/>
                </a:lnTo>
                <a:lnTo>
                  <a:pt x="933351" y="410181"/>
                </a:lnTo>
                <a:lnTo>
                  <a:pt x="970231" y="454991"/>
                </a:lnTo>
                <a:lnTo>
                  <a:pt x="1006660" y="501719"/>
                </a:lnTo>
                <a:lnTo>
                  <a:pt x="1042559" y="550306"/>
                </a:lnTo>
                <a:lnTo>
                  <a:pt x="1077851" y="600690"/>
                </a:lnTo>
                <a:lnTo>
                  <a:pt x="1112453" y="652812"/>
                </a:lnTo>
                <a:lnTo>
                  <a:pt x="1146289" y="706611"/>
                </a:lnTo>
                <a:lnTo>
                  <a:pt x="1179277" y="762029"/>
                </a:lnTo>
                <a:lnTo>
                  <a:pt x="1211339" y="819004"/>
                </a:lnTo>
                <a:lnTo>
                  <a:pt x="1241995" y="876742"/>
                </a:lnTo>
                <a:lnTo>
                  <a:pt x="1270841" y="934420"/>
                </a:lnTo>
                <a:lnTo>
                  <a:pt x="1297868" y="991939"/>
                </a:lnTo>
                <a:lnTo>
                  <a:pt x="1323068" y="1049200"/>
                </a:lnTo>
                <a:lnTo>
                  <a:pt x="1346434" y="1106103"/>
                </a:lnTo>
                <a:lnTo>
                  <a:pt x="1367958" y="1162549"/>
                </a:lnTo>
                <a:lnTo>
                  <a:pt x="1387633" y="1218439"/>
                </a:lnTo>
                <a:lnTo>
                  <a:pt x="1405451" y="1273674"/>
                </a:lnTo>
                <a:lnTo>
                  <a:pt x="1421404" y="1328153"/>
                </a:lnTo>
                <a:lnTo>
                  <a:pt x="1435485" y="1381779"/>
                </a:lnTo>
                <a:lnTo>
                  <a:pt x="1447685" y="1434450"/>
                </a:lnTo>
                <a:lnTo>
                  <a:pt x="1457997" y="1486069"/>
                </a:lnTo>
                <a:lnTo>
                  <a:pt x="1466414" y="1536535"/>
                </a:lnTo>
                <a:lnTo>
                  <a:pt x="1472928" y="1585750"/>
                </a:lnTo>
                <a:lnTo>
                  <a:pt x="1477531" y="1633614"/>
                </a:lnTo>
                <a:lnTo>
                  <a:pt x="1480215" y="1680027"/>
                </a:lnTo>
                <a:lnTo>
                  <a:pt x="1480973" y="1724891"/>
                </a:lnTo>
                <a:lnTo>
                  <a:pt x="1479798" y="1768106"/>
                </a:lnTo>
                <a:lnTo>
                  <a:pt x="1476680" y="1809572"/>
                </a:lnTo>
                <a:lnTo>
                  <a:pt x="1471614" y="1849190"/>
                </a:lnTo>
                <a:lnTo>
                  <a:pt x="1464590" y="1886862"/>
                </a:lnTo>
                <a:lnTo>
                  <a:pt x="1444642" y="1955967"/>
                </a:lnTo>
                <a:lnTo>
                  <a:pt x="1416773" y="2016091"/>
                </a:lnTo>
                <a:lnTo>
                  <a:pt x="1380924" y="2066440"/>
                </a:lnTo>
                <a:lnTo>
                  <a:pt x="1337031" y="2106219"/>
                </a:lnTo>
                <a:lnTo>
                  <a:pt x="1285365" y="2134469"/>
                </a:lnTo>
                <a:lnTo>
                  <a:pt x="1228183" y="2149954"/>
                </a:lnTo>
                <a:lnTo>
                  <a:pt x="1197845" y="2152988"/>
                </a:lnTo>
                <a:lnTo>
                  <a:pt x="1166448" y="2152962"/>
                </a:lnTo>
                <a:lnTo>
                  <a:pt x="1100794" y="2143974"/>
                </a:lnTo>
                <a:lnTo>
                  <a:pt x="1031857" y="2123471"/>
                </a:lnTo>
                <a:lnTo>
                  <a:pt x="996356" y="2109051"/>
                </a:lnTo>
                <a:lnTo>
                  <a:pt x="960273" y="2091933"/>
                </a:lnTo>
                <a:lnTo>
                  <a:pt x="923686" y="2072176"/>
                </a:lnTo>
                <a:lnTo>
                  <a:pt x="886676" y="2049841"/>
                </a:lnTo>
                <a:lnTo>
                  <a:pt x="849321" y="2024987"/>
                </a:lnTo>
                <a:lnTo>
                  <a:pt x="811702" y="1997675"/>
                </a:lnTo>
                <a:lnTo>
                  <a:pt x="773897" y="1967965"/>
                </a:lnTo>
                <a:lnTo>
                  <a:pt x="735986" y="1935917"/>
                </a:lnTo>
                <a:lnTo>
                  <a:pt x="698049" y="1901591"/>
                </a:lnTo>
                <a:lnTo>
                  <a:pt x="660164" y="1865047"/>
                </a:lnTo>
                <a:lnTo>
                  <a:pt x="622412" y="1826345"/>
                </a:lnTo>
                <a:lnTo>
                  <a:pt x="584871" y="1785545"/>
                </a:lnTo>
                <a:lnTo>
                  <a:pt x="547622" y="1742707"/>
                </a:lnTo>
                <a:lnTo>
                  <a:pt x="510742" y="1697892"/>
                </a:lnTo>
                <a:lnTo>
                  <a:pt x="474313" y="1651160"/>
                </a:lnTo>
                <a:lnTo>
                  <a:pt x="438413" y="1602570"/>
                </a:lnTo>
                <a:lnTo>
                  <a:pt x="403122" y="1552183"/>
                </a:lnTo>
                <a:lnTo>
                  <a:pt x="368519" y="1500058"/>
                </a:lnTo>
                <a:lnTo>
                  <a:pt x="334684" y="1446257"/>
                </a:lnTo>
                <a:lnTo>
                  <a:pt x="301696" y="1390838"/>
                </a:lnTo>
                <a:lnTo>
                  <a:pt x="269634" y="1333862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561626" y="1210185"/>
            <a:ext cx="2104390" cy="1548765"/>
          </a:xfrm>
          <a:custGeom>
            <a:avLst/>
            <a:gdLst/>
            <a:ahLst/>
            <a:cxnLst/>
            <a:rect l="l" t="t" r="r" b="b"/>
            <a:pathLst>
              <a:path w="2104390" h="1548764">
                <a:moveTo>
                  <a:pt x="770337" y="1230881"/>
                </a:moveTo>
                <a:lnTo>
                  <a:pt x="715151" y="1195901"/>
                </a:lnTo>
                <a:lnTo>
                  <a:pt x="661569" y="1160076"/>
                </a:lnTo>
                <a:lnTo>
                  <a:pt x="609646" y="1123490"/>
                </a:lnTo>
                <a:lnTo>
                  <a:pt x="559438" y="1086226"/>
                </a:lnTo>
                <a:lnTo>
                  <a:pt x="511000" y="1048364"/>
                </a:lnTo>
                <a:lnTo>
                  <a:pt x="464390" y="1009989"/>
                </a:lnTo>
                <a:lnTo>
                  <a:pt x="419661" y="971182"/>
                </a:lnTo>
                <a:lnTo>
                  <a:pt x="376871" y="932026"/>
                </a:lnTo>
                <a:lnTo>
                  <a:pt x="336075" y="892603"/>
                </a:lnTo>
                <a:lnTo>
                  <a:pt x="297328" y="852995"/>
                </a:lnTo>
                <a:lnTo>
                  <a:pt x="260686" y="813286"/>
                </a:lnTo>
                <a:lnTo>
                  <a:pt x="226206" y="773558"/>
                </a:lnTo>
                <a:lnTo>
                  <a:pt x="193942" y="733892"/>
                </a:lnTo>
                <a:lnTo>
                  <a:pt x="163952" y="694372"/>
                </a:lnTo>
                <a:lnTo>
                  <a:pt x="136289" y="655079"/>
                </a:lnTo>
                <a:lnTo>
                  <a:pt x="111011" y="616097"/>
                </a:lnTo>
                <a:lnTo>
                  <a:pt x="88173" y="577508"/>
                </a:lnTo>
                <a:lnTo>
                  <a:pt x="67831" y="539394"/>
                </a:lnTo>
                <a:lnTo>
                  <a:pt x="50040" y="501837"/>
                </a:lnTo>
                <a:lnTo>
                  <a:pt x="34856" y="464921"/>
                </a:lnTo>
                <a:lnTo>
                  <a:pt x="22336" y="428727"/>
                </a:lnTo>
                <a:lnTo>
                  <a:pt x="5507" y="358836"/>
                </a:lnTo>
                <a:lnTo>
                  <a:pt x="0" y="292825"/>
                </a:lnTo>
                <a:lnTo>
                  <a:pt x="1631" y="261480"/>
                </a:lnTo>
                <a:lnTo>
                  <a:pt x="13942" y="202524"/>
                </a:lnTo>
                <a:lnTo>
                  <a:pt x="38690" y="149095"/>
                </a:lnTo>
                <a:lnTo>
                  <a:pt x="75331" y="103003"/>
                </a:lnTo>
                <a:lnTo>
                  <a:pt x="122496" y="65545"/>
                </a:lnTo>
                <a:lnTo>
                  <a:pt x="179395" y="36618"/>
                </a:lnTo>
                <a:lnTo>
                  <a:pt x="245237" y="16120"/>
                </a:lnTo>
                <a:lnTo>
                  <a:pt x="319233" y="3949"/>
                </a:lnTo>
                <a:lnTo>
                  <a:pt x="359041" y="953"/>
                </a:lnTo>
                <a:lnTo>
                  <a:pt x="400591" y="0"/>
                </a:lnTo>
                <a:lnTo>
                  <a:pt x="443784" y="1076"/>
                </a:lnTo>
                <a:lnTo>
                  <a:pt x="488521" y="4170"/>
                </a:lnTo>
                <a:lnTo>
                  <a:pt x="534704" y="9268"/>
                </a:lnTo>
                <a:lnTo>
                  <a:pt x="582234" y="16358"/>
                </a:lnTo>
                <a:lnTo>
                  <a:pt x="631011" y="25426"/>
                </a:lnTo>
                <a:lnTo>
                  <a:pt x="680937" y="36460"/>
                </a:lnTo>
                <a:lnTo>
                  <a:pt x="731913" y="49446"/>
                </a:lnTo>
                <a:lnTo>
                  <a:pt x="783841" y="64372"/>
                </a:lnTo>
                <a:lnTo>
                  <a:pt x="836622" y="81226"/>
                </a:lnTo>
                <a:lnTo>
                  <a:pt x="890156" y="99993"/>
                </a:lnTo>
                <a:lnTo>
                  <a:pt x="944345" y="120662"/>
                </a:lnTo>
                <a:lnTo>
                  <a:pt x="999090" y="143219"/>
                </a:lnTo>
                <a:lnTo>
                  <a:pt x="1054293" y="167652"/>
                </a:lnTo>
                <a:lnTo>
                  <a:pt x="1109854" y="193947"/>
                </a:lnTo>
                <a:lnTo>
                  <a:pt x="1165675" y="222092"/>
                </a:lnTo>
                <a:lnTo>
                  <a:pt x="1221657" y="252074"/>
                </a:lnTo>
                <a:lnTo>
                  <a:pt x="1277701" y="283880"/>
                </a:lnTo>
                <a:lnTo>
                  <a:pt x="1333709" y="317497"/>
                </a:lnTo>
                <a:lnTo>
                  <a:pt x="1388895" y="352478"/>
                </a:lnTo>
                <a:lnTo>
                  <a:pt x="1442477" y="388303"/>
                </a:lnTo>
                <a:lnTo>
                  <a:pt x="1494400" y="424889"/>
                </a:lnTo>
                <a:lnTo>
                  <a:pt x="1544608" y="462153"/>
                </a:lnTo>
                <a:lnTo>
                  <a:pt x="1593045" y="500015"/>
                </a:lnTo>
                <a:lnTo>
                  <a:pt x="1639656" y="538390"/>
                </a:lnTo>
                <a:lnTo>
                  <a:pt x="1684384" y="577197"/>
                </a:lnTo>
                <a:lnTo>
                  <a:pt x="1727175" y="616353"/>
                </a:lnTo>
                <a:lnTo>
                  <a:pt x="1767971" y="655776"/>
                </a:lnTo>
                <a:lnTo>
                  <a:pt x="1806718" y="695384"/>
                </a:lnTo>
                <a:lnTo>
                  <a:pt x="1843359" y="735093"/>
                </a:lnTo>
                <a:lnTo>
                  <a:pt x="1877840" y="774821"/>
                </a:lnTo>
                <a:lnTo>
                  <a:pt x="1910103" y="814487"/>
                </a:lnTo>
                <a:lnTo>
                  <a:pt x="1940094" y="854007"/>
                </a:lnTo>
                <a:lnTo>
                  <a:pt x="1967756" y="893300"/>
                </a:lnTo>
                <a:lnTo>
                  <a:pt x="1993034" y="932282"/>
                </a:lnTo>
                <a:lnTo>
                  <a:pt x="2015873" y="970871"/>
                </a:lnTo>
                <a:lnTo>
                  <a:pt x="2036215" y="1008985"/>
                </a:lnTo>
                <a:lnTo>
                  <a:pt x="2054006" y="1046542"/>
                </a:lnTo>
                <a:lnTo>
                  <a:pt x="2069189" y="1083458"/>
                </a:lnTo>
                <a:lnTo>
                  <a:pt x="2081710" y="1119652"/>
                </a:lnTo>
                <a:lnTo>
                  <a:pt x="2098539" y="1189543"/>
                </a:lnTo>
                <a:lnTo>
                  <a:pt x="2104046" y="1255554"/>
                </a:lnTo>
                <a:lnTo>
                  <a:pt x="2102415" y="1286899"/>
                </a:lnTo>
                <a:lnTo>
                  <a:pt x="2090104" y="1345855"/>
                </a:lnTo>
                <a:lnTo>
                  <a:pt x="2065356" y="1399283"/>
                </a:lnTo>
                <a:lnTo>
                  <a:pt x="2028715" y="1445376"/>
                </a:lnTo>
                <a:lnTo>
                  <a:pt x="1981550" y="1482834"/>
                </a:lnTo>
                <a:lnTo>
                  <a:pt x="1924651" y="1511761"/>
                </a:lnTo>
                <a:lnTo>
                  <a:pt x="1858808" y="1532258"/>
                </a:lnTo>
                <a:lnTo>
                  <a:pt x="1784813" y="1544430"/>
                </a:lnTo>
                <a:lnTo>
                  <a:pt x="1745005" y="1547426"/>
                </a:lnTo>
                <a:lnTo>
                  <a:pt x="1703455" y="1548379"/>
                </a:lnTo>
                <a:lnTo>
                  <a:pt x="1660262" y="1547303"/>
                </a:lnTo>
                <a:lnTo>
                  <a:pt x="1615524" y="1544209"/>
                </a:lnTo>
                <a:lnTo>
                  <a:pt x="1569341" y="1539110"/>
                </a:lnTo>
                <a:lnTo>
                  <a:pt x="1521812" y="1532021"/>
                </a:lnTo>
                <a:lnTo>
                  <a:pt x="1473035" y="1522953"/>
                </a:lnTo>
                <a:lnTo>
                  <a:pt x="1423109" y="1511919"/>
                </a:lnTo>
                <a:lnTo>
                  <a:pt x="1372132" y="1498933"/>
                </a:lnTo>
                <a:lnTo>
                  <a:pt x="1320204" y="1484007"/>
                </a:lnTo>
                <a:lnTo>
                  <a:pt x="1267424" y="1467153"/>
                </a:lnTo>
                <a:lnTo>
                  <a:pt x="1213890" y="1448386"/>
                </a:lnTo>
                <a:lnTo>
                  <a:pt x="1159701" y="1427717"/>
                </a:lnTo>
                <a:lnTo>
                  <a:pt x="1104955" y="1405160"/>
                </a:lnTo>
                <a:lnTo>
                  <a:pt x="1049753" y="1380727"/>
                </a:lnTo>
                <a:lnTo>
                  <a:pt x="994191" y="1354432"/>
                </a:lnTo>
                <a:lnTo>
                  <a:pt x="938370" y="1326287"/>
                </a:lnTo>
                <a:lnTo>
                  <a:pt x="882388" y="1296305"/>
                </a:lnTo>
                <a:lnTo>
                  <a:pt x="826344" y="1264499"/>
                </a:lnTo>
                <a:lnTo>
                  <a:pt x="770337" y="1230881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40821" y="1064194"/>
            <a:ext cx="1479550" cy="2152015"/>
          </a:xfrm>
          <a:custGeom>
            <a:avLst/>
            <a:gdLst/>
            <a:ahLst/>
            <a:cxnLst/>
            <a:rect l="l" t="t" r="r" b="b"/>
            <a:pathLst>
              <a:path w="1479550" h="2152015">
                <a:moveTo>
                  <a:pt x="269663" y="1332803"/>
                </a:moveTo>
                <a:lnTo>
                  <a:pt x="239018" y="1275104"/>
                </a:lnTo>
                <a:lnTo>
                  <a:pt x="210183" y="1217465"/>
                </a:lnTo>
                <a:lnTo>
                  <a:pt x="183165" y="1159986"/>
                </a:lnTo>
                <a:lnTo>
                  <a:pt x="157971" y="1102765"/>
                </a:lnTo>
                <a:lnTo>
                  <a:pt x="134610" y="1045903"/>
                </a:lnTo>
                <a:lnTo>
                  <a:pt x="113089" y="989498"/>
                </a:lnTo>
                <a:lnTo>
                  <a:pt x="93416" y="933650"/>
                </a:lnTo>
                <a:lnTo>
                  <a:pt x="75598" y="878458"/>
                </a:lnTo>
                <a:lnTo>
                  <a:pt x="59643" y="824020"/>
                </a:lnTo>
                <a:lnTo>
                  <a:pt x="45559" y="770437"/>
                </a:lnTo>
                <a:lnTo>
                  <a:pt x="33354" y="717808"/>
                </a:lnTo>
                <a:lnTo>
                  <a:pt x="23035" y="666231"/>
                </a:lnTo>
                <a:lnTo>
                  <a:pt x="14609" y="615807"/>
                </a:lnTo>
                <a:lnTo>
                  <a:pt x="8086" y="566634"/>
                </a:lnTo>
                <a:lnTo>
                  <a:pt x="3471" y="518812"/>
                </a:lnTo>
                <a:lnTo>
                  <a:pt x="773" y="472440"/>
                </a:lnTo>
                <a:lnTo>
                  <a:pt x="0" y="427617"/>
                </a:lnTo>
                <a:lnTo>
                  <a:pt x="1158" y="384442"/>
                </a:lnTo>
                <a:lnTo>
                  <a:pt x="4257" y="343015"/>
                </a:lnTo>
                <a:lnTo>
                  <a:pt x="9303" y="303435"/>
                </a:lnTo>
                <a:lnTo>
                  <a:pt x="16305" y="265801"/>
                </a:lnTo>
                <a:lnTo>
                  <a:pt x="36204" y="196769"/>
                </a:lnTo>
                <a:lnTo>
                  <a:pt x="64017" y="136713"/>
                </a:lnTo>
                <a:lnTo>
                  <a:pt x="99804" y="86426"/>
                </a:lnTo>
                <a:lnTo>
                  <a:pt x="143627" y="46704"/>
                </a:lnTo>
                <a:lnTo>
                  <a:pt x="195205" y="18493"/>
                </a:lnTo>
                <a:lnTo>
                  <a:pt x="252289" y="3026"/>
                </a:lnTo>
                <a:lnTo>
                  <a:pt x="282579" y="0"/>
                </a:lnTo>
                <a:lnTo>
                  <a:pt x="313929" y="30"/>
                </a:lnTo>
                <a:lnTo>
                  <a:pt x="379492" y="9023"/>
                </a:lnTo>
                <a:lnTo>
                  <a:pt x="448341" y="29524"/>
                </a:lnTo>
                <a:lnTo>
                  <a:pt x="483799" y="43941"/>
                </a:lnTo>
                <a:lnTo>
                  <a:pt x="519841" y="61054"/>
                </a:lnTo>
                <a:lnTo>
                  <a:pt x="556386" y="80804"/>
                </a:lnTo>
                <a:lnTo>
                  <a:pt x="593356" y="103131"/>
                </a:lnTo>
                <a:lnTo>
                  <a:pt x="630671" y="127974"/>
                </a:lnTo>
                <a:lnTo>
                  <a:pt x="668252" y="155275"/>
                </a:lnTo>
                <a:lnTo>
                  <a:pt x="706019" y="184971"/>
                </a:lnTo>
                <a:lnTo>
                  <a:pt x="743893" y="217004"/>
                </a:lnTo>
                <a:lnTo>
                  <a:pt x="781795" y="251313"/>
                </a:lnTo>
                <a:lnTo>
                  <a:pt x="819644" y="287839"/>
                </a:lnTo>
                <a:lnTo>
                  <a:pt x="857362" y="326521"/>
                </a:lnTo>
                <a:lnTo>
                  <a:pt x="894870" y="367298"/>
                </a:lnTo>
                <a:lnTo>
                  <a:pt x="932087" y="410112"/>
                </a:lnTo>
                <a:lnTo>
                  <a:pt x="968934" y="454902"/>
                </a:lnTo>
                <a:lnTo>
                  <a:pt x="1005332" y="501607"/>
                </a:lnTo>
                <a:lnTo>
                  <a:pt x="1041202" y="550168"/>
                </a:lnTo>
                <a:lnTo>
                  <a:pt x="1076464" y="600525"/>
                </a:lnTo>
                <a:lnTo>
                  <a:pt x="1111038" y="652617"/>
                </a:lnTo>
                <a:lnTo>
                  <a:pt x="1144846" y="706385"/>
                </a:lnTo>
                <a:lnTo>
                  <a:pt x="1177808" y="761768"/>
                </a:lnTo>
                <a:lnTo>
                  <a:pt x="1209844" y="818707"/>
                </a:lnTo>
                <a:lnTo>
                  <a:pt x="1240488" y="876406"/>
                </a:lnTo>
                <a:lnTo>
                  <a:pt x="1269324" y="934044"/>
                </a:lnTo>
                <a:lnTo>
                  <a:pt x="1296342" y="991524"/>
                </a:lnTo>
                <a:lnTo>
                  <a:pt x="1321535" y="1048744"/>
                </a:lnTo>
                <a:lnTo>
                  <a:pt x="1344896" y="1105606"/>
                </a:lnTo>
                <a:lnTo>
                  <a:pt x="1366417" y="1162011"/>
                </a:lnTo>
                <a:lnTo>
                  <a:pt x="1386091" y="1217859"/>
                </a:lnTo>
                <a:lnTo>
                  <a:pt x="1403908" y="1273052"/>
                </a:lnTo>
                <a:lnTo>
                  <a:pt x="1419863" y="1327489"/>
                </a:lnTo>
                <a:lnTo>
                  <a:pt x="1433947" y="1381072"/>
                </a:lnTo>
                <a:lnTo>
                  <a:pt x="1446152" y="1433701"/>
                </a:lnTo>
                <a:lnTo>
                  <a:pt x="1456472" y="1485278"/>
                </a:lnTo>
                <a:lnTo>
                  <a:pt x="1464897" y="1535702"/>
                </a:lnTo>
                <a:lnTo>
                  <a:pt x="1471421" y="1584875"/>
                </a:lnTo>
                <a:lnTo>
                  <a:pt x="1476036" y="1632697"/>
                </a:lnTo>
                <a:lnTo>
                  <a:pt x="1478734" y="1679070"/>
                </a:lnTo>
                <a:lnTo>
                  <a:pt x="1479507" y="1723893"/>
                </a:lnTo>
                <a:lnTo>
                  <a:pt x="1478348" y="1767067"/>
                </a:lnTo>
                <a:lnTo>
                  <a:pt x="1475249" y="1808495"/>
                </a:lnTo>
                <a:lnTo>
                  <a:pt x="1470203" y="1848075"/>
                </a:lnTo>
                <a:lnTo>
                  <a:pt x="1463202" y="1885708"/>
                </a:lnTo>
                <a:lnTo>
                  <a:pt x="1443302" y="1954741"/>
                </a:lnTo>
                <a:lnTo>
                  <a:pt x="1415490" y="2014797"/>
                </a:lnTo>
                <a:lnTo>
                  <a:pt x="1379703" y="2065083"/>
                </a:lnTo>
                <a:lnTo>
                  <a:pt x="1335880" y="2104805"/>
                </a:lnTo>
                <a:lnTo>
                  <a:pt x="1284289" y="2133016"/>
                </a:lnTo>
                <a:lnTo>
                  <a:pt x="1227184" y="2148483"/>
                </a:lnTo>
                <a:lnTo>
                  <a:pt x="1196883" y="2151510"/>
                </a:lnTo>
                <a:lnTo>
                  <a:pt x="1165524" y="2151479"/>
                </a:lnTo>
                <a:lnTo>
                  <a:pt x="1099947" y="2142486"/>
                </a:lnTo>
                <a:lnTo>
                  <a:pt x="1031086" y="2121985"/>
                </a:lnTo>
                <a:lnTo>
                  <a:pt x="995623" y="2107569"/>
                </a:lnTo>
                <a:lnTo>
                  <a:pt x="959578" y="2090455"/>
                </a:lnTo>
                <a:lnTo>
                  <a:pt x="923029" y="2070705"/>
                </a:lnTo>
                <a:lnTo>
                  <a:pt x="886057" y="2048378"/>
                </a:lnTo>
                <a:lnTo>
                  <a:pt x="848740" y="2023535"/>
                </a:lnTo>
                <a:lnTo>
                  <a:pt x="811159" y="1996235"/>
                </a:lnTo>
                <a:lnTo>
                  <a:pt x="773392" y="1966538"/>
                </a:lnTo>
                <a:lnTo>
                  <a:pt x="735520" y="1934505"/>
                </a:lnTo>
                <a:lnTo>
                  <a:pt x="697620" y="1900196"/>
                </a:lnTo>
                <a:lnTo>
                  <a:pt x="659774" y="1863670"/>
                </a:lnTo>
                <a:lnTo>
                  <a:pt x="622060" y="1824989"/>
                </a:lnTo>
                <a:lnTo>
                  <a:pt x="584557" y="1784211"/>
                </a:lnTo>
                <a:lnTo>
                  <a:pt x="547345" y="1741397"/>
                </a:lnTo>
                <a:lnTo>
                  <a:pt x="510505" y="1696608"/>
                </a:lnTo>
                <a:lnTo>
                  <a:pt x="474113" y="1649902"/>
                </a:lnTo>
                <a:lnTo>
                  <a:pt x="438252" y="1601341"/>
                </a:lnTo>
                <a:lnTo>
                  <a:pt x="402999" y="1550984"/>
                </a:lnTo>
                <a:lnTo>
                  <a:pt x="368434" y="1498892"/>
                </a:lnTo>
                <a:lnTo>
                  <a:pt x="334637" y="1445124"/>
                </a:lnTo>
                <a:lnTo>
                  <a:pt x="301687" y="1389741"/>
                </a:lnTo>
                <a:lnTo>
                  <a:pt x="269663" y="1332803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7400" y="2662580"/>
            <a:ext cx="8102600" cy="130619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80"/>
              </a:spcBef>
              <a:tabLst>
                <a:tab pos="12738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Step1: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形成基本划分。划分为终态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和非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93165">
              <a:lnSpc>
                <a:spcPct val="100000"/>
              </a:lnSpc>
              <a:spcBef>
                <a:spcPts val="1685"/>
              </a:spcBef>
              <a:tabLst>
                <a:tab pos="2000885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21021" sz="2775" spc="38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{0,1}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{2}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74614" y="4874514"/>
            <a:ext cx="259079" cy="818515"/>
          </a:xfrm>
          <a:custGeom>
            <a:avLst/>
            <a:gdLst/>
            <a:ahLst/>
            <a:cxnLst/>
            <a:rect l="l" t="t" r="r" b="b"/>
            <a:pathLst>
              <a:path w="259079" h="818514">
                <a:moveTo>
                  <a:pt x="0" y="0"/>
                </a:moveTo>
                <a:lnTo>
                  <a:pt x="50405" y="5371"/>
                </a:lnTo>
                <a:lnTo>
                  <a:pt x="91582" y="20018"/>
                </a:lnTo>
                <a:lnTo>
                  <a:pt x="119354" y="41737"/>
                </a:lnTo>
                <a:lnTo>
                  <a:pt x="129539" y="68325"/>
                </a:lnTo>
                <a:lnTo>
                  <a:pt x="129539" y="340868"/>
                </a:lnTo>
                <a:lnTo>
                  <a:pt x="139725" y="367456"/>
                </a:lnTo>
                <a:lnTo>
                  <a:pt x="167497" y="389175"/>
                </a:lnTo>
                <a:lnTo>
                  <a:pt x="208674" y="403822"/>
                </a:lnTo>
                <a:lnTo>
                  <a:pt x="259080" y="409194"/>
                </a:lnTo>
                <a:lnTo>
                  <a:pt x="208674" y="414565"/>
                </a:lnTo>
                <a:lnTo>
                  <a:pt x="167497" y="429212"/>
                </a:lnTo>
                <a:lnTo>
                  <a:pt x="139725" y="450931"/>
                </a:lnTo>
                <a:lnTo>
                  <a:pt x="129539" y="477520"/>
                </a:lnTo>
                <a:lnTo>
                  <a:pt x="129539" y="750036"/>
                </a:lnTo>
                <a:lnTo>
                  <a:pt x="119354" y="776645"/>
                </a:lnTo>
                <a:lnTo>
                  <a:pt x="91582" y="798371"/>
                </a:lnTo>
                <a:lnTo>
                  <a:pt x="50405" y="813017"/>
                </a:lnTo>
                <a:lnTo>
                  <a:pt x="0" y="818388"/>
                </a:lnTo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64707" y="5092446"/>
            <a:ext cx="2331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不可对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400" spc="-4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0,1</a:t>
            </a:r>
            <a:r>
              <a:rPr dirty="0" sz="2400" spc="-4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再分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043" y="5932423"/>
            <a:ext cx="68173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484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Step2: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重新命名。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dirty="0" sz="2800" spc="-7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{0,1}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，令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{2}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9257" y="15838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8192770" cy="1556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宋体"/>
              <a:cs typeface="宋体"/>
            </a:endParaRPr>
          </a:p>
          <a:p>
            <a:pPr marL="3955415" marR="309245" indent="-3786504">
              <a:lnSpc>
                <a:spcPct val="109200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2.30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最小化下图的确定有限自动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机</a:t>
            </a:r>
            <a:r>
              <a:rPr dirty="0" sz="2800" spc="-70" b="1">
                <a:solidFill>
                  <a:srgbClr val="66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'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。 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2738" y="1548490"/>
            <a:ext cx="203200" cy="948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02357" y="1792985"/>
            <a:ext cx="672465" cy="652780"/>
          </a:xfrm>
          <a:custGeom>
            <a:avLst/>
            <a:gdLst/>
            <a:ahLst/>
            <a:cxnLst/>
            <a:rect l="l" t="t" r="r" b="b"/>
            <a:pathLst>
              <a:path w="672464" h="652780">
                <a:moveTo>
                  <a:pt x="0" y="326136"/>
                </a:moveTo>
                <a:lnTo>
                  <a:pt x="3644" y="277949"/>
                </a:lnTo>
                <a:lnTo>
                  <a:pt x="14231" y="231956"/>
                </a:lnTo>
                <a:lnTo>
                  <a:pt x="31239" y="188659"/>
                </a:lnTo>
                <a:lnTo>
                  <a:pt x="54149" y="148566"/>
                </a:lnTo>
                <a:lnTo>
                  <a:pt x="82440" y="112180"/>
                </a:lnTo>
                <a:lnTo>
                  <a:pt x="115591" y="80007"/>
                </a:lnTo>
                <a:lnTo>
                  <a:pt x="153082" y="52551"/>
                </a:lnTo>
                <a:lnTo>
                  <a:pt x="194394" y="30317"/>
                </a:lnTo>
                <a:lnTo>
                  <a:pt x="239004" y="13811"/>
                </a:lnTo>
                <a:lnTo>
                  <a:pt x="286394" y="3536"/>
                </a:lnTo>
                <a:lnTo>
                  <a:pt x="336042" y="0"/>
                </a:lnTo>
                <a:lnTo>
                  <a:pt x="385689" y="3536"/>
                </a:lnTo>
                <a:lnTo>
                  <a:pt x="433079" y="13811"/>
                </a:lnTo>
                <a:lnTo>
                  <a:pt x="477689" y="30317"/>
                </a:lnTo>
                <a:lnTo>
                  <a:pt x="519001" y="52551"/>
                </a:lnTo>
                <a:lnTo>
                  <a:pt x="556492" y="80007"/>
                </a:lnTo>
                <a:lnTo>
                  <a:pt x="589643" y="112180"/>
                </a:lnTo>
                <a:lnTo>
                  <a:pt x="617934" y="148566"/>
                </a:lnTo>
                <a:lnTo>
                  <a:pt x="640844" y="188659"/>
                </a:lnTo>
                <a:lnTo>
                  <a:pt x="657852" y="231956"/>
                </a:lnTo>
                <a:lnTo>
                  <a:pt x="668439" y="277949"/>
                </a:lnTo>
                <a:lnTo>
                  <a:pt x="672084" y="326136"/>
                </a:lnTo>
                <a:lnTo>
                  <a:pt x="668439" y="374322"/>
                </a:lnTo>
                <a:lnTo>
                  <a:pt x="657852" y="420315"/>
                </a:lnTo>
                <a:lnTo>
                  <a:pt x="640844" y="463612"/>
                </a:lnTo>
                <a:lnTo>
                  <a:pt x="617934" y="503705"/>
                </a:lnTo>
                <a:lnTo>
                  <a:pt x="589643" y="540091"/>
                </a:lnTo>
                <a:lnTo>
                  <a:pt x="556492" y="572264"/>
                </a:lnTo>
                <a:lnTo>
                  <a:pt x="519001" y="599720"/>
                </a:lnTo>
                <a:lnTo>
                  <a:pt x="477689" y="621954"/>
                </a:lnTo>
                <a:lnTo>
                  <a:pt x="433079" y="638460"/>
                </a:lnTo>
                <a:lnTo>
                  <a:pt x="385689" y="648735"/>
                </a:lnTo>
                <a:lnTo>
                  <a:pt x="336042" y="652272"/>
                </a:lnTo>
                <a:lnTo>
                  <a:pt x="286394" y="648735"/>
                </a:lnTo>
                <a:lnTo>
                  <a:pt x="239004" y="638460"/>
                </a:lnTo>
                <a:lnTo>
                  <a:pt x="194394" y="621954"/>
                </a:lnTo>
                <a:lnTo>
                  <a:pt x="153082" y="599720"/>
                </a:lnTo>
                <a:lnTo>
                  <a:pt x="115591" y="572264"/>
                </a:lnTo>
                <a:lnTo>
                  <a:pt x="82440" y="540091"/>
                </a:lnTo>
                <a:lnTo>
                  <a:pt x="54149" y="503705"/>
                </a:lnTo>
                <a:lnTo>
                  <a:pt x="31239" y="463612"/>
                </a:lnTo>
                <a:lnTo>
                  <a:pt x="14231" y="420315"/>
                </a:lnTo>
                <a:lnTo>
                  <a:pt x="3644" y="374322"/>
                </a:lnTo>
                <a:lnTo>
                  <a:pt x="0" y="3261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7033" y="1867661"/>
            <a:ext cx="510540" cy="497205"/>
          </a:xfrm>
          <a:custGeom>
            <a:avLst/>
            <a:gdLst/>
            <a:ahLst/>
            <a:cxnLst/>
            <a:rect l="l" t="t" r="r" b="b"/>
            <a:pathLst>
              <a:path w="510539" h="497205">
                <a:moveTo>
                  <a:pt x="0" y="248412"/>
                </a:moveTo>
                <a:lnTo>
                  <a:pt x="4113" y="203768"/>
                </a:lnTo>
                <a:lnTo>
                  <a:pt x="15971" y="161746"/>
                </a:lnTo>
                <a:lnTo>
                  <a:pt x="34854" y="123048"/>
                </a:lnTo>
                <a:lnTo>
                  <a:pt x="60040" y="88377"/>
                </a:lnTo>
                <a:lnTo>
                  <a:pt x="90807" y="58434"/>
                </a:lnTo>
                <a:lnTo>
                  <a:pt x="126435" y="33923"/>
                </a:lnTo>
                <a:lnTo>
                  <a:pt x="166202" y="15545"/>
                </a:lnTo>
                <a:lnTo>
                  <a:pt x="209387" y="4003"/>
                </a:lnTo>
                <a:lnTo>
                  <a:pt x="255270" y="0"/>
                </a:lnTo>
                <a:lnTo>
                  <a:pt x="301152" y="4003"/>
                </a:lnTo>
                <a:lnTo>
                  <a:pt x="344337" y="15545"/>
                </a:lnTo>
                <a:lnTo>
                  <a:pt x="384104" y="33923"/>
                </a:lnTo>
                <a:lnTo>
                  <a:pt x="419732" y="58434"/>
                </a:lnTo>
                <a:lnTo>
                  <a:pt x="450499" y="88377"/>
                </a:lnTo>
                <a:lnTo>
                  <a:pt x="475685" y="123048"/>
                </a:lnTo>
                <a:lnTo>
                  <a:pt x="494568" y="161746"/>
                </a:lnTo>
                <a:lnTo>
                  <a:pt x="506426" y="203768"/>
                </a:lnTo>
                <a:lnTo>
                  <a:pt x="510540" y="248412"/>
                </a:lnTo>
                <a:lnTo>
                  <a:pt x="506426" y="293055"/>
                </a:lnTo>
                <a:lnTo>
                  <a:pt x="494568" y="335077"/>
                </a:lnTo>
                <a:lnTo>
                  <a:pt x="475685" y="373775"/>
                </a:lnTo>
                <a:lnTo>
                  <a:pt x="450499" y="408446"/>
                </a:lnTo>
                <a:lnTo>
                  <a:pt x="419732" y="438389"/>
                </a:lnTo>
                <a:lnTo>
                  <a:pt x="384104" y="462900"/>
                </a:lnTo>
                <a:lnTo>
                  <a:pt x="344337" y="481278"/>
                </a:lnTo>
                <a:lnTo>
                  <a:pt x="301152" y="492820"/>
                </a:lnTo>
                <a:lnTo>
                  <a:pt x="255270" y="496824"/>
                </a:lnTo>
                <a:lnTo>
                  <a:pt x="209387" y="492820"/>
                </a:lnTo>
                <a:lnTo>
                  <a:pt x="166202" y="481278"/>
                </a:lnTo>
                <a:lnTo>
                  <a:pt x="126435" y="462900"/>
                </a:lnTo>
                <a:lnTo>
                  <a:pt x="90807" y="438389"/>
                </a:lnTo>
                <a:lnTo>
                  <a:pt x="60040" y="408446"/>
                </a:lnTo>
                <a:lnTo>
                  <a:pt x="34854" y="373775"/>
                </a:lnTo>
                <a:lnTo>
                  <a:pt x="15971" y="335077"/>
                </a:lnTo>
                <a:lnTo>
                  <a:pt x="4113" y="293055"/>
                </a:lnTo>
                <a:lnTo>
                  <a:pt x="0" y="2484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92857" y="191485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01105" y="1930145"/>
            <a:ext cx="512445" cy="495300"/>
          </a:xfrm>
          <a:custGeom>
            <a:avLst/>
            <a:gdLst/>
            <a:ahLst/>
            <a:cxnLst/>
            <a:rect l="l" t="t" r="r" b="b"/>
            <a:pathLst>
              <a:path w="512445" h="495300">
                <a:moveTo>
                  <a:pt x="0" y="247650"/>
                </a:moveTo>
                <a:lnTo>
                  <a:pt x="4126" y="203133"/>
                </a:lnTo>
                <a:lnTo>
                  <a:pt x="16023" y="161234"/>
                </a:lnTo>
                <a:lnTo>
                  <a:pt x="34967" y="122653"/>
                </a:lnTo>
                <a:lnTo>
                  <a:pt x="60232" y="88089"/>
                </a:lnTo>
                <a:lnTo>
                  <a:pt x="91095" y="58242"/>
                </a:lnTo>
                <a:lnTo>
                  <a:pt x="126830" y="33810"/>
                </a:lnTo>
                <a:lnTo>
                  <a:pt x="166714" y="15492"/>
                </a:lnTo>
                <a:lnTo>
                  <a:pt x="210023" y="3989"/>
                </a:lnTo>
                <a:lnTo>
                  <a:pt x="256032" y="0"/>
                </a:lnTo>
                <a:lnTo>
                  <a:pt x="302040" y="3989"/>
                </a:lnTo>
                <a:lnTo>
                  <a:pt x="345349" y="15492"/>
                </a:lnTo>
                <a:lnTo>
                  <a:pt x="385233" y="33810"/>
                </a:lnTo>
                <a:lnTo>
                  <a:pt x="420968" y="58242"/>
                </a:lnTo>
                <a:lnTo>
                  <a:pt x="451831" y="88089"/>
                </a:lnTo>
                <a:lnTo>
                  <a:pt x="477096" y="122653"/>
                </a:lnTo>
                <a:lnTo>
                  <a:pt x="496040" y="161234"/>
                </a:lnTo>
                <a:lnTo>
                  <a:pt x="507937" y="203133"/>
                </a:lnTo>
                <a:lnTo>
                  <a:pt x="512064" y="247650"/>
                </a:lnTo>
                <a:lnTo>
                  <a:pt x="507937" y="292166"/>
                </a:lnTo>
                <a:lnTo>
                  <a:pt x="496040" y="334065"/>
                </a:lnTo>
                <a:lnTo>
                  <a:pt x="477096" y="372646"/>
                </a:lnTo>
                <a:lnTo>
                  <a:pt x="451831" y="407210"/>
                </a:lnTo>
                <a:lnTo>
                  <a:pt x="420968" y="437057"/>
                </a:lnTo>
                <a:lnTo>
                  <a:pt x="385233" y="461489"/>
                </a:lnTo>
                <a:lnTo>
                  <a:pt x="345349" y="479807"/>
                </a:lnTo>
                <a:lnTo>
                  <a:pt x="302040" y="491310"/>
                </a:lnTo>
                <a:lnTo>
                  <a:pt x="256032" y="495300"/>
                </a:lnTo>
                <a:lnTo>
                  <a:pt x="210023" y="491310"/>
                </a:lnTo>
                <a:lnTo>
                  <a:pt x="166714" y="479807"/>
                </a:lnTo>
                <a:lnTo>
                  <a:pt x="126830" y="461489"/>
                </a:lnTo>
                <a:lnTo>
                  <a:pt x="91095" y="437057"/>
                </a:lnTo>
                <a:lnTo>
                  <a:pt x="60232" y="407210"/>
                </a:lnTo>
                <a:lnTo>
                  <a:pt x="34967" y="372646"/>
                </a:lnTo>
                <a:lnTo>
                  <a:pt x="16023" y="334065"/>
                </a:lnTo>
                <a:lnTo>
                  <a:pt x="4126" y="292166"/>
                </a:lnTo>
                <a:lnTo>
                  <a:pt x="0" y="2476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17819" y="19785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43934" y="1739645"/>
            <a:ext cx="672465" cy="652780"/>
          </a:xfrm>
          <a:custGeom>
            <a:avLst/>
            <a:gdLst/>
            <a:ahLst/>
            <a:cxnLst/>
            <a:rect l="l" t="t" r="r" b="b"/>
            <a:pathLst>
              <a:path w="672464" h="652780">
                <a:moveTo>
                  <a:pt x="0" y="326136"/>
                </a:moveTo>
                <a:lnTo>
                  <a:pt x="3644" y="277949"/>
                </a:lnTo>
                <a:lnTo>
                  <a:pt x="14231" y="231956"/>
                </a:lnTo>
                <a:lnTo>
                  <a:pt x="31239" y="188659"/>
                </a:lnTo>
                <a:lnTo>
                  <a:pt x="54149" y="148566"/>
                </a:lnTo>
                <a:lnTo>
                  <a:pt x="82440" y="112180"/>
                </a:lnTo>
                <a:lnTo>
                  <a:pt x="115591" y="80007"/>
                </a:lnTo>
                <a:lnTo>
                  <a:pt x="153082" y="52551"/>
                </a:lnTo>
                <a:lnTo>
                  <a:pt x="194394" y="30317"/>
                </a:lnTo>
                <a:lnTo>
                  <a:pt x="239004" y="13811"/>
                </a:lnTo>
                <a:lnTo>
                  <a:pt x="286394" y="3536"/>
                </a:lnTo>
                <a:lnTo>
                  <a:pt x="336041" y="0"/>
                </a:lnTo>
                <a:lnTo>
                  <a:pt x="385689" y="3536"/>
                </a:lnTo>
                <a:lnTo>
                  <a:pt x="433079" y="13811"/>
                </a:lnTo>
                <a:lnTo>
                  <a:pt x="477689" y="30317"/>
                </a:lnTo>
                <a:lnTo>
                  <a:pt x="519001" y="52551"/>
                </a:lnTo>
                <a:lnTo>
                  <a:pt x="556492" y="80007"/>
                </a:lnTo>
                <a:lnTo>
                  <a:pt x="589643" y="112180"/>
                </a:lnTo>
                <a:lnTo>
                  <a:pt x="617934" y="148566"/>
                </a:lnTo>
                <a:lnTo>
                  <a:pt x="640844" y="188659"/>
                </a:lnTo>
                <a:lnTo>
                  <a:pt x="657852" y="231956"/>
                </a:lnTo>
                <a:lnTo>
                  <a:pt x="668439" y="277949"/>
                </a:lnTo>
                <a:lnTo>
                  <a:pt x="672083" y="326136"/>
                </a:lnTo>
                <a:lnTo>
                  <a:pt x="668439" y="374322"/>
                </a:lnTo>
                <a:lnTo>
                  <a:pt x="657852" y="420315"/>
                </a:lnTo>
                <a:lnTo>
                  <a:pt x="640844" y="463612"/>
                </a:lnTo>
                <a:lnTo>
                  <a:pt x="617934" y="503705"/>
                </a:lnTo>
                <a:lnTo>
                  <a:pt x="589643" y="540091"/>
                </a:lnTo>
                <a:lnTo>
                  <a:pt x="556492" y="572264"/>
                </a:lnTo>
                <a:lnTo>
                  <a:pt x="519001" y="599720"/>
                </a:lnTo>
                <a:lnTo>
                  <a:pt x="477689" y="621954"/>
                </a:lnTo>
                <a:lnTo>
                  <a:pt x="433079" y="638460"/>
                </a:lnTo>
                <a:lnTo>
                  <a:pt x="385689" y="648735"/>
                </a:lnTo>
                <a:lnTo>
                  <a:pt x="336041" y="652271"/>
                </a:lnTo>
                <a:lnTo>
                  <a:pt x="286394" y="648735"/>
                </a:lnTo>
                <a:lnTo>
                  <a:pt x="239004" y="638460"/>
                </a:lnTo>
                <a:lnTo>
                  <a:pt x="194394" y="621954"/>
                </a:lnTo>
                <a:lnTo>
                  <a:pt x="153082" y="599720"/>
                </a:lnTo>
                <a:lnTo>
                  <a:pt x="115591" y="572264"/>
                </a:lnTo>
                <a:lnTo>
                  <a:pt x="82440" y="540091"/>
                </a:lnTo>
                <a:lnTo>
                  <a:pt x="54149" y="503705"/>
                </a:lnTo>
                <a:lnTo>
                  <a:pt x="31239" y="463612"/>
                </a:lnTo>
                <a:lnTo>
                  <a:pt x="14231" y="420315"/>
                </a:lnTo>
                <a:lnTo>
                  <a:pt x="3644" y="374322"/>
                </a:lnTo>
                <a:lnTo>
                  <a:pt x="0" y="3261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18609" y="1814322"/>
            <a:ext cx="512445" cy="497205"/>
          </a:xfrm>
          <a:custGeom>
            <a:avLst/>
            <a:gdLst/>
            <a:ahLst/>
            <a:cxnLst/>
            <a:rect l="l" t="t" r="r" b="b"/>
            <a:pathLst>
              <a:path w="512445" h="497205">
                <a:moveTo>
                  <a:pt x="0" y="248412"/>
                </a:moveTo>
                <a:lnTo>
                  <a:pt x="4126" y="203768"/>
                </a:lnTo>
                <a:lnTo>
                  <a:pt x="16023" y="161746"/>
                </a:lnTo>
                <a:lnTo>
                  <a:pt x="34967" y="123048"/>
                </a:lnTo>
                <a:lnTo>
                  <a:pt x="60232" y="88377"/>
                </a:lnTo>
                <a:lnTo>
                  <a:pt x="91095" y="58434"/>
                </a:lnTo>
                <a:lnTo>
                  <a:pt x="126830" y="33923"/>
                </a:lnTo>
                <a:lnTo>
                  <a:pt x="166714" y="15545"/>
                </a:lnTo>
                <a:lnTo>
                  <a:pt x="210023" y="4003"/>
                </a:lnTo>
                <a:lnTo>
                  <a:pt x="256031" y="0"/>
                </a:lnTo>
                <a:lnTo>
                  <a:pt x="302040" y="4003"/>
                </a:lnTo>
                <a:lnTo>
                  <a:pt x="345349" y="15545"/>
                </a:lnTo>
                <a:lnTo>
                  <a:pt x="385233" y="33923"/>
                </a:lnTo>
                <a:lnTo>
                  <a:pt x="420968" y="58434"/>
                </a:lnTo>
                <a:lnTo>
                  <a:pt x="451831" y="88377"/>
                </a:lnTo>
                <a:lnTo>
                  <a:pt x="477096" y="123048"/>
                </a:lnTo>
                <a:lnTo>
                  <a:pt x="496040" y="161746"/>
                </a:lnTo>
                <a:lnTo>
                  <a:pt x="507937" y="203768"/>
                </a:lnTo>
                <a:lnTo>
                  <a:pt x="512063" y="248412"/>
                </a:lnTo>
                <a:lnTo>
                  <a:pt x="507937" y="293055"/>
                </a:lnTo>
                <a:lnTo>
                  <a:pt x="496040" y="335077"/>
                </a:lnTo>
                <a:lnTo>
                  <a:pt x="477096" y="373775"/>
                </a:lnTo>
                <a:lnTo>
                  <a:pt x="451831" y="408446"/>
                </a:lnTo>
                <a:lnTo>
                  <a:pt x="420968" y="438389"/>
                </a:lnTo>
                <a:lnTo>
                  <a:pt x="385233" y="462900"/>
                </a:lnTo>
                <a:lnTo>
                  <a:pt x="345349" y="481278"/>
                </a:lnTo>
                <a:lnTo>
                  <a:pt x="302040" y="492820"/>
                </a:lnTo>
                <a:lnTo>
                  <a:pt x="256031" y="496824"/>
                </a:lnTo>
                <a:lnTo>
                  <a:pt x="210023" y="492820"/>
                </a:lnTo>
                <a:lnTo>
                  <a:pt x="166714" y="481278"/>
                </a:lnTo>
                <a:lnTo>
                  <a:pt x="126830" y="462900"/>
                </a:lnTo>
                <a:lnTo>
                  <a:pt x="91095" y="438389"/>
                </a:lnTo>
                <a:lnTo>
                  <a:pt x="60232" y="408446"/>
                </a:lnTo>
                <a:lnTo>
                  <a:pt x="34967" y="373775"/>
                </a:lnTo>
                <a:lnTo>
                  <a:pt x="16023" y="335077"/>
                </a:lnTo>
                <a:lnTo>
                  <a:pt x="4126" y="293055"/>
                </a:lnTo>
                <a:lnTo>
                  <a:pt x="0" y="2484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67885" y="1760804"/>
            <a:ext cx="334645" cy="107823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8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86633" y="2002535"/>
            <a:ext cx="1237615" cy="114300"/>
          </a:xfrm>
          <a:custGeom>
            <a:avLst/>
            <a:gdLst/>
            <a:ahLst/>
            <a:cxnLst/>
            <a:rect l="l" t="t" r="r" b="b"/>
            <a:pathLst>
              <a:path w="1237614" h="114300">
                <a:moveTo>
                  <a:pt x="1046988" y="0"/>
                </a:moveTo>
                <a:lnTo>
                  <a:pt x="1046988" y="114300"/>
                </a:lnTo>
                <a:lnTo>
                  <a:pt x="11739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73988" y="38100"/>
                </a:lnTo>
                <a:lnTo>
                  <a:pt x="1046988" y="0"/>
                </a:lnTo>
                <a:close/>
              </a:path>
              <a:path w="12376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237614" h="114300">
                <a:moveTo>
                  <a:pt x="11739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73988" y="76200"/>
                </a:lnTo>
                <a:lnTo>
                  <a:pt x="1237488" y="57150"/>
                </a:lnTo>
                <a:lnTo>
                  <a:pt x="11739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29734" y="1965960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914400" y="0"/>
                </a:moveTo>
                <a:lnTo>
                  <a:pt x="914400" y="114300"/>
                </a:lnTo>
                <a:lnTo>
                  <a:pt x="10414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1041400" y="38100"/>
                </a:lnTo>
                <a:lnTo>
                  <a:pt x="914400" y="0"/>
                </a:lnTo>
                <a:close/>
              </a:path>
              <a:path w="11049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104900" h="114300">
                <a:moveTo>
                  <a:pt x="10414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1041400" y="76200"/>
                </a:lnTo>
                <a:lnTo>
                  <a:pt x="1104900" y="57150"/>
                </a:lnTo>
                <a:lnTo>
                  <a:pt x="10414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1446" y="2136648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1049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104900" h="114300">
                <a:moveTo>
                  <a:pt x="110490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104900" y="76200"/>
                </a:lnTo>
                <a:lnTo>
                  <a:pt x="1104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68374" y="2020823"/>
            <a:ext cx="634365" cy="114300"/>
          </a:xfrm>
          <a:custGeom>
            <a:avLst/>
            <a:gdLst/>
            <a:ahLst/>
            <a:cxnLst/>
            <a:rect l="l" t="t" r="r" b="b"/>
            <a:pathLst>
              <a:path w="634364" h="114300">
                <a:moveTo>
                  <a:pt x="519683" y="0"/>
                </a:moveTo>
                <a:lnTo>
                  <a:pt x="519683" y="114300"/>
                </a:lnTo>
                <a:lnTo>
                  <a:pt x="595883" y="76200"/>
                </a:lnTo>
                <a:lnTo>
                  <a:pt x="538733" y="76200"/>
                </a:lnTo>
                <a:lnTo>
                  <a:pt x="538733" y="38100"/>
                </a:lnTo>
                <a:lnTo>
                  <a:pt x="595883" y="38100"/>
                </a:lnTo>
                <a:lnTo>
                  <a:pt x="519683" y="0"/>
                </a:lnTo>
                <a:close/>
              </a:path>
              <a:path w="634364" h="114300">
                <a:moveTo>
                  <a:pt x="51968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9683" y="76200"/>
                </a:lnTo>
                <a:lnTo>
                  <a:pt x="519683" y="38100"/>
                </a:lnTo>
                <a:close/>
              </a:path>
              <a:path w="634364" h="114300">
                <a:moveTo>
                  <a:pt x="595883" y="38100"/>
                </a:moveTo>
                <a:lnTo>
                  <a:pt x="538733" y="38100"/>
                </a:lnTo>
                <a:lnTo>
                  <a:pt x="538733" y="76200"/>
                </a:lnTo>
                <a:lnTo>
                  <a:pt x="595883" y="76200"/>
                </a:lnTo>
                <a:lnTo>
                  <a:pt x="633983" y="5715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82067" y="3971391"/>
            <a:ext cx="1769745" cy="17754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考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察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74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(0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endParaRPr sz="3200">
              <a:latin typeface="Symbol"/>
              <a:cs typeface="Symbol"/>
            </a:endParaRPr>
          </a:p>
          <a:p>
            <a:pPr marL="1143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6157" y="4687061"/>
            <a:ext cx="908685" cy="1207135"/>
          </a:xfrm>
          <a:prstGeom prst="rect">
            <a:avLst/>
          </a:prstGeom>
          <a:solidFill>
            <a:srgbClr val="000000"/>
          </a:solidFill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3629"/>
              </a:lnSpc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{0,1}</a:t>
            </a:r>
            <a:endParaRPr sz="3200">
              <a:latin typeface="Times New Roman"/>
              <a:cs typeface="Times New Roman"/>
            </a:endParaRPr>
          </a:p>
          <a:p>
            <a:pPr marL="9525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{0,1}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20747" y="1546225"/>
            <a:ext cx="3636645" cy="365125"/>
          </a:xfrm>
          <a:custGeom>
            <a:avLst/>
            <a:gdLst/>
            <a:ahLst/>
            <a:cxnLst/>
            <a:rect l="l" t="t" r="r" b="b"/>
            <a:pathLst>
              <a:path w="3636645" h="365125">
                <a:moveTo>
                  <a:pt x="3477119" y="258404"/>
                </a:moveTo>
                <a:lnTo>
                  <a:pt x="3429380" y="315087"/>
                </a:lnTo>
                <a:lnTo>
                  <a:pt x="3636391" y="364998"/>
                </a:lnTo>
                <a:lnTo>
                  <a:pt x="3595541" y="270255"/>
                </a:lnTo>
                <a:lnTo>
                  <a:pt x="3494531" y="270255"/>
                </a:lnTo>
                <a:lnTo>
                  <a:pt x="3477119" y="258404"/>
                </a:lnTo>
                <a:close/>
              </a:path>
              <a:path w="3636645" h="365125">
                <a:moveTo>
                  <a:pt x="3501769" y="229134"/>
                </a:moveTo>
                <a:lnTo>
                  <a:pt x="3477119" y="258404"/>
                </a:lnTo>
                <a:lnTo>
                  <a:pt x="3494531" y="270255"/>
                </a:lnTo>
                <a:lnTo>
                  <a:pt x="3515994" y="238760"/>
                </a:lnTo>
                <a:lnTo>
                  <a:pt x="3501769" y="229134"/>
                </a:lnTo>
                <a:close/>
              </a:path>
              <a:path w="3636645" h="365125">
                <a:moveTo>
                  <a:pt x="3552063" y="169417"/>
                </a:moveTo>
                <a:lnTo>
                  <a:pt x="3501769" y="229134"/>
                </a:lnTo>
                <a:lnTo>
                  <a:pt x="3515994" y="238760"/>
                </a:lnTo>
                <a:lnTo>
                  <a:pt x="3494531" y="270255"/>
                </a:lnTo>
                <a:lnTo>
                  <a:pt x="3595541" y="270255"/>
                </a:lnTo>
                <a:lnTo>
                  <a:pt x="3552063" y="169417"/>
                </a:lnTo>
                <a:close/>
              </a:path>
              <a:path w="3636645" h="365125">
                <a:moveTo>
                  <a:pt x="3472179" y="255042"/>
                </a:moveTo>
                <a:lnTo>
                  <a:pt x="3477119" y="258404"/>
                </a:lnTo>
                <a:lnTo>
                  <a:pt x="3479330" y="255777"/>
                </a:lnTo>
                <a:lnTo>
                  <a:pt x="3474085" y="255777"/>
                </a:lnTo>
                <a:lnTo>
                  <a:pt x="3472179" y="255042"/>
                </a:lnTo>
                <a:close/>
              </a:path>
              <a:path w="3636645" h="365125">
                <a:moveTo>
                  <a:pt x="3470275" y="253746"/>
                </a:moveTo>
                <a:lnTo>
                  <a:pt x="3472179" y="255042"/>
                </a:lnTo>
                <a:lnTo>
                  <a:pt x="3474085" y="255777"/>
                </a:lnTo>
                <a:lnTo>
                  <a:pt x="3470275" y="253746"/>
                </a:lnTo>
                <a:close/>
              </a:path>
              <a:path w="3636645" h="365125">
                <a:moveTo>
                  <a:pt x="3481042" y="253746"/>
                </a:moveTo>
                <a:lnTo>
                  <a:pt x="3470275" y="253746"/>
                </a:lnTo>
                <a:lnTo>
                  <a:pt x="3474085" y="255777"/>
                </a:lnTo>
                <a:lnTo>
                  <a:pt x="3479330" y="255777"/>
                </a:lnTo>
                <a:lnTo>
                  <a:pt x="3481042" y="253746"/>
                </a:lnTo>
                <a:close/>
              </a:path>
              <a:path w="3636645" h="365125">
                <a:moveTo>
                  <a:pt x="2579532" y="38100"/>
                </a:moveTo>
                <a:lnTo>
                  <a:pt x="1827529" y="38100"/>
                </a:lnTo>
                <a:lnTo>
                  <a:pt x="1996566" y="40004"/>
                </a:lnTo>
                <a:lnTo>
                  <a:pt x="2164079" y="45847"/>
                </a:lnTo>
                <a:lnTo>
                  <a:pt x="2329179" y="55245"/>
                </a:lnTo>
                <a:lnTo>
                  <a:pt x="2490216" y="67690"/>
                </a:lnTo>
                <a:lnTo>
                  <a:pt x="2568575" y="75184"/>
                </a:lnTo>
                <a:lnTo>
                  <a:pt x="2721229" y="92201"/>
                </a:lnTo>
                <a:lnTo>
                  <a:pt x="2794762" y="101726"/>
                </a:lnTo>
                <a:lnTo>
                  <a:pt x="2866516" y="111887"/>
                </a:lnTo>
                <a:lnTo>
                  <a:pt x="2935858" y="122682"/>
                </a:lnTo>
                <a:lnTo>
                  <a:pt x="3003041" y="133985"/>
                </a:lnTo>
                <a:lnTo>
                  <a:pt x="3067685" y="145923"/>
                </a:lnTo>
                <a:lnTo>
                  <a:pt x="3129533" y="158241"/>
                </a:lnTo>
                <a:lnTo>
                  <a:pt x="3188716" y="171069"/>
                </a:lnTo>
                <a:lnTo>
                  <a:pt x="3244850" y="184276"/>
                </a:lnTo>
                <a:lnTo>
                  <a:pt x="3297808" y="197992"/>
                </a:lnTo>
                <a:lnTo>
                  <a:pt x="3347212" y="211962"/>
                </a:lnTo>
                <a:lnTo>
                  <a:pt x="3393313" y="226313"/>
                </a:lnTo>
                <a:lnTo>
                  <a:pt x="3435604" y="240919"/>
                </a:lnTo>
                <a:lnTo>
                  <a:pt x="3472179" y="255042"/>
                </a:lnTo>
                <a:lnTo>
                  <a:pt x="3470275" y="253746"/>
                </a:lnTo>
                <a:lnTo>
                  <a:pt x="3481042" y="253746"/>
                </a:lnTo>
                <a:lnTo>
                  <a:pt x="3501769" y="229134"/>
                </a:lnTo>
                <a:lnTo>
                  <a:pt x="3490467" y="221487"/>
                </a:lnTo>
                <a:lnTo>
                  <a:pt x="3489198" y="220725"/>
                </a:lnTo>
                <a:lnTo>
                  <a:pt x="3487801" y="220217"/>
                </a:lnTo>
                <a:lnTo>
                  <a:pt x="3448177" y="204977"/>
                </a:lnTo>
                <a:lnTo>
                  <a:pt x="3404742" y="189864"/>
                </a:lnTo>
                <a:lnTo>
                  <a:pt x="3357626" y="175260"/>
                </a:lnTo>
                <a:lnTo>
                  <a:pt x="3307333" y="161036"/>
                </a:lnTo>
                <a:lnTo>
                  <a:pt x="3253613" y="147320"/>
                </a:lnTo>
                <a:lnTo>
                  <a:pt x="3196716" y="133858"/>
                </a:lnTo>
                <a:lnTo>
                  <a:pt x="3137027" y="120776"/>
                </a:lnTo>
                <a:lnTo>
                  <a:pt x="3074542" y="108330"/>
                </a:lnTo>
                <a:lnTo>
                  <a:pt x="3009391" y="96392"/>
                </a:lnTo>
                <a:lnTo>
                  <a:pt x="2941701" y="85089"/>
                </a:lnTo>
                <a:lnTo>
                  <a:pt x="2871851" y="74167"/>
                </a:lnTo>
                <a:lnTo>
                  <a:pt x="2799715" y="63880"/>
                </a:lnTo>
                <a:lnTo>
                  <a:pt x="2725674" y="54355"/>
                </a:lnTo>
                <a:lnTo>
                  <a:pt x="2649854" y="45465"/>
                </a:lnTo>
                <a:lnTo>
                  <a:pt x="2579532" y="38100"/>
                </a:lnTo>
                <a:close/>
              </a:path>
              <a:path w="3636645" h="365125">
                <a:moveTo>
                  <a:pt x="1827276" y="0"/>
                </a:moveTo>
                <a:lnTo>
                  <a:pt x="1657603" y="1270"/>
                </a:lnTo>
                <a:lnTo>
                  <a:pt x="1489328" y="4699"/>
                </a:lnTo>
                <a:lnTo>
                  <a:pt x="1323720" y="10413"/>
                </a:lnTo>
                <a:lnTo>
                  <a:pt x="1083182" y="22478"/>
                </a:lnTo>
                <a:lnTo>
                  <a:pt x="929893" y="32892"/>
                </a:lnTo>
                <a:lnTo>
                  <a:pt x="783844" y="44958"/>
                </a:lnTo>
                <a:lnTo>
                  <a:pt x="646429" y="58292"/>
                </a:lnTo>
                <a:lnTo>
                  <a:pt x="581405" y="65532"/>
                </a:lnTo>
                <a:lnTo>
                  <a:pt x="459358" y="80899"/>
                </a:lnTo>
                <a:lnTo>
                  <a:pt x="402589" y="89026"/>
                </a:lnTo>
                <a:lnTo>
                  <a:pt x="348995" y="97409"/>
                </a:lnTo>
                <a:lnTo>
                  <a:pt x="298830" y="106045"/>
                </a:lnTo>
                <a:lnTo>
                  <a:pt x="251840" y="114808"/>
                </a:lnTo>
                <a:lnTo>
                  <a:pt x="208660" y="123951"/>
                </a:lnTo>
                <a:lnTo>
                  <a:pt x="168909" y="133096"/>
                </a:lnTo>
                <a:lnTo>
                  <a:pt x="101472" y="152273"/>
                </a:lnTo>
                <a:lnTo>
                  <a:pt x="49910" y="172720"/>
                </a:lnTo>
                <a:lnTo>
                  <a:pt x="32384" y="182499"/>
                </a:lnTo>
                <a:lnTo>
                  <a:pt x="31495" y="182879"/>
                </a:lnTo>
                <a:lnTo>
                  <a:pt x="30733" y="183387"/>
                </a:lnTo>
                <a:lnTo>
                  <a:pt x="29971" y="184023"/>
                </a:lnTo>
                <a:lnTo>
                  <a:pt x="17271" y="193675"/>
                </a:lnTo>
                <a:lnTo>
                  <a:pt x="0" y="223520"/>
                </a:lnTo>
                <a:lnTo>
                  <a:pt x="36829" y="233425"/>
                </a:lnTo>
                <a:lnTo>
                  <a:pt x="37661" y="230377"/>
                </a:lnTo>
                <a:lnTo>
                  <a:pt x="36067" y="230377"/>
                </a:lnTo>
                <a:lnTo>
                  <a:pt x="39496" y="223647"/>
                </a:lnTo>
                <a:lnTo>
                  <a:pt x="40766" y="223647"/>
                </a:lnTo>
                <a:lnTo>
                  <a:pt x="43814" y="220599"/>
                </a:lnTo>
                <a:lnTo>
                  <a:pt x="44839" y="220599"/>
                </a:lnTo>
                <a:lnTo>
                  <a:pt x="51106" y="215773"/>
                </a:lnTo>
                <a:lnTo>
                  <a:pt x="50800" y="215773"/>
                </a:lnTo>
                <a:lnTo>
                  <a:pt x="53085" y="214249"/>
                </a:lnTo>
                <a:lnTo>
                  <a:pt x="53567" y="214249"/>
                </a:lnTo>
                <a:lnTo>
                  <a:pt x="68325" y="206121"/>
                </a:lnTo>
                <a:lnTo>
                  <a:pt x="88772" y="197230"/>
                </a:lnTo>
                <a:lnTo>
                  <a:pt x="144398" y="179070"/>
                </a:lnTo>
                <a:lnTo>
                  <a:pt x="217169" y="161036"/>
                </a:lnTo>
                <a:lnTo>
                  <a:pt x="259714" y="152146"/>
                </a:lnTo>
                <a:lnTo>
                  <a:pt x="305815" y="143510"/>
                </a:lnTo>
                <a:lnTo>
                  <a:pt x="355472" y="135000"/>
                </a:lnTo>
                <a:lnTo>
                  <a:pt x="408558" y="126619"/>
                </a:lnTo>
                <a:lnTo>
                  <a:pt x="464819" y="118617"/>
                </a:lnTo>
                <a:lnTo>
                  <a:pt x="585977" y="103377"/>
                </a:lnTo>
                <a:lnTo>
                  <a:pt x="717930" y="89280"/>
                </a:lnTo>
                <a:lnTo>
                  <a:pt x="932941" y="70865"/>
                </a:lnTo>
                <a:lnTo>
                  <a:pt x="1085595" y="60451"/>
                </a:lnTo>
                <a:lnTo>
                  <a:pt x="1325499" y="48387"/>
                </a:lnTo>
                <a:lnTo>
                  <a:pt x="1490726" y="42672"/>
                </a:lnTo>
                <a:lnTo>
                  <a:pt x="1658492" y="39242"/>
                </a:lnTo>
                <a:lnTo>
                  <a:pt x="2579532" y="38100"/>
                </a:lnTo>
                <a:lnTo>
                  <a:pt x="2493137" y="29717"/>
                </a:lnTo>
                <a:lnTo>
                  <a:pt x="2331339" y="17145"/>
                </a:lnTo>
                <a:lnTo>
                  <a:pt x="2165477" y="7747"/>
                </a:lnTo>
                <a:lnTo>
                  <a:pt x="1996948" y="2032"/>
                </a:lnTo>
                <a:lnTo>
                  <a:pt x="1827276" y="0"/>
                </a:lnTo>
                <a:close/>
              </a:path>
              <a:path w="3636645" h="365125">
                <a:moveTo>
                  <a:pt x="39496" y="223647"/>
                </a:moveTo>
                <a:lnTo>
                  <a:pt x="36067" y="230377"/>
                </a:lnTo>
                <a:lnTo>
                  <a:pt x="38497" y="227310"/>
                </a:lnTo>
                <a:lnTo>
                  <a:pt x="39496" y="223647"/>
                </a:lnTo>
                <a:close/>
              </a:path>
              <a:path w="3636645" h="365125">
                <a:moveTo>
                  <a:pt x="38497" y="227310"/>
                </a:moveTo>
                <a:lnTo>
                  <a:pt x="36067" y="230377"/>
                </a:lnTo>
                <a:lnTo>
                  <a:pt x="37661" y="230377"/>
                </a:lnTo>
                <a:lnTo>
                  <a:pt x="38497" y="227310"/>
                </a:lnTo>
                <a:close/>
              </a:path>
              <a:path w="3636645" h="365125">
                <a:moveTo>
                  <a:pt x="40766" y="223647"/>
                </a:moveTo>
                <a:lnTo>
                  <a:pt x="39496" y="223647"/>
                </a:lnTo>
                <a:lnTo>
                  <a:pt x="38497" y="227310"/>
                </a:lnTo>
                <a:lnTo>
                  <a:pt x="41098" y="224027"/>
                </a:lnTo>
                <a:lnTo>
                  <a:pt x="40385" y="224027"/>
                </a:lnTo>
                <a:lnTo>
                  <a:pt x="40766" y="223647"/>
                </a:lnTo>
                <a:close/>
              </a:path>
              <a:path w="3636645" h="365125">
                <a:moveTo>
                  <a:pt x="43814" y="220599"/>
                </a:moveTo>
                <a:lnTo>
                  <a:pt x="40385" y="224027"/>
                </a:lnTo>
                <a:lnTo>
                  <a:pt x="42212" y="222621"/>
                </a:lnTo>
                <a:lnTo>
                  <a:pt x="43814" y="220599"/>
                </a:lnTo>
                <a:close/>
              </a:path>
              <a:path w="3636645" h="365125">
                <a:moveTo>
                  <a:pt x="42212" y="222621"/>
                </a:moveTo>
                <a:lnTo>
                  <a:pt x="40385" y="224027"/>
                </a:lnTo>
                <a:lnTo>
                  <a:pt x="41098" y="224027"/>
                </a:lnTo>
                <a:lnTo>
                  <a:pt x="42212" y="222621"/>
                </a:lnTo>
                <a:close/>
              </a:path>
              <a:path w="3636645" h="365125">
                <a:moveTo>
                  <a:pt x="44839" y="220599"/>
                </a:moveTo>
                <a:lnTo>
                  <a:pt x="43814" y="220599"/>
                </a:lnTo>
                <a:lnTo>
                  <a:pt x="42212" y="222621"/>
                </a:lnTo>
                <a:lnTo>
                  <a:pt x="44839" y="220599"/>
                </a:lnTo>
                <a:close/>
              </a:path>
              <a:path w="3636645" h="365125">
                <a:moveTo>
                  <a:pt x="53085" y="214249"/>
                </a:moveTo>
                <a:lnTo>
                  <a:pt x="50800" y="215773"/>
                </a:lnTo>
                <a:lnTo>
                  <a:pt x="51877" y="215179"/>
                </a:lnTo>
                <a:lnTo>
                  <a:pt x="53085" y="214249"/>
                </a:lnTo>
                <a:close/>
              </a:path>
              <a:path w="3636645" h="365125">
                <a:moveTo>
                  <a:pt x="51877" y="215179"/>
                </a:moveTo>
                <a:lnTo>
                  <a:pt x="50800" y="215773"/>
                </a:lnTo>
                <a:lnTo>
                  <a:pt x="51106" y="215773"/>
                </a:lnTo>
                <a:lnTo>
                  <a:pt x="51877" y="215179"/>
                </a:lnTo>
                <a:close/>
              </a:path>
              <a:path w="3636645" h="365125">
                <a:moveTo>
                  <a:pt x="53567" y="214249"/>
                </a:moveTo>
                <a:lnTo>
                  <a:pt x="53085" y="214249"/>
                </a:lnTo>
                <a:lnTo>
                  <a:pt x="51877" y="215179"/>
                </a:lnTo>
                <a:lnTo>
                  <a:pt x="53567" y="214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07560" y="2315210"/>
            <a:ext cx="529590" cy="324485"/>
          </a:xfrm>
          <a:custGeom>
            <a:avLst/>
            <a:gdLst/>
            <a:ahLst/>
            <a:cxnLst/>
            <a:rect l="l" t="t" r="r" b="b"/>
            <a:pathLst>
              <a:path w="529589" h="324485">
                <a:moveTo>
                  <a:pt x="109758" y="178588"/>
                </a:moveTo>
                <a:lnTo>
                  <a:pt x="73769" y="189573"/>
                </a:lnTo>
                <a:lnTo>
                  <a:pt x="75691" y="194944"/>
                </a:lnTo>
                <a:lnTo>
                  <a:pt x="76326" y="196595"/>
                </a:lnTo>
                <a:lnTo>
                  <a:pt x="77088" y="198119"/>
                </a:lnTo>
                <a:lnTo>
                  <a:pt x="78231" y="199516"/>
                </a:lnTo>
                <a:lnTo>
                  <a:pt x="95123" y="223012"/>
                </a:lnTo>
                <a:lnTo>
                  <a:pt x="133096" y="263778"/>
                </a:lnTo>
                <a:lnTo>
                  <a:pt x="165226" y="289051"/>
                </a:lnTo>
                <a:lnTo>
                  <a:pt x="199643" y="308101"/>
                </a:lnTo>
                <a:lnTo>
                  <a:pt x="235838" y="320166"/>
                </a:lnTo>
                <a:lnTo>
                  <a:pt x="273558" y="324485"/>
                </a:lnTo>
                <a:lnTo>
                  <a:pt x="286258" y="323850"/>
                </a:lnTo>
                <a:lnTo>
                  <a:pt x="335152" y="312419"/>
                </a:lnTo>
                <a:lnTo>
                  <a:pt x="370077" y="295275"/>
                </a:lnTo>
                <a:lnTo>
                  <a:pt x="383858" y="286385"/>
                </a:lnTo>
                <a:lnTo>
                  <a:pt x="272034" y="286385"/>
                </a:lnTo>
                <a:lnTo>
                  <a:pt x="262509" y="285876"/>
                </a:lnTo>
                <a:lnTo>
                  <a:pt x="223774" y="276860"/>
                </a:lnTo>
                <a:lnTo>
                  <a:pt x="185292" y="256666"/>
                </a:lnTo>
                <a:lnTo>
                  <a:pt x="140335" y="217424"/>
                </a:lnTo>
                <a:lnTo>
                  <a:pt x="112481" y="181990"/>
                </a:lnTo>
                <a:lnTo>
                  <a:pt x="111505" y="181990"/>
                </a:lnTo>
                <a:lnTo>
                  <a:pt x="109758" y="178588"/>
                </a:lnTo>
                <a:close/>
              </a:path>
              <a:path w="529589" h="324485">
                <a:moveTo>
                  <a:pt x="491109" y="0"/>
                </a:moveTo>
                <a:lnTo>
                  <a:pt x="488188" y="41020"/>
                </a:lnTo>
                <a:lnTo>
                  <a:pt x="479933" y="80772"/>
                </a:lnTo>
                <a:lnTo>
                  <a:pt x="461390" y="131572"/>
                </a:lnTo>
                <a:lnTo>
                  <a:pt x="435610" y="178053"/>
                </a:lnTo>
                <a:lnTo>
                  <a:pt x="404113" y="218312"/>
                </a:lnTo>
                <a:lnTo>
                  <a:pt x="368680" y="250443"/>
                </a:lnTo>
                <a:lnTo>
                  <a:pt x="330453" y="273303"/>
                </a:lnTo>
                <a:lnTo>
                  <a:pt x="291464" y="284861"/>
                </a:lnTo>
                <a:lnTo>
                  <a:pt x="272034" y="286385"/>
                </a:lnTo>
                <a:lnTo>
                  <a:pt x="383858" y="286385"/>
                </a:lnTo>
                <a:lnTo>
                  <a:pt x="433197" y="242950"/>
                </a:lnTo>
                <a:lnTo>
                  <a:pt x="468249" y="197738"/>
                </a:lnTo>
                <a:lnTo>
                  <a:pt x="496697" y="146050"/>
                </a:lnTo>
                <a:lnTo>
                  <a:pt x="516889" y="89788"/>
                </a:lnTo>
                <a:lnTo>
                  <a:pt x="526034" y="45592"/>
                </a:lnTo>
                <a:lnTo>
                  <a:pt x="529209" y="1015"/>
                </a:lnTo>
                <a:lnTo>
                  <a:pt x="491109" y="0"/>
                </a:lnTo>
                <a:close/>
              </a:path>
              <a:path w="529589" h="324485">
                <a:moveTo>
                  <a:pt x="35433" y="2159"/>
                </a:moveTo>
                <a:lnTo>
                  <a:pt x="0" y="212089"/>
                </a:lnTo>
                <a:lnTo>
                  <a:pt x="73769" y="189573"/>
                </a:lnTo>
                <a:lnTo>
                  <a:pt x="67690" y="172592"/>
                </a:lnTo>
                <a:lnTo>
                  <a:pt x="103504" y="159638"/>
                </a:lnTo>
                <a:lnTo>
                  <a:pt x="171842" y="159638"/>
                </a:lnTo>
                <a:lnTo>
                  <a:pt x="182244" y="156463"/>
                </a:lnTo>
                <a:lnTo>
                  <a:pt x="35433" y="2159"/>
                </a:lnTo>
                <a:close/>
              </a:path>
              <a:path w="529589" h="324485">
                <a:moveTo>
                  <a:pt x="103504" y="159638"/>
                </a:moveTo>
                <a:lnTo>
                  <a:pt x="67690" y="172592"/>
                </a:lnTo>
                <a:lnTo>
                  <a:pt x="73769" y="189573"/>
                </a:lnTo>
                <a:lnTo>
                  <a:pt x="109758" y="178588"/>
                </a:lnTo>
                <a:lnTo>
                  <a:pt x="109092" y="177291"/>
                </a:lnTo>
                <a:lnTo>
                  <a:pt x="109823" y="177291"/>
                </a:lnTo>
                <a:lnTo>
                  <a:pt x="103504" y="159638"/>
                </a:lnTo>
                <a:close/>
              </a:path>
              <a:path w="529589" h="324485">
                <a:moveTo>
                  <a:pt x="109979" y="178521"/>
                </a:moveTo>
                <a:lnTo>
                  <a:pt x="109758" y="178588"/>
                </a:lnTo>
                <a:lnTo>
                  <a:pt x="111505" y="181990"/>
                </a:lnTo>
                <a:lnTo>
                  <a:pt x="110544" y="179304"/>
                </a:lnTo>
                <a:lnTo>
                  <a:pt x="109979" y="178521"/>
                </a:lnTo>
                <a:close/>
              </a:path>
              <a:path w="529589" h="324485">
                <a:moveTo>
                  <a:pt x="110544" y="179304"/>
                </a:moveTo>
                <a:lnTo>
                  <a:pt x="111505" y="181990"/>
                </a:lnTo>
                <a:lnTo>
                  <a:pt x="112481" y="181990"/>
                </a:lnTo>
                <a:lnTo>
                  <a:pt x="110544" y="179304"/>
                </a:lnTo>
                <a:close/>
              </a:path>
              <a:path w="529589" h="324485">
                <a:moveTo>
                  <a:pt x="110235" y="178443"/>
                </a:moveTo>
                <a:lnTo>
                  <a:pt x="109979" y="178521"/>
                </a:lnTo>
                <a:lnTo>
                  <a:pt x="110544" y="179304"/>
                </a:lnTo>
                <a:lnTo>
                  <a:pt x="110235" y="178443"/>
                </a:lnTo>
                <a:close/>
              </a:path>
              <a:path w="529589" h="324485">
                <a:moveTo>
                  <a:pt x="109092" y="177291"/>
                </a:moveTo>
                <a:lnTo>
                  <a:pt x="109758" y="178588"/>
                </a:lnTo>
                <a:lnTo>
                  <a:pt x="109979" y="178521"/>
                </a:lnTo>
                <a:lnTo>
                  <a:pt x="109092" y="177291"/>
                </a:lnTo>
                <a:close/>
              </a:path>
              <a:path w="529589" h="324485">
                <a:moveTo>
                  <a:pt x="109823" y="177291"/>
                </a:moveTo>
                <a:lnTo>
                  <a:pt x="109092" y="177291"/>
                </a:lnTo>
                <a:lnTo>
                  <a:pt x="109979" y="178521"/>
                </a:lnTo>
                <a:lnTo>
                  <a:pt x="110235" y="178443"/>
                </a:lnTo>
                <a:lnTo>
                  <a:pt x="109823" y="177291"/>
                </a:lnTo>
                <a:close/>
              </a:path>
              <a:path w="529589" h="324485">
                <a:moveTo>
                  <a:pt x="171842" y="159638"/>
                </a:moveTo>
                <a:lnTo>
                  <a:pt x="103504" y="159638"/>
                </a:lnTo>
                <a:lnTo>
                  <a:pt x="110235" y="178443"/>
                </a:lnTo>
                <a:lnTo>
                  <a:pt x="171842" y="15963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07511" y="4359961"/>
            <a:ext cx="1668145" cy="1489075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(0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endParaRPr sz="32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(1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926329" y="4661153"/>
            <a:ext cx="748665" cy="1207135"/>
          </a:xfrm>
          <a:prstGeom prst="rect">
            <a:avLst/>
          </a:prstGeom>
          <a:solidFill>
            <a:srgbClr val="000000"/>
          </a:solidFill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3490"/>
              </a:lnSpc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{2}</a:t>
            </a:r>
            <a:endParaRPr sz="3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{2}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9765" y="995933"/>
            <a:ext cx="30060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30805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化简后的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3200" spc="-24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78429" y="2321814"/>
            <a:ext cx="1001394" cy="1021080"/>
          </a:xfrm>
          <a:custGeom>
            <a:avLst/>
            <a:gdLst/>
            <a:ahLst/>
            <a:cxnLst/>
            <a:rect l="l" t="t" r="r" b="b"/>
            <a:pathLst>
              <a:path w="1001395" h="1021079">
                <a:moveTo>
                  <a:pt x="500633" y="0"/>
                </a:moveTo>
                <a:lnTo>
                  <a:pt x="452421" y="2337"/>
                </a:lnTo>
                <a:lnTo>
                  <a:pt x="405505" y="9206"/>
                </a:lnTo>
                <a:lnTo>
                  <a:pt x="360095" y="20393"/>
                </a:lnTo>
                <a:lnTo>
                  <a:pt x="316401" y="35685"/>
                </a:lnTo>
                <a:lnTo>
                  <a:pt x="274632" y="54866"/>
                </a:lnTo>
                <a:lnTo>
                  <a:pt x="234999" y="77723"/>
                </a:lnTo>
                <a:lnTo>
                  <a:pt x="197712" y="104041"/>
                </a:lnTo>
                <a:lnTo>
                  <a:pt x="162979" y="133608"/>
                </a:lnTo>
                <a:lnTo>
                  <a:pt x="131012" y="166208"/>
                </a:lnTo>
                <a:lnTo>
                  <a:pt x="102020" y="201628"/>
                </a:lnTo>
                <a:lnTo>
                  <a:pt x="76212" y="239653"/>
                </a:lnTo>
                <a:lnTo>
                  <a:pt x="53799" y="280071"/>
                </a:lnTo>
                <a:lnTo>
                  <a:pt x="34991" y="322665"/>
                </a:lnTo>
                <a:lnTo>
                  <a:pt x="19997" y="367224"/>
                </a:lnTo>
                <a:lnTo>
                  <a:pt x="9027" y="413531"/>
                </a:lnTo>
                <a:lnTo>
                  <a:pt x="2291" y="461375"/>
                </a:lnTo>
                <a:lnTo>
                  <a:pt x="0" y="510539"/>
                </a:lnTo>
                <a:lnTo>
                  <a:pt x="2291" y="559704"/>
                </a:lnTo>
                <a:lnTo>
                  <a:pt x="9027" y="607548"/>
                </a:lnTo>
                <a:lnTo>
                  <a:pt x="19997" y="653855"/>
                </a:lnTo>
                <a:lnTo>
                  <a:pt x="34991" y="698414"/>
                </a:lnTo>
                <a:lnTo>
                  <a:pt x="53799" y="741008"/>
                </a:lnTo>
                <a:lnTo>
                  <a:pt x="76212" y="781426"/>
                </a:lnTo>
                <a:lnTo>
                  <a:pt x="102020" y="819451"/>
                </a:lnTo>
                <a:lnTo>
                  <a:pt x="131012" y="854871"/>
                </a:lnTo>
                <a:lnTo>
                  <a:pt x="162979" y="887471"/>
                </a:lnTo>
                <a:lnTo>
                  <a:pt x="197712" y="917038"/>
                </a:lnTo>
                <a:lnTo>
                  <a:pt x="234999" y="943356"/>
                </a:lnTo>
                <a:lnTo>
                  <a:pt x="274632" y="966213"/>
                </a:lnTo>
                <a:lnTo>
                  <a:pt x="316401" y="985394"/>
                </a:lnTo>
                <a:lnTo>
                  <a:pt x="360095" y="1000686"/>
                </a:lnTo>
                <a:lnTo>
                  <a:pt x="405505" y="1011873"/>
                </a:lnTo>
                <a:lnTo>
                  <a:pt x="452421" y="1018742"/>
                </a:lnTo>
                <a:lnTo>
                  <a:pt x="500633" y="1021080"/>
                </a:lnTo>
                <a:lnTo>
                  <a:pt x="548846" y="1018742"/>
                </a:lnTo>
                <a:lnTo>
                  <a:pt x="595762" y="1011873"/>
                </a:lnTo>
                <a:lnTo>
                  <a:pt x="641172" y="1000686"/>
                </a:lnTo>
                <a:lnTo>
                  <a:pt x="684866" y="985394"/>
                </a:lnTo>
                <a:lnTo>
                  <a:pt x="726635" y="966213"/>
                </a:lnTo>
                <a:lnTo>
                  <a:pt x="766268" y="943356"/>
                </a:lnTo>
                <a:lnTo>
                  <a:pt x="803555" y="917038"/>
                </a:lnTo>
                <a:lnTo>
                  <a:pt x="838288" y="887471"/>
                </a:lnTo>
                <a:lnTo>
                  <a:pt x="870255" y="854871"/>
                </a:lnTo>
                <a:lnTo>
                  <a:pt x="899247" y="819451"/>
                </a:lnTo>
                <a:lnTo>
                  <a:pt x="925055" y="781426"/>
                </a:lnTo>
                <a:lnTo>
                  <a:pt x="947468" y="741008"/>
                </a:lnTo>
                <a:lnTo>
                  <a:pt x="966276" y="698414"/>
                </a:lnTo>
                <a:lnTo>
                  <a:pt x="981270" y="653855"/>
                </a:lnTo>
                <a:lnTo>
                  <a:pt x="992240" y="607548"/>
                </a:lnTo>
                <a:lnTo>
                  <a:pt x="998976" y="559704"/>
                </a:lnTo>
                <a:lnTo>
                  <a:pt x="1001268" y="510539"/>
                </a:lnTo>
                <a:lnTo>
                  <a:pt x="998976" y="461375"/>
                </a:lnTo>
                <a:lnTo>
                  <a:pt x="992240" y="413531"/>
                </a:lnTo>
                <a:lnTo>
                  <a:pt x="981270" y="367224"/>
                </a:lnTo>
                <a:lnTo>
                  <a:pt x="966276" y="322665"/>
                </a:lnTo>
                <a:lnTo>
                  <a:pt x="947468" y="280071"/>
                </a:lnTo>
                <a:lnTo>
                  <a:pt x="925055" y="239653"/>
                </a:lnTo>
                <a:lnTo>
                  <a:pt x="899247" y="201628"/>
                </a:lnTo>
                <a:lnTo>
                  <a:pt x="870255" y="166208"/>
                </a:lnTo>
                <a:lnTo>
                  <a:pt x="838288" y="133608"/>
                </a:lnTo>
                <a:lnTo>
                  <a:pt x="803555" y="104041"/>
                </a:lnTo>
                <a:lnTo>
                  <a:pt x="766268" y="77723"/>
                </a:lnTo>
                <a:lnTo>
                  <a:pt x="726635" y="54866"/>
                </a:lnTo>
                <a:lnTo>
                  <a:pt x="684866" y="35685"/>
                </a:lnTo>
                <a:lnTo>
                  <a:pt x="641172" y="20393"/>
                </a:lnTo>
                <a:lnTo>
                  <a:pt x="595762" y="9206"/>
                </a:lnTo>
                <a:lnTo>
                  <a:pt x="548846" y="2337"/>
                </a:lnTo>
                <a:lnTo>
                  <a:pt x="500633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78429" y="2321814"/>
            <a:ext cx="1001394" cy="1021080"/>
          </a:xfrm>
          <a:custGeom>
            <a:avLst/>
            <a:gdLst/>
            <a:ahLst/>
            <a:cxnLst/>
            <a:rect l="l" t="t" r="r" b="b"/>
            <a:pathLst>
              <a:path w="1001395" h="1021079">
                <a:moveTo>
                  <a:pt x="0" y="510539"/>
                </a:moveTo>
                <a:lnTo>
                  <a:pt x="2291" y="461375"/>
                </a:lnTo>
                <a:lnTo>
                  <a:pt x="9027" y="413531"/>
                </a:lnTo>
                <a:lnTo>
                  <a:pt x="19997" y="367224"/>
                </a:lnTo>
                <a:lnTo>
                  <a:pt x="34991" y="322665"/>
                </a:lnTo>
                <a:lnTo>
                  <a:pt x="53799" y="280071"/>
                </a:lnTo>
                <a:lnTo>
                  <a:pt x="76212" y="239653"/>
                </a:lnTo>
                <a:lnTo>
                  <a:pt x="102020" y="201628"/>
                </a:lnTo>
                <a:lnTo>
                  <a:pt x="131012" y="166208"/>
                </a:lnTo>
                <a:lnTo>
                  <a:pt x="162979" y="133608"/>
                </a:lnTo>
                <a:lnTo>
                  <a:pt x="197712" y="104041"/>
                </a:lnTo>
                <a:lnTo>
                  <a:pt x="234999" y="77723"/>
                </a:lnTo>
                <a:lnTo>
                  <a:pt x="274632" y="54866"/>
                </a:lnTo>
                <a:lnTo>
                  <a:pt x="316401" y="35685"/>
                </a:lnTo>
                <a:lnTo>
                  <a:pt x="360095" y="20393"/>
                </a:lnTo>
                <a:lnTo>
                  <a:pt x="405505" y="9206"/>
                </a:lnTo>
                <a:lnTo>
                  <a:pt x="452421" y="2337"/>
                </a:lnTo>
                <a:lnTo>
                  <a:pt x="500633" y="0"/>
                </a:lnTo>
                <a:lnTo>
                  <a:pt x="548846" y="2337"/>
                </a:lnTo>
                <a:lnTo>
                  <a:pt x="595762" y="9206"/>
                </a:lnTo>
                <a:lnTo>
                  <a:pt x="641172" y="20393"/>
                </a:lnTo>
                <a:lnTo>
                  <a:pt x="684866" y="35685"/>
                </a:lnTo>
                <a:lnTo>
                  <a:pt x="726635" y="54866"/>
                </a:lnTo>
                <a:lnTo>
                  <a:pt x="766268" y="77723"/>
                </a:lnTo>
                <a:lnTo>
                  <a:pt x="803555" y="104041"/>
                </a:lnTo>
                <a:lnTo>
                  <a:pt x="838288" y="133608"/>
                </a:lnTo>
                <a:lnTo>
                  <a:pt x="870255" y="166208"/>
                </a:lnTo>
                <a:lnTo>
                  <a:pt x="899247" y="201628"/>
                </a:lnTo>
                <a:lnTo>
                  <a:pt x="925055" y="239653"/>
                </a:lnTo>
                <a:lnTo>
                  <a:pt x="947468" y="280071"/>
                </a:lnTo>
                <a:lnTo>
                  <a:pt x="966276" y="322665"/>
                </a:lnTo>
                <a:lnTo>
                  <a:pt x="981270" y="367224"/>
                </a:lnTo>
                <a:lnTo>
                  <a:pt x="992240" y="413531"/>
                </a:lnTo>
                <a:lnTo>
                  <a:pt x="998976" y="461375"/>
                </a:lnTo>
                <a:lnTo>
                  <a:pt x="1001268" y="510539"/>
                </a:lnTo>
                <a:lnTo>
                  <a:pt x="998976" y="559704"/>
                </a:lnTo>
                <a:lnTo>
                  <a:pt x="992240" y="607548"/>
                </a:lnTo>
                <a:lnTo>
                  <a:pt x="981270" y="653855"/>
                </a:lnTo>
                <a:lnTo>
                  <a:pt x="966276" y="698414"/>
                </a:lnTo>
                <a:lnTo>
                  <a:pt x="947468" y="741008"/>
                </a:lnTo>
                <a:lnTo>
                  <a:pt x="925055" y="781426"/>
                </a:lnTo>
                <a:lnTo>
                  <a:pt x="899247" y="819451"/>
                </a:lnTo>
                <a:lnTo>
                  <a:pt x="870255" y="854871"/>
                </a:lnTo>
                <a:lnTo>
                  <a:pt x="838288" y="887471"/>
                </a:lnTo>
                <a:lnTo>
                  <a:pt x="803555" y="917038"/>
                </a:lnTo>
                <a:lnTo>
                  <a:pt x="766268" y="943356"/>
                </a:lnTo>
                <a:lnTo>
                  <a:pt x="726635" y="966213"/>
                </a:lnTo>
                <a:lnTo>
                  <a:pt x="684866" y="985394"/>
                </a:lnTo>
                <a:lnTo>
                  <a:pt x="641172" y="1000686"/>
                </a:lnTo>
                <a:lnTo>
                  <a:pt x="595762" y="1011873"/>
                </a:lnTo>
                <a:lnTo>
                  <a:pt x="548846" y="1018742"/>
                </a:lnTo>
                <a:lnTo>
                  <a:pt x="500633" y="1021080"/>
                </a:lnTo>
                <a:lnTo>
                  <a:pt x="452421" y="1018742"/>
                </a:lnTo>
                <a:lnTo>
                  <a:pt x="405505" y="1011873"/>
                </a:lnTo>
                <a:lnTo>
                  <a:pt x="360095" y="1000686"/>
                </a:lnTo>
                <a:lnTo>
                  <a:pt x="316401" y="985394"/>
                </a:lnTo>
                <a:lnTo>
                  <a:pt x="274632" y="966213"/>
                </a:lnTo>
                <a:lnTo>
                  <a:pt x="234999" y="943356"/>
                </a:lnTo>
                <a:lnTo>
                  <a:pt x="197712" y="917038"/>
                </a:lnTo>
                <a:lnTo>
                  <a:pt x="162979" y="887471"/>
                </a:lnTo>
                <a:lnTo>
                  <a:pt x="131012" y="854871"/>
                </a:lnTo>
                <a:lnTo>
                  <a:pt x="102020" y="819451"/>
                </a:lnTo>
                <a:lnTo>
                  <a:pt x="76212" y="781426"/>
                </a:lnTo>
                <a:lnTo>
                  <a:pt x="53799" y="741008"/>
                </a:lnTo>
                <a:lnTo>
                  <a:pt x="34991" y="698414"/>
                </a:lnTo>
                <a:lnTo>
                  <a:pt x="19997" y="653855"/>
                </a:lnTo>
                <a:lnTo>
                  <a:pt x="9027" y="607548"/>
                </a:lnTo>
                <a:lnTo>
                  <a:pt x="2291" y="559704"/>
                </a:lnTo>
                <a:lnTo>
                  <a:pt x="0" y="51053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96661" y="2620517"/>
            <a:ext cx="762000" cy="774700"/>
          </a:xfrm>
          <a:custGeom>
            <a:avLst/>
            <a:gdLst/>
            <a:ahLst/>
            <a:cxnLst/>
            <a:rect l="l" t="t" r="r" b="b"/>
            <a:pathLst>
              <a:path w="762000" h="774700">
                <a:moveTo>
                  <a:pt x="0" y="387096"/>
                </a:moveTo>
                <a:lnTo>
                  <a:pt x="2968" y="338548"/>
                </a:lnTo>
                <a:lnTo>
                  <a:pt x="11634" y="291798"/>
                </a:lnTo>
                <a:lnTo>
                  <a:pt x="25643" y="247207"/>
                </a:lnTo>
                <a:lnTo>
                  <a:pt x="44636" y="205140"/>
                </a:lnTo>
                <a:lnTo>
                  <a:pt x="68257" y="165959"/>
                </a:lnTo>
                <a:lnTo>
                  <a:pt x="96149" y="130028"/>
                </a:lnTo>
                <a:lnTo>
                  <a:pt x="127955" y="97710"/>
                </a:lnTo>
                <a:lnTo>
                  <a:pt x="163318" y="69367"/>
                </a:lnTo>
                <a:lnTo>
                  <a:pt x="201881" y="45363"/>
                </a:lnTo>
                <a:lnTo>
                  <a:pt x="243288" y="26061"/>
                </a:lnTo>
                <a:lnTo>
                  <a:pt x="287181" y="11825"/>
                </a:lnTo>
                <a:lnTo>
                  <a:pt x="333204" y="3016"/>
                </a:lnTo>
                <a:lnTo>
                  <a:pt x="381000" y="0"/>
                </a:lnTo>
                <a:lnTo>
                  <a:pt x="428795" y="3016"/>
                </a:lnTo>
                <a:lnTo>
                  <a:pt x="474818" y="11825"/>
                </a:lnTo>
                <a:lnTo>
                  <a:pt x="518711" y="26061"/>
                </a:lnTo>
                <a:lnTo>
                  <a:pt x="560118" y="45363"/>
                </a:lnTo>
                <a:lnTo>
                  <a:pt x="598681" y="69367"/>
                </a:lnTo>
                <a:lnTo>
                  <a:pt x="634044" y="97710"/>
                </a:lnTo>
                <a:lnTo>
                  <a:pt x="665850" y="130028"/>
                </a:lnTo>
                <a:lnTo>
                  <a:pt x="693742" y="165959"/>
                </a:lnTo>
                <a:lnTo>
                  <a:pt x="717363" y="205140"/>
                </a:lnTo>
                <a:lnTo>
                  <a:pt x="736356" y="247207"/>
                </a:lnTo>
                <a:lnTo>
                  <a:pt x="750365" y="291798"/>
                </a:lnTo>
                <a:lnTo>
                  <a:pt x="759031" y="338548"/>
                </a:lnTo>
                <a:lnTo>
                  <a:pt x="762000" y="387096"/>
                </a:lnTo>
                <a:lnTo>
                  <a:pt x="759031" y="435643"/>
                </a:lnTo>
                <a:lnTo>
                  <a:pt x="750365" y="482393"/>
                </a:lnTo>
                <a:lnTo>
                  <a:pt x="736356" y="526984"/>
                </a:lnTo>
                <a:lnTo>
                  <a:pt x="717363" y="569051"/>
                </a:lnTo>
                <a:lnTo>
                  <a:pt x="693742" y="608232"/>
                </a:lnTo>
                <a:lnTo>
                  <a:pt x="665850" y="644163"/>
                </a:lnTo>
                <a:lnTo>
                  <a:pt x="634044" y="676481"/>
                </a:lnTo>
                <a:lnTo>
                  <a:pt x="598681" y="704824"/>
                </a:lnTo>
                <a:lnTo>
                  <a:pt x="560118" y="728828"/>
                </a:lnTo>
                <a:lnTo>
                  <a:pt x="518711" y="748130"/>
                </a:lnTo>
                <a:lnTo>
                  <a:pt x="474818" y="762366"/>
                </a:lnTo>
                <a:lnTo>
                  <a:pt x="428795" y="771175"/>
                </a:lnTo>
                <a:lnTo>
                  <a:pt x="381000" y="774192"/>
                </a:lnTo>
                <a:lnTo>
                  <a:pt x="333204" y="771175"/>
                </a:lnTo>
                <a:lnTo>
                  <a:pt x="287181" y="762366"/>
                </a:lnTo>
                <a:lnTo>
                  <a:pt x="243288" y="748130"/>
                </a:lnTo>
                <a:lnTo>
                  <a:pt x="201881" y="728828"/>
                </a:lnTo>
                <a:lnTo>
                  <a:pt x="163318" y="704824"/>
                </a:lnTo>
                <a:lnTo>
                  <a:pt x="127955" y="676481"/>
                </a:lnTo>
                <a:lnTo>
                  <a:pt x="96149" y="644163"/>
                </a:lnTo>
                <a:lnTo>
                  <a:pt x="68257" y="608232"/>
                </a:lnTo>
                <a:lnTo>
                  <a:pt x="44636" y="569051"/>
                </a:lnTo>
                <a:lnTo>
                  <a:pt x="25643" y="526984"/>
                </a:lnTo>
                <a:lnTo>
                  <a:pt x="11634" y="482393"/>
                </a:lnTo>
                <a:lnTo>
                  <a:pt x="2968" y="435643"/>
                </a:lnTo>
                <a:lnTo>
                  <a:pt x="0" y="38709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99938" y="273260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1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89682" y="2439161"/>
            <a:ext cx="762000" cy="775970"/>
          </a:xfrm>
          <a:custGeom>
            <a:avLst/>
            <a:gdLst/>
            <a:ahLst/>
            <a:cxnLst/>
            <a:rect l="l" t="t" r="r" b="b"/>
            <a:pathLst>
              <a:path w="762000" h="775969">
                <a:moveTo>
                  <a:pt x="381000" y="0"/>
                </a:moveTo>
                <a:lnTo>
                  <a:pt x="333204" y="3021"/>
                </a:lnTo>
                <a:lnTo>
                  <a:pt x="287181" y="11843"/>
                </a:lnTo>
                <a:lnTo>
                  <a:pt x="243288" y="26102"/>
                </a:lnTo>
                <a:lnTo>
                  <a:pt x="201881" y="45435"/>
                </a:lnTo>
                <a:lnTo>
                  <a:pt x="163318" y="69480"/>
                </a:lnTo>
                <a:lnTo>
                  <a:pt x="127955" y="97872"/>
                </a:lnTo>
                <a:lnTo>
                  <a:pt x="96149" y="130249"/>
                </a:lnTo>
                <a:lnTo>
                  <a:pt x="68257" y="166248"/>
                </a:lnTo>
                <a:lnTo>
                  <a:pt x="44636" y="205505"/>
                </a:lnTo>
                <a:lnTo>
                  <a:pt x="25643" y="247658"/>
                </a:lnTo>
                <a:lnTo>
                  <a:pt x="11634" y="292343"/>
                </a:lnTo>
                <a:lnTo>
                  <a:pt x="2968" y="339197"/>
                </a:lnTo>
                <a:lnTo>
                  <a:pt x="0" y="387858"/>
                </a:lnTo>
                <a:lnTo>
                  <a:pt x="2968" y="436518"/>
                </a:lnTo>
                <a:lnTo>
                  <a:pt x="11634" y="483372"/>
                </a:lnTo>
                <a:lnTo>
                  <a:pt x="25643" y="528057"/>
                </a:lnTo>
                <a:lnTo>
                  <a:pt x="44636" y="570210"/>
                </a:lnTo>
                <a:lnTo>
                  <a:pt x="68257" y="609467"/>
                </a:lnTo>
                <a:lnTo>
                  <a:pt x="96149" y="645466"/>
                </a:lnTo>
                <a:lnTo>
                  <a:pt x="127955" y="677843"/>
                </a:lnTo>
                <a:lnTo>
                  <a:pt x="163318" y="706235"/>
                </a:lnTo>
                <a:lnTo>
                  <a:pt x="201881" y="730280"/>
                </a:lnTo>
                <a:lnTo>
                  <a:pt x="243288" y="749613"/>
                </a:lnTo>
                <a:lnTo>
                  <a:pt x="287181" y="763872"/>
                </a:lnTo>
                <a:lnTo>
                  <a:pt x="333204" y="772694"/>
                </a:lnTo>
                <a:lnTo>
                  <a:pt x="381000" y="775715"/>
                </a:lnTo>
                <a:lnTo>
                  <a:pt x="428795" y="772694"/>
                </a:lnTo>
                <a:lnTo>
                  <a:pt x="474818" y="763872"/>
                </a:lnTo>
                <a:lnTo>
                  <a:pt x="518711" y="749613"/>
                </a:lnTo>
                <a:lnTo>
                  <a:pt x="560118" y="730280"/>
                </a:lnTo>
                <a:lnTo>
                  <a:pt x="598681" y="706235"/>
                </a:lnTo>
                <a:lnTo>
                  <a:pt x="634044" y="677843"/>
                </a:lnTo>
                <a:lnTo>
                  <a:pt x="665850" y="645466"/>
                </a:lnTo>
                <a:lnTo>
                  <a:pt x="693742" y="609467"/>
                </a:lnTo>
                <a:lnTo>
                  <a:pt x="717363" y="570210"/>
                </a:lnTo>
                <a:lnTo>
                  <a:pt x="736356" y="528057"/>
                </a:lnTo>
                <a:lnTo>
                  <a:pt x="750365" y="483372"/>
                </a:lnTo>
                <a:lnTo>
                  <a:pt x="759031" y="436518"/>
                </a:lnTo>
                <a:lnTo>
                  <a:pt x="762000" y="387858"/>
                </a:lnTo>
                <a:lnTo>
                  <a:pt x="759031" y="339197"/>
                </a:lnTo>
                <a:lnTo>
                  <a:pt x="750365" y="292343"/>
                </a:lnTo>
                <a:lnTo>
                  <a:pt x="736356" y="247658"/>
                </a:lnTo>
                <a:lnTo>
                  <a:pt x="717363" y="205505"/>
                </a:lnTo>
                <a:lnTo>
                  <a:pt x="693742" y="166248"/>
                </a:lnTo>
                <a:lnTo>
                  <a:pt x="665850" y="130249"/>
                </a:lnTo>
                <a:lnTo>
                  <a:pt x="634044" y="97872"/>
                </a:lnTo>
                <a:lnTo>
                  <a:pt x="598681" y="69480"/>
                </a:lnTo>
                <a:lnTo>
                  <a:pt x="560118" y="45435"/>
                </a:lnTo>
                <a:lnTo>
                  <a:pt x="518711" y="26102"/>
                </a:lnTo>
                <a:lnTo>
                  <a:pt x="474818" y="11843"/>
                </a:lnTo>
                <a:lnTo>
                  <a:pt x="428795" y="3021"/>
                </a:lnTo>
                <a:lnTo>
                  <a:pt x="381000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89682" y="2439161"/>
            <a:ext cx="762000" cy="775970"/>
          </a:xfrm>
          <a:custGeom>
            <a:avLst/>
            <a:gdLst/>
            <a:ahLst/>
            <a:cxnLst/>
            <a:rect l="l" t="t" r="r" b="b"/>
            <a:pathLst>
              <a:path w="762000" h="775969">
                <a:moveTo>
                  <a:pt x="0" y="387858"/>
                </a:moveTo>
                <a:lnTo>
                  <a:pt x="2968" y="339197"/>
                </a:lnTo>
                <a:lnTo>
                  <a:pt x="11634" y="292343"/>
                </a:lnTo>
                <a:lnTo>
                  <a:pt x="25643" y="247658"/>
                </a:lnTo>
                <a:lnTo>
                  <a:pt x="44636" y="205505"/>
                </a:lnTo>
                <a:lnTo>
                  <a:pt x="68257" y="166248"/>
                </a:lnTo>
                <a:lnTo>
                  <a:pt x="96149" y="130249"/>
                </a:lnTo>
                <a:lnTo>
                  <a:pt x="127955" y="97872"/>
                </a:lnTo>
                <a:lnTo>
                  <a:pt x="163318" y="69480"/>
                </a:lnTo>
                <a:lnTo>
                  <a:pt x="201881" y="45435"/>
                </a:lnTo>
                <a:lnTo>
                  <a:pt x="243288" y="26102"/>
                </a:lnTo>
                <a:lnTo>
                  <a:pt x="287181" y="11843"/>
                </a:lnTo>
                <a:lnTo>
                  <a:pt x="333204" y="3021"/>
                </a:lnTo>
                <a:lnTo>
                  <a:pt x="381000" y="0"/>
                </a:lnTo>
                <a:lnTo>
                  <a:pt x="428795" y="3021"/>
                </a:lnTo>
                <a:lnTo>
                  <a:pt x="474818" y="11843"/>
                </a:lnTo>
                <a:lnTo>
                  <a:pt x="518711" y="26102"/>
                </a:lnTo>
                <a:lnTo>
                  <a:pt x="560118" y="45435"/>
                </a:lnTo>
                <a:lnTo>
                  <a:pt x="598681" y="69480"/>
                </a:lnTo>
                <a:lnTo>
                  <a:pt x="634044" y="97872"/>
                </a:lnTo>
                <a:lnTo>
                  <a:pt x="665850" y="130249"/>
                </a:lnTo>
                <a:lnTo>
                  <a:pt x="693742" y="166248"/>
                </a:lnTo>
                <a:lnTo>
                  <a:pt x="717363" y="205505"/>
                </a:lnTo>
                <a:lnTo>
                  <a:pt x="736356" y="247658"/>
                </a:lnTo>
                <a:lnTo>
                  <a:pt x="750365" y="292343"/>
                </a:lnTo>
                <a:lnTo>
                  <a:pt x="759031" y="339197"/>
                </a:lnTo>
                <a:lnTo>
                  <a:pt x="762000" y="387858"/>
                </a:lnTo>
                <a:lnTo>
                  <a:pt x="759031" y="436518"/>
                </a:lnTo>
                <a:lnTo>
                  <a:pt x="750365" y="483372"/>
                </a:lnTo>
                <a:lnTo>
                  <a:pt x="736356" y="528057"/>
                </a:lnTo>
                <a:lnTo>
                  <a:pt x="717363" y="570210"/>
                </a:lnTo>
                <a:lnTo>
                  <a:pt x="693742" y="609467"/>
                </a:lnTo>
                <a:lnTo>
                  <a:pt x="665850" y="645466"/>
                </a:lnTo>
                <a:lnTo>
                  <a:pt x="634044" y="677843"/>
                </a:lnTo>
                <a:lnTo>
                  <a:pt x="598681" y="706235"/>
                </a:lnTo>
                <a:lnTo>
                  <a:pt x="560118" y="730280"/>
                </a:lnTo>
                <a:lnTo>
                  <a:pt x="518711" y="749613"/>
                </a:lnTo>
                <a:lnTo>
                  <a:pt x="474818" y="763872"/>
                </a:lnTo>
                <a:lnTo>
                  <a:pt x="428795" y="772694"/>
                </a:lnTo>
                <a:lnTo>
                  <a:pt x="381000" y="775715"/>
                </a:lnTo>
                <a:lnTo>
                  <a:pt x="333204" y="772694"/>
                </a:lnTo>
                <a:lnTo>
                  <a:pt x="287181" y="763872"/>
                </a:lnTo>
                <a:lnTo>
                  <a:pt x="243288" y="749613"/>
                </a:lnTo>
                <a:lnTo>
                  <a:pt x="201881" y="730280"/>
                </a:lnTo>
                <a:lnTo>
                  <a:pt x="163318" y="706235"/>
                </a:lnTo>
                <a:lnTo>
                  <a:pt x="127955" y="677843"/>
                </a:lnTo>
                <a:lnTo>
                  <a:pt x="96149" y="645466"/>
                </a:lnTo>
                <a:lnTo>
                  <a:pt x="68257" y="609467"/>
                </a:lnTo>
                <a:lnTo>
                  <a:pt x="44636" y="570210"/>
                </a:lnTo>
                <a:lnTo>
                  <a:pt x="25643" y="528057"/>
                </a:lnTo>
                <a:lnTo>
                  <a:pt x="11634" y="483372"/>
                </a:lnTo>
                <a:lnTo>
                  <a:pt x="2968" y="436518"/>
                </a:lnTo>
                <a:lnTo>
                  <a:pt x="0" y="38785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44698" y="2525979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1809" y="30350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72078" y="2974848"/>
            <a:ext cx="1647825" cy="114300"/>
          </a:xfrm>
          <a:custGeom>
            <a:avLst/>
            <a:gdLst/>
            <a:ahLst/>
            <a:cxnLst/>
            <a:rect l="l" t="t" r="r" b="b"/>
            <a:pathLst>
              <a:path w="1647825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647825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647825" h="114300">
                <a:moveTo>
                  <a:pt x="1647444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647444" y="76200"/>
                </a:lnTo>
                <a:lnTo>
                  <a:pt x="164744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38705" y="2709672"/>
            <a:ext cx="840105" cy="114300"/>
          </a:xfrm>
          <a:custGeom>
            <a:avLst/>
            <a:gdLst/>
            <a:ahLst/>
            <a:cxnLst/>
            <a:rect l="l" t="t" r="r" b="b"/>
            <a:pathLst>
              <a:path w="840105" h="114300">
                <a:moveTo>
                  <a:pt x="725424" y="0"/>
                </a:moveTo>
                <a:lnTo>
                  <a:pt x="725424" y="114300"/>
                </a:lnTo>
                <a:lnTo>
                  <a:pt x="801624" y="76200"/>
                </a:lnTo>
                <a:lnTo>
                  <a:pt x="744474" y="76200"/>
                </a:lnTo>
                <a:lnTo>
                  <a:pt x="744474" y="38100"/>
                </a:lnTo>
                <a:lnTo>
                  <a:pt x="801624" y="38100"/>
                </a:lnTo>
                <a:lnTo>
                  <a:pt x="725424" y="0"/>
                </a:lnTo>
                <a:close/>
              </a:path>
              <a:path w="840105" h="114300">
                <a:moveTo>
                  <a:pt x="72542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5424" y="76200"/>
                </a:lnTo>
                <a:lnTo>
                  <a:pt x="725424" y="38100"/>
                </a:lnTo>
                <a:close/>
              </a:path>
              <a:path w="840105" h="114300">
                <a:moveTo>
                  <a:pt x="801624" y="38100"/>
                </a:moveTo>
                <a:lnTo>
                  <a:pt x="744474" y="38100"/>
                </a:lnTo>
                <a:lnTo>
                  <a:pt x="744474" y="76200"/>
                </a:lnTo>
                <a:lnTo>
                  <a:pt x="801624" y="76200"/>
                </a:lnTo>
                <a:lnTo>
                  <a:pt x="839724" y="57150"/>
                </a:lnTo>
                <a:lnTo>
                  <a:pt x="80162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4261865"/>
            <a:ext cx="7473950" cy="2533015"/>
          </a:xfrm>
          <a:custGeom>
            <a:avLst/>
            <a:gdLst/>
            <a:ahLst/>
            <a:cxnLst/>
            <a:rect l="l" t="t" r="r" b="b"/>
            <a:pathLst>
              <a:path w="7473950" h="2533015">
                <a:moveTo>
                  <a:pt x="0" y="2532887"/>
                </a:moveTo>
                <a:lnTo>
                  <a:pt x="7473696" y="2532887"/>
                </a:lnTo>
                <a:lnTo>
                  <a:pt x="7473696" y="0"/>
                </a:lnTo>
                <a:lnTo>
                  <a:pt x="0" y="0"/>
                </a:lnTo>
                <a:lnTo>
                  <a:pt x="0" y="2532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1" y="4261865"/>
            <a:ext cx="7473950" cy="2533015"/>
          </a:xfrm>
          <a:custGeom>
            <a:avLst/>
            <a:gdLst/>
            <a:ahLst/>
            <a:cxnLst/>
            <a:rect l="l" t="t" r="r" b="b"/>
            <a:pathLst>
              <a:path w="7473950" h="2533015">
                <a:moveTo>
                  <a:pt x="0" y="2532887"/>
                </a:moveTo>
                <a:lnTo>
                  <a:pt x="7473696" y="2532887"/>
                </a:lnTo>
                <a:lnTo>
                  <a:pt x="7473696" y="0"/>
                </a:lnTo>
                <a:lnTo>
                  <a:pt x="0" y="0"/>
                </a:lnTo>
                <a:lnTo>
                  <a:pt x="0" y="2532887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21355" y="501192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64709" y="4836818"/>
            <a:ext cx="203200" cy="1228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87295" y="4767960"/>
            <a:ext cx="3538220" cy="619760"/>
          </a:xfrm>
          <a:custGeom>
            <a:avLst/>
            <a:gdLst/>
            <a:ahLst/>
            <a:cxnLst/>
            <a:rect l="l" t="t" r="r" b="b"/>
            <a:pathLst>
              <a:path w="3538220" h="619760">
                <a:moveTo>
                  <a:pt x="3409384" y="566499"/>
                </a:moveTo>
                <a:lnTo>
                  <a:pt x="3327146" y="619760"/>
                </a:lnTo>
                <a:lnTo>
                  <a:pt x="3537966" y="589660"/>
                </a:lnTo>
                <a:lnTo>
                  <a:pt x="3519678" y="571372"/>
                </a:lnTo>
                <a:lnTo>
                  <a:pt x="3423030" y="571372"/>
                </a:lnTo>
                <a:lnTo>
                  <a:pt x="3409384" y="566499"/>
                </a:lnTo>
                <a:close/>
              </a:path>
              <a:path w="3538220" h="619760">
                <a:moveTo>
                  <a:pt x="3429507" y="553466"/>
                </a:moveTo>
                <a:lnTo>
                  <a:pt x="3409384" y="566499"/>
                </a:lnTo>
                <a:lnTo>
                  <a:pt x="3423030" y="571372"/>
                </a:lnTo>
                <a:lnTo>
                  <a:pt x="3429507" y="553466"/>
                </a:lnTo>
                <a:close/>
              </a:path>
              <a:path w="3538220" h="619760">
                <a:moveTo>
                  <a:pt x="3387344" y="439038"/>
                </a:moveTo>
                <a:lnTo>
                  <a:pt x="3420913" y="530141"/>
                </a:lnTo>
                <a:lnTo>
                  <a:pt x="3435984" y="535558"/>
                </a:lnTo>
                <a:lnTo>
                  <a:pt x="3423030" y="571372"/>
                </a:lnTo>
                <a:lnTo>
                  <a:pt x="3519678" y="571372"/>
                </a:lnTo>
                <a:lnTo>
                  <a:pt x="3387344" y="439038"/>
                </a:lnTo>
                <a:close/>
              </a:path>
              <a:path w="3538220" h="619760">
                <a:moveTo>
                  <a:pt x="1913016" y="38100"/>
                </a:moveTo>
                <a:lnTo>
                  <a:pt x="1537081" y="38100"/>
                </a:lnTo>
                <a:lnTo>
                  <a:pt x="1645793" y="41275"/>
                </a:lnTo>
                <a:lnTo>
                  <a:pt x="1701165" y="45338"/>
                </a:lnTo>
                <a:lnTo>
                  <a:pt x="1758950" y="51815"/>
                </a:lnTo>
                <a:lnTo>
                  <a:pt x="1818767" y="60197"/>
                </a:lnTo>
                <a:lnTo>
                  <a:pt x="1880489" y="70612"/>
                </a:lnTo>
                <a:lnTo>
                  <a:pt x="1943734" y="82803"/>
                </a:lnTo>
                <a:lnTo>
                  <a:pt x="2008378" y="96900"/>
                </a:lnTo>
                <a:lnTo>
                  <a:pt x="2074418" y="112394"/>
                </a:lnTo>
                <a:lnTo>
                  <a:pt x="2141220" y="129412"/>
                </a:lnTo>
                <a:lnTo>
                  <a:pt x="2277364" y="167131"/>
                </a:lnTo>
                <a:lnTo>
                  <a:pt x="2414905" y="208914"/>
                </a:lnTo>
                <a:lnTo>
                  <a:pt x="2552573" y="253745"/>
                </a:lnTo>
                <a:lnTo>
                  <a:pt x="2688717" y="300355"/>
                </a:lnTo>
                <a:lnTo>
                  <a:pt x="2821559" y="347725"/>
                </a:lnTo>
                <a:lnTo>
                  <a:pt x="3338576" y="540766"/>
                </a:lnTo>
                <a:lnTo>
                  <a:pt x="3409384" y="566499"/>
                </a:lnTo>
                <a:lnTo>
                  <a:pt x="3429507" y="553466"/>
                </a:lnTo>
                <a:lnTo>
                  <a:pt x="3420913" y="530141"/>
                </a:lnTo>
                <a:lnTo>
                  <a:pt x="3351911" y="505078"/>
                </a:lnTo>
                <a:lnTo>
                  <a:pt x="2899410" y="335533"/>
                </a:lnTo>
                <a:lnTo>
                  <a:pt x="2701036" y="264413"/>
                </a:lnTo>
                <a:lnTo>
                  <a:pt x="2564384" y="217550"/>
                </a:lnTo>
                <a:lnTo>
                  <a:pt x="2426081" y="172465"/>
                </a:lnTo>
                <a:lnTo>
                  <a:pt x="2287524" y="130428"/>
                </a:lnTo>
                <a:lnTo>
                  <a:pt x="2150618" y="92456"/>
                </a:lnTo>
                <a:lnTo>
                  <a:pt x="2083054" y="75311"/>
                </a:lnTo>
                <a:lnTo>
                  <a:pt x="2016506" y="59689"/>
                </a:lnTo>
                <a:lnTo>
                  <a:pt x="1950974" y="45465"/>
                </a:lnTo>
                <a:lnTo>
                  <a:pt x="1913016" y="38100"/>
                </a:lnTo>
                <a:close/>
              </a:path>
              <a:path w="3538220" h="619760">
                <a:moveTo>
                  <a:pt x="3420913" y="530141"/>
                </a:moveTo>
                <a:lnTo>
                  <a:pt x="3429507" y="553466"/>
                </a:lnTo>
                <a:lnTo>
                  <a:pt x="3435984" y="535558"/>
                </a:lnTo>
                <a:lnTo>
                  <a:pt x="3420913" y="530141"/>
                </a:lnTo>
                <a:close/>
              </a:path>
              <a:path w="3538220" h="619760">
                <a:moveTo>
                  <a:pt x="1536319" y="0"/>
                </a:moveTo>
                <a:lnTo>
                  <a:pt x="1427226" y="2031"/>
                </a:lnTo>
                <a:lnTo>
                  <a:pt x="1319403" y="8889"/>
                </a:lnTo>
                <a:lnTo>
                  <a:pt x="1212850" y="20446"/>
                </a:lnTo>
                <a:lnTo>
                  <a:pt x="1107440" y="36068"/>
                </a:lnTo>
                <a:lnTo>
                  <a:pt x="1003300" y="55499"/>
                </a:lnTo>
                <a:lnTo>
                  <a:pt x="900049" y="78358"/>
                </a:lnTo>
                <a:lnTo>
                  <a:pt x="797560" y="104393"/>
                </a:lnTo>
                <a:lnTo>
                  <a:pt x="695960" y="133222"/>
                </a:lnTo>
                <a:lnTo>
                  <a:pt x="595122" y="164464"/>
                </a:lnTo>
                <a:lnTo>
                  <a:pt x="494919" y="197738"/>
                </a:lnTo>
                <a:lnTo>
                  <a:pt x="395097" y="232663"/>
                </a:lnTo>
                <a:lnTo>
                  <a:pt x="196977" y="306450"/>
                </a:lnTo>
                <a:lnTo>
                  <a:pt x="0" y="382777"/>
                </a:lnTo>
                <a:lnTo>
                  <a:pt x="13716" y="418338"/>
                </a:lnTo>
                <a:lnTo>
                  <a:pt x="210693" y="342011"/>
                </a:lnTo>
                <a:lnTo>
                  <a:pt x="408431" y="268477"/>
                </a:lnTo>
                <a:lnTo>
                  <a:pt x="507492" y="233680"/>
                </a:lnTo>
                <a:lnTo>
                  <a:pt x="607060" y="200659"/>
                </a:lnTo>
                <a:lnTo>
                  <a:pt x="707263" y="169671"/>
                </a:lnTo>
                <a:lnTo>
                  <a:pt x="807974" y="141096"/>
                </a:lnTo>
                <a:lnTo>
                  <a:pt x="909320" y="115315"/>
                </a:lnTo>
                <a:lnTo>
                  <a:pt x="1011428" y="92709"/>
                </a:lnTo>
                <a:lnTo>
                  <a:pt x="1114552" y="73406"/>
                </a:lnTo>
                <a:lnTo>
                  <a:pt x="1218438" y="58165"/>
                </a:lnTo>
                <a:lnTo>
                  <a:pt x="1323594" y="46862"/>
                </a:lnTo>
                <a:lnTo>
                  <a:pt x="1429639" y="40005"/>
                </a:lnTo>
                <a:lnTo>
                  <a:pt x="1537081" y="38100"/>
                </a:lnTo>
                <a:lnTo>
                  <a:pt x="1913016" y="38100"/>
                </a:lnTo>
                <a:lnTo>
                  <a:pt x="1886839" y="33019"/>
                </a:lnTo>
                <a:lnTo>
                  <a:pt x="1824101" y="22478"/>
                </a:lnTo>
                <a:lnTo>
                  <a:pt x="1763141" y="13843"/>
                </a:lnTo>
                <a:lnTo>
                  <a:pt x="1703958" y="7365"/>
                </a:lnTo>
                <a:lnTo>
                  <a:pt x="1646808" y="3175"/>
                </a:lnTo>
                <a:lnTo>
                  <a:pt x="153631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238880" y="585500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25346" y="5220461"/>
            <a:ext cx="670560" cy="652780"/>
          </a:xfrm>
          <a:custGeom>
            <a:avLst/>
            <a:gdLst/>
            <a:ahLst/>
            <a:cxnLst/>
            <a:rect l="l" t="t" r="r" b="b"/>
            <a:pathLst>
              <a:path w="670560" h="652779">
                <a:moveTo>
                  <a:pt x="0" y="326135"/>
                </a:moveTo>
                <a:lnTo>
                  <a:pt x="3635" y="277949"/>
                </a:lnTo>
                <a:lnTo>
                  <a:pt x="14195" y="231956"/>
                </a:lnTo>
                <a:lnTo>
                  <a:pt x="31162" y="188659"/>
                </a:lnTo>
                <a:lnTo>
                  <a:pt x="54016" y="148566"/>
                </a:lnTo>
                <a:lnTo>
                  <a:pt x="82239" y="112180"/>
                </a:lnTo>
                <a:lnTo>
                  <a:pt x="115313" y="80007"/>
                </a:lnTo>
                <a:lnTo>
                  <a:pt x="152718" y="52551"/>
                </a:lnTo>
                <a:lnTo>
                  <a:pt x="193936" y="30317"/>
                </a:lnTo>
                <a:lnTo>
                  <a:pt x="238448" y="13811"/>
                </a:lnTo>
                <a:lnTo>
                  <a:pt x="285735" y="3536"/>
                </a:lnTo>
                <a:lnTo>
                  <a:pt x="335279" y="0"/>
                </a:lnTo>
                <a:lnTo>
                  <a:pt x="384824" y="3536"/>
                </a:lnTo>
                <a:lnTo>
                  <a:pt x="432111" y="13811"/>
                </a:lnTo>
                <a:lnTo>
                  <a:pt x="476623" y="30317"/>
                </a:lnTo>
                <a:lnTo>
                  <a:pt x="517841" y="52551"/>
                </a:lnTo>
                <a:lnTo>
                  <a:pt x="555246" y="80007"/>
                </a:lnTo>
                <a:lnTo>
                  <a:pt x="588320" y="112180"/>
                </a:lnTo>
                <a:lnTo>
                  <a:pt x="616543" y="148566"/>
                </a:lnTo>
                <a:lnTo>
                  <a:pt x="639397" y="188659"/>
                </a:lnTo>
                <a:lnTo>
                  <a:pt x="656364" y="231956"/>
                </a:lnTo>
                <a:lnTo>
                  <a:pt x="666924" y="277949"/>
                </a:lnTo>
                <a:lnTo>
                  <a:pt x="670560" y="326135"/>
                </a:lnTo>
                <a:lnTo>
                  <a:pt x="666924" y="374330"/>
                </a:lnTo>
                <a:lnTo>
                  <a:pt x="656364" y="420329"/>
                </a:lnTo>
                <a:lnTo>
                  <a:pt x="639397" y="463628"/>
                </a:lnTo>
                <a:lnTo>
                  <a:pt x="616543" y="503722"/>
                </a:lnTo>
                <a:lnTo>
                  <a:pt x="588320" y="540106"/>
                </a:lnTo>
                <a:lnTo>
                  <a:pt x="555246" y="572277"/>
                </a:lnTo>
                <a:lnTo>
                  <a:pt x="517841" y="599730"/>
                </a:lnTo>
                <a:lnTo>
                  <a:pt x="476623" y="621960"/>
                </a:lnTo>
                <a:lnTo>
                  <a:pt x="432111" y="638464"/>
                </a:lnTo>
                <a:lnTo>
                  <a:pt x="384824" y="648735"/>
                </a:lnTo>
                <a:lnTo>
                  <a:pt x="335279" y="652272"/>
                </a:lnTo>
                <a:lnTo>
                  <a:pt x="285735" y="648735"/>
                </a:lnTo>
                <a:lnTo>
                  <a:pt x="238448" y="638464"/>
                </a:lnTo>
                <a:lnTo>
                  <a:pt x="193936" y="621960"/>
                </a:lnTo>
                <a:lnTo>
                  <a:pt x="152718" y="599730"/>
                </a:lnTo>
                <a:lnTo>
                  <a:pt x="115313" y="572277"/>
                </a:lnTo>
                <a:lnTo>
                  <a:pt x="82239" y="540106"/>
                </a:lnTo>
                <a:lnTo>
                  <a:pt x="54016" y="503722"/>
                </a:lnTo>
                <a:lnTo>
                  <a:pt x="31162" y="463628"/>
                </a:lnTo>
                <a:lnTo>
                  <a:pt x="14195" y="420329"/>
                </a:lnTo>
                <a:lnTo>
                  <a:pt x="3635" y="374330"/>
                </a:lnTo>
                <a:lnTo>
                  <a:pt x="0" y="32613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00022" y="5295138"/>
            <a:ext cx="509270" cy="497205"/>
          </a:xfrm>
          <a:custGeom>
            <a:avLst/>
            <a:gdLst/>
            <a:ahLst/>
            <a:cxnLst/>
            <a:rect l="l" t="t" r="r" b="b"/>
            <a:pathLst>
              <a:path w="509269" h="497204">
                <a:moveTo>
                  <a:pt x="0" y="248412"/>
                </a:moveTo>
                <a:lnTo>
                  <a:pt x="4099" y="203768"/>
                </a:lnTo>
                <a:lnTo>
                  <a:pt x="15919" y="161746"/>
                </a:lnTo>
                <a:lnTo>
                  <a:pt x="34741" y="123048"/>
                </a:lnTo>
                <a:lnTo>
                  <a:pt x="59847" y="88377"/>
                </a:lnTo>
                <a:lnTo>
                  <a:pt x="90520" y="58434"/>
                </a:lnTo>
                <a:lnTo>
                  <a:pt x="126040" y="33923"/>
                </a:lnTo>
                <a:lnTo>
                  <a:pt x="165690" y="15545"/>
                </a:lnTo>
                <a:lnTo>
                  <a:pt x="208752" y="4003"/>
                </a:lnTo>
                <a:lnTo>
                  <a:pt x="254507" y="0"/>
                </a:lnTo>
                <a:lnTo>
                  <a:pt x="300263" y="4003"/>
                </a:lnTo>
                <a:lnTo>
                  <a:pt x="343325" y="15545"/>
                </a:lnTo>
                <a:lnTo>
                  <a:pt x="382975" y="33923"/>
                </a:lnTo>
                <a:lnTo>
                  <a:pt x="418495" y="58434"/>
                </a:lnTo>
                <a:lnTo>
                  <a:pt x="449168" y="88377"/>
                </a:lnTo>
                <a:lnTo>
                  <a:pt x="474274" y="123048"/>
                </a:lnTo>
                <a:lnTo>
                  <a:pt x="493096" y="161746"/>
                </a:lnTo>
                <a:lnTo>
                  <a:pt x="504916" y="203768"/>
                </a:lnTo>
                <a:lnTo>
                  <a:pt x="509015" y="248412"/>
                </a:lnTo>
                <a:lnTo>
                  <a:pt x="504916" y="293065"/>
                </a:lnTo>
                <a:lnTo>
                  <a:pt x="493096" y="335092"/>
                </a:lnTo>
                <a:lnTo>
                  <a:pt x="474274" y="373792"/>
                </a:lnTo>
                <a:lnTo>
                  <a:pt x="449168" y="408462"/>
                </a:lnTo>
                <a:lnTo>
                  <a:pt x="418495" y="438401"/>
                </a:lnTo>
                <a:lnTo>
                  <a:pt x="382975" y="462909"/>
                </a:lnTo>
                <a:lnTo>
                  <a:pt x="343325" y="481283"/>
                </a:lnTo>
                <a:lnTo>
                  <a:pt x="300263" y="492821"/>
                </a:lnTo>
                <a:lnTo>
                  <a:pt x="254507" y="496824"/>
                </a:lnTo>
                <a:lnTo>
                  <a:pt x="208752" y="492821"/>
                </a:lnTo>
                <a:lnTo>
                  <a:pt x="165690" y="481283"/>
                </a:lnTo>
                <a:lnTo>
                  <a:pt x="126040" y="462909"/>
                </a:lnTo>
                <a:lnTo>
                  <a:pt x="90520" y="438401"/>
                </a:lnTo>
                <a:lnTo>
                  <a:pt x="59847" y="408462"/>
                </a:lnTo>
                <a:lnTo>
                  <a:pt x="34741" y="373792"/>
                </a:lnTo>
                <a:lnTo>
                  <a:pt x="15919" y="335092"/>
                </a:lnTo>
                <a:lnTo>
                  <a:pt x="4099" y="293065"/>
                </a:lnTo>
                <a:lnTo>
                  <a:pt x="0" y="2484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14829" y="534355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24094" y="5357621"/>
            <a:ext cx="510540" cy="495300"/>
          </a:xfrm>
          <a:custGeom>
            <a:avLst/>
            <a:gdLst/>
            <a:ahLst/>
            <a:cxnLst/>
            <a:rect l="l" t="t" r="r" b="b"/>
            <a:pathLst>
              <a:path w="510539" h="495300">
                <a:moveTo>
                  <a:pt x="0" y="247649"/>
                </a:moveTo>
                <a:lnTo>
                  <a:pt x="4113" y="203133"/>
                </a:lnTo>
                <a:lnTo>
                  <a:pt x="15971" y="161234"/>
                </a:lnTo>
                <a:lnTo>
                  <a:pt x="34854" y="122653"/>
                </a:lnTo>
                <a:lnTo>
                  <a:pt x="60040" y="88089"/>
                </a:lnTo>
                <a:lnTo>
                  <a:pt x="90807" y="58242"/>
                </a:lnTo>
                <a:lnTo>
                  <a:pt x="126435" y="33810"/>
                </a:lnTo>
                <a:lnTo>
                  <a:pt x="166202" y="15492"/>
                </a:lnTo>
                <a:lnTo>
                  <a:pt x="209387" y="3989"/>
                </a:lnTo>
                <a:lnTo>
                  <a:pt x="255269" y="0"/>
                </a:lnTo>
                <a:lnTo>
                  <a:pt x="301152" y="3989"/>
                </a:lnTo>
                <a:lnTo>
                  <a:pt x="344337" y="15492"/>
                </a:lnTo>
                <a:lnTo>
                  <a:pt x="384104" y="33810"/>
                </a:lnTo>
                <a:lnTo>
                  <a:pt x="419732" y="58242"/>
                </a:lnTo>
                <a:lnTo>
                  <a:pt x="450499" y="88089"/>
                </a:lnTo>
                <a:lnTo>
                  <a:pt x="475685" y="122653"/>
                </a:lnTo>
                <a:lnTo>
                  <a:pt x="494568" y="161234"/>
                </a:lnTo>
                <a:lnTo>
                  <a:pt x="506426" y="203133"/>
                </a:lnTo>
                <a:lnTo>
                  <a:pt x="510539" y="247649"/>
                </a:lnTo>
                <a:lnTo>
                  <a:pt x="506426" y="292166"/>
                </a:lnTo>
                <a:lnTo>
                  <a:pt x="494568" y="334065"/>
                </a:lnTo>
                <a:lnTo>
                  <a:pt x="475685" y="372646"/>
                </a:lnTo>
                <a:lnTo>
                  <a:pt x="450499" y="407210"/>
                </a:lnTo>
                <a:lnTo>
                  <a:pt x="419732" y="437057"/>
                </a:lnTo>
                <a:lnTo>
                  <a:pt x="384104" y="461489"/>
                </a:lnTo>
                <a:lnTo>
                  <a:pt x="344337" y="479807"/>
                </a:lnTo>
                <a:lnTo>
                  <a:pt x="301152" y="491310"/>
                </a:lnTo>
                <a:lnTo>
                  <a:pt x="255269" y="495299"/>
                </a:lnTo>
                <a:lnTo>
                  <a:pt x="209387" y="491310"/>
                </a:lnTo>
                <a:lnTo>
                  <a:pt x="166202" y="479807"/>
                </a:lnTo>
                <a:lnTo>
                  <a:pt x="126435" y="461489"/>
                </a:lnTo>
                <a:lnTo>
                  <a:pt x="90807" y="437057"/>
                </a:lnTo>
                <a:lnTo>
                  <a:pt x="60040" y="407210"/>
                </a:lnTo>
                <a:lnTo>
                  <a:pt x="34854" y="372646"/>
                </a:lnTo>
                <a:lnTo>
                  <a:pt x="15971" y="334065"/>
                </a:lnTo>
                <a:lnTo>
                  <a:pt x="4113" y="292166"/>
                </a:lnTo>
                <a:lnTo>
                  <a:pt x="0" y="24764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439917" y="540664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82517" y="5503926"/>
            <a:ext cx="581025" cy="562610"/>
          </a:xfrm>
          <a:custGeom>
            <a:avLst/>
            <a:gdLst/>
            <a:ahLst/>
            <a:cxnLst/>
            <a:rect l="l" t="t" r="r" b="b"/>
            <a:pathLst>
              <a:path w="581025" h="562610">
                <a:moveTo>
                  <a:pt x="0" y="281178"/>
                </a:moveTo>
                <a:lnTo>
                  <a:pt x="3798" y="235568"/>
                </a:lnTo>
                <a:lnTo>
                  <a:pt x="14794" y="192301"/>
                </a:lnTo>
                <a:lnTo>
                  <a:pt x="32393" y="151958"/>
                </a:lnTo>
                <a:lnTo>
                  <a:pt x="55997" y="115115"/>
                </a:lnTo>
                <a:lnTo>
                  <a:pt x="85010" y="82353"/>
                </a:lnTo>
                <a:lnTo>
                  <a:pt x="118835" y="54249"/>
                </a:lnTo>
                <a:lnTo>
                  <a:pt x="156875" y="31383"/>
                </a:lnTo>
                <a:lnTo>
                  <a:pt x="198534" y="14334"/>
                </a:lnTo>
                <a:lnTo>
                  <a:pt x="243215" y="3680"/>
                </a:lnTo>
                <a:lnTo>
                  <a:pt x="290322" y="0"/>
                </a:lnTo>
                <a:lnTo>
                  <a:pt x="337428" y="3680"/>
                </a:lnTo>
                <a:lnTo>
                  <a:pt x="382109" y="14334"/>
                </a:lnTo>
                <a:lnTo>
                  <a:pt x="423768" y="31383"/>
                </a:lnTo>
                <a:lnTo>
                  <a:pt x="461808" y="54249"/>
                </a:lnTo>
                <a:lnTo>
                  <a:pt x="495633" y="82353"/>
                </a:lnTo>
                <a:lnTo>
                  <a:pt x="524646" y="115115"/>
                </a:lnTo>
                <a:lnTo>
                  <a:pt x="548250" y="151958"/>
                </a:lnTo>
                <a:lnTo>
                  <a:pt x="565849" y="192301"/>
                </a:lnTo>
                <a:lnTo>
                  <a:pt x="576845" y="235568"/>
                </a:lnTo>
                <a:lnTo>
                  <a:pt x="580644" y="281178"/>
                </a:lnTo>
                <a:lnTo>
                  <a:pt x="576845" y="326787"/>
                </a:lnTo>
                <a:lnTo>
                  <a:pt x="565849" y="370054"/>
                </a:lnTo>
                <a:lnTo>
                  <a:pt x="548250" y="410397"/>
                </a:lnTo>
                <a:lnTo>
                  <a:pt x="524646" y="447240"/>
                </a:lnTo>
                <a:lnTo>
                  <a:pt x="495633" y="480002"/>
                </a:lnTo>
                <a:lnTo>
                  <a:pt x="461808" y="508106"/>
                </a:lnTo>
                <a:lnTo>
                  <a:pt x="423768" y="530972"/>
                </a:lnTo>
                <a:lnTo>
                  <a:pt x="382109" y="548021"/>
                </a:lnTo>
                <a:lnTo>
                  <a:pt x="337428" y="558675"/>
                </a:lnTo>
                <a:lnTo>
                  <a:pt x="290322" y="562356"/>
                </a:lnTo>
                <a:lnTo>
                  <a:pt x="243215" y="558675"/>
                </a:lnTo>
                <a:lnTo>
                  <a:pt x="198534" y="548021"/>
                </a:lnTo>
                <a:lnTo>
                  <a:pt x="156875" y="530972"/>
                </a:lnTo>
                <a:lnTo>
                  <a:pt x="118835" y="508106"/>
                </a:lnTo>
                <a:lnTo>
                  <a:pt x="85010" y="480002"/>
                </a:lnTo>
                <a:lnTo>
                  <a:pt x="55997" y="447240"/>
                </a:lnTo>
                <a:lnTo>
                  <a:pt x="32393" y="410397"/>
                </a:lnTo>
                <a:lnTo>
                  <a:pt x="14794" y="370054"/>
                </a:lnTo>
                <a:lnTo>
                  <a:pt x="3798" y="326787"/>
                </a:lnTo>
                <a:lnTo>
                  <a:pt x="0" y="28117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66921" y="5992367"/>
            <a:ext cx="190500" cy="114300"/>
          </a:xfrm>
          <a:custGeom>
            <a:avLst/>
            <a:gdLst/>
            <a:ahLst/>
            <a:cxnLst/>
            <a:rect l="l" t="t" r="r" b="b"/>
            <a:pathLst>
              <a:path w="190500" h="114300">
                <a:moveTo>
                  <a:pt x="190500" y="0"/>
                </a:moveTo>
                <a:lnTo>
                  <a:pt x="0" y="57149"/>
                </a:lnTo>
                <a:lnTo>
                  <a:pt x="190500" y="114299"/>
                </a:lnTo>
                <a:lnTo>
                  <a:pt x="1905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66921" y="5167121"/>
            <a:ext cx="670560" cy="652780"/>
          </a:xfrm>
          <a:custGeom>
            <a:avLst/>
            <a:gdLst/>
            <a:ahLst/>
            <a:cxnLst/>
            <a:rect l="l" t="t" r="r" b="b"/>
            <a:pathLst>
              <a:path w="670560" h="652779">
                <a:moveTo>
                  <a:pt x="335279" y="0"/>
                </a:moveTo>
                <a:lnTo>
                  <a:pt x="285735" y="3536"/>
                </a:lnTo>
                <a:lnTo>
                  <a:pt x="238448" y="13811"/>
                </a:lnTo>
                <a:lnTo>
                  <a:pt x="193936" y="30317"/>
                </a:lnTo>
                <a:lnTo>
                  <a:pt x="152718" y="52551"/>
                </a:lnTo>
                <a:lnTo>
                  <a:pt x="115313" y="80007"/>
                </a:lnTo>
                <a:lnTo>
                  <a:pt x="82239" y="112180"/>
                </a:lnTo>
                <a:lnTo>
                  <a:pt x="54016" y="148566"/>
                </a:lnTo>
                <a:lnTo>
                  <a:pt x="31162" y="188659"/>
                </a:lnTo>
                <a:lnTo>
                  <a:pt x="14195" y="231956"/>
                </a:lnTo>
                <a:lnTo>
                  <a:pt x="3635" y="277949"/>
                </a:lnTo>
                <a:lnTo>
                  <a:pt x="0" y="326135"/>
                </a:lnTo>
                <a:lnTo>
                  <a:pt x="3635" y="374330"/>
                </a:lnTo>
                <a:lnTo>
                  <a:pt x="14195" y="420329"/>
                </a:lnTo>
                <a:lnTo>
                  <a:pt x="31162" y="463628"/>
                </a:lnTo>
                <a:lnTo>
                  <a:pt x="54016" y="503722"/>
                </a:lnTo>
                <a:lnTo>
                  <a:pt x="82239" y="540106"/>
                </a:lnTo>
                <a:lnTo>
                  <a:pt x="115313" y="572277"/>
                </a:lnTo>
                <a:lnTo>
                  <a:pt x="152718" y="599730"/>
                </a:lnTo>
                <a:lnTo>
                  <a:pt x="193936" y="621960"/>
                </a:lnTo>
                <a:lnTo>
                  <a:pt x="238448" y="638464"/>
                </a:lnTo>
                <a:lnTo>
                  <a:pt x="285735" y="648735"/>
                </a:lnTo>
                <a:lnTo>
                  <a:pt x="335279" y="652271"/>
                </a:lnTo>
                <a:lnTo>
                  <a:pt x="384824" y="648735"/>
                </a:lnTo>
                <a:lnTo>
                  <a:pt x="432111" y="638464"/>
                </a:lnTo>
                <a:lnTo>
                  <a:pt x="476623" y="621960"/>
                </a:lnTo>
                <a:lnTo>
                  <a:pt x="517841" y="599730"/>
                </a:lnTo>
                <a:lnTo>
                  <a:pt x="555246" y="572277"/>
                </a:lnTo>
                <a:lnTo>
                  <a:pt x="588320" y="540106"/>
                </a:lnTo>
                <a:lnTo>
                  <a:pt x="616543" y="503722"/>
                </a:lnTo>
                <a:lnTo>
                  <a:pt x="639397" y="463628"/>
                </a:lnTo>
                <a:lnTo>
                  <a:pt x="656364" y="420329"/>
                </a:lnTo>
                <a:lnTo>
                  <a:pt x="666924" y="374330"/>
                </a:lnTo>
                <a:lnTo>
                  <a:pt x="670560" y="326135"/>
                </a:lnTo>
                <a:lnTo>
                  <a:pt x="666924" y="277949"/>
                </a:lnTo>
                <a:lnTo>
                  <a:pt x="656364" y="231956"/>
                </a:lnTo>
                <a:lnTo>
                  <a:pt x="639397" y="188659"/>
                </a:lnTo>
                <a:lnTo>
                  <a:pt x="616543" y="148566"/>
                </a:lnTo>
                <a:lnTo>
                  <a:pt x="588320" y="112180"/>
                </a:lnTo>
                <a:lnTo>
                  <a:pt x="555246" y="80007"/>
                </a:lnTo>
                <a:lnTo>
                  <a:pt x="517841" y="52551"/>
                </a:lnTo>
                <a:lnTo>
                  <a:pt x="476623" y="30317"/>
                </a:lnTo>
                <a:lnTo>
                  <a:pt x="432111" y="13811"/>
                </a:lnTo>
                <a:lnTo>
                  <a:pt x="384824" y="3536"/>
                </a:lnTo>
                <a:lnTo>
                  <a:pt x="335279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66921" y="5167121"/>
            <a:ext cx="670560" cy="652780"/>
          </a:xfrm>
          <a:custGeom>
            <a:avLst/>
            <a:gdLst/>
            <a:ahLst/>
            <a:cxnLst/>
            <a:rect l="l" t="t" r="r" b="b"/>
            <a:pathLst>
              <a:path w="670560" h="652779">
                <a:moveTo>
                  <a:pt x="0" y="326135"/>
                </a:moveTo>
                <a:lnTo>
                  <a:pt x="3635" y="277949"/>
                </a:lnTo>
                <a:lnTo>
                  <a:pt x="14195" y="231956"/>
                </a:lnTo>
                <a:lnTo>
                  <a:pt x="31162" y="188659"/>
                </a:lnTo>
                <a:lnTo>
                  <a:pt x="54016" y="148566"/>
                </a:lnTo>
                <a:lnTo>
                  <a:pt x="82239" y="112180"/>
                </a:lnTo>
                <a:lnTo>
                  <a:pt x="115313" y="80007"/>
                </a:lnTo>
                <a:lnTo>
                  <a:pt x="152718" y="52551"/>
                </a:lnTo>
                <a:lnTo>
                  <a:pt x="193936" y="30317"/>
                </a:lnTo>
                <a:lnTo>
                  <a:pt x="238448" y="13811"/>
                </a:lnTo>
                <a:lnTo>
                  <a:pt x="285735" y="3536"/>
                </a:lnTo>
                <a:lnTo>
                  <a:pt x="335279" y="0"/>
                </a:lnTo>
                <a:lnTo>
                  <a:pt x="384824" y="3536"/>
                </a:lnTo>
                <a:lnTo>
                  <a:pt x="432111" y="13811"/>
                </a:lnTo>
                <a:lnTo>
                  <a:pt x="476623" y="30317"/>
                </a:lnTo>
                <a:lnTo>
                  <a:pt x="517841" y="52551"/>
                </a:lnTo>
                <a:lnTo>
                  <a:pt x="555246" y="80007"/>
                </a:lnTo>
                <a:lnTo>
                  <a:pt x="588320" y="112180"/>
                </a:lnTo>
                <a:lnTo>
                  <a:pt x="616543" y="148566"/>
                </a:lnTo>
                <a:lnTo>
                  <a:pt x="639397" y="188659"/>
                </a:lnTo>
                <a:lnTo>
                  <a:pt x="656364" y="231956"/>
                </a:lnTo>
                <a:lnTo>
                  <a:pt x="666924" y="277949"/>
                </a:lnTo>
                <a:lnTo>
                  <a:pt x="670560" y="326135"/>
                </a:lnTo>
                <a:lnTo>
                  <a:pt x="666924" y="374330"/>
                </a:lnTo>
                <a:lnTo>
                  <a:pt x="656364" y="420329"/>
                </a:lnTo>
                <a:lnTo>
                  <a:pt x="639397" y="463628"/>
                </a:lnTo>
                <a:lnTo>
                  <a:pt x="616543" y="503722"/>
                </a:lnTo>
                <a:lnTo>
                  <a:pt x="588320" y="540106"/>
                </a:lnTo>
                <a:lnTo>
                  <a:pt x="555246" y="572277"/>
                </a:lnTo>
                <a:lnTo>
                  <a:pt x="517841" y="599730"/>
                </a:lnTo>
                <a:lnTo>
                  <a:pt x="476623" y="621960"/>
                </a:lnTo>
                <a:lnTo>
                  <a:pt x="432111" y="638464"/>
                </a:lnTo>
                <a:lnTo>
                  <a:pt x="384824" y="648735"/>
                </a:lnTo>
                <a:lnTo>
                  <a:pt x="335279" y="652271"/>
                </a:lnTo>
                <a:lnTo>
                  <a:pt x="285735" y="648735"/>
                </a:lnTo>
                <a:lnTo>
                  <a:pt x="238448" y="638464"/>
                </a:lnTo>
                <a:lnTo>
                  <a:pt x="193936" y="621960"/>
                </a:lnTo>
                <a:lnTo>
                  <a:pt x="152718" y="599730"/>
                </a:lnTo>
                <a:lnTo>
                  <a:pt x="115313" y="572277"/>
                </a:lnTo>
                <a:lnTo>
                  <a:pt x="82239" y="540106"/>
                </a:lnTo>
                <a:lnTo>
                  <a:pt x="54016" y="503722"/>
                </a:lnTo>
                <a:lnTo>
                  <a:pt x="31162" y="463628"/>
                </a:lnTo>
                <a:lnTo>
                  <a:pt x="14195" y="420329"/>
                </a:lnTo>
                <a:lnTo>
                  <a:pt x="3635" y="374330"/>
                </a:lnTo>
                <a:lnTo>
                  <a:pt x="0" y="32613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1597" y="5241797"/>
            <a:ext cx="510540" cy="497205"/>
          </a:xfrm>
          <a:custGeom>
            <a:avLst/>
            <a:gdLst/>
            <a:ahLst/>
            <a:cxnLst/>
            <a:rect l="l" t="t" r="r" b="b"/>
            <a:pathLst>
              <a:path w="510539" h="497204">
                <a:moveTo>
                  <a:pt x="255269" y="0"/>
                </a:moveTo>
                <a:lnTo>
                  <a:pt x="209387" y="4003"/>
                </a:lnTo>
                <a:lnTo>
                  <a:pt x="166202" y="15545"/>
                </a:lnTo>
                <a:lnTo>
                  <a:pt x="126435" y="33923"/>
                </a:lnTo>
                <a:lnTo>
                  <a:pt x="90807" y="58434"/>
                </a:lnTo>
                <a:lnTo>
                  <a:pt x="60040" y="88377"/>
                </a:lnTo>
                <a:lnTo>
                  <a:pt x="34854" y="123048"/>
                </a:lnTo>
                <a:lnTo>
                  <a:pt x="15971" y="161746"/>
                </a:lnTo>
                <a:lnTo>
                  <a:pt x="4113" y="203768"/>
                </a:lnTo>
                <a:lnTo>
                  <a:pt x="0" y="248411"/>
                </a:lnTo>
                <a:lnTo>
                  <a:pt x="4113" y="293065"/>
                </a:lnTo>
                <a:lnTo>
                  <a:pt x="15971" y="335092"/>
                </a:lnTo>
                <a:lnTo>
                  <a:pt x="34854" y="373792"/>
                </a:lnTo>
                <a:lnTo>
                  <a:pt x="60040" y="408462"/>
                </a:lnTo>
                <a:lnTo>
                  <a:pt x="90807" y="438401"/>
                </a:lnTo>
                <a:lnTo>
                  <a:pt x="126435" y="462909"/>
                </a:lnTo>
                <a:lnTo>
                  <a:pt x="166202" y="481283"/>
                </a:lnTo>
                <a:lnTo>
                  <a:pt x="209387" y="492821"/>
                </a:lnTo>
                <a:lnTo>
                  <a:pt x="255269" y="496823"/>
                </a:lnTo>
                <a:lnTo>
                  <a:pt x="301152" y="492821"/>
                </a:lnTo>
                <a:lnTo>
                  <a:pt x="344337" y="481283"/>
                </a:lnTo>
                <a:lnTo>
                  <a:pt x="384104" y="462909"/>
                </a:lnTo>
                <a:lnTo>
                  <a:pt x="419732" y="438401"/>
                </a:lnTo>
                <a:lnTo>
                  <a:pt x="450499" y="408462"/>
                </a:lnTo>
                <a:lnTo>
                  <a:pt x="475685" y="373792"/>
                </a:lnTo>
                <a:lnTo>
                  <a:pt x="494568" y="335092"/>
                </a:lnTo>
                <a:lnTo>
                  <a:pt x="506426" y="293065"/>
                </a:lnTo>
                <a:lnTo>
                  <a:pt x="510539" y="248411"/>
                </a:lnTo>
                <a:lnTo>
                  <a:pt x="506426" y="203768"/>
                </a:lnTo>
                <a:lnTo>
                  <a:pt x="494568" y="161746"/>
                </a:lnTo>
                <a:lnTo>
                  <a:pt x="475685" y="123048"/>
                </a:lnTo>
                <a:lnTo>
                  <a:pt x="450499" y="88377"/>
                </a:lnTo>
                <a:lnTo>
                  <a:pt x="419732" y="58434"/>
                </a:lnTo>
                <a:lnTo>
                  <a:pt x="384104" y="33923"/>
                </a:lnTo>
                <a:lnTo>
                  <a:pt x="344337" y="15545"/>
                </a:lnTo>
                <a:lnTo>
                  <a:pt x="301152" y="4003"/>
                </a:lnTo>
                <a:lnTo>
                  <a:pt x="255269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41597" y="5241797"/>
            <a:ext cx="510540" cy="497205"/>
          </a:xfrm>
          <a:custGeom>
            <a:avLst/>
            <a:gdLst/>
            <a:ahLst/>
            <a:cxnLst/>
            <a:rect l="l" t="t" r="r" b="b"/>
            <a:pathLst>
              <a:path w="510539" h="497204">
                <a:moveTo>
                  <a:pt x="0" y="248411"/>
                </a:moveTo>
                <a:lnTo>
                  <a:pt x="4113" y="203768"/>
                </a:lnTo>
                <a:lnTo>
                  <a:pt x="15971" y="161746"/>
                </a:lnTo>
                <a:lnTo>
                  <a:pt x="34854" y="123048"/>
                </a:lnTo>
                <a:lnTo>
                  <a:pt x="60040" y="88377"/>
                </a:lnTo>
                <a:lnTo>
                  <a:pt x="90807" y="58434"/>
                </a:lnTo>
                <a:lnTo>
                  <a:pt x="126435" y="33923"/>
                </a:lnTo>
                <a:lnTo>
                  <a:pt x="166202" y="15545"/>
                </a:lnTo>
                <a:lnTo>
                  <a:pt x="209387" y="4003"/>
                </a:lnTo>
                <a:lnTo>
                  <a:pt x="255269" y="0"/>
                </a:lnTo>
                <a:lnTo>
                  <a:pt x="301152" y="4003"/>
                </a:lnTo>
                <a:lnTo>
                  <a:pt x="344337" y="15545"/>
                </a:lnTo>
                <a:lnTo>
                  <a:pt x="384104" y="33923"/>
                </a:lnTo>
                <a:lnTo>
                  <a:pt x="419732" y="58434"/>
                </a:lnTo>
                <a:lnTo>
                  <a:pt x="450499" y="88377"/>
                </a:lnTo>
                <a:lnTo>
                  <a:pt x="475685" y="123048"/>
                </a:lnTo>
                <a:lnTo>
                  <a:pt x="494568" y="161746"/>
                </a:lnTo>
                <a:lnTo>
                  <a:pt x="506426" y="203768"/>
                </a:lnTo>
                <a:lnTo>
                  <a:pt x="510539" y="248411"/>
                </a:lnTo>
                <a:lnTo>
                  <a:pt x="506426" y="293065"/>
                </a:lnTo>
                <a:lnTo>
                  <a:pt x="494568" y="335092"/>
                </a:lnTo>
                <a:lnTo>
                  <a:pt x="475685" y="373792"/>
                </a:lnTo>
                <a:lnTo>
                  <a:pt x="450499" y="408462"/>
                </a:lnTo>
                <a:lnTo>
                  <a:pt x="419732" y="438401"/>
                </a:lnTo>
                <a:lnTo>
                  <a:pt x="384104" y="462909"/>
                </a:lnTo>
                <a:lnTo>
                  <a:pt x="344337" y="481283"/>
                </a:lnTo>
                <a:lnTo>
                  <a:pt x="301152" y="492821"/>
                </a:lnTo>
                <a:lnTo>
                  <a:pt x="255269" y="496823"/>
                </a:lnTo>
                <a:lnTo>
                  <a:pt x="209387" y="492821"/>
                </a:lnTo>
                <a:lnTo>
                  <a:pt x="166202" y="481283"/>
                </a:lnTo>
                <a:lnTo>
                  <a:pt x="126435" y="462909"/>
                </a:lnTo>
                <a:lnTo>
                  <a:pt x="90807" y="438401"/>
                </a:lnTo>
                <a:lnTo>
                  <a:pt x="60040" y="408462"/>
                </a:lnTo>
                <a:lnTo>
                  <a:pt x="34854" y="373792"/>
                </a:lnTo>
                <a:lnTo>
                  <a:pt x="15971" y="335092"/>
                </a:lnTo>
                <a:lnTo>
                  <a:pt x="4113" y="293065"/>
                </a:lnTo>
                <a:lnTo>
                  <a:pt x="0" y="24841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757040" y="528960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309622" y="5430011"/>
            <a:ext cx="1236345" cy="114300"/>
          </a:xfrm>
          <a:custGeom>
            <a:avLst/>
            <a:gdLst/>
            <a:ahLst/>
            <a:cxnLst/>
            <a:rect l="l" t="t" r="r" b="b"/>
            <a:pathLst>
              <a:path w="1236345" h="114300">
                <a:moveTo>
                  <a:pt x="1045463" y="0"/>
                </a:moveTo>
                <a:lnTo>
                  <a:pt x="1045463" y="114300"/>
                </a:lnTo>
                <a:lnTo>
                  <a:pt x="1172464" y="76200"/>
                </a:lnTo>
                <a:lnTo>
                  <a:pt x="1064514" y="76200"/>
                </a:lnTo>
                <a:lnTo>
                  <a:pt x="1064514" y="38100"/>
                </a:lnTo>
                <a:lnTo>
                  <a:pt x="1172464" y="38100"/>
                </a:lnTo>
                <a:lnTo>
                  <a:pt x="1045463" y="0"/>
                </a:lnTo>
                <a:close/>
              </a:path>
              <a:path w="1236345" h="114300">
                <a:moveTo>
                  <a:pt x="10454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5463" y="76200"/>
                </a:lnTo>
                <a:lnTo>
                  <a:pt x="1045463" y="38100"/>
                </a:lnTo>
                <a:close/>
              </a:path>
              <a:path w="1236345" h="114300">
                <a:moveTo>
                  <a:pt x="1172464" y="38100"/>
                </a:moveTo>
                <a:lnTo>
                  <a:pt x="1064514" y="38100"/>
                </a:lnTo>
                <a:lnTo>
                  <a:pt x="1064514" y="76200"/>
                </a:lnTo>
                <a:lnTo>
                  <a:pt x="1172464" y="76200"/>
                </a:lnTo>
                <a:lnTo>
                  <a:pt x="1235964" y="57150"/>
                </a:lnTo>
                <a:lnTo>
                  <a:pt x="117246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52721" y="5393435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914400" y="0"/>
                </a:moveTo>
                <a:lnTo>
                  <a:pt x="914400" y="114300"/>
                </a:lnTo>
                <a:lnTo>
                  <a:pt x="10414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1041400" y="38100"/>
                </a:lnTo>
                <a:lnTo>
                  <a:pt x="914400" y="0"/>
                </a:lnTo>
                <a:close/>
              </a:path>
              <a:path w="11049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104900" h="114300">
                <a:moveTo>
                  <a:pt x="10414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1041400" y="76200"/>
                </a:lnTo>
                <a:lnTo>
                  <a:pt x="1104900" y="57150"/>
                </a:lnTo>
                <a:lnTo>
                  <a:pt x="10414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32909" y="5564123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1049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104900" h="114300">
                <a:moveTo>
                  <a:pt x="110490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104900" y="76200"/>
                </a:lnTo>
                <a:lnTo>
                  <a:pt x="1104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89838" y="5446776"/>
            <a:ext cx="635635" cy="114300"/>
          </a:xfrm>
          <a:custGeom>
            <a:avLst/>
            <a:gdLst/>
            <a:ahLst/>
            <a:cxnLst/>
            <a:rect l="l" t="t" r="r" b="b"/>
            <a:pathLst>
              <a:path w="635635" h="114300">
                <a:moveTo>
                  <a:pt x="521208" y="0"/>
                </a:moveTo>
                <a:lnTo>
                  <a:pt x="521208" y="114300"/>
                </a:lnTo>
                <a:lnTo>
                  <a:pt x="597408" y="76200"/>
                </a:lnTo>
                <a:lnTo>
                  <a:pt x="540258" y="76200"/>
                </a:lnTo>
                <a:lnTo>
                  <a:pt x="540258" y="38100"/>
                </a:lnTo>
                <a:lnTo>
                  <a:pt x="597408" y="38100"/>
                </a:lnTo>
                <a:lnTo>
                  <a:pt x="521208" y="0"/>
                </a:lnTo>
                <a:close/>
              </a:path>
              <a:path w="635635" h="114300">
                <a:moveTo>
                  <a:pt x="521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1208" y="76200"/>
                </a:lnTo>
                <a:lnTo>
                  <a:pt x="521208" y="38100"/>
                </a:lnTo>
                <a:close/>
              </a:path>
              <a:path w="635635" h="114300">
                <a:moveTo>
                  <a:pt x="597408" y="38100"/>
                </a:moveTo>
                <a:lnTo>
                  <a:pt x="540258" y="38100"/>
                </a:lnTo>
                <a:lnTo>
                  <a:pt x="540258" y="76200"/>
                </a:lnTo>
                <a:lnTo>
                  <a:pt x="597408" y="76200"/>
                </a:lnTo>
                <a:lnTo>
                  <a:pt x="635508" y="57150"/>
                </a:lnTo>
                <a:lnTo>
                  <a:pt x="59740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321809" y="224226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67557" y="3392170"/>
            <a:ext cx="654050" cy="1360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701034" y="2709672"/>
            <a:ext cx="1645920" cy="114300"/>
          </a:xfrm>
          <a:custGeom>
            <a:avLst/>
            <a:gdLst/>
            <a:ahLst/>
            <a:cxnLst/>
            <a:rect l="l" t="t" r="r" b="b"/>
            <a:pathLst>
              <a:path w="1645920" h="114300">
                <a:moveTo>
                  <a:pt x="1455419" y="0"/>
                </a:moveTo>
                <a:lnTo>
                  <a:pt x="1455419" y="114300"/>
                </a:lnTo>
                <a:lnTo>
                  <a:pt x="1582419" y="76200"/>
                </a:lnTo>
                <a:lnTo>
                  <a:pt x="1474469" y="76200"/>
                </a:lnTo>
                <a:lnTo>
                  <a:pt x="1474469" y="38100"/>
                </a:lnTo>
                <a:lnTo>
                  <a:pt x="1582419" y="38100"/>
                </a:lnTo>
                <a:lnTo>
                  <a:pt x="1455419" y="0"/>
                </a:lnTo>
                <a:close/>
              </a:path>
              <a:path w="1645920" h="114300">
                <a:moveTo>
                  <a:pt x="14554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55419" y="76200"/>
                </a:lnTo>
                <a:lnTo>
                  <a:pt x="1455419" y="38100"/>
                </a:lnTo>
                <a:close/>
              </a:path>
              <a:path w="1645920" h="114300">
                <a:moveTo>
                  <a:pt x="1582419" y="38100"/>
                </a:moveTo>
                <a:lnTo>
                  <a:pt x="1474469" y="38100"/>
                </a:lnTo>
                <a:lnTo>
                  <a:pt x="1474469" y="76200"/>
                </a:lnTo>
                <a:lnTo>
                  <a:pt x="1582419" y="76200"/>
                </a:lnTo>
                <a:lnTo>
                  <a:pt x="1645919" y="57150"/>
                </a:lnTo>
                <a:lnTo>
                  <a:pt x="15824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810510" y="3213100"/>
            <a:ext cx="781685" cy="638810"/>
          </a:xfrm>
          <a:custGeom>
            <a:avLst/>
            <a:gdLst/>
            <a:ahLst/>
            <a:cxnLst/>
            <a:rect l="l" t="t" r="r" b="b"/>
            <a:pathLst>
              <a:path w="781685" h="638810">
                <a:moveTo>
                  <a:pt x="28447" y="0"/>
                </a:moveTo>
                <a:lnTo>
                  <a:pt x="0" y="508"/>
                </a:lnTo>
                <a:lnTo>
                  <a:pt x="381" y="29717"/>
                </a:lnTo>
                <a:lnTo>
                  <a:pt x="1904" y="59436"/>
                </a:lnTo>
                <a:lnTo>
                  <a:pt x="8000" y="118363"/>
                </a:lnTo>
                <a:lnTo>
                  <a:pt x="17652" y="176275"/>
                </a:lnTo>
                <a:lnTo>
                  <a:pt x="30860" y="232917"/>
                </a:lnTo>
                <a:lnTo>
                  <a:pt x="47116" y="287654"/>
                </a:lnTo>
                <a:lnTo>
                  <a:pt x="66293" y="339978"/>
                </a:lnTo>
                <a:lnTo>
                  <a:pt x="88137" y="389636"/>
                </a:lnTo>
                <a:lnTo>
                  <a:pt x="112394" y="436244"/>
                </a:lnTo>
                <a:lnTo>
                  <a:pt x="138810" y="479044"/>
                </a:lnTo>
                <a:lnTo>
                  <a:pt x="167131" y="517779"/>
                </a:lnTo>
                <a:lnTo>
                  <a:pt x="197231" y="552195"/>
                </a:lnTo>
                <a:lnTo>
                  <a:pt x="228853" y="581532"/>
                </a:lnTo>
                <a:lnTo>
                  <a:pt x="261873" y="605408"/>
                </a:lnTo>
                <a:lnTo>
                  <a:pt x="296163" y="623316"/>
                </a:lnTo>
                <a:lnTo>
                  <a:pt x="349376" y="637539"/>
                </a:lnTo>
                <a:lnTo>
                  <a:pt x="367410" y="638682"/>
                </a:lnTo>
                <a:lnTo>
                  <a:pt x="385571" y="637794"/>
                </a:lnTo>
                <a:lnTo>
                  <a:pt x="439292" y="623824"/>
                </a:lnTo>
                <a:lnTo>
                  <a:pt x="466491" y="610107"/>
                </a:lnTo>
                <a:lnTo>
                  <a:pt x="369062" y="610107"/>
                </a:lnTo>
                <a:lnTo>
                  <a:pt x="353948" y="609345"/>
                </a:lnTo>
                <a:lnTo>
                  <a:pt x="308356" y="597535"/>
                </a:lnTo>
                <a:lnTo>
                  <a:pt x="262635" y="571626"/>
                </a:lnTo>
                <a:lnTo>
                  <a:pt x="232790" y="547116"/>
                </a:lnTo>
                <a:lnTo>
                  <a:pt x="203834" y="517270"/>
                </a:lnTo>
                <a:lnTo>
                  <a:pt x="176059" y="482473"/>
                </a:lnTo>
                <a:lnTo>
                  <a:pt x="149859" y="443483"/>
                </a:lnTo>
                <a:lnTo>
                  <a:pt x="125475" y="400557"/>
                </a:lnTo>
                <a:lnTo>
                  <a:pt x="103250" y="354075"/>
                </a:lnTo>
                <a:lnTo>
                  <a:pt x="83312" y="304800"/>
                </a:lnTo>
                <a:lnTo>
                  <a:pt x="66039" y="252729"/>
                </a:lnTo>
                <a:lnTo>
                  <a:pt x="51688" y="198882"/>
                </a:lnTo>
                <a:lnTo>
                  <a:pt x="40612" y="143070"/>
                </a:lnTo>
                <a:lnTo>
                  <a:pt x="32892" y="86613"/>
                </a:lnTo>
                <a:lnTo>
                  <a:pt x="28956" y="29210"/>
                </a:lnTo>
                <a:lnTo>
                  <a:pt x="28447" y="0"/>
                </a:lnTo>
                <a:close/>
              </a:path>
              <a:path w="781685" h="638810">
                <a:moveTo>
                  <a:pt x="696046" y="143070"/>
                </a:moveTo>
                <a:lnTo>
                  <a:pt x="684911" y="199389"/>
                </a:lnTo>
                <a:lnTo>
                  <a:pt x="670560" y="253364"/>
                </a:lnTo>
                <a:lnTo>
                  <a:pt x="653414" y="305053"/>
                </a:lnTo>
                <a:lnTo>
                  <a:pt x="633476" y="354457"/>
                </a:lnTo>
                <a:lnTo>
                  <a:pt x="611251" y="400685"/>
                </a:lnTo>
                <a:lnTo>
                  <a:pt x="586993" y="443483"/>
                </a:lnTo>
                <a:lnTo>
                  <a:pt x="560609" y="482600"/>
                </a:lnTo>
                <a:lnTo>
                  <a:pt x="533145" y="517017"/>
                </a:lnTo>
                <a:lnTo>
                  <a:pt x="504316" y="546735"/>
                </a:lnTo>
                <a:lnTo>
                  <a:pt x="474599" y="571119"/>
                </a:lnTo>
                <a:lnTo>
                  <a:pt x="429259" y="597026"/>
                </a:lnTo>
                <a:lnTo>
                  <a:pt x="384047" y="609345"/>
                </a:lnTo>
                <a:lnTo>
                  <a:pt x="369062" y="610107"/>
                </a:lnTo>
                <a:lnTo>
                  <a:pt x="466491" y="610107"/>
                </a:lnTo>
                <a:lnTo>
                  <a:pt x="506984" y="582168"/>
                </a:lnTo>
                <a:lnTo>
                  <a:pt x="538734" y="552957"/>
                </a:lnTo>
                <a:lnTo>
                  <a:pt x="568960" y="518794"/>
                </a:lnTo>
                <a:lnTo>
                  <a:pt x="597407" y="479932"/>
                </a:lnTo>
                <a:lnTo>
                  <a:pt x="623951" y="437133"/>
                </a:lnTo>
                <a:lnTo>
                  <a:pt x="648207" y="390778"/>
                </a:lnTo>
                <a:lnTo>
                  <a:pt x="670178" y="341249"/>
                </a:lnTo>
                <a:lnTo>
                  <a:pt x="689355" y="288925"/>
                </a:lnTo>
                <a:lnTo>
                  <a:pt x="705612" y="234441"/>
                </a:lnTo>
                <a:lnTo>
                  <a:pt x="718692" y="177926"/>
                </a:lnTo>
                <a:lnTo>
                  <a:pt x="724392" y="145447"/>
                </a:lnTo>
                <a:lnTo>
                  <a:pt x="696046" y="143070"/>
                </a:lnTo>
                <a:close/>
              </a:path>
              <a:path w="781685" h="638810">
                <a:moveTo>
                  <a:pt x="772944" y="128650"/>
                </a:moveTo>
                <a:lnTo>
                  <a:pt x="697356" y="128650"/>
                </a:lnTo>
                <a:lnTo>
                  <a:pt x="725804" y="131317"/>
                </a:lnTo>
                <a:lnTo>
                  <a:pt x="724392" y="145447"/>
                </a:lnTo>
                <a:lnTo>
                  <a:pt x="781557" y="150240"/>
                </a:lnTo>
                <a:lnTo>
                  <a:pt x="772944" y="128650"/>
                </a:lnTo>
                <a:close/>
              </a:path>
              <a:path w="781685" h="638810">
                <a:moveTo>
                  <a:pt x="697356" y="128650"/>
                </a:moveTo>
                <a:lnTo>
                  <a:pt x="696046" y="143070"/>
                </a:lnTo>
                <a:lnTo>
                  <a:pt x="724392" y="145447"/>
                </a:lnTo>
                <a:lnTo>
                  <a:pt x="725804" y="131317"/>
                </a:lnTo>
                <a:lnTo>
                  <a:pt x="697356" y="128650"/>
                </a:lnTo>
                <a:close/>
              </a:path>
              <a:path w="781685" h="638810">
                <a:moveTo>
                  <a:pt x="722376" y="1904"/>
                </a:moveTo>
                <a:lnTo>
                  <a:pt x="639190" y="138302"/>
                </a:lnTo>
                <a:lnTo>
                  <a:pt x="696046" y="143070"/>
                </a:lnTo>
                <a:lnTo>
                  <a:pt x="697356" y="128650"/>
                </a:lnTo>
                <a:lnTo>
                  <a:pt x="772944" y="128650"/>
                </a:lnTo>
                <a:lnTo>
                  <a:pt x="722376" y="190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053966" y="72644"/>
            <a:ext cx="4701540" cy="1750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045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宋体"/>
              <a:cs typeface="宋体"/>
            </a:endParaRPr>
          </a:p>
          <a:p>
            <a:pPr marL="1197610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重新命名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{0,1}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197610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{2}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72644"/>
            <a:ext cx="6195060" cy="1265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7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700">
              <a:latin typeface="宋体"/>
              <a:cs typeface="宋体"/>
            </a:endParaRPr>
          </a:p>
          <a:p>
            <a:pPr marL="450850">
              <a:lnSpc>
                <a:spcPct val="100000"/>
              </a:lnSpc>
              <a:tabLst>
                <a:tab pos="45967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31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-25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0554" y="46052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1214" y="46052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1715" y="39237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9314" y="287616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3570" y="2967989"/>
            <a:ext cx="1190625" cy="537210"/>
          </a:xfrm>
          <a:custGeom>
            <a:avLst/>
            <a:gdLst/>
            <a:ahLst/>
            <a:cxnLst/>
            <a:rect l="l" t="t" r="r" b="b"/>
            <a:pathLst>
              <a:path w="1190625" h="537210">
                <a:moveTo>
                  <a:pt x="182001" y="59212"/>
                </a:moveTo>
                <a:lnTo>
                  <a:pt x="166721" y="93993"/>
                </a:lnTo>
                <a:lnTo>
                  <a:pt x="1175003" y="537083"/>
                </a:lnTo>
                <a:lnTo>
                  <a:pt x="1190244" y="502285"/>
                </a:lnTo>
                <a:lnTo>
                  <a:pt x="182001" y="59212"/>
                </a:lnTo>
                <a:close/>
              </a:path>
              <a:path w="1190625" h="537210">
                <a:moveTo>
                  <a:pt x="0" y="0"/>
                </a:moveTo>
                <a:lnTo>
                  <a:pt x="151383" y="128905"/>
                </a:lnTo>
                <a:lnTo>
                  <a:pt x="166721" y="93993"/>
                </a:lnTo>
                <a:lnTo>
                  <a:pt x="149351" y="86360"/>
                </a:lnTo>
                <a:lnTo>
                  <a:pt x="164591" y="51562"/>
                </a:lnTo>
                <a:lnTo>
                  <a:pt x="185362" y="51562"/>
                </a:lnTo>
                <a:lnTo>
                  <a:pt x="197357" y="24257"/>
                </a:lnTo>
                <a:lnTo>
                  <a:pt x="0" y="0"/>
                </a:lnTo>
                <a:close/>
              </a:path>
              <a:path w="1190625" h="537210">
                <a:moveTo>
                  <a:pt x="164591" y="51562"/>
                </a:moveTo>
                <a:lnTo>
                  <a:pt x="149351" y="86360"/>
                </a:lnTo>
                <a:lnTo>
                  <a:pt x="166721" y="93993"/>
                </a:lnTo>
                <a:lnTo>
                  <a:pt x="182001" y="59212"/>
                </a:lnTo>
                <a:lnTo>
                  <a:pt x="164591" y="51562"/>
                </a:lnTo>
                <a:close/>
              </a:path>
              <a:path w="1190625" h="537210">
                <a:moveTo>
                  <a:pt x="185362" y="51562"/>
                </a:moveTo>
                <a:lnTo>
                  <a:pt x="164591" y="51562"/>
                </a:lnTo>
                <a:lnTo>
                  <a:pt x="182001" y="59212"/>
                </a:lnTo>
                <a:lnTo>
                  <a:pt x="185362" y="51562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807333" y="548467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7455" y="272376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5267" y="2635757"/>
            <a:ext cx="1383665" cy="900430"/>
          </a:xfrm>
          <a:custGeom>
            <a:avLst/>
            <a:gdLst/>
            <a:ahLst/>
            <a:cxnLst/>
            <a:rect l="l" t="t" r="r" b="b"/>
            <a:pathLst>
              <a:path w="1383664" h="900429">
                <a:moveTo>
                  <a:pt x="1212923" y="87169"/>
                </a:moveTo>
                <a:lnTo>
                  <a:pt x="0" y="867917"/>
                </a:lnTo>
                <a:lnTo>
                  <a:pt x="20574" y="899921"/>
                </a:lnTo>
                <a:lnTo>
                  <a:pt x="1233527" y="119154"/>
                </a:lnTo>
                <a:lnTo>
                  <a:pt x="1212923" y="87169"/>
                </a:lnTo>
                <a:close/>
              </a:path>
              <a:path w="1383664" h="900429">
                <a:moveTo>
                  <a:pt x="1317681" y="76834"/>
                </a:moveTo>
                <a:lnTo>
                  <a:pt x="1228978" y="76834"/>
                </a:lnTo>
                <a:lnTo>
                  <a:pt x="1249552" y="108838"/>
                </a:lnTo>
                <a:lnTo>
                  <a:pt x="1233527" y="119154"/>
                </a:lnTo>
                <a:lnTo>
                  <a:pt x="1254125" y="151129"/>
                </a:lnTo>
                <a:lnTo>
                  <a:pt x="1317681" y="76834"/>
                </a:lnTo>
                <a:close/>
              </a:path>
              <a:path w="1383664" h="900429">
                <a:moveTo>
                  <a:pt x="1228978" y="76834"/>
                </a:moveTo>
                <a:lnTo>
                  <a:pt x="1212923" y="87169"/>
                </a:lnTo>
                <a:lnTo>
                  <a:pt x="1233527" y="119154"/>
                </a:lnTo>
                <a:lnTo>
                  <a:pt x="1249552" y="108838"/>
                </a:lnTo>
                <a:lnTo>
                  <a:pt x="1228978" y="76834"/>
                </a:lnTo>
                <a:close/>
              </a:path>
              <a:path w="1383664" h="900429">
                <a:moveTo>
                  <a:pt x="1383410" y="0"/>
                </a:moveTo>
                <a:lnTo>
                  <a:pt x="1192276" y="55117"/>
                </a:lnTo>
                <a:lnTo>
                  <a:pt x="1212923" y="87169"/>
                </a:lnTo>
                <a:lnTo>
                  <a:pt x="1228978" y="76834"/>
                </a:lnTo>
                <a:lnTo>
                  <a:pt x="1317681" y="76834"/>
                </a:lnTo>
                <a:lnTo>
                  <a:pt x="138341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35682" y="3101545"/>
            <a:ext cx="264160" cy="1369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60325">
              <a:lnSpc>
                <a:spcPct val="157400"/>
              </a:lnSpc>
              <a:spcBef>
                <a:spcPts val="10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5085" y="278904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66286" y="3961841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3185" y="20236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25474" y="3457194"/>
            <a:ext cx="835660" cy="777240"/>
          </a:xfrm>
          <a:custGeom>
            <a:avLst/>
            <a:gdLst/>
            <a:ahLst/>
            <a:cxnLst/>
            <a:rect l="l" t="t" r="r" b="b"/>
            <a:pathLst>
              <a:path w="835660" h="777239">
                <a:moveTo>
                  <a:pt x="0" y="388619"/>
                </a:moveTo>
                <a:lnTo>
                  <a:pt x="2809" y="343298"/>
                </a:lnTo>
                <a:lnTo>
                  <a:pt x="11027" y="299512"/>
                </a:lnTo>
                <a:lnTo>
                  <a:pt x="24342" y="257554"/>
                </a:lnTo>
                <a:lnTo>
                  <a:pt x="42440" y="217714"/>
                </a:lnTo>
                <a:lnTo>
                  <a:pt x="65008" y="180284"/>
                </a:lnTo>
                <a:lnTo>
                  <a:pt x="91733" y="145557"/>
                </a:lnTo>
                <a:lnTo>
                  <a:pt x="122300" y="113823"/>
                </a:lnTo>
                <a:lnTo>
                  <a:pt x="156398" y="85375"/>
                </a:lnTo>
                <a:lnTo>
                  <a:pt x="193713" y="60503"/>
                </a:lnTo>
                <a:lnTo>
                  <a:pt x="233931" y="39499"/>
                </a:lnTo>
                <a:lnTo>
                  <a:pt x="276740" y="22655"/>
                </a:lnTo>
                <a:lnTo>
                  <a:pt x="321826" y="10263"/>
                </a:lnTo>
                <a:lnTo>
                  <a:pt x="368875" y="2614"/>
                </a:lnTo>
                <a:lnTo>
                  <a:pt x="417575" y="0"/>
                </a:lnTo>
                <a:lnTo>
                  <a:pt x="466276" y="2614"/>
                </a:lnTo>
                <a:lnTo>
                  <a:pt x="513325" y="10263"/>
                </a:lnTo>
                <a:lnTo>
                  <a:pt x="558411" y="22655"/>
                </a:lnTo>
                <a:lnTo>
                  <a:pt x="601220" y="39499"/>
                </a:lnTo>
                <a:lnTo>
                  <a:pt x="641438" y="60503"/>
                </a:lnTo>
                <a:lnTo>
                  <a:pt x="678753" y="85375"/>
                </a:lnTo>
                <a:lnTo>
                  <a:pt x="712850" y="113823"/>
                </a:lnTo>
                <a:lnTo>
                  <a:pt x="743418" y="145557"/>
                </a:lnTo>
                <a:lnTo>
                  <a:pt x="770143" y="180284"/>
                </a:lnTo>
                <a:lnTo>
                  <a:pt x="792711" y="217714"/>
                </a:lnTo>
                <a:lnTo>
                  <a:pt x="810809" y="257554"/>
                </a:lnTo>
                <a:lnTo>
                  <a:pt x="824124" y="299512"/>
                </a:lnTo>
                <a:lnTo>
                  <a:pt x="832342" y="343298"/>
                </a:lnTo>
                <a:lnTo>
                  <a:pt x="835151" y="388619"/>
                </a:lnTo>
                <a:lnTo>
                  <a:pt x="832342" y="433941"/>
                </a:lnTo>
                <a:lnTo>
                  <a:pt x="824124" y="477727"/>
                </a:lnTo>
                <a:lnTo>
                  <a:pt x="810809" y="519685"/>
                </a:lnTo>
                <a:lnTo>
                  <a:pt x="792711" y="559525"/>
                </a:lnTo>
                <a:lnTo>
                  <a:pt x="770143" y="596955"/>
                </a:lnTo>
                <a:lnTo>
                  <a:pt x="743418" y="631682"/>
                </a:lnTo>
                <a:lnTo>
                  <a:pt x="712851" y="663416"/>
                </a:lnTo>
                <a:lnTo>
                  <a:pt x="678753" y="691864"/>
                </a:lnTo>
                <a:lnTo>
                  <a:pt x="641438" y="716736"/>
                </a:lnTo>
                <a:lnTo>
                  <a:pt x="601220" y="737740"/>
                </a:lnTo>
                <a:lnTo>
                  <a:pt x="558411" y="754584"/>
                </a:lnTo>
                <a:lnTo>
                  <a:pt x="513325" y="766976"/>
                </a:lnTo>
                <a:lnTo>
                  <a:pt x="466276" y="774625"/>
                </a:lnTo>
                <a:lnTo>
                  <a:pt x="417575" y="777239"/>
                </a:lnTo>
                <a:lnTo>
                  <a:pt x="368875" y="774625"/>
                </a:lnTo>
                <a:lnTo>
                  <a:pt x="321826" y="766976"/>
                </a:lnTo>
                <a:lnTo>
                  <a:pt x="276740" y="754584"/>
                </a:lnTo>
                <a:lnTo>
                  <a:pt x="233931" y="737740"/>
                </a:lnTo>
                <a:lnTo>
                  <a:pt x="193713" y="716736"/>
                </a:lnTo>
                <a:lnTo>
                  <a:pt x="156398" y="691864"/>
                </a:lnTo>
                <a:lnTo>
                  <a:pt x="122301" y="663416"/>
                </a:lnTo>
                <a:lnTo>
                  <a:pt x="91733" y="631682"/>
                </a:lnTo>
                <a:lnTo>
                  <a:pt x="65008" y="596955"/>
                </a:lnTo>
                <a:lnTo>
                  <a:pt x="42440" y="559525"/>
                </a:lnTo>
                <a:lnTo>
                  <a:pt x="24342" y="519685"/>
                </a:lnTo>
                <a:lnTo>
                  <a:pt x="11027" y="477727"/>
                </a:lnTo>
                <a:lnTo>
                  <a:pt x="2809" y="433941"/>
                </a:lnTo>
                <a:lnTo>
                  <a:pt x="0" y="388619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390014" y="3544011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0564" y="19362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38677" y="2036826"/>
            <a:ext cx="1026160" cy="1026160"/>
          </a:xfrm>
          <a:custGeom>
            <a:avLst/>
            <a:gdLst/>
            <a:ahLst/>
            <a:cxnLst/>
            <a:rect l="l" t="t" r="r" b="b"/>
            <a:pathLst>
              <a:path w="1026160" h="1026160">
                <a:moveTo>
                  <a:pt x="0" y="512825"/>
                </a:moveTo>
                <a:lnTo>
                  <a:pt x="2095" y="466150"/>
                </a:lnTo>
                <a:lnTo>
                  <a:pt x="8262" y="420649"/>
                </a:lnTo>
                <a:lnTo>
                  <a:pt x="18319" y="376502"/>
                </a:lnTo>
                <a:lnTo>
                  <a:pt x="32085" y="333890"/>
                </a:lnTo>
                <a:lnTo>
                  <a:pt x="49379" y="292996"/>
                </a:lnTo>
                <a:lnTo>
                  <a:pt x="70019" y="254000"/>
                </a:lnTo>
                <a:lnTo>
                  <a:pt x="93825" y="217082"/>
                </a:lnTo>
                <a:lnTo>
                  <a:pt x="120615" y="182425"/>
                </a:lnTo>
                <a:lnTo>
                  <a:pt x="150209" y="150209"/>
                </a:lnTo>
                <a:lnTo>
                  <a:pt x="182425" y="120615"/>
                </a:lnTo>
                <a:lnTo>
                  <a:pt x="217082" y="93825"/>
                </a:lnTo>
                <a:lnTo>
                  <a:pt x="254000" y="70019"/>
                </a:lnTo>
                <a:lnTo>
                  <a:pt x="292996" y="49379"/>
                </a:lnTo>
                <a:lnTo>
                  <a:pt x="333890" y="32085"/>
                </a:lnTo>
                <a:lnTo>
                  <a:pt x="376502" y="18319"/>
                </a:lnTo>
                <a:lnTo>
                  <a:pt x="420649" y="8262"/>
                </a:lnTo>
                <a:lnTo>
                  <a:pt x="466150" y="2095"/>
                </a:lnTo>
                <a:lnTo>
                  <a:pt x="512825" y="0"/>
                </a:lnTo>
                <a:lnTo>
                  <a:pt x="559501" y="2095"/>
                </a:lnTo>
                <a:lnTo>
                  <a:pt x="605002" y="8262"/>
                </a:lnTo>
                <a:lnTo>
                  <a:pt x="649149" y="18319"/>
                </a:lnTo>
                <a:lnTo>
                  <a:pt x="691761" y="32085"/>
                </a:lnTo>
                <a:lnTo>
                  <a:pt x="732655" y="49379"/>
                </a:lnTo>
                <a:lnTo>
                  <a:pt x="771651" y="70019"/>
                </a:lnTo>
                <a:lnTo>
                  <a:pt x="808569" y="93825"/>
                </a:lnTo>
                <a:lnTo>
                  <a:pt x="843226" y="120615"/>
                </a:lnTo>
                <a:lnTo>
                  <a:pt x="875442" y="150209"/>
                </a:lnTo>
                <a:lnTo>
                  <a:pt x="905036" y="182425"/>
                </a:lnTo>
                <a:lnTo>
                  <a:pt x="931826" y="217082"/>
                </a:lnTo>
                <a:lnTo>
                  <a:pt x="955632" y="254000"/>
                </a:lnTo>
                <a:lnTo>
                  <a:pt x="976272" y="292996"/>
                </a:lnTo>
                <a:lnTo>
                  <a:pt x="993566" y="333890"/>
                </a:lnTo>
                <a:lnTo>
                  <a:pt x="1007332" y="376502"/>
                </a:lnTo>
                <a:lnTo>
                  <a:pt x="1017389" y="420649"/>
                </a:lnTo>
                <a:lnTo>
                  <a:pt x="1023556" y="466150"/>
                </a:lnTo>
                <a:lnTo>
                  <a:pt x="1025651" y="512825"/>
                </a:lnTo>
                <a:lnTo>
                  <a:pt x="1023556" y="559501"/>
                </a:lnTo>
                <a:lnTo>
                  <a:pt x="1017389" y="605002"/>
                </a:lnTo>
                <a:lnTo>
                  <a:pt x="1007332" y="649149"/>
                </a:lnTo>
                <a:lnTo>
                  <a:pt x="993566" y="691761"/>
                </a:lnTo>
                <a:lnTo>
                  <a:pt x="976272" y="732655"/>
                </a:lnTo>
                <a:lnTo>
                  <a:pt x="955632" y="771651"/>
                </a:lnTo>
                <a:lnTo>
                  <a:pt x="931826" y="808569"/>
                </a:lnTo>
                <a:lnTo>
                  <a:pt x="905036" y="843226"/>
                </a:lnTo>
                <a:lnTo>
                  <a:pt x="875442" y="875442"/>
                </a:lnTo>
                <a:lnTo>
                  <a:pt x="843226" y="905036"/>
                </a:lnTo>
                <a:lnTo>
                  <a:pt x="808569" y="931826"/>
                </a:lnTo>
                <a:lnTo>
                  <a:pt x="771651" y="955632"/>
                </a:lnTo>
                <a:lnTo>
                  <a:pt x="732655" y="976272"/>
                </a:lnTo>
                <a:lnTo>
                  <a:pt x="691761" y="993566"/>
                </a:lnTo>
                <a:lnTo>
                  <a:pt x="649149" y="1007332"/>
                </a:lnTo>
                <a:lnTo>
                  <a:pt x="605002" y="1017389"/>
                </a:lnTo>
                <a:lnTo>
                  <a:pt x="559501" y="1023556"/>
                </a:lnTo>
                <a:lnTo>
                  <a:pt x="512825" y="1025651"/>
                </a:lnTo>
                <a:lnTo>
                  <a:pt x="466150" y="1023556"/>
                </a:lnTo>
                <a:lnTo>
                  <a:pt x="420649" y="1017389"/>
                </a:lnTo>
                <a:lnTo>
                  <a:pt x="376502" y="1007332"/>
                </a:lnTo>
                <a:lnTo>
                  <a:pt x="333890" y="993566"/>
                </a:lnTo>
                <a:lnTo>
                  <a:pt x="292996" y="976272"/>
                </a:lnTo>
                <a:lnTo>
                  <a:pt x="254000" y="955632"/>
                </a:lnTo>
                <a:lnTo>
                  <a:pt x="217082" y="931826"/>
                </a:lnTo>
                <a:lnTo>
                  <a:pt x="182425" y="905036"/>
                </a:lnTo>
                <a:lnTo>
                  <a:pt x="150209" y="875442"/>
                </a:lnTo>
                <a:lnTo>
                  <a:pt x="120615" y="843226"/>
                </a:lnTo>
                <a:lnTo>
                  <a:pt x="93825" y="808569"/>
                </a:lnTo>
                <a:lnTo>
                  <a:pt x="70019" y="771651"/>
                </a:lnTo>
                <a:lnTo>
                  <a:pt x="49379" y="732655"/>
                </a:lnTo>
                <a:lnTo>
                  <a:pt x="32085" y="691761"/>
                </a:lnTo>
                <a:lnTo>
                  <a:pt x="18319" y="649149"/>
                </a:lnTo>
                <a:lnTo>
                  <a:pt x="8262" y="605002"/>
                </a:lnTo>
                <a:lnTo>
                  <a:pt x="2095" y="559501"/>
                </a:lnTo>
                <a:lnTo>
                  <a:pt x="0" y="512825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43833" y="2163317"/>
            <a:ext cx="836930" cy="777240"/>
          </a:xfrm>
          <a:custGeom>
            <a:avLst/>
            <a:gdLst/>
            <a:ahLst/>
            <a:cxnLst/>
            <a:rect l="l" t="t" r="r" b="b"/>
            <a:pathLst>
              <a:path w="836929" h="777239">
                <a:moveTo>
                  <a:pt x="0" y="388620"/>
                </a:moveTo>
                <a:lnTo>
                  <a:pt x="2814" y="343298"/>
                </a:lnTo>
                <a:lnTo>
                  <a:pt x="11050" y="299512"/>
                </a:lnTo>
                <a:lnTo>
                  <a:pt x="24391" y="257554"/>
                </a:lnTo>
                <a:lnTo>
                  <a:pt x="42525" y="217714"/>
                </a:lnTo>
                <a:lnTo>
                  <a:pt x="65137" y="180284"/>
                </a:lnTo>
                <a:lnTo>
                  <a:pt x="91913" y="145557"/>
                </a:lnTo>
                <a:lnTo>
                  <a:pt x="122539" y="113823"/>
                </a:lnTo>
                <a:lnTo>
                  <a:pt x="156700" y="85375"/>
                </a:lnTo>
                <a:lnTo>
                  <a:pt x="194084" y="60503"/>
                </a:lnTo>
                <a:lnTo>
                  <a:pt x="234376" y="39499"/>
                </a:lnTo>
                <a:lnTo>
                  <a:pt x="277261" y="22655"/>
                </a:lnTo>
                <a:lnTo>
                  <a:pt x="322425" y="10263"/>
                </a:lnTo>
                <a:lnTo>
                  <a:pt x="369556" y="2614"/>
                </a:lnTo>
                <a:lnTo>
                  <a:pt x="418338" y="0"/>
                </a:lnTo>
                <a:lnTo>
                  <a:pt x="467119" y="2614"/>
                </a:lnTo>
                <a:lnTo>
                  <a:pt x="514250" y="10263"/>
                </a:lnTo>
                <a:lnTo>
                  <a:pt x="559414" y="22655"/>
                </a:lnTo>
                <a:lnTo>
                  <a:pt x="602299" y="39499"/>
                </a:lnTo>
                <a:lnTo>
                  <a:pt x="642591" y="60503"/>
                </a:lnTo>
                <a:lnTo>
                  <a:pt x="679975" y="85375"/>
                </a:lnTo>
                <a:lnTo>
                  <a:pt x="714136" y="113823"/>
                </a:lnTo>
                <a:lnTo>
                  <a:pt x="744762" y="145557"/>
                </a:lnTo>
                <a:lnTo>
                  <a:pt x="771538" y="180284"/>
                </a:lnTo>
                <a:lnTo>
                  <a:pt x="794150" y="217714"/>
                </a:lnTo>
                <a:lnTo>
                  <a:pt x="812284" y="257554"/>
                </a:lnTo>
                <a:lnTo>
                  <a:pt x="825625" y="299512"/>
                </a:lnTo>
                <a:lnTo>
                  <a:pt x="833861" y="343298"/>
                </a:lnTo>
                <a:lnTo>
                  <a:pt x="836676" y="388620"/>
                </a:lnTo>
                <a:lnTo>
                  <a:pt x="833861" y="433941"/>
                </a:lnTo>
                <a:lnTo>
                  <a:pt x="825625" y="477727"/>
                </a:lnTo>
                <a:lnTo>
                  <a:pt x="812284" y="519685"/>
                </a:lnTo>
                <a:lnTo>
                  <a:pt x="794150" y="559525"/>
                </a:lnTo>
                <a:lnTo>
                  <a:pt x="771538" y="596955"/>
                </a:lnTo>
                <a:lnTo>
                  <a:pt x="744762" y="631682"/>
                </a:lnTo>
                <a:lnTo>
                  <a:pt x="714136" y="663416"/>
                </a:lnTo>
                <a:lnTo>
                  <a:pt x="679975" y="691864"/>
                </a:lnTo>
                <a:lnTo>
                  <a:pt x="642591" y="716736"/>
                </a:lnTo>
                <a:lnTo>
                  <a:pt x="602299" y="737740"/>
                </a:lnTo>
                <a:lnTo>
                  <a:pt x="559414" y="754584"/>
                </a:lnTo>
                <a:lnTo>
                  <a:pt x="514250" y="766976"/>
                </a:lnTo>
                <a:lnTo>
                  <a:pt x="467119" y="774625"/>
                </a:lnTo>
                <a:lnTo>
                  <a:pt x="418338" y="777240"/>
                </a:lnTo>
                <a:lnTo>
                  <a:pt x="369556" y="774625"/>
                </a:lnTo>
                <a:lnTo>
                  <a:pt x="322425" y="766976"/>
                </a:lnTo>
                <a:lnTo>
                  <a:pt x="277261" y="754584"/>
                </a:lnTo>
                <a:lnTo>
                  <a:pt x="234376" y="737740"/>
                </a:lnTo>
                <a:lnTo>
                  <a:pt x="194084" y="716736"/>
                </a:lnTo>
                <a:lnTo>
                  <a:pt x="156700" y="691864"/>
                </a:lnTo>
                <a:lnTo>
                  <a:pt x="122539" y="663416"/>
                </a:lnTo>
                <a:lnTo>
                  <a:pt x="91913" y="631682"/>
                </a:lnTo>
                <a:lnTo>
                  <a:pt x="65137" y="596955"/>
                </a:lnTo>
                <a:lnTo>
                  <a:pt x="42525" y="559525"/>
                </a:lnTo>
                <a:lnTo>
                  <a:pt x="24391" y="519685"/>
                </a:lnTo>
                <a:lnTo>
                  <a:pt x="11050" y="477727"/>
                </a:lnTo>
                <a:lnTo>
                  <a:pt x="2814" y="433941"/>
                </a:lnTo>
                <a:lnTo>
                  <a:pt x="0" y="388620"/>
                </a:lnTo>
                <a:close/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09898" y="2250439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31485" y="2254757"/>
            <a:ext cx="835660" cy="779145"/>
          </a:xfrm>
          <a:custGeom>
            <a:avLst/>
            <a:gdLst/>
            <a:ahLst/>
            <a:cxnLst/>
            <a:rect l="l" t="t" r="r" b="b"/>
            <a:pathLst>
              <a:path w="835660" h="779144">
                <a:moveTo>
                  <a:pt x="0" y="389381"/>
                </a:moveTo>
                <a:lnTo>
                  <a:pt x="2809" y="343978"/>
                </a:lnTo>
                <a:lnTo>
                  <a:pt x="11027" y="300112"/>
                </a:lnTo>
                <a:lnTo>
                  <a:pt x="24342" y="258074"/>
                </a:lnTo>
                <a:lnTo>
                  <a:pt x="42440" y="218158"/>
                </a:lnTo>
                <a:lnTo>
                  <a:pt x="65008" y="180656"/>
                </a:lnTo>
                <a:lnTo>
                  <a:pt x="91733" y="145859"/>
                </a:lnTo>
                <a:lnTo>
                  <a:pt x="122300" y="114061"/>
                </a:lnTo>
                <a:lnTo>
                  <a:pt x="156398" y="85555"/>
                </a:lnTo>
                <a:lnTo>
                  <a:pt x="193713" y="60631"/>
                </a:lnTo>
                <a:lnTo>
                  <a:pt x="233931" y="39584"/>
                </a:lnTo>
                <a:lnTo>
                  <a:pt x="276740" y="22704"/>
                </a:lnTo>
                <a:lnTo>
                  <a:pt x="321826" y="10285"/>
                </a:lnTo>
                <a:lnTo>
                  <a:pt x="368875" y="2620"/>
                </a:lnTo>
                <a:lnTo>
                  <a:pt x="417575" y="0"/>
                </a:lnTo>
                <a:lnTo>
                  <a:pt x="466276" y="2620"/>
                </a:lnTo>
                <a:lnTo>
                  <a:pt x="513325" y="10285"/>
                </a:lnTo>
                <a:lnTo>
                  <a:pt x="558411" y="22704"/>
                </a:lnTo>
                <a:lnTo>
                  <a:pt x="601220" y="39584"/>
                </a:lnTo>
                <a:lnTo>
                  <a:pt x="641438" y="60631"/>
                </a:lnTo>
                <a:lnTo>
                  <a:pt x="678753" y="85555"/>
                </a:lnTo>
                <a:lnTo>
                  <a:pt x="712851" y="114061"/>
                </a:lnTo>
                <a:lnTo>
                  <a:pt x="743418" y="145859"/>
                </a:lnTo>
                <a:lnTo>
                  <a:pt x="770143" y="180656"/>
                </a:lnTo>
                <a:lnTo>
                  <a:pt x="792711" y="218158"/>
                </a:lnTo>
                <a:lnTo>
                  <a:pt x="810809" y="258074"/>
                </a:lnTo>
                <a:lnTo>
                  <a:pt x="824124" y="300112"/>
                </a:lnTo>
                <a:lnTo>
                  <a:pt x="832342" y="343978"/>
                </a:lnTo>
                <a:lnTo>
                  <a:pt x="835151" y="389381"/>
                </a:lnTo>
                <a:lnTo>
                  <a:pt x="832342" y="434785"/>
                </a:lnTo>
                <a:lnTo>
                  <a:pt x="824124" y="478651"/>
                </a:lnTo>
                <a:lnTo>
                  <a:pt x="810809" y="520689"/>
                </a:lnTo>
                <a:lnTo>
                  <a:pt x="792711" y="560605"/>
                </a:lnTo>
                <a:lnTo>
                  <a:pt x="770143" y="598107"/>
                </a:lnTo>
                <a:lnTo>
                  <a:pt x="743418" y="632904"/>
                </a:lnTo>
                <a:lnTo>
                  <a:pt x="712851" y="664702"/>
                </a:lnTo>
                <a:lnTo>
                  <a:pt x="678753" y="693208"/>
                </a:lnTo>
                <a:lnTo>
                  <a:pt x="641438" y="718132"/>
                </a:lnTo>
                <a:lnTo>
                  <a:pt x="601220" y="739179"/>
                </a:lnTo>
                <a:lnTo>
                  <a:pt x="558411" y="756059"/>
                </a:lnTo>
                <a:lnTo>
                  <a:pt x="513325" y="768478"/>
                </a:lnTo>
                <a:lnTo>
                  <a:pt x="466276" y="776143"/>
                </a:lnTo>
                <a:lnTo>
                  <a:pt x="417575" y="778763"/>
                </a:lnTo>
                <a:lnTo>
                  <a:pt x="368875" y="776143"/>
                </a:lnTo>
                <a:lnTo>
                  <a:pt x="321826" y="768478"/>
                </a:lnTo>
                <a:lnTo>
                  <a:pt x="276740" y="756059"/>
                </a:lnTo>
                <a:lnTo>
                  <a:pt x="233931" y="739179"/>
                </a:lnTo>
                <a:lnTo>
                  <a:pt x="193713" y="718132"/>
                </a:lnTo>
                <a:lnTo>
                  <a:pt x="156398" y="693208"/>
                </a:lnTo>
                <a:lnTo>
                  <a:pt x="122300" y="664702"/>
                </a:lnTo>
                <a:lnTo>
                  <a:pt x="91733" y="632904"/>
                </a:lnTo>
                <a:lnTo>
                  <a:pt x="65008" y="598107"/>
                </a:lnTo>
                <a:lnTo>
                  <a:pt x="42440" y="560605"/>
                </a:lnTo>
                <a:lnTo>
                  <a:pt x="24342" y="520689"/>
                </a:lnTo>
                <a:lnTo>
                  <a:pt x="11027" y="478651"/>
                </a:lnTo>
                <a:lnTo>
                  <a:pt x="2809" y="434785"/>
                </a:lnTo>
                <a:lnTo>
                  <a:pt x="0" y="389381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289296" y="2342514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08326" y="4839461"/>
            <a:ext cx="835660" cy="777240"/>
          </a:xfrm>
          <a:custGeom>
            <a:avLst/>
            <a:gdLst/>
            <a:ahLst/>
            <a:cxnLst/>
            <a:rect l="l" t="t" r="r" b="b"/>
            <a:pathLst>
              <a:path w="835660" h="777239">
                <a:moveTo>
                  <a:pt x="0" y="388619"/>
                </a:moveTo>
                <a:lnTo>
                  <a:pt x="2809" y="343298"/>
                </a:lnTo>
                <a:lnTo>
                  <a:pt x="11027" y="299512"/>
                </a:lnTo>
                <a:lnTo>
                  <a:pt x="24342" y="257554"/>
                </a:lnTo>
                <a:lnTo>
                  <a:pt x="42440" y="217714"/>
                </a:lnTo>
                <a:lnTo>
                  <a:pt x="65008" y="180284"/>
                </a:lnTo>
                <a:lnTo>
                  <a:pt x="91733" y="145557"/>
                </a:lnTo>
                <a:lnTo>
                  <a:pt x="122300" y="113823"/>
                </a:lnTo>
                <a:lnTo>
                  <a:pt x="156398" y="85375"/>
                </a:lnTo>
                <a:lnTo>
                  <a:pt x="193713" y="60503"/>
                </a:lnTo>
                <a:lnTo>
                  <a:pt x="233931" y="39499"/>
                </a:lnTo>
                <a:lnTo>
                  <a:pt x="276740" y="22655"/>
                </a:lnTo>
                <a:lnTo>
                  <a:pt x="321826" y="10263"/>
                </a:lnTo>
                <a:lnTo>
                  <a:pt x="368875" y="2614"/>
                </a:lnTo>
                <a:lnTo>
                  <a:pt x="417575" y="0"/>
                </a:lnTo>
                <a:lnTo>
                  <a:pt x="466276" y="2614"/>
                </a:lnTo>
                <a:lnTo>
                  <a:pt x="513325" y="10263"/>
                </a:lnTo>
                <a:lnTo>
                  <a:pt x="558411" y="22655"/>
                </a:lnTo>
                <a:lnTo>
                  <a:pt x="601220" y="39499"/>
                </a:lnTo>
                <a:lnTo>
                  <a:pt x="641438" y="60503"/>
                </a:lnTo>
                <a:lnTo>
                  <a:pt x="678753" y="85375"/>
                </a:lnTo>
                <a:lnTo>
                  <a:pt x="712851" y="113823"/>
                </a:lnTo>
                <a:lnTo>
                  <a:pt x="743418" y="145557"/>
                </a:lnTo>
                <a:lnTo>
                  <a:pt x="770143" y="180284"/>
                </a:lnTo>
                <a:lnTo>
                  <a:pt x="792711" y="217714"/>
                </a:lnTo>
                <a:lnTo>
                  <a:pt x="810809" y="257554"/>
                </a:lnTo>
                <a:lnTo>
                  <a:pt x="824124" y="299512"/>
                </a:lnTo>
                <a:lnTo>
                  <a:pt x="832342" y="343298"/>
                </a:lnTo>
                <a:lnTo>
                  <a:pt x="835151" y="388619"/>
                </a:lnTo>
                <a:lnTo>
                  <a:pt x="832342" y="433941"/>
                </a:lnTo>
                <a:lnTo>
                  <a:pt x="824124" y="477727"/>
                </a:lnTo>
                <a:lnTo>
                  <a:pt x="810809" y="519685"/>
                </a:lnTo>
                <a:lnTo>
                  <a:pt x="792711" y="559525"/>
                </a:lnTo>
                <a:lnTo>
                  <a:pt x="770143" y="596955"/>
                </a:lnTo>
                <a:lnTo>
                  <a:pt x="743418" y="631682"/>
                </a:lnTo>
                <a:lnTo>
                  <a:pt x="712851" y="663416"/>
                </a:lnTo>
                <a:lnTo>
                  <a:pt x="678753" y="691864"/>
                </a:lnTo>
                <a:lnTo>
                  <a:pt x="641438" y="716736"/>
                </a:lnTo>
                <a:lnTo>
                  <a:pt x="601220" y="737740"/>
                </a:lnTo>
                <a:lnTo>
                  <a:pt x="558411" y="754584"/>
                </a:lnTo>
                <a:lnTo>
                  <a:pt x="513325" y="766976"/>
                </a:lnTo>
                <a:lnTo>
                  <a:pt x="466276" y="774625"/>
                </a:lnTo>
                <a:lnTo>
                  <a:pt x="417575" y="777240"/>
                </a:lnTo>
                <a:lnTo>
                  <a:pt x="368875" y="774625"/>
                </a:lnTo>
                <a:lnTo>
                  <a:pt x="321826" y="766976"/>
                </a:lnTo>
                <a:lnTo>
                  <a:pt x="276740" y="754584"/>
                </a:lnTo>
                <a:lnTo>
                  <a:pt x="233931" y="737740"/>
                </a:lnTo>
                <a:lnTo>
                  <a:pt x="193713" y="716736"/>
                </a:lnTo>
                <a:lnTo>
                  <a:pt x="156398" y="691864"/>
                </a:lnTo>
                <a:lnTo>
                  <a:pt x="122301" y="663416"/>
                </a:lnTo>
                <a:lnTo>
                  <a:pt x="91733" y="631682"/>
                </a:lnTo>
                <a:lnTo>
                  <a:pt x="65008" y="596955"/>
                </a:lnTo>
                <a:lnTo>
                  <a:pt x="42440" y="559525"/>
                </a:lnTo>
                <a:lnTo>
                  <a:pt x="24342" y="519685"/>
                </a:lnTo>
                <a:lnTo>
                  <a:pt x="11027" y="477727"/>
                </a:lnTo>
                <a:lnTo>
                  <a:pt x="2809" y="433941"/>
                </a:lnTo>
                <a:lnTo>
                  <a:pt x="0" y="388619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74391" y="492747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45045" y="3182873"/>
            <a:ext cx="1042669" cy="1042669"/>
          </a:xfrm>
          <a:custGeom>
            <a:avLst/>
            <a:gdLst/>
            <a:ahLst/>
            <a:cxnLst/>
            <a:rect l="l" t="t" r="r" b="b"/>
            <a:pathLst>
              <a:path w="1042670" h="1042670">
                <a:moveTo>
                  <a:pt x="0" y="521207"/>
                </a:moveTo>
                <a:lnTo>
                  <a:pt x="2129" y="473759"/>
                </a:lnTo>
                <a:lnTo>
                  <a:pt x="8395" y="427506"/>
                </a:lnTo>
                <a:lnTo>
                  <a:pt x="18614" y="382631"/>
                </a:lnTo>
                <a:lnTo>
                  <a:pt x="32601" y="339319"/>
                </a:lnTo>
                <a:lnTo>
                  <a:pt x="50174" y="297754"/>
                </a:lnTo>
                <a:lnTo>
                  <a:pt x="71148" y="258120"/>
                </a:lnTo>
                <a:lnTo>
                  <a:pt x="95339" y="220600"/>
                </a:lnTo>
                <a:lnTo>
                  <a:pt x="122563" y="185378"/>
                </a:lnTo>
                <a:lnTo>
                  <a:pt x="152638" y="152638"/>
                </a:lnTo>
                <a:lnTo>
                  <a:pt x="185378" y="122563"/>
                </a:lnTo>
                <a:lnTo>
                  <a:pt x="220600" y="95339"/>
                </a:lnTo>
                <a:lnTo>
                  <a:pt x="258120" y="71148"/>
                </a:lnTo>
                <a:lnTo>
                  <a:pt x="297754" y="50174"/>
                </a:lnTo>
                <a:lnTo>
                  <a:pt x="339319" y="32601"/>
                </a:lnTo>
                <a:lnTo>
                  <a:pt x="382631" y="18614"/>
                </a:lnTo>
                <a:lnTo>
                  <a:pt x="427506" y="8395"/>
                </a:lnTo>
                <a:lnTo>
                  <a:pt x="473759" y="2129"/>
                </a:lnTo>
                <a:lnTo>
                  <a:pt x="521207" y="0"/>
                </a:lnTo>
                <a:lnTo>
                  <a:pt x="568656" y="2129"/>
                </a:lnTo>
                <a:lnTo>
                  <a:pt x="614909" y="8395"/>
                </a:lnTo>
                <a:lnTo>
                  <a:pt x="659784" y="18614"/>
                </a:lnTo>
                <a:lnTo>
                  <a:pt x="703096" y="32601"/>
                </a:lnTo>
                <a:lnTo>
                  <a:pt x="744661" y="50174"/>
                </a:lnTo>
                <a:lnTo>
                  <a:pt x="784295" y="71148"/>
                </a:lnTo>
                <a:lnTo>
                  <a:pt x="821815" y="95339"/>
                </a:lnTo>
                <a:lnTo>
                  <a:pt x="857037" y="122563"/>
                </a:lnTo>
                <a:lnTo>
                  <a:pt x="889777" y="152638"/>
                </a:lnTo>
                <a:lnTo>
                  <a:pt x="919852" y="185378"/>
                </a:lnTo>
                <a:lnTo>
                  <a:pt x="947076" y="220600"/>
                </a:lnTo>
                <a:lnTo>
                  <a:pt x="971267" y="258120"/>
                </a:lnTo>
                <a:lnTo>
                  <a:pt x="992241" y="297754"/>
                </a:lnTo>
                <a:lnTo>
                  <a:pt x="1009814" y="339319"/>
                </a:lnTo>
                <a:lnTo>
                  <a:pt x="1023801" y="382631"/>
                </a:lnTo>
                <a:lnTo>
                  <a:pt x="1034020" y="427506"/>
                </a:lnTo>
                <a:lnTo>
                  <a:pt x="1040286" y="473759"/>
                </a:lnTo>
                <a:lnTo>
                  <a:pt x="1042415" y="521207"/>
                </a:lnTo>
                <a:lnTo>
                  <a:pt x="1040286" y="568656"/>
                </a:lnTo>
                <a:lnTo>
                  <a:pt x="1034020" y="614909"/>
                </a:lnTo>
                <a:lnTo>
                  <a:pt x="1023801" y="659784"/>
                </a:lnTo>
                <a:lnTo>
                  <a:pt x="1009814" y="703096"/>
                </a:lnTo>
                <a:lnTo>
                  <a:pt x="992241" y="744661"/>
                </a:lnTo>
                <a:lnTo>
                  <a:pt x="971267" y="784295"/>
                </a:lnTo>
                <a:lnTo>
                  <a:pt x="947076" y="821815"/>
                </a:lnTo>
                <a:lnTo>
                  <a:pt x="919852" y="857037"/>
                </a:lnTo>
                <a:lnTo>
                  <a:pt x="889777" y="889777"/>
                </a:lnTo>
                <a:lnTo>
                  <a:pt x="857037" y="919852"/>
                </a:lnTo>
                <a:lnTo>
                  <a:pt x="821815" y="947076"/>
                </a:lnTo>
                <a:lnTo>
                  <a:pt x="784295" y="971267"/>
                </a:lnTo>
                <a:lnTo>
                  <a:pt x="744661" y="992241"/>
                </a:lnTo>
                <a:lnTo>
                  <a:pt x="703096" y="1009814"/>
                </a:lnTo>
                <a:lnTo>
                  <a:pt x="659784" y="1023801"/>
                </a:lnTo>
                <a:lnTo>
                  <a:pt x="614909" y="1034020"/>
                </a:lnTo>
                <a:lnTo>
                  <a:pt x="568656" y="1040286"/>
                </a:lnTo>
                <a:lnTo>
                  <a:pt x="521207" y="1042415"/>
                </a:lnTo>
                <a:lnTo>
                  <a:pt x="473759" y="1040286"/>
                </a:lnTo>
                <a:lnTo>
                  <a:pt x="427506" y="1034020"/>
                </a:lnTo>
                <a:lnTo>
                  <a:pt x="382631" y="1023801"/>
                </a:lnTo>
                <a:lnTo>
                  <a:pt x="339319" y="1009814"/>
                </a:lnTo>
                <a:lnTo>
                  <a:pt x="297754" y="992241"/>
                </a:lnTo>
                <a:lnTo>
                  <a:pt x="258120" y="971267"/>
                </a:lnTo>
                <a:lnTo>
                  <a:pt x="220600" y="947076"/>
                </a:lnTo>
                <a:lnTo>
                  <a:pt x="185378" y="919852"/>
                </a:lnTo>
                <a:lnTo>
                  <a:pt x="152638" y="889777"/>
                </a:lnTo>
                <a:lnTo>
                  <a:pt x="122563" y="857037"/>
                </a:lnTo>
                <a:lnTo>
                  <a:pt x="95339" y="821815"/>
                </a:lnTo>
                <a:lnTo>
                  <a:pt x="71148" y="784295"/>
                </a:lnTo>
                <a:lnTo>
                  <a:pt x="50174" y="744661"/>
                </a:lnTo>
                <a:lnTo>
                  <a:pt x="32601" y="703096"/>
                </a:lnTo>
                <a:lnTo>
                  <a:pt x="18614" y="659784"/>
                </a:lnTo>
                <a:lnTo>
                  <a:pt x="8395" y="614909"/>
                </a:lnTo>
                <a:lnTo>
                  <a:pt x="2129" y="568656"/>
                </a:lnTo>
                <a:lnTo>
                  <a:pt x="0" y="521207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70014" y="3307841"/>
            <a:ext cx="835660" cy="779145"/>
          </a:xfrm>
          <a:custGeom>
            <a:avLst/>
            <a:gdLst/>
            <a:ahLst/>
            <a:cxnLst/>
            <a:rect l="l" t="t" r="r" b="b"/>
            <a:pathLst>
              <a:path w="835659" h="779145">
                <a:moveTo>
                  <a:pt x="0" y="389382"/>
                </a:moveTo>
                <a:lnTo>
                  <a:pt x="2809" y="343978"/>
                </a:lnTo>
                <a:lnTo>
                  <a:pt x="11027" y="300112"/>
                </a:lnTo>
                <a:lnTo>
                  <a:pt x="24342" y="258074"/>
                </a:lnTo>
                <a:lnTo>
                  <a:pt x="42440" y="218158"/>
                </a:lnTo>
                <a:lnTo>
                  <a:pt x="65008" y="180656"/>
                </a:lnTo>
                <a:lnTo>
                  <a:pt x="91733" y="145859"/>
                </a:lnTo>
                <a:lnTo>
                  <a:pt x="122300" y="114061"/>
                </a:lnTo>
                <a:lnTo>
                  <a:pt x="156398" y="85555"/>
                </a:lnTo>
                <a:lnTo>
                  <a:pt x="193713" y="60631"/>
                </a:lnTo>
                <a:lnTo>
                  <a:pt x="233931" y="39584"/>
                </a:lnTo>
                <a:lnTo>
                  <a:pt x="276740" y="22704"/>
                </a:lnTo>
                <a:lnTo>
                  <a:pt x="321826" y="10285"/>
                </a:lnTo>
                <a:lnTo>
                  <a:pt x="368875" y="2620"/>
                </a:lnTo>
                <a:lnTo>
                  <a:pt x="417575" y="0"/>
                </a:lnTo>
                <a:lnTo>
                  <a:pt x="466276" y="2620"/>
                </a:lnTo>
                <a:lnTo>
                  <a:pt x="513325" y="10285"/>
                </a:lnTo>
                <a:lnTo>
                  <a:pt x="558411" y="22704"/>
                </a:lnTo>
                <a:lnTo>
                  <a:pt x="601220" y="39584"/>
                </a:lnTo>
                <a:lnTo>
                  <a:pt x="641438" y="60631"/>
                </a:lnTo>
                <a:lnTo>
                  <a:pt x="678753" y="85555"/>
                </a:lnTo>
                <a:lnTo>
                  <a:pt x="712851" y="114061"/>
                </a:lnTo>
                <a:lnTo>
                  <a:pt x="743418" y="145859"/>
                </a:lnTo>
                <a:lnTo>
                  <a:pt x="770143" y="180656"/>
                </a:lnTo>
                <a:lnTo>
                  <a:pt x="792711" y="218158"/>
                </a:lnTo>
                <a:lnTo>
                  <a:pt x="810809" y="258074"/>
                </a:lnTo>
                <a:lnTo>
                  <a:pt x="824124" y="300112"/>
                </a:lnTo>
                <a:lnTo>
                  <a:pt x="832342" y="343978"/>
                </a:lnTo>
                <a:lnTo>
                  <a:pt x="835151" y="389382"/>
                </a:lnTo>
                <a:lnTo>
                  <a:pt x="832342" y="434785"/>
                </a:lnTo>
                <a:lnTo>
                  <a:pt x="824124" y="478651"/>
                </a:lnTo>
                <a:lnTo>
                  <a:pt x="810809" y="520689"/>
                </a:lnTo>
                <a:lnTo>
                  <a:pt x="792711" y="560605"/>
                </a:lnTo>
                <a:lnTo>
                  <a:pt x="770143" y="598107"/>
                </a:lnTo>
                <a:lnTo>
                  <a:pt x="743418" y="632904"/>
                </a:lnTo>
                <a:lnTo>
                  <a:pt x="712851" y="664702"/>
                </a:lnTo>
                <a:lnTo>
                  <a:pt x="678753" y="693208"/>
                </a:lnTo>
                <a:lnTo>
                  <a:pt x="641438" y="718132"/>
                </a:lnTo>
                <a:lnTo>
                  <a:pt x="601220" y="739179"/>
                </a:lnTo>
                <a:lnTo>
                  <a:pt x="558411" y="756059"/>
                </a:lnTo>
                <a:lnTo>
                  <a:pt x="513325" y="768478"/>
                </a:lnTo>
                <a:lnTo>
                  <a:pt x="466276" y="776143"/>
                </a:lnTo>
                <a:lnTo>
                  <a:pt x="417575" y="778764"/>
                </a:lnTo>
                <a:lnTo>
                  <a:pt x="368875" y="776143"/>
                </a:lnTo>
                <a:lnTo>
                  <a:pt x="321826" y="768478"/>
                </a:lnTo>
                <a:lnTo>
                  <a:pt x="276740" y="756059"/>
                </a:lnTo>
                <a:lnTo>
                  <a:pt x="233931" y="739179"/>
                </a:lnTo>
                <a:lnTo>
                  <a:pt x="193713" y="718132"/>
                </a:lnTo>
                <a:lnTo>
                  <a:pt x="156398" y="693208"/>
                </a:lnTo>
                <a:lnTo>
                  <a:pt x="122300" y="664702"/>
                </a:lnTo>
                <a:lnTo>
                  <a:pt x="91733" y="632904"/>
                </a:lnTo>
                <a:lnTo>
                  <a:pt x="65008" y="598107"/>
                </a:lnTo>
                <a:lnTo>
                  <a:pt x="42440" y="560605"/>
                </a:lnTo>
                <a:lnTo>
                  <a:pt x="24342" y="520689"/>
                </a:lnTo>
                <a:lnTo>
                  <a:pt x="11027" y="478651"/>
                </a:lnTo>
                <a:lnTo>
                  <a:pt x="2809" y="434785"/>
                </a:lnTo>
                <a:lnTo>
                  <a:pt x="0" y="389382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236079" y="339491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14494" y="4859273"/>
            <a:ext cx="1013460" cy="1013460"/>
          </a:xfrm>
          <a:custGeom>
            <a:avLst/>
            <a:gdLst/>
            <a:ahLst/>
            <a:cxnLst/>
            <a:rect l="l" t="t" r="r" b="b"/>
            <a:pathLst>
              <a:path w="1013460" h="1013460">
                <a:moveTo>
                  <a:pt x="0" y="506729"/>
                </a:moveTo>
                <a:lnTo>
                  <a:pt x="2319" y="457920"/>
                </a:lnTo>
                <a:lnTo>
                  <a:pt x="9135" y="410426"/>
                </a:lnTo>
                <a:lnTo>
                  <a:pt x="20236" y="364457"/>
                </a:lnTo>
                <a:lnTo>
                  <a:pt x="35409" y="320228"/>
                </a:lnTo>
                <a:lnTo>
                  <a:pt x="54443" y="277949"/>
                </a:lnTo>
                <a:lnTo>
                  <a:pt x="77125" y="237833"/>
                </a:lnTo>
                <a:lnTo>
                  <a:pt x="103243" y="200092"/>
                </a:lnTo>
                <a:lnTo>
                  <a:pt x="132585" y="164939"/>
                </a:lnTo>
                <a:lnTo>
                  <a:pt x="164939" y="132585"/>
                </a:lnTo>
                <a:lnTo>
                  <a:pt x="200092" y="103243"/>
                </a:lnTo>
                <a:lnTo>
                  <a:pt x="237833" y="77125"/>
                </a:lnTo>
                <a:lnTo>
                  <a:pt x="277949" y="54443"/>
                </a:lnTo>
                <a:lnTo>
                  <a:pt x="320228" y="35409"/>
                </a:lnTo>
                <a:lnTo>
                  <a:pt x="364457" y="20236"/>
                </a:lnTo>
                <a:lnTo>
                  <a:pt x="410426" y="9135"/>
                </a:lnTo>
                <a:lnTo>
                  <a:pt x="457920" y="2319"/>
                </a:lnTo>
                <a:lnTo>
                  <a:pt x="506729" y="0"/>
                </a:lnTo>
                <a:lnTo>
                  <a:pt x="555539" y="2319"/>
                </a:lnTo>
                <a:lnTo>
                  <a:pt x="603033" y="9135"/>
                </a:lnTo>
                <a:lnTo>
                  <a:pt x="649002" y="20236"/>
                </a:lnTo>
                <a:lnTo>
                  <a:pt x="693231" y="35409"/>
                </a:lnTo>
                <a:lnTo>
                  <a:pt x="735510" y="54443"/>
                </a:lnTo>
                <a:lnTo>
                  <a:pt x="775626" y="77125"/>
                </a:lnTo>
                <a:lnTo>
                  <a:pt x="813367" y="103243"/>
                </a:lnTo>
                <a:lnTo>
                  <a:pt x="848520" y="132585"/>
                </a:lnTo>
                <a:lnTo>
                  <a:pt x="880874" y="164939"/>
                </a:lnTo>
                <a:lnTo>
                  <a:pt x="910216" y="200092"/>
                </a:lnTo>
                <a:lnTo>
                  <a:pt x="936334" y="237833"/>
                </a:lnTo>
                <a:lnTo>
                  <a:pt x="959016" y="277949"/>
                </a:lnTo>
                <a:lnTo>
                  <a:pt x="978050" y="320228"/>
                </a:lnTo>
                <a:lnTo>
                  <a:pt x="993223" y="364457"/>
                </a:lnTo>
                <a:lnTo>
                  <a:pt x="1004324" y="410426"/>
                </a:lnTo>
                <a:lnTo>
                  <a:pt x="1011140" y="457920"/>
                </a:lnTo>
                <a:lnTo>
                  <a:pt x="1013459" y="506729"/>
                </a:lnTo>
                <a:lnTo>
                  <a:pt x="1011140" y="555531"/>
                </a:lnTo>
                <a:lnTo>
                  <a:pt x="1004324" y="603019"/>
                </a:lnTo>
                <a:lnTo>
                  <a:pt x="993223" y="648983"/>
                </a:lnTo>
                <a:lnTo>
                  <a:pt x="978050" y="693210"/>
                </a:lnTo>
                <a:lnTo>
                  <a:pt x="959016" y="735488"/>
                </a:lnTo>
                <a:lnTo>
                  <a:pt x="936334" y="775603"/>
                </a:lnTo>
                <a:lnTo>
                  <a:pt x="910216" y="813345"/>
                </a:lnTo>
                <a:lnTo>
                  <a:pt x="880874" y="848500"/>
                </a:lnTo>
                <a:lnTo>
                  <a:pt x="848520" y="880856"/>
                </a:lnTo>
                <a:lnTo>
                  <a:pt x="813367" y="910201"/>
                </a:lnTo>
                <a:lnTo>
                  <a:pt x="775626" y="936322"/>
                </a:lnTo>
                <a:lnTo>
                  <a:pt x="735510" y="959007"/>
                </a:lnTo>
                <a:lnTo>
                  <a:pt x="693231" y="978043"/>
                </a:lnTo>
                <a:lnTo>
                  <a:pt x="649002" y="993219"/>
                </a:lnTo>
                <a:lnTo>
                  <a:pt x="603033" y="1004322"/>
                </a:lnTo>
                <a:lnTo>
                  <a:pt x="555539" y="1011140"/>
                </a:lnTo>
                <a:lnTo>
                  <a:pt x="506729" y="1013460"/>
                </a:lnTo>
                <a:lnTo>
                  <a:pt x="457920" y="1011140"/>
                </a:lnTo>
                <a:lnTo>
                  <a:pt x="410426" y="1004322"/>
                </a:lnTo>
                <a:lnTo>
                  <a:pt x="364457" y="993219"/>
                </a:lnTo>
                <a:lnTo>
                  <a:pt x="320228" y="978043"/>
                </a:lnTo>
                <a:lnTo>
                  <a:pt x="277949" y="959007"/>
                </a:lnTo>
                <a:lnTo>
                  <a:pt x="237833" y="936322"/>
                </a:lnTo>
                <a:lnTo>
                  <a:pt x="200092" y="910201"/>
                </a:lnTo>
                <a:lnTo>
                  <a:pt x="164939" y="880856"/>
                </a:lnTo>
                <a:lnTo>
                  <a:pt x="132585" y="848500"/>
                </a:lnTo>
                <a:lnTo>
                  <a:pt x="103243" y="813345"/>
                </a:lnTo>
                <a:lnTo>
                  <a:pt x="77125" y="775603"/>
                </a:lnTo>
                <a:lnTo>
                  <a:pt x="54443" y="735488"/>
                </a:lnTo>
                <a:lnTo>
                  <a:pt x="35409" y="693210"/>
                </a:lnTo>
                <a:lnTo>
                  <a:pt x="20236" y="648983"/>
                </a:lnTo>
                <a:lnTo>
                  <a:pt x="9135" y="603019"/>
                </a:lnTo>
                <a:lnTo>
                  <a:pt x="2319" y="555531"/>
                </a:lnTo>
                <a:lnTo>
                  <a:pt x="0" y="506729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818126" y="4984241"/>
            <a:ext cx="836930" cy="777240"/>
          </a:xfrm>
          <a:custGeom>
            <a:avLst/>
            <a:gdLst/>
            <a:ahLst/>
            <a:cxnLst/>
            <a:rect l="l" t="t" r="r" b="b"/>
            <a:pathLst>
              <a:path w="836929" h="777239">
                <a:moveTo>
                  <a:pt x="0" y="388619"/>
                </a:moveTo>
                <a:lnTo>
                  <a:pt x="2814" y="343298"/>
                </a:lnTo>
                <a:lnTo>
                  <a:pt x="11050" y="299512"/>
                </a:lnTo>
                <a:lnTo>
                  <a:pt x="24391" y="257554"/>
                </a:lnTo>
                <a:lnTo>
                  <a:pt x="42525" y="217714"/>
                </a:lnTo>
                <a:lnTo>
                  <a:pt x="65137" y="180284"/>
                </a:lnTo>
                <a:lnTo>
                  <a:pt x="91913" y="145557"/>
                </a:lnTo>
                <a:lnTo>
                  <a:pt x="122539" y="113823"/>
                </a:lnTo>
                <a:lnTo>
                  <a:pt x="156700" y="85375"/>
                </a:lnTo>
                <a:lnTo>
                  <a:pt x="194084" y="60503"/>
                </a:lnTo>
                <a:lnTo>
                  <a:pt x="234376" y="39499"/>
                </a:lnTo>
                <a:lnTo>
                  <a:pt x="277261" y="22655"/>
                </a:lnTo>
                <a:lnTo>
                  <a:pt x="322425" y="10263"/>
                </a:lnTo>
                <a:lnTo>
                  <a:pt x="369556" y="2614"/>
                </a:lnTo>
                <a:lnTo>
                  <a:pt x="418338" y="0"/>
                </a:lnTo>
                <a:lnTo>
                  <a:pt x="467119" y="2614"/>
                </a:lnTo>
                <a:lnTo>
                  <a:pt x="514250" y="10263"/>
                </a:lnTo>
                <a:lnTo>
                  <a:pt x="559414" y="22655"/>
                </a:lnTo>
                <a:lnTo>
                  <a:pt x="602299" y="39499"/>
                </a:lnTo>
                <a:lnTo>
                  <a:pt x="642591" y="60503"/>
                </a:lnTo>
                <a:lnTo>
                  <a:pt x="679975" y="85375"/>
                </a:lnTo>
                <a:lnTo>
                  <a:pt x="714136" y="113823"/>
                </a:lnTo>
                <a:lnTo>
                  <a:pt x="744762" y="145557"/>
                </a:lnTo>
                <a:lnTo>
                  <a:pt x="771538" y="180284"/>
                </a:lnTo>
                <a:lnTo>
                  <a:pt x="794150" y="217714"/>
                </a:lnTo>
                <a:lnTo>
                  <a:pt x="812284" y="257554"/>
                </a:lnTo>
                <a:lnTo>
                  <a:pt x="825625" y="299512"/>
                </a:lnTo>
                <a:lnTo>
                  <a:pt x="833861" y="343298"/>
                </a:lnTo>
                <a:lnTo>
                  <a:pt x="836676" y="388619"/>
                </a:lnTo>
                <a:lnTo>
                  <a:pt x="833861" y="433941"/>
                </a:lnTo>
                <a:lnTo>
                  <a:pt x="825625" y="477727"/>
                </a:lnTo>
                <a:lnTo>
                  <a:pt x="812284" y="519685"/>
                </a:lnTo>
                <a:lnTo>
                  <a:pt x="794150" y="559525"/>
                </a:lnTo>
                <a:lnTo>
                  <a:pt x="771538" y="596955"/>
                </a:lnTo>
                <a:lnTo>
                  <a:pt x="744762" y="631682"/>
                </a:lnTo>
                <a:lnTo>
                  <a:pt x="714136" y="663416"/>
                </a:lnTo>
                <a:lnTo>
                  <a:pt x="679975" y="691864"/>
                </a:lnTo>
                <a:lnTo>
                  <a:pt x="642591" y="716736"/>
                </a:lnTo>
                <a:lnTo>
                  <a:pt x="602299" y="737740"/>
                </a:lnTo>
                <a:lnTo>
                  <a:pt x="559414" y="754584"/>
                </a:lnTo>
                <a:lnTo>
                  <a:pt x="514250" y="766976"/>
                </a:lnTo>
                <a:lnTo>
                  <a:pt x="467119" y="774625"/>
                </a:lnTo>
                <a:lnTo>
                  <a:pt x="418338" y="777239"/>
                </a:lnTo>
                <a:lnTo>
                  <a:pt x="369556" y="774625"/>
                </a:lnTo>
                <a:lnTo>
                  <a:pt x="322425" y="766976"/>
                </a:lnTo>
                <a:lnTo>
                  <a:pt x="277261" y="754584"/>
                </a:lnTo>
                <a:lnTo>
                  <a:pt x="234376" y="737740"/>
                </a:lnTo>
                <a:lnTo>
                  <a:pt x="194084" y="716736"/>
                </a:lnTo>
                <a:lnTo>
                  <a:pt x="156700" y="691864"/>
                </a:lnTo>
                <a:lnTo>
                  <a:pt x="122539" y="663416"/>
                </a:lnTo>
                <a:lnTo>
                  <a:pt x="91913" y="631682"/>
                </a:lnTo>
                <a:lnTo>
                  <a:pt x="65137" y="596955"/>
                </a:lnTo>
                <a:lnTo>
                  <a:pt x="42525" y="559525"/>
                </a:lnTo>
                <a:lnTo>
                  <a:pt x="24391" y="519685"/>
                </a:lnTo>
                <a:lnTo>
                  <a:pt x="11050" y="477727"/>
                </a:lnTo>
                <a:lnTo>
                  <a:pt x="2814" y="433941"/>
                </a:lnTo>
                <a:lnTo>
                  <a:pt x="0" y="388619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084826" y="5071998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FF00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72817" y="2827401"/>
            <a:ext cx="1282065" cy="904240"/>
          </a:xfrm>
          <a:custGeom>
            <a:avLst/>
            <a:gdLst/>
            <a:ahLst/>
            <a:cxnLst/>
            <a:rect l="l" t="t" r="r" b="b"/>
            <a:pathLst>
              <a:path w="1282064" h="904239">
                <a:moveTo>
                  <a:pt x="123443" y="748157"/>
                </a:moveTo>
                <a:lnTo>
                  <a:pt x="0" y="904113"/>
                </a:lnTo>
                <a:lnTo>
                  <a:pt x="188849" y="841756"/>
                </a:lnTo>
                <a:lnTo>
                  <a:pt x="174649" y="821436"/>
                </a:lnTo>
                <a:lnTo>
                  <a:pt x="151383" y="821436"/>
                </a:lnTo>
                <a:lnTo>
                  <a:pt x="129667" y="790321"/>
                </a:lnTo>
                <a:lnTo>
                  <a:pt x="145279" y="779405"/>
                </a:lnTo>
                <a:lnTo>
                  <a:pt x="123443" y="748157"/>
                </a:lnTo>
                <a:close/>
              </a:path>
              <a:path w="1282064" h="904239">
                <a:moveTo>
                  <a:pt x="145279" y="779405"/>
                </a:moveTo>
                <a:lnTo>
                  <a:pt x="129667" y="790321"/>
                </a:lnTo>
                <a:lnTo>
                  <a:pt x="151383" y="821436"/>
                </a:lnTo>
                <a:lnTo>
                  <a:pt x="167015" y="810510"/>
                </a:lnTo>
                <a:lnTo>
                  <a:pt x="145279" y="779405"/>
                </a:lnTo>
                <a:close/>
              </a:path>
              <a:path w="1282064" h="904239">
                <a:moveTo>
                  <a:pt x="167015" y="810510"/>
                </a:moveTo>
                <a:lnTo>
                  <a:pt x="151383" y="821436"/>
                </a:lnTo>
                <a:lnTo>
                  <a:pt x="174649" y="821436"/>
                </a:lnTo>
                <a:lnTo>
                  <a:pt x="167015" y="810510"/>
                </a:lnTo>
                <a:close/>
              </a:path>
              <a:path w="1282064" h="904239">
                <a:moveTo>
                  <a:pt x="1260094" y="0"/>
                </a:moveTo>
                <a:lnTo>
                  <a:pt x="145279" y="779405"/>
                </a:lnTo>
                <a:lnTo>
                  <a:pt x="167015" y="810510"/>
                </a:lnTo>
                <a:lnTo>
                  <a:pt x="1281937" y="31241"/>
                </a:lnTo>
                <a:lnTo>
                  <a:pt x="12600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64329" y="2407920"/>
            <a:ext cx="897890" cy="114300"/>
          </a:xfrm>
          <a:custGeom>
            <a:avLst/>
            <a:gdLst/>
            <a:ahLst/>
            <a:cxnLst/>
            <a:rect l="l" t="t" r="r" b="b"/>
            <a:pathLst>
              <a:path w="897889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897889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897889" h="114300">
                <a:moveTo>
                  <a:pt x="897636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897636" y="76200"/>
                </a:lnTo>
                <a:lnTo>
                  <a:pt x="897636" y="381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100195" y="2697479"/>
            <a:ext cx="962025" cy="114300"/>
          </a:xfrm>
          <a:custGeom>
            <a:avLst/>
            <a:gdLst/>
            <a:ahLst/>
            <a:cxnLst/>
            <a:rect l="l" t="t" r="r" b="b"/>
            <a:pathLst>
              <a:path w="962025" h="114300">
                <a:moveTo>
                  <a:pt x="771778" y="0"/>
                </a:moveTo>
                <a:lnTo>
                  <a:pt x="771440" y="38077"/>
                </a:lnTo>
                <a:lnTo>
                  <a:pt x="790447" y="38227"/>
                </a:lnTo>
                <a:lnTo>
                  <a:pt x="790193" y="76327"/>
                </a:lnTo>
                <a:lnTo>
                  <a:pt x="771100" y="76327"/>
                </a:lnTo>
                <a:lnTo>
                  <a:pt x="770763" y="114300"/>
                </a:lnTo>
                <a:lnTo>
                  <a:pt x="901154" y="76327"/>
                </a:lnTo>
                <a:lnTo>
                  <a:pt x="790193" y="76327"/>
                </a:lnTo>
                <a:lnTo>
                  <a:pt x="901670" y="76176"/>
                </a:lnTo>
                <a:lnTo>
                  <a:pt x="961770" y="58674"/>
                </a:lnTo>
                <a:lnTo>
                  <a:pt x="771778" y="0"/>
                </a:lnTo>
                <a:close/>
              </a:path>
              <a:path w="962025" h="114300">
                <a:moveTo>
                  <a:pt x="771440" y="38077"/>
                </a:moveTo>
                <a:lnTo>
                  <a:pt x="771101" y="76176"/>
                </a:lnTo>
                <a:lnTo>
                  <a:pt x="790193" y="76327"/>
                </a:lnTo>
                <a:lnTo>
                  <a:pt x="790447" y="38227"/>
                </a:lnTo>
                <a:lnTo>
                  <a:pt x="771440" y="38077"/>
                </a:lnTo>
                <a:close/>
              </a:path>
              <a:path w="962025" h="114300">
                <a:moveTo>
                  <a:pt x="253" y="32004"/>
                </a:moveTo>
                <a:lnTo>
                  <a:pt x="0" y="70104"/>
                </a:lnTo>
                <a:lnTo>
                  <a:pt x="771101" y="76176"/>
                </a:lnTo>
                <a:lnTo>
                  <a:pt x="771440" y="38077"/>
                </a:lnTo>
                <a:lnTo>
                  <a:pt x="253" y="32004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59101" y="4030726"/>
            <a:ext cx="861060" cy="892810"/>
          </a:xfrm>
          <a:custGeom>
            <a:avLst/>
            <a:gdLst/>
            <a:ahLst/>
            <a:cxnLst/>
            <a:rect l="l" t="t" r="r" b="b"/>
            <a:pathLst>
              <a:path w="861060" h="892810">
                <a:moveTo>
                  <a:pt x="715132" y="768607"/>
                </a:moveTo>
                <a:lnTo>
                  <a:pt x="687705" y="795019"/>
                </a:lnTo>
                <a:lnTo>
                  <a:pt x="861060" y="892556"/>
                </a:lnTo>
                <a:lnTo>
                  <a:pt x="804278" y="782319"/>
                </a:lnTo>
                <a:lnTo>
                  <a:pt x="728345" y="782319"/>
                </a:lnTo>
                <a:lnTo>
                  <a:pt x="715132" y="768607"/>
                </a:lnTo>
                <a:close/>
              </a:path>
              <a:path w="861060" h="892810">
                <a:moveTo>
                  <a:pt x="742564" y="742191"/>
                </a:moveTo>
                <a:lnTo>
                  <a:pt x="715132" y="768607"/>
                </a:lnTo>
                <a:lnTo>
                  <a:pt x="728345" y="782319"/>
                </a:lnTo>
                <a:lnTo>
                  <a:pt x="755777" y="755904"/>
                </a:lnTo>
                <a:lnTo>
                  <a:pt x="742564" y="742191"/>
                </a:lnTo>
                <a:close/>
              </a:path>
              <a:path w="861060" h="892810">
                <a:moveTo>
                  <a:pt x="770001" y="715772"/>
                </a:moveTo>
                <a:lnTo>
                  <a:pt x="742564" y="742191"/>
                </a:lnTo>
                <a:lnTo>
                  <a:pt x="755777" y="755904"/>
                </a:lnTo>
                <a:lnTo>
                  <a:pt x="728345" y="782319"/>
                </a:lnTo>
                <a:lnTo>
                  <a:pt x="804278" y="782319"/>
                </a:lnTo>
                <a:lnTo>
                  <a:pt x="770001" y="715772"/>
                </a:lnTo>
                <a:close/>
              </a:path>
              <a:path w="861060" h="892810">
                <a:moveTo>
                  <a:pt x="27431" y="0"/>
                </a:moveTo>
                <a:lnTo>
                  <a:pt x="0" y="26416"/>
                </a:lnTo>
                <a:lnTo>
                  <a:pt x="715132" y="768607"/>
                </a:lnTo>
                <a:lnTo>
                  <a:pt x="742564" y="742191"/>
                </a:lnTo>
                <a:lnTo>
                  <a:pt x="2743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30501" y="4156709"/>
            <a:ext cx="891540" cy="892810"/>
          </a:xfrm>
          <a:custGeom>
            <a:avLst/>
            <a:gdLst/>
            <a:ahLst/>
            <a:cxnLst/>
            <a:rect l="l" t="t" r="r" b="b"/>
            <a:pathLst>
              <a:path w="891539" h="892810">
                <a:moveTo>
                  <a:pt x="148090" y="121318"/>
                </a:moveTo>
                <a:lnTo>
                  <a:pt x="121124" y="148200"/>
                </a:lnTo>
                <a:lnTo>
                  <a:pt x="864362" y="892809"/>
                </a:lnTo>
                <a:lnTo>
                  <a:pt x="891286" y="865885"/>
                </a:lnTo>
                <a:lnTo>
                  <a:pt x="148090" y="121318"/>
                </a:lnTo>
                <a:close/>
              </a:path>
              <a:path w="891539" h="892810">
                <a:moveTo>
                  <a:pt x="0" y="0"/>
                </a:moveTo>
                <a:lnTo>
                  <a:pt x="94106" y="175132"/>
                </a:lnTo>
                <a:lnTo>
                  <a:pt x="121124" y="148200"/>
                </a:lnTo>
                <a:lnTo>
                  <a:pt x="107696" y="134746"/>
                </a:lnTo>
                <a:lnTo>
                  <a:pt x="134620" y="107822"/>
                </a:lnTo>
                <a:lnTo>
                  <a:pt x="161629" y="107822"/>
                </a:lnTo>
                <a:lnTo>
                  <a:pt x="175006" y="94487"/>
                </a:lnTo>
                <a:lnTo>
                  <a:pt x="0" y="0"/>
                </a:lnTo>
                <a:close/>
              </a:path>
              <a:path w="891539" h="892810">
                <a:moveTo>
                  <a:pt x="134620" y="107822"/>
                </a:moveTo>
                <a:lnTo>
                  <a:pt x="107696" y="134746"/>
                </a:lnTo>
                <a:lnTo>
                  <a:pt x="121124" y="148200"/>
                </a:lnTo>
                <a:lnTo>
                  <a:pt x="148090" y="121318"/>
                </a:lnTo>
                <a:lnTo>
                  <a:pt x="134620" y="107822"/>
                </a:lnTo>
                <a:close/>
              </a:path>
              <a:path w="891539" h="892810">
                <a:moveTo>
                  <a:pt x="161629" y="107822"/>
                </a:moveTo>
                <a:lnTo>
                  <a:pt x="134620" y="107822"/>
                </a:lnTo>
                <a:lnTo>
                  <a:pt x="148090" y="121318"/>
                </a:lnTo>
                <a:lnTo>
                  <a:pt x="161629" y="107822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01161" y="4071746"/>
            <a:ext cx="975360" cy="795655"/>
          </a:xfrm>
          <a:custGeom>
            <a:avLst/>
            <a:gdLst/>
            <a:ahLst/>
            <a:cxnLst/>
            <a:rect l="l" t="t" r="r" b="b"/>
            <a:pathLst>
              <a:path w="975360" h="795654">
                <a:moveTo>
                  <a:pt x="112013" y="630808"/>
                </a:moveTo>
                <a:lnTo>
                  <a:pt x="0" y="795146"/>
                </a:lnTo>
                <a:lnTo>
                  <a:pt x="184023" y="719582"/>
                </a:lnTo>
                <a:lnTo>
                  <a:pt x="169806" y="702055"/>
                </a:lnTo>
                <a:lnTo>
                  <a:pt x="145161" y="702055"/>
                </a:lnTo>
                <a:lnTo>
                  <a:pt x="121285" y="672464"/>
                </a:lnTo>
                <a:lnTo>
                  <a:pt x="136079" y="660477"/>
                </a:lnTo>
                <a:lnTo>
                  <a:pt x="112013" y="630808"/>
                </a:lnTo>
                <a:close/>
              </a:path>
              <a:path w="975360" h="795654">
                <a:moveTo>
                  <a:pt x="136079" y="660477"/>
                </a:moveTo>
                <a:lnTo>
                  <a:pt x="121285" y="672464"/>
                </a:lnTo>
                <a:lnTo>
                  <a:pt x="145161" y="702055"/>
                </a:lnTo>
                <a:lnTo>
                  <a:pt x="160033" y="690007"/>
                </a:lnTo>
                <a:lnTo>
                  <a:pt x="136079" y="660477"/>
                </a:lnTo>
                <a:close/>
              </a:path>
              <a:path w="975360" h="795654">
                <a:moveTo>
                  <a:pt x="160033" y="690007"/>
                </a:moveTo>
                <a:lnTo>
                  <a:pt x="145161" y="702055"/>
                </a:lnTo>
                <a:lnTo>
                  <a:pt x="169806" y="702055"/>
                </a:lnTo>
                <a:lnTo>
                  <a:pt x="160033" y="690007"/>
                </a:lnTo>
                <a:close/>
              </a:path>
              <a:path w="975360" h="795654">
                <a:moveTo>
                  <a:pt x="951229" y="0"/>
                </a:moveTo>
                <a:lnTo>
                  <a:pt x="136079" y="660477"/>
                </a:lnTo>
                <a:lnTo>
                  <a:pt x="160033" y="690007"/>
                </a:lnTo>
                <a:lnTo>
                  <a:pt x="975105" y="29717"/>
                </a:lnTo>
                <a:lnTo>
                  <a:pt x="95122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26714" y="5367528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080515" y="0"/>
                </a:moveTo>
                <a:lnTo>
                  <a:pt x="1080515" y="114300"/>
                </a:lnTo>
                <a:lnTo>
                  <a:pt x="1207515" y="76200"/>
                </a:lnTo>
                <a:lnTo>
                  <a:pt x="1099565" y="76200"/>
                </a:lnTo>
                <a:lnTo>
                  <a:pt x="1099565" y="38100"/>
                </a:lnTo>
                <a:lnTo>
                  <a:pt x="1207515" y="38100"/>
                </a:lnTo>
                <a:lnTo>
                  <a:pt x="1080515" y="0"/>
                </a:lnTo>
                <a:close/>
              </a:path>
              <a:path w="1271270" h="114300">
                <a:moveTo>
                  <a:pt x="10805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80515" y="76200"/>
                </a:lnTo>
                <a:lnTo>
                  <a:pt x="1080515" y="38100"/>
                </a:lnTo>
                <a:close/>
              </a:path>
              <a:path w="1271270" h="114300">
                <a:moveTo>
                  <a:pt x="1207515" y="38100"/>
                </a:moveTo>
                <a:lnTo>
                  <a:pt x="1099565" y="38100"/>
                </a:lnTo>
                <a:lnTo>
                  <a:pt x="1099565" y="76200"/>
                </a:lnTo>
                <a:lnTo>
                  <a:pt x="1207515" y="76200"/>
                </a:lnTo>
                <a:lnTo>
                  <a:pt x="1271015" y="57150"/>
                </a:lnTo>
                <a:lnTo>
                  <a:pt x="1207515" y="381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26714" y="5074920"/>
            <a:ext cx="1391920" cy="114300"/>
          </a:xfrm>
          <a:custGeom>
            <a:avLst/>
            <a:gdLst/>
            <a:ahLst/>
            <a:cxnLst/>
            <a:rect l="l" t="t" r="r" b="b"/>
            <a:pathLst>
              <a:path w="1391920" h="114300">
                <a:moveTo>
                  <a:pt x="190500" y="0"/>
                </a:moveTo>
                <a:lnTo>
                  <a:pt x="0" y="57149"/>
                </a:lnTo>
                <a:lnTo>
                  <a:pt x="190500" y="114299"/>
                </a:lnTo>
                <a:lnTo>
                  <a:pt x="190500" y="76199"/>
                </a:lnTo>
                <a:lnTo>
                  <a:pt x="171450" y="76199"/>
                </a:lnTo>
                <a:lnTo>
                  <a:pt x="171450" y="38099"/>
                </a:lnTo>
                <a:lnTo>
                  <a:pt x="190500" y="38099"/>
                </a:lnTo>
                <a:lnTo>
                  <a:pt x="190500" y="0"/>
                </a:lnTo>
                <a:close/>
              </a:path>
              <a:path w="1391920" h="114300">
                <a:moveTo>
                  <a:pt x="190500" y="38099"/>
                </a:moveTo>
                <a:lnTo>
                  <a:pt x="171450" y="38099"/>
                </a:lnTo>
                <a:lnTo>
                  <a:pt x="171450" y="76199"/>
                </a:lnTo>
                <a:lnTo>
                  <a:pt x="190500" y="76199"/>
                </a:lnTo>
                <a:lnTo>
                  <a:pt x="190500" y="38099"/>
                </a:lnTo>
                <a:close/>
              </a:path>
              <a:path w="1391920" h="114300">
                <a:moveTo>
                  <a:pt x="1391412" y="38099"/>
                </a:moveTo>
                <a:lnTo>
                  <a:pt x="190500" y="38099"/>
                </a:lnTo>
                <a:lnTo>
                  <a:pt x="190500" y="76199"/>
                </a:lnTo>
                <a:lnTo>
                  <a:pt x="1391412" y="76199"/>
                </a:lnTo>
                <a:lnTo>
                  <a:pt x="1391412" y="3809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086859" y="469277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10835" y="3905630"/>
            <a:ext cx="1975485" cy="114300"/>
          </a:xfrm>
          <a:custGeom>
            <a:avLst/>
            <a:gdLst/>
            <a:ahLst/>
            <a:cxnLst/>
            <a:rect l="l" t="t" r="r" b="b"/>
            <a:pathLst>
              <a:path w="1975484" h="114300">
                <a:moveTo>
                  <a:pt x="1916953" y="37846"/>
                </a:moveTo>
                <a:lnTo>
                  <a:pt x="1803654" y="37846"/>
                </a:lnTo>
                <a:lnTo>
                  <a:pt x="1804162" y="75946"/>
                </a:lnTo>
                <a:lnTo>
                  <a:pt x="1785112" y="76210"/>
                </a:lnTo>
                <a:lnTo>
                  <a:pt x="1785619" y="114300"/>
                </a:lnTo>
                <a:lnTo>
                  <a:pt x="1975358" y="54483"/>
                </a:lnTo>
                <a:lnTo>
                  <a:pt x="1916953" y="37846"/>
                </a:lnTo>
                <a:close/>
              </a:path>
              <a:path w="1975484" h="114300">
                <a:moveTo>
                  <a:pt x="1784604" y="38110"/>
                </a:moveTo>
                <a:lnTo>
                  <a:pt x="0" y="62865"/>
                </a:lnTo>
                <a:lnTo>
                  <a:pt x="508" y="100965"/>
                </a:lnTo>
                <a:lnTo>
                  <a:pt x="1785112" y="76210"/>
                </a:lnTo>
                <a:lnTo>
                  <a:pt x="1784604" y="38110"/>
                </a:lnTo>
                <a:close/>
              </a:path>
              <a:path w="1975484" h="114300">
                <a:moveTo>
                  <a:pt x="1803654" y="37846"/>
                </a:moveTo>
                <a:lnTo>
                  <a:pt x="1784604" y="38110"/>
                </a:lnTo>
                <a:lnTo>
                  <a:pt x="1785112" y="76210"/>
                </a:lnTo>
                <a:lnTo>
                  <a:pt x="1804162" y="75946"/>
                </a:lnTo>
                <a:lnTo>
                  <a:pt x="1803654" y="37846"/>
                </a:lnTo>
                <a:close/>
              </a:path>
              <a:path w="1975484" h="114300">
                <a:moveTo>
                  <a:pt x="1784095" y="0"/>
                </a:moveTo>
                <a:lnTo>
                  <a:pt x="1784604" y="38110"/>
                </a:lnTo>
                <a:lnTo>
                  <a:pt x="1803654" y="37846"/>
                </a:lnTo>
                <a:lnTo>
                  <a:pt x="1916953" y="37846"/>
                </a:lnTo>
                <a:lnTo>
                  <a:pt x="178409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62221" y="3399282"/>
            <a:ext cx="836930" cy="780415"/>
          </a:xfrm>
          <a:custGeom>
            <a:avLst/>
            <a:gdLst/>
            <a:ahLst/>
            <a:cxnLst/>
            <a:rect l="l" t="t" r="r" b="b"/>
            <a:pathLst>
              <a:path w="836929" h="780414">
                <a:moveTo>
                  <a:pt x="0" y="390143"/>
                </a:moveTo>
                <a:lnTo>
                  <a:pt x="2814" y="344636"/>
                </a:lnTo>
                <a:lnTo>
                  <a:pt x="11050" y="300672"/>
                </a:lnTo>
                <a:lnTo>
                  <a:pt x="24391" y="258545"/>
                </a:lnTo>
                <a:lnTo>
                  <a:pt x="42525" y="218547"/>
                </a:lnTo>
                <a:lnTo>
                  <a:pt x="65137" y="180970"/>
                </a:lnTo>
                <a:lnTo>
                  <a:pt x="91913" y="146108"/>
                </a:lnTo>
                <a:lnTo>
                  <a:pt x="122539" y="114252"/>
                </a:lnTo>
                <a:lnTo>
                  <a:pt x="156700" y="85695"/>
                </a:lnTo>
                <a:lnTo>
                  <a:pt x="194084" y="60728"/>
                </a:lnTo>
                <a:lnTo>
                  <a:pt x="234376" y="39646"/>
                </a:lnTo>
                <a:lnTo>
                  <a:pt x="277261" y="22739"/>
                </a:lnTo>
                <a:lnTo>
                  <a:pt x="322425" y="10301"/>
                </a:lnTo>
                <a:lnTo>
                  <a:pt x="369556" y="2624"/>
                </a:lnTo>
                <a:lnTo>
                  <a:pt x="418338" y="0"/>
                </a:lnTo>
                <a:lnTo>
                  <a:pt x="467119" y="2624"/>
                </a:lnTo>
                <a:lnTo>
                  <a:pt x="514250" y="10301"/>
                </a:lnTo>
                <a:lnTo>
                  <a:pt x="559414" y="22739"/>
                </a:lnTo>
                <a:lnTo>
                  <a:pt x="602299" y="39646"/>
                </a:lnTo>
                <a:lnTo>
                  <a:pt x="642591" y="60728"/>
                </a:lnTo>
                <a:lnTo>
                  <a:pt x="679975" y="85695"/>
                </a:lnTo>
                <a:lnTo>
                  <a:pt x="714136" y="114252"/>
                </a:lnTo>
                <a:lnTo>
                  <a:pt x="744762" y="146108"/>
                </a:lnTo>
                <a:lnTo>
                  <a:pt x="771538" y="180970"/>
                </a:lnTo>
                <a:lnTo>
                  <a:pt x="794150" y="218547"/>
                </a:lnTo>
                <a:lnTo>
                  <a:pt x="812284" y="258545"/>
                </a:lnTo>
                <a:lnTo>
                  <a:pt x="825625" y="300672"/>
                </a:lnTo>
                <a:lnTo>
                  <a:pt x="833861" y="344636"/>
                </a:lnTo>
                <a:lnTo>
                  <a:pt x="836676" y="390143"/>
                </a:lnTo>
                <a:lnTo>
                  <a:pt x="833861" y="435651"/>
                </a:lnTo>
                <a:lnTo>
                  <a:pt x="825625" y="479615"/>
                </a:lnTo>
                <a:lnTo>
                  <a:pt x="812284" y="521742"/>
                </a:lnTo>
                <a:lnTo>
                  <a:pt x="794150" y="561740"/>
                </a:lnTo>
                <a:lnTo>
                  <a:pt x="771538" y="599317"/>
                </a:lnTo>
                <a:lnTo>
                  <a:pt x="744762" y="634179"/>
                </a:lnTo>
                <a:lnTo>
                  <a:pt x="714136" y="666035"/>
                </a:lnTo>
                <a:lnTo>
                  <a:pt x="679975" y="694592"/>
                </a:lnTo>
                <a:lnTo>
                  <a:pt x="642591" y="719559"/>
                </a:lnTo>
                <a:lnTo>
                  <a:pt x="602299" y="740641"/>
                </a:lnTo>
                <a:lnTo>
                  <a:pt x="559414" y="757548"/>
                </a:lnTo>
                <a:lnTo>
                  <a:pt x="514250" y="769986"/>
                </a:lnTo>
                <a:lnTo>
                  <a:pt x="467119" y="777663"/>
                </a:lnTo>
                <a:lnTo>
                  <a:pt x="418338" y="780287"/>
                </a:lnTo>
                <a:lnTo>
                  <a:pt x="369556" y="777663"/>
                </a:lnTo>
                <a:lnTo>
                  <a:pt x="322425" y="769986"/>
                </a:lnTo>
                <a:lnTo>
                  <a:pt x="277261" y="757548"/>
                </a:lnTo>
                <a:lnTo>
                  <a:pt x="234376" y="740641"/>
                </a:lnTo>
                <a:lnTo>
                  <a:pt x="194084" y="719559"/>
                </a:lnTo>
                <a:lnTo>
                  <a:pt x="156700" y="694592"/>
                </a:lnTo>
                <a:lnTo>
                  <a:pt x="122539" y="666035"/>
                </a:lnTo>
                <a:lnTo>
                  <a:pt x="91913" y="634179"/>
                </a:lnTo>
                <a:lnTo>
                  <a:pt x="65137" y="599317"/>
                </a:lnTo>
                <a:lnTo>
                  <a:pt x="42525" y="561740"/>
                </a:lnTo>
                <a:lnTo>
                  <a:pt x="24391" y="521742"/>
                </a:lnTo>
                <a:lnTo>
                  <a:pt x="11050" y="479615"/>
                </a:lnTo>
                <a:lnTo>
                  <a:pt x="2814" y="435651"/>
                </a:lnTo>
                <a:lnTo>
                  <a:pt x="0" y="390143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327397" y="348698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879085" y="3636264"/>
            <a:ext cx="2007235" cy="114300"/>
          </a:xfrm>
          <a:custGeom>
            <a:avLst/>
            <a:gdLst/>
            <a:ahLst/>
            <a:cxnLst/>
            <a:rect l="l" t="t" r="r" b="b"/>
            <a:pathLst>
              <a:path w="2007234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2007234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2007234" h="114300">
                <a:moveTo>
                  <a:pt x="2007108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2007108" y="76200"/>
                </a:lnTo>
                <a:lnTo>
                  <a:pt x="2007108" y="381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15127" y="4086605"/>
            <a:ext cx="1255395" cy="1144905"/>
          </a:xfrm>
          <a:custGeom>
            <a:avLst/>
            <a:gdLst/>
            <a:ahLst/>
            <a:cxnLst/>
            <a:rect l="l" t="t" r="r" b="b"/>
            <a:pathLst>
              <a:path w="1255395" h="1144904">
                <a:moveTo>
                  <a:pt x="1101220" y="114176"/>
                </a:moveTo>
                <a:lnTo>
                  <a:pt x="0" y="1116711"/>
                </a:lnTo>
                <a:lnTo>
                  <a:pt x="25653" y="1144905"/>
                </a:lnTo>
                <a:lnTo>
                  <a:pt x="1126874" y="142370"/>
                </a:lnTo>
                <a:lnTo>
                  <a:pt x="1101220" y="114176"/>
                </a:lnTo>
                <a:close/>
              </a:path>
              <a:path w="1255395" h="1144904">
                <a:moveTo>
                  <a:pt x="1194064" y="101346"/>
                </a:moveTo>
                <a:lnTo>
                  <a:pt x="1115314" y="101346"/>
                </a:lnTo>
                <a:lnTo>
                  <a:pt x="1140968" y="129540"/>
                </a:lnTo>
                <a:lnTo>
                  <a:pt x="1126874" y="142370"/>
                </a:lnTo>
                <a:lnTo>
                  <a:pt x="1152525" y="170561"/>
                </a:lnTo>
                <a:lnTo>
                  <a:pt x="1194064" y="101346"/>
                </a:lnTo>
                <a:close/>
              </a:path>
              <a:path w="1255395" h="1144904">
                <a:moveTo>
                  <a:pt x="1115314" y="101346"/>
                </a:moveTo>
                <a:lnTo>
                  <a:pt x="1101220" y="114176"/>
                </a:lnTo>
                <a:lnTo>
                  <a:pt x="1126874" y="142370"/>
                </a:lnTo>
                <a:lnTo>
                  <a:pt x="1140968" y="129540"/>
                </a:lnTo>
                <a:lnTo>
                  <a:pt x="1115314" y="101346"/>
                </a:lnTo>
                <a:close/>
              </a:path>
              <a:path w="1255395" h="1144904">
                <a:moveTo>
                  <a:pt x="1254887" y="0"/>
                </a:moveTo>
                <a:lnTo>
                  <a:pt x="1075563" y="85979"/>
                </a:lnTo>
                <a:lnTo>
                  <a:pt x="1101220" y="114176"/>
                </a:lnTo>
                <a:lnTo>
                  <a:pt x="1115314" y="101346"/>
                </a:lnTo>
                <a:lnTo>
                  <a:pt x="1194064" y="101346"/>
                </a:lnTo>
                <a:lnTo>
                  <a:pt x="125488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533390" y="308223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5873" y="3848734"/>
            <a:ext cx="609600" cy="85725"/>
          </a:xfrm>
          <a:custGeom>
            <a:avLst/>
            <a:gdLst/>
            <a:ahLst/>
            <a:cxnLst/>
            <a:rect l="l" t="t" r="r" b="b"/>
            <a:pathLst>
              <a:path w="609600" h="85725">
                <a:moveTo>
                  <a:pt x="523875" y="57146"/>
                </a:moveTo>
                <a:lnTo>
                  <a:pt x="523875" y="85725"/>
                </a:lnTo>
                <a:lnTo>
                  <a:pt x="580940" y="57150"/>
                </a:lnTo>
                <a:lnTo>
                  <a:pt x="523875" y="57146"/>
                </a:lnTo>
                <a:close/>
              </a:path>
              <a:path w="609600" h="85725">
                <a:moveTo>
                  <a:pt x="523875" y="28571"/>
                </a:moveTo>
                <a:lnTo>
                  <a:pt x="523875" y="57146"/>
                </a:lnTo>
                <a:lnTo>
                  <a:pt x="538162" y="57150"/>
                </a:lnTo>
                <a:lnTo>
                  <a:pt x="538162" y="28575"/>
                </a:lnTo>
                <a:lnTo>
                  <a:pt x="523875" y="28571"/>
                </a:lnTo>
                <a:close/>
              </a:path>
              <a:path w="609600" h="85725">
                <a:moveTo>
                  <a:pt x="523875" y="0"/>
                </a:moveTo>
                <a:lnTo>
                  <a:pt x="523875" y="28571"/>
                </a:lnTo>
                <a:lnTo>
                  <a:pt x="538162" y="28575"/>
                </a:lnTo>
                <a:lnTo>
                  <a:pt x="538162" y="57150"/>
                </a:lnTo>
                <a:lnTo>
                  <a:pt x="580947" y="57146"/>
                </a:lnTo>
                <a:lnTo>
                  <a:pt x="609600" y="42798"/>
                </a:lnTo>
                <a:lnTo>
                  <a:pt x="523875" y="0"/>
                </a:lnTo>
                <a:close/>
              </a:path>
              <a:path w="609600" h="85725">
                <a:moveTo>
                  <a:pt x="0" y="28447"/>
                </a:moveTo>
                <a:lnTo>
                  <a:pt x="0" y="57022"/>
                </a:lnTo>
                <a:lnTo>
                  <a:pt x="523875" y="57146"/>
                </a:lnTo>
                <a:lnTo>
                  <a:pt x="523875" y="28571"/>
                </a:lnTo>
                <a:lnTo>
                  <a:pt x="0" y="28447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430011" y="2007997"/>
            <a:ext cx="684530" cy="640080"/>
          </a:xfrm>
          <a:custGeom>
            <a:avLst/>
            <a:gdLst/>
            <a:ahLst/>
            <a:cxnLst/>
            <a:rect l="l" t="t" r="r" b="b"/>
            <a:pathLst>
              <a:path w="684529" h="640080">
                <a:moveTo>
                  <a:pt x="535177" y="536448"/>
                </a:moveTo>
                <a:lnTo>
                  <a:pt x="455675" y="636524"/>
                </a:lnTo>
                <a:lnTo>
                  <a:pt x="583438" y="640079"/>
                </a:lnTo>
                <a:lnTo>
                  <a:pt x="571077" y="613537"/>
                </a:lnTo>
                <a:lnTo>
                  <a:pt x="550163" y="613537"/>
                </a:lnTo>
                <a:lnTo>
                  <a:pt x="533908" y="579119"/>
                </a:lnTo>
                <a:lnTo>
                  <a:pt x="548211" y="572382"/>
                </a:lnTo>
                <a:lnTo>
                  <a:pt x="550763" y="569914"/>
                </a:lnTo>
                <a:lnTo>
                  <a:pt x="535177" y="536448"/>
                </a:lnTo>
                <a:close/>
              </a:path>
              <a:path w="684529" h="640080">
                <a:moveTo>
                  <a:pt x="548211" y="572382"/>
                </a:moveTo>
                <a:lnTo>
                  <a:pt x="533908" y="579119"/>
                </a:lnTo>
                <a:lnTo>
                  <a:pt x="550163" y="613537"/>
                </a:lnTo>
                <a:lnTo>
                  <a:pt x="567292" y="605410"/>
                </a:lnTo>
                <a:lnTo>
                  <a:pt x="552920" y="574548"/>
                </a:lnTo>
                <a:lnTo>
                  <a:pt x="545973" y="574548"/>
                </a:lnTo>
                <a:lnTo>
                  <a:pt x="548211" y="572382"/>
                </a:lnTo>
                <a:close/>
              </a:path>
              <a:path w="684529" h="640080">
                <a:moveTo>
                  <a:pt x="567292" y="605410"/>
                </a:moveTo>
                <a:lnTo>
                  <a:pt x="550163" y="613537"/>
                </a:lnTo>
                <a:lnTo>
                  <a:pt x="571077" y="613537"/>
                </a:lnTo>
                <a:lnTo>
                  <a:pt x="567292" y="605410"/>
                </a:lnTo>
                <a:close/>
              </a:path>
              <a:path w="684529" h="640080">
                <a:moveTo>
                  <a:pt x="600745" y="570864"/>
                </a:moveTo>
                <a:lnTo>
                  <a:pt x="551434" y="570864"/>
                </a:lnTo>
                <a:lnTo>
                  <a:pt x="551260" y="570982"/>
                </a:lnTo>
                <a:lnTo>
                  <a:pt x="567292" y="605410"/>
                </a:lnTo>
                <a:lnTo>
                  <a:pt x="569595" y="604392"/>
                </a:lnTo>
                <a:lnTo>
                  <a:pt x="599821" y="572135"/>
                </a:lnTo>
                <a:lnTo>
                  <a:pt x="600745" y="570864"/>
                </a:lnTo>
                <a:close/>
              </a:path>
              <a:path w="684529" h="640080">
                <a:moveTo>
                  <a:pt x="551246" y="570953"/>
                </a:moveTo>
                <a:lnTo>
                  <a:pt x="548211" y="572382"/>
                </a:lnTo>
                <a:lnTo>
                  <a:pt x="545973" y="574548"/>
                </a:lnTo>
                <a:lnTo>
                  <a:pt x="551260" y="570982"/>
                </a:lnTo>
                <a:close/>
              </a:path>
              <a:path w="684529" h="640080">
                <a:moveTo>
                  <a:pt x="551260" y="570982"/>
                </a:moveTo>
                <a:lnTo>
                  <a:pt x="545973" y="574548"/>
                </a:lnTo>
                <a:lnTo>
                  <a:pt x="552920" y="574548"/>
                </a:lnTo>
                <a:lnTo>
                  <a:pt x="551260" y="570982"/>
                </a:lnTo>
                <a:close/>
              </a:path>
              <a:path w="684529" h="640080">
                <a:moveTo>
                  <a:pt x="550763" y="569914"/>
                </a:moveTo>
                <a:lnTo>
                  <a:pt x="548211" y="572382"/>
                </a:lnTo>
                <a:lnTo>
                  <a:pt x="551185" y="570982"/>
                </a:lnTo>
                <a:lnTo>
                  <a:pt x="550763" y="569914"/>
                </a:lnTo>
                <a:close/>
              </a:path>
              <a:path w="684529" h="640080">
                <a:moveTo>
                  <a:pt x="551434" y="570864"/>
                </a:moveTo>
                <a:lnTo>
                  <a:pt x="551246" y="570953"/>
                </a:lnTo>
                <a:lnTo>
                  <a:pt x="551434" y="570864"/>
                </a:lnTo>
                <a:close/>
              </a:path>
              <a:path w="684529" h="640080">
                <a:moveTo>
                  <a:pt x="488966" y="38100"/>
                </a:moveTo>
                <a:lnTo>
                  <a:pt x="342518" y="38100"/>
                </a:lnTo>
                <a:lnTo>
                  <a:pt x="356742" y="38480"/>
                </a:lnTo>
                <a:lnTo>
                  <a:pt x="370713" y="39750"/>
                </a:lnTo>
                <a:lnTo>
                  <a:pt x="412623" y="48132"/>
                </a:lnTo>
                <a:lnTo>
                  <a:pt x="453643" y="63118"/>
                </a:lnTo>
                <a:lnTo>
                  <a:pt x="492505" y="83819"/>
                </a:lnTo>
                <a:lnTo>
                  <a:pt x="529336" y="109981"/>
                </a:lnTo>
                <a:lnTo>
                  <a:pt x="572262" y="151256"/>
                </a:lnTo>
                <a:lnTo>
                  <a:pt x="599059" y="185800"/>
                </a:lnTo>
                <a:lnTo>
                  <a:pt x="620649" y="223138"/>
                </a:lnTo>
                <a:lnTo>
                  <a:pt x="635888" y="262000"/>
                </a:lnTo>
                <a:lnTo>
                  <a:pt x="644651" y="301751"/>
                </a:lnTo>
                <a:lnTo>
                  <a:pt x="646176" y="328294"/>
                </a:lnTo>
                <a:lnTo>
                  <a:pt x="645922" y="341883"/>
                </a:lnTo>
                <a:lnTo>
                  <a:pt x="641730" y="382650"/>
                </a:lnTo>
                <a:lnTo>
                  <a:pt x="628903" y="435990"/>
                </a:lnTo>
                <a:lnTo>
                  <a:pt x="609091" y="485648"/>
                </a:lnTo>
                <a:lnTo>
                  <a:pt x="583564" y="529970"/>
                </a:lnTo>
                <a:lnTo>
                  <a:pt x="553720" y="567054"/>
                </a:lnTo>
                <a:lnTo>
                  <a:pt x="550763" y="569914"/>
                </a:lnTo>
                <a:lnTo>
                  <a:pt x="551246" y="570953"/>
                </a:lnTo>
                <a:lnTo>
                  <a:pt x="551434" y="570864"/>
                </a:lnTo>
                <a:lnTo>
                  <a:pt x="600745" y="570864"/>
                </a:lnTo>
                <a:lnTo>
                  <a:pt x="615823" y="550163"/>
                </a:lnTo>
                <a:lnTo>
                  <a:pt x="644016" y="500888"/>
                </a:lnTo>
                <a:lnTo>
                  <a:pt x="665607" y="446150"/>
                </a:lnTo>
                <a:lnTo>
                  <a:pt x="679450" y="387985"/>
                </a:lnTo>
                <a:lnTo>
                  <a:pt x="684022" y="342518"/>
                </a:lnTo>
                <a:lnTo>
                  <a:pt x="684276" y="327151"/>
                </a:lnTo>
                <a:lnTo>
                  <a:pt x="683767" y="311530"/>
                </a:lnTo>
                <a:lnTo>
                  <a:pt x="676275" y="264922"/>
                </a:lnTo>
                <a:lnTo>
                  <a:pt x="661035" y="220090"/>
                </a:lnTo>
                <a:lnTo>
                  <a:pt x="638937" y="177418"/>
                </a:lnTo>
                <a:lnTo>
                  <a:pt x="610615" y="137540"/>
                </a:lnTo>
                <a:lnTo>
                  <a:pt x="576834" y="101218"/>
                </a:lnTo>
                <a:lnTo>
                  <a:pt x="525779" y="59943"/>
                </a:lnTo>
                <a:lnTo>
                  <a:pt x="497586" y="42672"/>
                </a:lnTo>
                <a:lnTo>
                  <a:pt x="488966" y="38100"/>
                </a:lnTo>
                <a:close/>
              </a:path>
              <a:path w="684529" h="640080">
                <a:moveTo>
                  <a:pt x="341757" y="0"/>
                </a:moveTo>
                <a:lnTo>
                  <a:pt x="294259" y="2793"/>
                </a:lnTo>
                <a:lnTo>
                  <a:pt x="247396" y="11049"/>
                </a:lnTo>
                <a:lnTo>
                  <a:pt x="188213" y="28828"/>
                </a:lnTo>
                <a:lnTo>
                  <a:pt x="133858" y="53975"/>
                </a:lnTo>
                <a:lnTo>
                  <a:pt x="86487" y="84836"/>
                </a:lnTo>
                <a:lnTo>
                  <a:pt x="55879" y="111632"/>
                </a:lnTo>
                <a:lnTo>
                  <a:pt x="31114" y="140842"/>
                </a:lnTo>
                <a:lnTo>
                  <a:pt x="8127" y="183514"/>
                </a:lnTo>
                <a:lnTo>
                  <a:pt x="0" y="227583"/>
                </a:lnTo>
                <a:lnTo>
                  <a:pt x="38100" y="229362"/>
                </a:lnTo>
                <a:lnTo>
                  <a:pt x="38608" y="219582"/>
                </a:lnTo>
                <a:lnTo>
                  <a:pt x="39750" y="211454"/>
                </a:lnTo>
                <a:lnTo>
                  <a:pt x="57023" y="170433"/>
                </a:lnTo>
                <a:lnTo>
                  <a:pt x="83565" y="137794"/>
                </a:lnTo>
                <a:lnTo>
                  <a:pt x="131063" y="100075"/>
                </a:lnTo>
                <a:lnTo>
                  <a:pt x="177418" y="74675"/>
                </a:lnTo>
                <a:lnTo>
                  <a:pt x="229615" y="55117"/>
                </a:lnTo>
                <a:lnTo>
                  <a:pt x="285496" y="42417"/>
                </a:lnTo>
                <a:lnTo>
                  <a:pt x="328167" y="38353"/>
                </a:lnTo>
                <a:lnTo>
                  <a:pt x="342518" y="38100"/>
                </a:lnTo>
                <a:lnTo>
                  <a:pt x="488966" y="38100"/>
                </a:lnTo>
                <a:lnTo>
                  <a:pt x="482980" y="34925"/>
                </a:lnTo>
                <a:lnTo>
                  <a:pt x="437641" y="16128"/>
                </a:lnTo>
                <a:lnTo>
                  <a:pt x="390143" y="4063"/>
                </a:lnTo>
                <a:lnTo>
                  <a:pt x="357886" y="507"/>
                </a:lnTo>
                <a:lnTo>
                  <a:pt x="34175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51750" y="6678574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68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4540" y="224575"/>
            <a:ext cx="7961630" cy="22529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8100" marR="30480">
              <a:lnSpc>
                <a:spcPct val="147100"/>
              </a:lnSpc>
              <a:spcBef>
                <a:spcPts val="219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第一步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，对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的状态形成基本划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350" spc="-8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14550" sz="3150" spc="37" b="1">
                <a:solidFill>
                  <a:srgbClr val="FFFFFF"/>
                </a:solidFill>
                <a:latin typeface="宋体"/>
                <a:cs typeface="宋体"/>
              </a:rPr>
              <a:t>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350" spc="-8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14550" sz="3150" spc="37" b="1">
                <a:solidFill>
                  <a:srgbClr val="FFFFFF"/>
                </a:solidFill>
                <a:latin typeface="宋体"/>
                <a:cs typeface="宋体"/>
              </a:rPr>
              <a:t>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两个组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1164" sz="3150" spc="-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endParaRPr sz="3200">
              <a:latin typeface="宋体"/>
              <a:cs typeface="宋体"/>
            </a:endParaRPr>
          </a:p>
          <a:p>
            <a:pPr marL="139700">
              <a:lnSpc>
                <a:spcPct val="100000"/>
              </a:lnSpc>
              <a:spcBef>
                <a:spcPts val="1745"/>
              </a:spcBef>
            </a:pPr>
            <a:r>
              <a:rPr dirty="0" sz="3350" spc="-20" b="1" i="1">
                <a:solidFill>
                  <a:srgbClr val="66FFFF"/>
                </a:solidFill>
                <a:latin typeface="Symbol"/>
                <a:cs typeface="Symbol"/>
              </a:rPr>
              <a:t></a:t>
            </a:r>
            <a:r>
              <a:rPr dirty="0" baseline="-14550" sz="3150" spc="-30" b="1">
                <a:solidFill>
                  <a:srgbClr val="66FFFF"/>
                </a:solidFill>
                <a:latin typeface="宋体"/>
                <a:cs typeface="宋体"/>
              </a:rPr>
              <a:t>０</a:t>
            </a:r>
            <a:r>
              <a:rPr dirty="0" baseline="-14550" sz="3150" spc="-82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3200" spc="-2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200" spc="1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baseline="-14550" sz="3150" spc="359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200" spc="-28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=(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{1,</a:t>
            </a:r>
            <a:r>
              <a:rPr dirty="0" sz="3200" spc="-2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2,</a:t>
            </a:r>
            <a:r>
              <a:rPr dirty="0" sz="3200" spc="-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3,</a:t>
            </a:r>
            <a:r>
              <a:rPr dirty="0" sz="32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4}</a:t>
            </a:r>
            <a:r>
              <a:rPr dirty="0" sz="3200" spc="-1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 5,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6,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7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})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140" y="2483255"/>
            <a:ext cx="4653915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第二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察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350" spc="-20" b="1" i="1">
                <a:solidFill>
                  <a:srgbClr val="66FFFF"/>
                </a:solidFill>
                <a:latin typeface="Symbol"/>
                <a:cs typeface="Symbol"/>
              </a:rPr>
              <a:t></a:t>
            </a:r>
            <a:r>
              <a:rPr dirty="0" baseline="-14550" sz="3150" spc="-30" b="1">
                <a:solidFill>
                  <a:srgbClr val="66FFFF"/>
                </a:solidFill>
                <a:latin typeface="宋体"/>
                <a:cs typeface="宋体"/>
              </a:rPr>
              <a:t>０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中的</a:t>
            </a:r>
            <a:r>
              <a:rPr dirty="0" sz="3200" spc="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7" b="1">
                <a:solidFill>
                  <a:srgbClr val="FFFF99"/>
                </a:solidFill>
                <a:latin typeface="宋体"/>
                <a:cs typeface="宋体"/>
              </a:rPr>
              <a:t>１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5325" y="2991455"/>
            <a:ext cx="1379220" cy="236664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)=6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)=7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37503" y="3048000"/>
            <a:ext cx="920750" cy="2420620"/>
          </a:xfrm>
          <a:prstGeom prst="rect">
            <a:avLst/>
          </a:prstGeom>
          <a:solidFill>
            <a:srgbClr val="000000"/>
          </a:solidFill>
          <a:ln w="57150">
            <a:solidFill>
              <a:srgbClr val="66FFFF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42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765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77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164" sz="315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77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883912"/>
            <a:ext cx="3754754" cy="2974340"/>
          </a:xfrm>
          <a:custGeom>
            <a:avLst/>
            <a:gdLst/>
            <a:ahLst/>
            <a:cxnLst/>
            <a:rect l="l" t="t" r="r" b="b"/>
            <a:pathLst>
              <a:path w="3754754" h="2974340">
                <a:moveTo>
                  <a:pt x="3754373" y="2974085"/>
                </a:moveTo>
                <a:lnTo>
                  <a:pt x="3754373" y="0"/>
                </a:lnTo>
                <a:lnTo>
                  <a:pt x="0" y="0"/>
                </a:lnTo>
                <a:lnTo>
                  <a:pt x="0" y="2974085"/>
                </a:lnTo>
                <a:lnTo>
                  <a:pt x="3754373" y="2974085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3883912"/>
            <a:ext cx="3754754" cy="2974340"/>
          </a:xfrm>
          <a:custGeom>
            <a:avLst/>
            <a:gdLst/>
            <a:ahLst/>
            <a:cxnLst/>
            <a:rect l="l" t="t" r="r" b="b"/>
            <a:pathLst>
              <a:path w="3754754" h="2974340">
                <a:moveTo>
                  <a:pt x="3754373" y="2974085"/>
                </a:moveTo>
                <a:lnTo>
                  <a:pt x="3754373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0887" y="4834839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50667" y="41968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88617" y="50067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99741" y="6063792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6364" y="41414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" y="3979354"/>
            <a:ext cx="3589591" cy="26742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62127" y="42557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2024" y="461441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49576" y="422193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34080" y="3893566"/>
            <a:ext cx="375920" cy="1482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9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81705" y="568797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17851" y="380949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22905" y="4802997"/>
            <a:ext cx="28892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0489">
              <a:lnSpc>
                <a:spcPct val="116700"/>
              </a:lnSpc>
              <a:spcBef>
                <a:spcPts val="9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94129" y="593882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22552" y="645180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73250" y="544504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7626" y="5254497"/>
            <a:ext cx="59499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ts val="266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60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12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51172" y="5421274"/>
            <a:ext cx="43440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的情况下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2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51172" y="5657494"/>
            <a:ext cx="4409440" cy="765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887094">
              <a:lnSpc>
                <a:spcPts val="2235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3554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1,2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与状态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3,4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是不等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51172" y="6396329"/>
            <a:ext cx="12522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价的。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9539" y="72644"/>
            <a:ext cx="5702300" cy="122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39370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宋体"/>
              <a:cs typeface="宋体"/>
            </a:endParaRPr>
          </a:p>
          <a:p>
            <a:pPr marL="266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进行划分，形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成：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749" y="1373251"/>
            <a:ext cx="43675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{1,2}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{3,4})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0" y="3014472"/>
                </a:moveTo>
                <a:lnTo>
                  <a:pt x="3922013" y="3014472"/>
                </a:lnTo>
                <a:lnTo>
                  <a:pt x="3922013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21985" y="3525202"/>
            <a:ext cx="3922395" cy="28575"/>
          </a:xfrm>
          <a:custGeom>
            <a:avLst/>
            <a:gdLst/>
            <a:ahLst/>
            <a:cxnLst/>
            <a:rect l="l" t="t" r="r" b="b"/>
            <a:pathLst>
              <a:path w="3922395" h="28575">
                <a:moveTo>
                  <a:pt x="0" y="28575"/>
                </a:moveTo>
                <a:lnTo>
                  <a:pt x="3922013" y="28575"/>
                </a:lnTo>
                <a:lnTo>
                  <a:pt x="3922013" y="0"/>
                </a:lnTo>
                <a:lnTo>
                  <a:pt x="0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3922013" y="0"/>
                </a:moveTo>
                <a:lnTo>
                  <a:pt x="0" y="0"/>
                </a:lnTo>
                <a:lnTo>
                  <a:pt x="0" y="301447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904103" y="14881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3882" y="84932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1831" y="165907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2956" y="27170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99580" y="7941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21985" y="632650"/>
            <a:ext cx="3770947" cy="2674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065011" y="9084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65189" y="12674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52792" y="87515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37295" y="546049"/>
            <a:ext cx="375920" cy="148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9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4793" y="23406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21067" y="46184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5867" y="1454606"/>
            <a:ext cx="289560" cy="88074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58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97343" y="259125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25767" y="310451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76466" y="20977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0815" y="1907285"/>
            <a:ext cx="59499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ts val="266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60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123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4190" y="4449013"/>
            <a:ext cx="44500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第三步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考察</a:t>
            </a:r>
            <a:r>
              <a:rPr dirty="0" sz="3200" spc="15" b="1">
                <a:solidFill>
                  <a:srgbClr val="66FFFF"/>
                </a:solidFill>
                <a:latin typeface="Symbol"/>
                <a:cs typeface="Symbol"/>
              </a:rPr>
              <a:t></a:t>
            </a:r>
            <a:r>
              <a:rPr dirty="0" baseline="-21164" sz="3150" spc="22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80717" y="5031740"/>
            <a:ext cx="21570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)=7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6117" y="5616955"/>
            <a:ext cx="196977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50996" y="5853176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80717" y="6202476"/>
            <a:ext cx="21570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8241" y="2069302"/>
            <a:ext cx="456819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3761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由此，对基本划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sz="33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经考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841" y="2327529"/>
            <a:ext cx="4519930" cy="8680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843915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察后，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形成新的划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350" spc="-25" b="1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2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2249" y="3142980"/>
            <a:ext cx="4912360" cy="121856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890"/>
              </a:spcBef>
            </a:pP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1164" sz="3150" spc="3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455930">
              <a:lnSpc>
                <a:spcPct val="100000"/>
              </a:lnSpc>
              <a:spcBef>
                <a:spcPts val="74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(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{5,6,7}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8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{1,2}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{3,4})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34153" y="4665345"/>
            <a:ext cx="30905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的情况下，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34153" y="5323433"/>
            <a:ext cx="34258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2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中的状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与状态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34153" y="5530697"/>
            <a:ext cx="2987040" cy="795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6535">
              <a:lnSpc>
                <a:spcPts val="235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367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dirty="0" sz="3200" spc="15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是不等价的。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08960" y="5154167"/>
            <a:ext cx="920750" cy="1602105"/>
          </a:xfrm>
          <a:custGeom>
            <a:avLst/>
            <a:gdLst/>
            <a:ahLst/>
            <a:cxnLst/>
            <a:rect l="l" t="t" r="r" b="b"/>
            <a:pathLst>
              <a:path w="920750" h="1602104">
                <a:moveTo>
                  <a:pt x="0" y="1601723"/>
                </a:moveTo>
                <a:lnTo>
                  <a:pt x="920496" y="1601723"/>
                </a:lnTo>
                <a:lnTo>
                  <a:pt x="920496" y="0"/>
                </a:lnTo>
                <a:lnTo>
                  <a:pt x="0" y="0"/>
                </a:lnTo>
                <a:lnTo>
                  <a:pt x="0" y="1601723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9539" y="72644"/>
            <a:ext cx="5702300" cy="184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39370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宋体"/>
              <a:cs typeface="宋体"/>
            </a:endParaRPr>
          </a:p>
          <a:p>
            <a:pPr marL="180975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14550" sz="3150" spc="367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进行划分，形成：</a:t>
            </a:r>
            <a:endParaRPr sz="3200">
              <a:latin typeface="宋体"/>
              <a:cs typeface="宋体"/>
            </a:endParaRPr>
          </a:p>
          <a:p>
            <a:pPr marL="180975">
              <a:lnSpc>
                <a:spcPct val="100000"/>
              </a:lnSpc>
              <a:spcBef>
                <a:spcPts val="1340"/>
              </a:spcBef>
            </a:pP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6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{5}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{6,</a:t>
            </a:r>
            <a:r>
              <a:rPr dirty="0" sz="3200" spc="4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7}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891" y="2143978"/>
            <a:ext cx="497776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2036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由此，对划分</a:t>
            </a: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sz="33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经考察后，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491" y="2273676"/>
            <a:ext cx="3295650" cy="114236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r" marR="436880">
              <a:lnSpc>
                <a:spcPct val="100000"/>
              </a:lnSpc>
              <a:spcBef>
                <a:spcPts val="980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7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形成新的划分</a:t>
            </a:r>
            <a:r>
              <a:rPr dirty="0" sz="3350" spc="-20" b="1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baseline="-15873" sz="3150" spc="-3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-2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491" y="3355386"/>
            <a:ext cx="5523865" cy="1519555"/>
          </a:xfrm>
          <a:prstGeom prst="rect">
            <a:avLst/>
          </a:prstGeom>
        </p:spPr>
        <p:txBody>
          <a:bodyPr wrap="square" lIns="0" tIns="267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110"/>
              </a:spcBef>
            </a:pP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18518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18518" sz="3150" spc="3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b="1">
                <a:solidFill>
                  <a:srgbClr val="FF99FF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444500">
              <a:lnSpc>
                <a:spcPct val="100000"/>
              </a:lnSpc>
              <a:spcBef>
                <a:spcPts val="1889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( {1,2}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{3,4}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{5}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{6,7}</a:t>
            </a:r>
            <a:r>
              <a:rPr dirty="0" sz="3200" spc="-110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339" y="4932263"/>
            <a:ext cx="383476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第四步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考察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1164" sz="3150" spc="26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3644" y="5438940"/>
            <a:ext cx="2157095" cy="119697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9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)=6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)=7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0502" y="5439025"/>
            <a:ext cx="2157095" cy="119570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)=3</a:t>
            </a:r>
            <a:r>
              <a:rPr dirty="0" sz="3200" spc="-114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)=3</a:t>
            </a:r>
            <a:r>
              <a:rPr dirty="0" sz="3200" spc="-1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2083" y="5248147"/>
            <a:ext cx="16592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划分不变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97351" y="5513832"/>
            <a:ext cx="920750" cy="1242060"/>
          </a:xfrm>
          <a:custGeom>
            <a:avLst/>
            <a:gdLst/>
            <a:ahLst/>
            <a:cxnLst/>
            <a:rect l="l" t="t" r="r" b="b"/>
            <a:pathLst>
              <a:path w="920750" h="1242059">
                <a:moveTo>
                  <a:pt x="0" y="1242060"/>
                </a:moveTo>
                <a:lnTo>
                  <a:pt x="920496" y="1242060"/>
                </a:lnTo>
                <a:lnTo>
                  <a:pt x="920496" y="0"/>
                </a:lnTo>
                <a:lnTo>
                  <a:pt x="0" y="0"/>
                </a:lnTo>
                <a:lnTo>
                  <a:pt x="0" y="1242060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01284" y="5513832"/>
            <a:ext cx="920750" cy="1242060"/>
          </a:xfrm>
          <a:custGeom>
            <a:avLst/>
            <a:gdLst/>
            <a:ahLst/>
            <a:cxnLst/>
            <a:rect l="l" t="t" r="r" b="b"/>
            <a:pathLst>
              <a:path w="920750" h="1242059">
                <a:moveTo>
                  <a:pt x="0" y="1242060"/>
                </a:moveTo>
                <a:lnTo>
                  <a:pt x="920495" y="1242060"/>
                </a:lnTo>
                <a:lnTo>
                  <a:pt x="920495" y="0"/>
                </a:lnTo>
                <a:lnTo>
                  <a:pt x="0" y="0"/>
                </a:lnTo>
                <a:lnTo>
                  <a:pt x="0" y="1242060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0" y="3014472"/>
                </a:moveTo>
                <a:lnTo>
                  <a:pt x="3922013" y="3014472"/>
                </a:lnTo>
                <a:lnTo>
                  <a:pt x="3922013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21985" y="3525202"/>
            <a:ext cx="3922395" cy="28575"/>
          </a:xfrm>
          <a:custGeom>
            <a:avLst/>
            <a:gdLst/>
            <a:ahLst/>
            <a:cxnLst/>
            <a:rect l="l" t="t" r="r" b="b"/>
            <a:pathLst>
              <a:path w="3922395" h="28575">
                <a:moveTo>
                  <a:pt x="0" y="28575"/>
                </a:moveTo>
                <a:lnTo>
                  <a:pt x="3922013" y="28575"/>
                </a:lnTo>
                <a:lnTo>
                  <a:pt x="3922013" y="0"/>
                </a:lnTo>
                <a:lnTo>
                  <a:pt x="0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3922013" y="0"/>
                </a:moveTo>
                <a:lnTo>
                  <a:pt x="0" y="0"/>
                </a:lnTo>
                <a:lnTo>
                  <a:pt x="0" y="301447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04103" y="14881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53882" y="84932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91831" y="165907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02956" y="27170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99580" y="7941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1985" y="632650"/>
            <a:ext cx="3770947" cy="2674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065011" y="9084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65189" y="12674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52792" y="87515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37295" y="546049"/>
            <a:ext cx="375920" cy="148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9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84793" y="23406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21067" y="46184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25867" y="1454606"/>
            <a:ext cx="289560" cy="88074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58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97343" y="259125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25767" y="310451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76466" y="20977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20815" y="1907285"/>
            <a:ext cx="59499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ts val="266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60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123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1315" y="539326"/>
            <a:ext cx="4932045" cy="121920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894"/>
              </a:spcBef>
            </a:pP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1164" sz="3150" spc="35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99FF"/>
                </a:solidFill>
                <a:latin typeface="Times New Roman"/>
                <a:cs typeface="Times New Roman"/>
              </a:rPr>
              <a:t>6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152400">
              <a:lnSpc>
                <a:spcPct val="100000"/>
              </a:lnSpc>
              <a:spcBef>
                <a:spcPts val="74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=({1,2}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{3,4}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{5}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{6,7}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015" y="1807809"/>
            <a:ext cx="200342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考察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8416" y="2353437"/>
            <a:ext cx="19697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)=1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3370" y="2589656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016" y="2939033"/>
            <a:ext cx="2157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239" y="3455640"/>
            <a:ext cx="8752840" cy="312229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输入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的情况下，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3200" spc="-84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是不等价的。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4550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baseline="-14550" sz="3150" spc="3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进行划分，形成：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{3}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{4}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112395">
              <a:lnSpc>
                <a:spcPct val="100000"/>
              </a:lnSpc>
              <a:spcBef>
                <a:spcPts val="195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sz="33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15873" sz="3150" spc="39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经考察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形成新的划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350" spc="-85" b="1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sz="3350" spc="-8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12395">
              <a:lnSpc>
                <a:spcPct val="100000"/>
              </a:lnSpc>
              <a:spcBef>
                <a:spcPts val="565"/>
              </a:spcBef>
              <a:tabLst>
                <a:tab pos="1685289" algn="l"/>
              </a:tabLst>
            </a:pPr>
            <a:r>
              <a:rPr dirty="0" sz="3350" spc="-8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sz="33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8518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baseline="-18518" sz="3150" spc="4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=(</a:t>
            </a:r>
            <a:r>
              <a:rPr dirty="0" sz="3200" spc="5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99FF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spc="7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8518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8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)=(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{1,2}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{5}, {6,7}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{3}, {4}</a:t>
            </a:r>
            <a:r>
              <a:rPr dirty="0" sz="3200" spc="-1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3851" y="2331720"/>
            <a:ext cx="920750" cy="1243965"/>
          </a:xfrm>
          <a:custGeom>
            <a:avLst/>
            <a:gdLst/>
            <a:ahLst/>
            <a:cxnLst/>
            <a:rect l="l" t="t" r="r" b="b"/>
            <a:pathLst>
              <a:path w="920750" h="1243964">
                <a:moveTo>
                  <a:pt x="0" y="1243584"/>
                </a:moveTo>
                <a:lnTo>
                  <a:pt x="920496" y="1243584"/>
                </a:lnTo>
                <a:lnTo>
                  <a:pt x="920496" y="0"/>
                </a:lnTo>
                <a:lnTo>
                  <a:pt x="0" y="0"/>
                </a:lnTo>
                <a:lnTo>
                  <a:pt x="0" y="1243584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0" y="3014472"/>
                </a:moveTo>
                <a:lnTo>
                  <a:pt x="3922013" y="3014472"/>
                </a:lnTo>
                <a:lnTo>
                  <a:pt x="3922013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21985" y="3525202"/>
            <a:ext cx="3922395" cy="28575"/>
          </a:xfrm>
          <a:custGeom>
            <a:avLst/>
            <a:gdLst/>
            <a:ahLst/>
            <a:cxnLst/>
            <a:rect l="l" t="t" r="r" b="b"/>
            <a:pathLst>
              <a:path w="3922395" h="28575">
                <a:moveTo>
                  <a:pt x="0" y="28575"/>
                </a:moveTo>
                <a:lnTo>
                  <a:pt x="3922013" y="28575"/>
                </a:lnTo>
                <a:lnTo>
                  <a:pt x="3922013" y="0"/>
                </a:lnTo>
                <a:lnTo>
                  <a:pt x="0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3922013" y="0"/>
                </a:moveTo>
                <a:lnTo>
                  <a:pt x="0" y="0"/>
                </a:lnTo>
                <a:lnTo>
                  <a:pt x="0" y="301447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904103" y="14881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53882" y="84932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1831" y="165907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37503" y="27393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02956" y="27170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99580" y="7941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21985" y="632650"/>
            <a:ext cx="3770947" cy="26742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065011" y="9084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465189" y="12674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0815" y="221691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52792" y="87515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37295" y="546049"/>
            <a:ext cx="375920" cy="148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9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84793" y="23406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21067" y="46184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5867" y="1454606"/>
            <a:ext cx="289560" cy="88074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58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97343" y="259125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25767" y="310451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6466" y="20977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5615" y="19072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39" y="72644"/>
            <a:ext cx="5702300" cy="2580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39370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宋体"/>
              <a:cs typeface="宋体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第六步，考察</a:t>
            </a:r>
            <a:endParaRPr sz="3200">
              <a:latin typeface="宋体"/>
              <a:cs typeface="宋体"/>
            </a:endParaRPr>
          </a:p>
          <a:p>
            <a:pPr marL="93345">
              <a:lnSpc>
                <a:spcPct val="100000"/>
              </a:lnSpc>
              <a:spcBef>
                <a:spcPts val="1580"/>
              </a:spcBef>
              <a:tabLst>
                <a:tab pos="1530350" algn="l"/>
              </a:tabLst>
            </a:pP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21164" sz="3150" spc="-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=(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baseline="-21164" sz="3150" spc="2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169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=(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{1,2}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{5}, {6,7}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{3},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{4}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1798" y="3083179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13" y="2846958"/>
            <a:ext cx="12846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spc="1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739" y="3474944"/>
            <a:ext cx="1379220" cy="119570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)=6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5251" y="3538728"/>
            <a:ext cx="920750" cy="1243965"/>
          </a:xfrm>
          <a:prstGeom prst="rect">
            <a:avLst/>
          </a:prstGeom>
          <a:solidFill>
            <a:srgbClr val="000000"/>
          </a:solidFill>
          <a:ln w="57150">
            <a:solidFill>
              <a:srgbClr val="66FFFF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36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baseline="-21164" sz="315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  <a:spcBef>
                <a:spcPts val="77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8148" y="3507016"/>
            <a:ext cx="2157095" cy="119697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9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)=3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)=3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3905" y="3887215"/>
            <a:ext cx="16592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划分不变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990" y="4809200"/>
            <a:ext cx="251206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考察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842" y="5372799"/>
            <a:ext cx="1378585" cy="119697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3851" y="5474208"/>
            <a:ext cx="920750" cy="1242060"/>
          </a:xfrm>
          <a:prstGeom prst="rect">
            <a:avLst/>
          </a:prstGeom>
          <a:solidFill>
            <a:srgbClr val="000000"/>
          </a:solidFill>
          <a:ln w="57150">
            <a:solidFill>
              <a:srgbClr val="66FFFF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7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baseline="-21164" sz="315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770"/>
              </a:spcBef>
            </a:pP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0120" y="5399401"/>
            <a:ext cx="2157095" cy="119570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)=1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)=2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5055" y="5780023"/>
            <a:ext cx="16592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划分不变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56276" y="4747259"/>
            <a:ext cx="3712845" cy="579120"/>
          </a:xfrm>
          <a:custGeom>
            <a:avLst/>
            <a:gdLst/>
            <a:ahLst/>
            <a:cxnLst/>
            <a:rect l="l" t="t" r="r" b="b"/>
            <a:pathLst>
              <a:path w="3712845" h="579120">
                <a:moveTo>
                  <a:pt x="0" y="579119"/>
                </a:moveTo>
                <a:lnTo>
                  <a:pt x="3712464" y="579119"/>
                </a:lnTo>
                <a:lnTo>
                  <a:pt x="3712464" y="0"/>
                </a:lnTo>
                <a:lnTo>
                  <a:pt x="0" y="0"/>
                </a:lnTo>
                <a:lnTo>
                  <a:pt x="0" y="57911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335904" y="4771771"/>
            <a:ext cx="32931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0000"/>
                </a:solidFill>
                <a:latin typeface="宋体"/>
                <a:cs typeface="宋体"/>
              </a:rPr>
              <a:t>此划分为最后划分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1752" y="3538728"/>
            <a:ext cx="920750" cy="1243965"/>
          </a:xfrm>
          <a:custGeom>
            <a:avLst/>
            <a:gdLst/>
            <a:ahLst/>
            <a:cxnLst/>
            <a:rect l="l" t="t" r="r" b="b"/>
            <a:pathLst>
              <a:path w="920750" h="1243964">
                <a:moveTo>
                  <a:pt x="0" y="1243584"/>
                </a:moveTo>
                <a:lnTo>
                  <a:pt x="920496" y="1243584"/>
                </a:lnTo>
                <a:lnTo>
                  <a:pt x="920496" y="0"/>
                </a:lnTo>
                <a:lnTo>
                  <a:pt x="0" y="0"/>
                </a:lnTo>
                <a:lnTo>
                  <a:pt x="0" y="1243584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95800" y="5474208"/>
            <a:ext cx="920750" cy="1242060"/>
          </a:xfrm>
          <a:custGeom>
            <a:avLst/>
            <a:gdLst/>
            <a:ahLst/>
            <a:cxnLst/>
            <a:rect l="l" t="t" r="r" b="b"/>
            <a:pathLst>
              <a:path w="920750" h="1242059">
                <a:moveTo>
                  <a:pt x="0" y="1242059"/>
                </a:moveTo>
                <a:lnTo>
                  <a:pt x="920496" y="1242059"/>
                </a:lnTo>
                <a:lnTo>
                  <a:pt x="920496" y="0"/>
                </a:lnTo>
                <a:lnTo>
                  <a:pt x="0" y="0"/>
                </a:lnTo>
                <a:lnTo>
                  <a:pt x="0" y="1242059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0" y="3014472"/>
                </a:moveTo>
                <a:lnTo>
                  <a:pt x="3922013" y="3014472"/>
                </a:lnTo>
                <a:lnTo>
                  <a:pt x="3922013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21985" y="3525202"/>
            <a:ext cx="3922395" cy="28575"/>
          </a:xfrm>
          <a:custGeom>
            <a:avLst/>
            <a:gdLst/>
            <a:ahLst/>
            <a:cxnLst/>
            <a:rect l="l" t="t" r="r" b="b"/>
            <a:pathLst>
              <a:path w="3922395" h="28575">
                <a:moveTo>
                  <a:pt x="0" y="28575"/>
                </a:moveTo>
                <a:lnTo>
                  <a:pt x="3922013" y="28575"/>
                </a:lnTo>
                <a:lnTo>
                  <a:pt x="3922013" y="0"/>
                </a:lnTo>
                <a:lnTo>
                  <a:pt x="0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21985" y="525018"/>
            <a:ext cx="3922395" cy="3014980"/>
          </a:xfrm>
          <a:custGeom>
            <a:avLst/>
            <a:gdLst/>
            <a:ahLst/>
            <a:cxnLst/>
            <a:rect l="l" t="t" r="r" b="b"/>
            <a:pathLst>
              <a:path w="3922395" h="3014979">
                <a:moveTo>
                  <a:pt x="3922013" y="0"/>
                </a:moveTo>
                <a:lnTo>
                  <a:pt x="0" y="0"/>
                </a:lnTo>
                <a:lnTo>
                  <a:pt x="0" y="301447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04103" y="14881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53882" y="84932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1831" y="165907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02956" y="27170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99580" y="7941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21985" y="632650"/>
            <a:ext cx="3770947" cy="2674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065011" y="90843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51750" y="6697989"/>
            <a:ext cx="7372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72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65189" y="12674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52792" y="87515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37295" y="546049"/>
            <a:ext cx="375920" cy="148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  <a:spcBef>
                <a:spcPts val="9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84793" y="23406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21067" y="46184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25867" y="1454606"/>
            <a:ext cx="289560" cy="88074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58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97343" y="259125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25767" y="310451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76466" y="209778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20815" y="1907285"/>
            <a:ext cx="59499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ts val="266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60"/>
              </a:lnSpc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123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自动机基础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1935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2.2.4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的化简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389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7205" y="2785110"/>
            <a:ext cx="3340735" cy="0"/>
          </a:xfrm>
          <a:custGeom>
            <a:avLst/>
            <a:gdLst/>
            <a:ahLst/>
            <a:cxnLst/>
            <a:rect l="l" t="t" r="r" b="b"/>
            <a:pathLst>
              <a:path w="3340734" h="0">
                <a:moveTo>
                  <a:pt x="0" y="0"/>
                </a:moveTo>
                <a:lnTo>
                  <a:pt x="334060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77205" y="5682234"/>
            <a:ext cx="3340735" cy="0"/>
          </a:xfrm>
          <a:custGeom>
            <a:avLst/>
            <a:gdLst/>
            <a:ahLst/>
            <a:cxnLst/>
            <a:rect l="l" t="t" r="r" b="b"/>
            <a:pathLst>
              <a:path w="3340734" h="0">
                <a:moveTo>
                  <a:pt x="0" y="0"/>
                </a:moveTo>
                <a:lnTo>
                  <a:pt x="334060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05905" y="2132838"/>
            <a:ext cx="0" cy="3512820"/>
          </a:xfrm>
          <a:custGeom>
            <a:avLst/>
            <a:gdLst/>
            <a:ahLst/>
            <a:cxnLst/>
            <a:rect l="l" t="t" r="r" b="b"/>
            <a:pathLst>
              <a:path w="0" h="3512820">
                <a:moveTo>
                  <a:pt x="0" y="0"/>
                </a:moveTo>
                <a:lnTo>
                  <a:pt x="0" y="351282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19878" y="2087117"/>
            <a:ext cx="3340735" cy="0"/>
          </a:xfrm>
          <a:custGeom>
            <a:avLst/>
            <a:gdLst/>
            <a:ahLst/>
            <a:cxnLst/>
            <a:rect l="l" t="t" r="r" b="b"/>
            <a:pathLst>
              <a:path w="3340734" h="0">
                <a:moveTo>
                  <a:pt x="0" y="0"/>
                </a:moveTo>
                <a:lnTo>
                  <a:pt x="3340607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53455" y="1319783"/>
            <a:ext cx="2395855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3295"/>
              </a:lnSpc>
            </a:pPr>
            <a:r>
              <a:rPr dirty="0" sz="2800" spc="-10" b="1">
                <a:latin typeface="宋体"/>
                <a:cs typeface="宋体"/>
              </a:rPr>
              <a:t>简化的</a:t>
            </a:r>
            <a:r>
              <a:rPr dirty="0" sz="2800" spc="-75" b="1">
                <a:latin typeface="Times New Roman"/>
                <a:cs typeface="Times New Roman"/>
              </a:rPr>
              <a:t>DFA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6732" y="2199513"/>
            <a:ext cx="12446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806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49315" y="2893082"/>
            <a:ext cx="382270" cy="25863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4235" y="2867304"/>
            <a:ext cx="203200" cy="25863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1449" y="2867304"/>
            <a:ext cx="204470" cy="25863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5354" y="566166"/>
            <a:ext cx="3935095" cy="3014980"/>
          </a:xfrm>
          <a:custGeom>
            <a:avLst/>
            <a:gdLst/>
            <a:ahLst/>
            <a:cxnLst/>
            <a:rect l="l" t="t" r="r" b="b"/>
            <a:pathLst>
              <a:path w="3935095" h="3014979">
                <a:moveTo>
                  <a:pt x="0" y="3014472"/>
                </a:moveTo>
                <a:lnTo>
                  <a:pt x="3934967" y="3014472"/>
                </a:lnTo>
                <a:lnTo>
                  <a:pt x="3934967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solidFill>
            <a:srgbClr val="5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5354" y="566166"/>
            <a:ext cx="3935095" cy="3014980"/>
          </a:xfrm>
          <a:custGeom>
            <a:avLst/>
            <a:gdLst/>
            <a:ahLst/>
            <a:cxnLst/>
            <a:rect l="l" t="t" r="r" b="b"/>
            <a:pathLst>
              <a:path w="3935095" h="3014979">
                <a:moveTo>
                  <a:pt x="0" y="3014472"/>
                </a:moveTo>
                <a:lnTo>
                  <a:pt x="3934967" y="3014472"/>
                </a:lnTo>
                <a:lnTo>
                  <a:pt x="3934967" y="0"/>
                </a:lnTo>
                <a:lnTo>
                  <a:pt x="0" y="0"/>
                </a:lnTo>
                <a:lnTo>
                  <a:pt x="0" y="3014472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09570" y="891032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47645" y="1700910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3189" y="2780538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58770" y="2757881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55394" y="835533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5354" y="673798"/>
            <a:ext cx="3770947" cy="26757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20775" y="949833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9840" y="1308608"/>
            <a:ext cx="726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60705" algn="l"/>
              </a:tabLst>
            </a:pPr>
            <a:r>
              <a:rPr dirty="0" baseline="-40509" sz="3600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6274" y="2257755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08605" y="916304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93109" y="587755"/>
            <a:ext cx="362585" cy="1482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9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0608" y="2382139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76754" y="503682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81554" y="1496568"/>
            <a:ext cx="276860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11125">
              <a:lnSpc>
                <a:spcPct val="116799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52776" y="2632964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81454" y="3145358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32152" y="2139188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1430" y="1948129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6927" y="5766815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5" h="0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75916" y="5766815"/>
            <a:ext cx="668020" cy="0"/>
          </a:xfrm>
          <a:custGeom>
            <a:avLst/>
            <a:gdLst/>
            <a:ahLst/>
            <a:cxnLst/>
            <a:rect l="l" t="t" r="r" b="b"/>
            <a:pathLst>
              <a:path w="668019" h="0">
                <a:moveTo>
                  <a:pt x="0" y="0"/>
                </a:moveTo>
                <a:lnTo>
                  <a:pt x="667511" y="0"/>
                </a:lnTo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81327" y="5786628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4" h="0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39084" y="5766815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4" h="0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57471" y="5786628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 h="0">
                <a:moveTo>
                  <a:pt x="0" y="0"/>
                </a:moveTo>
                <a:lnTo>
                  <a:pt x="667512" y="0"/>
                </a:lnTo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0744" y="3760251"/>
            <a:ext cx="4849495" cy="256095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129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第七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，重新命名。</a:t>
            </a:r>
            <a:endParaRPr sz="3200">
              <a:latin typeface="宋体"/>
              <a:cs typeface="宋体"/>
            </a:endParaRPr>
          </a:p>
          <a:p>
            <a:pPr algn="ctr" marL="1270">
              <a:lnSpc>
                <a:spcPct val="100000"/>
              </a:lnSpc>
              <a:spcBef>
                <a:spcPts val="1275"/>
              </a:spcBef>
              <a:tabLst>
                <a:tab pos="1471930" algn="l"/>
              </a:tabLst>
            </a:pP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164" sz="3150" spc="-3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21164" sz="3150" spc="3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=(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66FFFF"/>
                </a:solidFill>
                <a:latin typeface="Times New Roman"/>
                <a:cs typeface="Times New Roman"/>
              </a:rPr>
              <a:t>5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66FFFF"/>
                </a:solidFill>
                <a:latin typeface="Times New Roman"/>
                <a:cs typeface="Times New Roman"/>
              </a:rPr>
              <a:t>6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baseline="-21164" sz="3150" spc="247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=(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{1,2}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{5}, {6,7}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{3}, {4}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ctr" marL="385445">
              <a:lnSpc>
                <a:spcPct val="100000"/>
              </a:lnSpc>
              <a:spcBef>
                <a:spcPts val="1230"/>
              </a:spcBef>
              <a:tabLst>
                <a:tab pos="1199515" algn="l"/>
                <a:tab pos="2214245" algn="l"/>
                <a:tab pos="3128645" algn="l"/>
                <a:tab pos="3840479" algn="l"/>
              </a:tabLst>
            </a:pP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0	3	4	1	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359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8688" y="1274567"/>
            <a:ext cx="5219065" cy="427418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lvl="2" marL="1057910" indent="-1017269">
              <a:lnSpc>
                <a:spcPct val="100000"/>
              </a:lnSpc>
              <a:spcBef>
                <a:spcPts val="1610"/>
              </a:spcBef>
              <a:buAutoNum type="arabicPeriod"/>
              <a:tabLst>
                <a:tab pos="1057910" algn="l"/>
                <a:tab pos="1058545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  <a:p>
            <a:pPr lvl="3" marL="936625" indent="-381635">
              <a:lnSpc>
                <a:spcPct val="100000"/>
              </a:lnSpc>
              <a:spcBef>
                <a:spcPts val="235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936625" algn="l"/>
                <a:tab pos="93726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定义及三种表示方法</a:t>
            </a:r>
            <a:endParaRPr sz="2800">
              <a:latin typeface="宋体"/>
              <a:cs typeface="宋体"/>
            </a:endParaRPr>
          </a:p>
          <a:p>
            <a:pPr lvl="3" marL="936625" indent="-381635">
              <a:lnSpc>
                <a:spcPct val="100000"/>
              </a:lnSpc>
              <a:spcBef>
                <a:spcPts val="168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936625" algn="l"/>
                <a:tab pos="9372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识别机制：语言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转换</a:t>
            </a:r>
            <a:endParaRPr sz="2800">
              <a:latin typeface="宋体"/>
              <a:cs typeface="宋体"/>
            </a:endParaRPr>
          </a:p>
          <a:p>
            <a:pPr lvl="3">
              <a:lnSpc>
                <a:spcPct val="100000"/>
              </a:lnSpc>
              <a:spcBef>
                <a:spcPts val="30"/>
              </a:spcBef>
              <a:buClr>
                <a:srgbClr val="66FFFF"/>
              </a:buClr>
              <a:buFont typeface="Wingdings"/>
              <a:buChar char=""/>
            </a:pPr>
            <a:endParaRPr sz="2800">
              <a:latin typeface="宋体"/>
              <a:cs typeface="宋体"/>
            </a:endParaRPr>
          </a:p>
          <a:p>
            <a:pPr lvl="2" marL="1029335" indent="-1017269">
              <a:lnSpc>
                <a:spcPct val="100000"/>
              </a:lnSpc>
              <a:buAutoNum type="arabicPeriod"/>
              <a:tabLst>
                <a:tab pos="1029335" algn="l"/>
                <a:tab pos="1029969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NFA</a:t>
            </a:r>
            <a:endParaRPr sz="3200">
              <a:latin typeface="Times New Roman"/>
              <a:cs typeface="Times New Roman"/>
            </a:endParaRPr>
          </a:p>
          <a:p>
            <a:pPr lvl="3" marL="565150" indent="-381635">
              <a:lnSpc>
                <a:spcPct val="100000"/>
              </a:lnSpc>
              <a:spcBef>
                <a:spcPts val="235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65150" algn="l"/>
                <a:tab pos="5657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定义及三种表示法</a:t>
            </a:r>
            <a:endParaRPr sz="2800">
              <a:latin typeface="宋体"/>
              <a:cs typeface="宋体"/>
            </a:endParaRPr>
          </a:p>
          <a:p>
            <a:pPr lvl="3" marL="565150" indent="-381635">
              <a:lnSpc>
                <a:spcPct val="100000"/>
              </a:lnSpc>
              <a:spcBef>
                <a:spcPts val="67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65150" algn="l"/>
                <a:tab pos="5657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识别机制：语言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3397" y="525907"/>
            <a:ext cx="43497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 algn="l"/>
              </a:tabLst>
            </a:pPr>
            <a:r>
              <a:rPr dirty="0" sz="2800" spc="-5" b="0">
                <a:solidFill>
                  <a:srgbClr val="FF99FF"/>
                </a:solidFill>
                <a:latin typeface="Wingdings"/>
                <a:cs typeface="Wingdings"/>
              </a:rPr>
              <a:t></a:t>
            </a:r>
            <a:r>
              <a:rPr dirty="0" sz="2800" spc="-5" b="0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u="heavy" sz="3600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第二章第二节提要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359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7340" y="927607"/>
            <a:ext cx="4288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9335" algn="l"/>
              </a:tabLst>
            </a:pPr>
            <a:r>
              <a:rPr dirty="0"/>
              <a:t>2.2.3	</a:t>
            </a:r>
            <a:r>
              <a:rPr dirty="0" spc="-80"/>
              <a:t>DFA</a:t>
            </a:r>
            <a:r>
              <a:rPr dirty="0">
                <a:latin typeface="宋体"/>
                <a:cs typeface="宋体"/>
              </a:rPr>
              <a:t>与</a:t>
            </a:r>
            <a:r>
              <a:rPr dirty="0" spc="-80"/>
              <a:t>NFA</a:t>
            </a:r>
            <a:r>
              <a:rPr dirty="0">
                <a:latin typeface="宋体"/>
                <a:cs typeface="宋体"/>
              </a:rPr>
              <a:t>的等价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8688" y="1589994"/>
            <a:ext cx="4505960" cy="39585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936625" indent="-381635">
              <a:lnSpc>
                <a:spcPct val="100000"/>
              </a:lnSpc>
              <a:spcBef>
                <a:spcPts val="890"/>
              </a:spcBef>
              <a:buClr>
                <a:srgbClr val="66FFFF"/>
              </a:buClr>
              <a:buSzPct val="118644"/>
              <a:buFont typeface="Wingdings"/>
              <a:buChar char=""/>
              <a:tabLst>
                <a:tab pos="936625" algn="l"/>
                <a:tab pos="937260" algn="l"/>
              </a:tabLst>
            </a:pP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闭包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弧转移</a:t>
            </a:r>
            <a:endParaRPr sz="2800">
              <a:latin typeface="宋体"/>
              <a:cs typeface="宋体"/>
            </a:endParaRPr>
          </a:p>
          <a:p>
            <a:pPr marL="936625" indent="-381635">
              <a:lnSpc>
                <a:spcPct val="100000"/>
              </a:lnSpc>
              <a:spcBef>
                <a:spcPts val="165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936625" algn="l"/>
                <a:tab pos="93726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的确定化－子集法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900">
              <a:latin typeface="宋体"/>
              <a:cs typeface="宋体"/>
            </a:endParaRPr>
          </a:p>
          <a:p>
            <a:pPr lvl="2" marL="1029335" indent="-1017269">
              <a:lnSpc>
                <a:spcPct val="100000"/>
              </a:lnSpc>
              <a:spcBef>
                <a:spcPts val="2940"/>
              </a:spcBef>
              <a:buAutoNum type="arabicPeriod" startAt="4"/>
              <a:tabLst>
                <a:tab pos="1029335" algn="l"/>
                <a:tab pos="1029969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的化简</a:t>
            </a:r>
            <a:endParaRPr sz="3200">
              <a:latin typeface="宋体"/>
              <a:cs typeface="宋体"/>
            </a:endParaRPr>
          </a:p>
          <a:p>
            <a:pPr lvl="3" marL="565150" indent="-381635">
              <a:lnSpc>
                <a:spcPct val="100000"/>
              </a:lnSpc>
              <a:spcBef>
                <a:spcPts val="232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65150" algn="l"/>
                <a:tab pos="5657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消除无关状态</a:t>
            </a:r>
            <a:endParaRPr sz="2800">
              <a:latin typeface="宋体"/>
              <a:cs typeface="宋体"/>
            </a:endParaRPr>
          </a:p>
          <a:p>
            <a:pPr lvl="3" marL="565150" indent="-381635">
              <a:lnSpc>
                <a:spcPct val="100000"/>
              </a:lnSpc>
              <a:spcBef>
                <a:spcPts val="67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65150" algn="l"/>
                <a:tab pos="5657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消除等价状态－划分法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0514" y="2266264"/>
            <a:ext cx="185483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b="1" i="1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8458" y="1276857"/>
            <a:ext cx="32245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0730" algn="l"/>
              </a:tabLst>
            </a:pPr>
            <a:r>
              <a:rPr dirty="0" sz="320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第二章第二节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王贵珍</dc:creator>
  <dc:title>2.2  自动机基础</dc:title>
  <dcterms:created xsi:type="dcterms:W3CDTF">2025-05-20T06:33:42Z</dcterms:created>
  <dcterms:modified xsi:type="dcterms:W3CDTF">2025-05-20T06:33:42Z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2025-05-20T00:00:00Z</vt:filetime>
  </property>
</Properties>
</file>