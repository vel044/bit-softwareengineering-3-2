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docProps/app.xml" ContentType="application/vnd.openxmlformats-officedocument.extended-properties+xml"/>
  <Override PartName="/docProps/core.xml" ContentType="application/vnd.openxmlformats-package.core-properties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s/slide1.xml" ContentType="application/vnd.openxmlformats-officedocument.presentationml.slide+xml"/>
  <Default Extension="png" ContentType="image/png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  <p:sldId id="288" r:id="rId38"/>
    <p:sldId id="289" r:id="rId39"/>
    <p:sldId id="290" r:id="rId40"/>
    <p:sldId id="291" r:id="rId41"/>
    <p:sldId id="292" r:id="rId42"/>
    <p:sldId id="293" r:id="rId43"/>
    <p:sldId id="294" r:id="rId44"/>
    <p:sldId id="295" r:id="rId45"/>
    <p:sldId id="296" r:id="rId46"/>
    <p:sldId id="297" r:id="rId47"/>
    <p:sldId id="298" r:id="rId48"/>
    <p:sldId id="299" r:id="rId49"/>
    <p:sldId id="300" r:id="rId50"/>
    <p:sldId id="301" r:id="rId51"/>
    <p:sldId id="302" r:id="rId52"/>
    <p:sldId id="303" r:id="rId53"/>
  </p:sldIdLst>
  <p:sldSz cx="9144000" cy="6858000"/>
  <p:notesSz cx="9144000" cy="6858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slide" Target="slides/slide7.xml"/><Relationship Id="rId13" Type="http://schemas.openxmlformats.org/officeDocument/2006/relationships/slide" Target="slides/slide8.xml"/><Relationship Id="rId14" Type="http://schemas.openxmlformats.org/officeDocument/2006/relationships/slide" Target="slides/slide9.xml"/><Relationship Id="rId15" Type="http://schemas.openxmlformats.org/officeDocument/2006/relationships/slide" Target="slides/slide10.xml"/><Relationship Id="rId16" Type="http://schemas.openxmlformats.org/officeDocument/2006/relationships/slide" Target="slides/slide11.xml"/><Relationship Id="rId17" Type="http://schemas.openxmlformats.org/officeDocument/2006/relationships/slide" Target="slides/slide12.xml"/><Relationship Id="rId18" Type="http://schemas.openxmlformats.org/officeDocument/2006/relationships/slide" Target="slides/slide13.xml"/><Relationship Id="rId19" Type="http://schemas.openxmlformats.org/officeDocument/2006/relationships/slide" Target="slides/slide14.xml"/><Relationship Id="rId20" Type="http://schemas.openxmlformats.org/officeDocument/2006/relationships/slide" Target="slides/slide15.xml"/><Relationship Id="rId21" Type="http://schemas.openxmlformats.org/officeDocument/2006/relationships/slide" Target="slides/slide16.xml"/><Relationship Id="rId22" Type="http://schemas.openxmlformats.org/officeDocument/2006/relationships/slide" Target="slides/slide17.xml"/><Relationship Id="rId23" Type="http://schemas.openxmlformats.org/officeDocument/2006/relationships/slide" Target="slides/slide18.xml"/><Relationship Id="rId24" Type="http://schemas.openxmlformats.org/officeDocument/2006/relationships/slide" Target="slides/slide19.xml"/><Relationship Id="rId25" Type="http://schemas.openxmlformats.org/officeDocument/2006/relationships/slide" Target="slides/slide20.xml"/><Relationship Id="rId26" Type="http://schemas.openxmlformats.org/officeDocument/2006/relationships/slide" Target="slides/slide21.xml"/><Relationship Id="rId27" Type="http://schemas.openxmlformats.org/officeDocument/2006/relationships/slide" Target="slides/slide22.xml"/><Relationship Id="rId28" Type="http://schemas.openxmlformats.org/officeDocument/2006/relationships/slide" Target="slides/slide23.xml"/><Relationship Id="rId29" Type="http://schemas.openxmlformats.org/officeDocument/2006/relationships/slide" Target="slides/slide24.xml"/><Relationship Id="rId30" Type="http://schemas.openxmlformats.org/officeDocument/2006/relationships/slide" Target="slides/slide25.xml"/><Relationship Id="rId31" Type="http://schemas.openxmlformats.org/officeDocument/2006/relationships/slide" Target="slides/slide26.xml"/><Relationship Id="rId32" Type="http://schemas.openxmlformats.org/officeDocument/2006/relationships/slide" Target="slides/slide27.xml"/><Relationship Id="rId33" Type="http://schemas.openxmlformats.org/officeDocument/2006/relationships/slide" Target="slides/slide28.xml"/><Relationship Id="rId34" Type="http://schemas.openxmlformats.org/officeDocument/2006/relationships/slide" Target="slides/slide29.xml"/><Relationship Id="rId35" Type="http://schemas.openxmlformats.org/officeDocument/2006/relationships/slide" Target="slides/slide30.xml"/><Relationship Id="rId36" Type="http://schemas.openxmlformats.org/officeDocument/2006/relationships/slide" Target="slides/slide31.xml"/><Relationship Id="rId37" Type="http://schemas.openxmlformats.org/officeDocument/2006/relationships/slide" Target="slides/slide32.xml"/><Relationship Id="rId38" Type="http://schemas.openxmlformats.org/officeDocument/2006/relationships/slide" Target="slides/slide33.xml"/><Relationship Id="rId39" Type="http://schemas.openxmlformats.org/officeDocument/2006/relationships/slide" Target="slides/slide34.xml"/><Relationship Id="rId40" Type="http://schemas.openxmlformats.org/officeDocument/2006/relationships/slide" Target="slides/slide35.xml"/><Relationship Id="rId41" Type="http://schemas.openxmlformats.org/officeDocument/2006/relationships/slide" Target="slides/slide36.xml"/><Relationship Id="rId42" Type="http://schemas.openxmlformats.org/officeDocument/2006/relationships/slide" Target="slides/slide37.xml"/><Relationship Id="rId43" Type="http://schemas.openxmlformats.org/officeDocument/2006/relationships/slide" Target="slides/slide38.xml"/><Relationship Id="rId44" Type="http://schemas.openxmlformats.org/officeDocument/2006/relationships/slide" Target="slides/slide39.xml"/><Relationship Id="rId45" Type="http://schemas.openxmlformats.org/officeDocument/2006/relationships/slide" Target="slides/slide40.xml"/><Relationship Id="rId46" Type="http://schemas.openxmlformats.org/officeDocument/2006/relationships/slide" Target="slides/slide41.xml"/><Relationship Id="rId47" Type="http://schemas.openxmlformats.org/officeDocument/2006/relationships/slide" Target="slides/slide42.xml"/><Relationship Id="rId48" Type="http://schemas.openxmlformats.org/officeDocument/2006/relationships/slide" Target="slides/slide43.xml"/><Relationship Id="rId49" Type="http://schemas.openxmlformats.org/officeDocument/2006/relationships/slide" Target="slides/slide44.xml"/><Relationship Id="rId50" Type="http://schemas.openxmlformats.org/officeDocument/2006/relationships/slide" Target="slides/slide45.xml"/><Relationship Id="rId51" Type="http://schemas.openxmlformats.org/officeDocument/2006/relationships/slide" Target="slides/slide46.xml"/><Relationship Id="rId52" Type="http://schemas.openxmlformats.org/officeDocument/2006/relationships/slide" Target="slides/slide47.xml"/><Relationship Id="rId53" Type="http://schemas.openxmlformats.org/officeDocument/2006/relationships/slide" Target="slides/slide48.xml"/>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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83540" y="1276857"/>
            <a:ext cx="8376919" cy="5137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2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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k object 17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bk object 18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53390" y="645998"/>
            <a:ext cx="7713345" cy="9975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宋体"/>
                <a:cs typeface="宋体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53390" y="1621828"/>
            <a:ext cx="8128634" cy="27578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211057" y="6697989"/>
            <a:ext cx="737870" cy="22288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400" b="1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#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/Relationships>
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
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
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2.png"/></Relationships>
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
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4.png"/></Relationships>
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
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5.png"/></Relationships>
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
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6.png"/></Relationships>
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/Relationships>
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
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image" Target="../media/image17.png"/></Relationships>
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18.png"/><Relationship Id="rId4" Type="http://schemas.openxmlformats.org/officeDocument/2006/relationships/image" Target="../media/image1.png"/><Relationship Id="rId5" Type="http://schemas.openxmlformats.org/officeDocument/2006/relationships/image" Target="../media/image9.png"/><Relationship Id="rId6" Type="http://schemas.openxmlformats.org/officeDocument/2006/relationships/image" Target="../media/image19.png"/><Relationship Id="rId7" Type="http://schemas.openxmlformats.org/officeDocument/2006/relationships/image" Target="../media/image20.png"/><Relationship Id="rId8" Type="http://schemas.openxmlformats.org/officeDocument/2006/relationships/image" Target="../media/image21.png"/><Relationship Id="rId9" Type="http://schemas.openxmlformats.org/officeDocument/2006/relationships/image" Target="../media/image22.png"/><Relationship Id="rId10" Type="http://schemas.openxmlformats.org/officeDocument/2006/relationships/image" Target="../media/image23.png"/><Relationship Id="rId11" Type="http://schemas.openxmlformats.org/officeDocument/2006/relationships/image" Target="../media/image24.png"/><Relationship Id="rId12" Type="http://schemas.openxmlformats.org/officeDocument/2006/relationships/image" Target="../media/image25.png"/><Relationship Id="rId13" Type="http://schemas.openxmlformats.org/officeDocument/2006/relationships/image" Target="../media/image26.png"/><Relationship Id="rId14" Type="http://schemas.openxmlformats.org/officeDocument/2006/relationships/image" Target="../media/image27.png"/><Relationship Id="rId15" Type="http://schemas.openxmlformats.org/officeDocument/2006/relationships/image" Target="../media/image28.png"/><Relationship Id="rId16" Type="http://schemas.openxmlformats.org/officeDocument/2006/relationships/image" Target="../media/image29.png"/></Relationships>
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4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/Relationships>
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33.png"/><Relationship Id="rId4" Type="http://schemas.openxmlformats.org/officeDocument/2006/relationships/image" Target="../media/image9.png"/></Relationships>
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Relationship Id="rId3" Type="http://schemas.openxmlformats.org/officeDocument/2006/relationships/image" Target="../media/image34.png"/></Relationships>
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0.png"/><Relationship Id="rId3" Type="http://schemas.openxmlformats.org/officeDocument/2006/relationships/image" Target="../media/image4.png"/><Relationship Id="rId4" Type="http://schemas.openxmlformats.org/officeDocument/2006/relationships/image" Target="../media/image31.png"/></Relationships>
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33.png"/></Relationships>
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33.png"/></Relationships>
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Relationship Id="rId3" Type="http://schemas.openxmlformats.org/officeDocument/2006/relationships/image" Target="../media/image35.png"/></Relationships>
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6.png"/><Relationship Id="rId3" Type="http://schemas.openxmlformats.org/officeDocument/2006/relationships/image" Target="../media/image33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/Relationships>
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9.png"/><Relationship Id="rId3" Type="http://schemas.openxmlformats.org/officeDocument/2006/relationships/image" Target="../media/image33.png"/><Relationship Id="rId4" Type="http://schemas.openxmlformats.org/officeDocument/2006/relationships/image" Target="../media/image40.png"/><Relationship Id="rId5" Type="http://schemas.openxmlformats.org/officeDocument/2006/relationships/image" Target="../media/image41.png"/></Relationships>
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Relationship Id="rId3" Type="http://schemas.openxmlformats.org/officeDocument/2006/relationships/image" Target="../media/image42.png"/></Relationships>
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
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
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33.png"/><Relationship Id="rId5" Type="http://schemas.openxmlformats.org/officeDocument/2006/relationships/image" Target="../media/image43.png"/></Relationships>
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44.png"/></Relationships>
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33.png"/></Relationships>
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33.png"/></Relationships>
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30.png"/><Relationship Id="rId6" Type="http://schemas.openxmlformats.org/officeDocument/2006/relationships/image" Target="../media/image47.png"/></Relationships>
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9.png"/><Relationship Id="rId3" Type="http://schemas.openxmlformats.org/officeDocument/2006/relationships/image" Target="../media/image2.png"/><Relationship Id="rId4" Type="http://schemas.openxmlformats.org/officeDocument/2006/relationships/image" Target="../media/image48.png"/><Relationship Id="rId5" Type="http://schemas.openxmlformats.org/officeDocument/2006/relationships/image" Target="../media/image49.png"/></Relationships>
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3.png"/></Relationships>
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3.png"/></Relationships>
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3.png"/></Relationships>
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3.png"/></Relationships>
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9.png"/><Relationship Id="rId4" Type="http://schemas.openxmlformats.org/officeDocument/2006/relationships/image" Target="../media/image33.png"/></Relationships>
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
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
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
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
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
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Relationship Id="rId3" Type="http://schemas.openxmlformats.org/officeDocument/2006/relationships/image" Target="../media/image50.png"/></Relationships>
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2867" y="1003807"/>
            <a:ext cx="6800850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6275" algn="l"/>
              </a:tabLst>
            </a:pP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dirty="0" sz="3800" spc="-955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800" spc="-1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章	</a:t>
            </a:r>
            <a:r>
              <a:rPr dirty="0" sz="3800">
                <a:solidFill>
                  <a:srgbClr val="FFFF00"/>
                </a:solidFill>
                <a:latin typeface="黑体"/>
                <a:cs typeface="黑体"/>
              </a:rPr>
              <a:t>形式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语言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与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自动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机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基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础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791716" y="2692400"/>
            <a:ext cx="5186045" cy="233045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1" marL="1044575" indent="-1032510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/>
              <a:tabLst>
                <a:tab pos="1044575" algn="l"/>
                <a:tab pos="1045210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文法和语言</a:t>
            </a:r>
            <a:endParaRPr sz="3600">
              <a:latin typeface="宋体"/>
              <a:cs typeface="宋体"/>
            </a:endParaRPr>
          </a:p>
          <a:p>
            <a:pPr lvl="1" marL="1044575" indent="-1032510">
              <a:lnSpc>
                <a:spcPct val="100000"/>
              </a:lnSpc>
              <a:spcBef>
                <a:spcPts val="2590"/>
              </a:spcBef>
              <a:buFont typeface="Times New Roman"/>
              <a:buAutoNum type="arabicPeriod"/>
              <a:tabLst>
                <a:tab pos="1044575" algn="l"/>
                <a:tab pos="1045210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有限自动机</a:t>
            </a:r>
            <a:endParaRPr sz="3600">
              <a:latin typeface="宋体"/>
              <a:cs typeface="宋体"/>
            </a:endParaRPr>
          </a:p>
          <a:p>
            <a:pPr lvl="1" marL="1044575" indent="-1032510">
              <a:lnSpc>
                <a:spcPct val="100000"/>
              </a:lnSpc>
              <a:spcBef>
                <a:spcPts val="2595"/>
              </a:spcBef>
              <a:buClr>
                <a:srgbClr val="FFFF00"/>
              </a:buClr>
              <a:buFont typeface="Times New Roman"/>
              <a:buAutoNum type="arabicPeriod"/>
              <a:tabLst>
                <a:tab pos="1044575" algn="l"/>
                <a:tab pos="1045210" algn="l"/>
              </a:tabLst>
            </a:pPr>
            <a:r>
              <a:rPr dirty="0" sz="3600" spc="-10" b="1">
                <a:solidFill>
                  <a:srgbClr val="FFFFFF"/>
                </a:solidFill>
                <a:latin typeface="宋体"/>
                <a:cs typeface="宋体"/>
              </a:rPr>
              <a:t>正规式与有限自动机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409955" y="4533900"/>
            <a:ext cx="1228725" cy="515620"/>
          </a:xfrm>
          <a:custGeom>
            <a:avLst/>
            <a:gdLst/>
            <a:ahLst/>
            <a:cxnLst/>
            <a:rect l="l" t="t" r="r" b="b"/>
            <a:pathLst>
              <a:path w="1228725" h="515620">
                <a:moveTo>
                  <a:pt x="920750" y="0"/>
                </a:moveTo>
                <a:lnTo>
                  <a:pt x="920750" y="128777"/>
                </a:lnTo>
                <a:lnTo>
                  <a:pt x="0" y="128777"/>
                </a:lnTo>
                <a:lnTo>
                  <a:pt x="0" y="386333"/>
                </a:lnTo>
                <a:lnTo>
                  <a:pt x="920750" y="386333"/>
                </a:lnTo>
                <a:lnTo>
                  <a:pt x="920750" y="515112"/>
                </a:lnTo>
                <a:lnTo>
                  <a:pt x="1228344" y="257556"/>
                </a:lnTo>
                <a:lnTo>
                  <a:pt x="920750" y="0"/>
                </a:lnTo>
                <a:close/>
              </a:path>
            </a:pathLst>
          </a:custGeom>
          <a:solidFill>
            <a:srgbClr val="FFFF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09955" y="4533900"/>
            <a:ext cx="1228725" cy="515620"/>
          </a:xfrm>
          <a:custGeom>
            <a:avLst/>
            <a:gdLst/>
            <a:ahLst/>
            <a:cxnLst/>
            <a:rect l="l" t="t" r="r" b="b"/>
            <a:pathLst>
              <a:path w="1228725" h="515620">
                <a:moveTo>
                  <a:pt x="0" y="128777"/>
                </a:moveTo>
                <a:lnTo>
                  <a:pt x="920750" y="128777"/>
                </a:lnTo>
                <a:lnTo>
                  <a:pt x="920750" y="0"/>
                </a:lnTo>
                <a:lnTo>
                  <a:pt x="1228344" y="257556"/>
                </a:lnTo>
                <a:lnTo>
                  <a:pt x="920750" y="515112"/>
                </a:lnTo>
                <a:lnTo>
                  <a:pt x="920750" y="386333"/>
                </a:lnTo>
                <a:lnTo>
                  <a:pt x="0" y="386333"/>
                </a:lnTo>
                <a:lnTo>
                  <a:pt x="0" y="128777"/>
                </a:lnTo>
                <a:close/>
              </a:path>
            </a:pathLst>
          </a:custGeom>
          <a:ln w="9525">
            <a:solidFill>
              <a:srgbClr val="FFFF66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8739" y="26923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5692521" y="26923"/>
            <a:ext cx="226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3113" y="2508250"/>
            <a:ext cx="6450965" cy="3270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1" marL="814069" indent="-80200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 startAt="3"/>
              <a:tabLst>
                <a:tab pos="814069" algn="l"/>
                <a:tab pos="814705" algn="l"/>
              </a:tabLst>
            </a:pPr>
            <a:r>
              <a:rPr dirty="0" sz="3600" spc="-5" b="1">
                <a:solidFill>
                  <a:srgbClr val="FF66CC"/>
                </a:solidFill>
                <a:latin typeface="宋体"/>
                <a:cs typeface="宋体"/>
              </a:rPr>
              <a:t>正规式与有限状态自动机</a:t>
            </a:r>
            <a:endParaRPr sz="3600">
              <a:latin typeface="宋体"/>
              <a:cs typeface="宋体"/>
            </a:endParaRPr>
          </a:p>
          <a:p>
            <a:pPr lvl="2" marL="1847850" indent="-1144905">
              <a:lnSpc>
                <a:spcPct val="100000"/>
              </a:lnSpc>
              <a:spcBef>
                <a:spcPts val="2655"/>
              </a:spcBef>
              <a:buClr>
                <a:srgbClr val="FFFF00"/>
              </a:buClr>
              <a:buFont typeface="Times New Roman"/>
              <a:buAutoNum type="arabicPeriod"/>
              <a:tabLst>
                <a:tab pos="1847214" algn="l"/>
                <a:tab pos="1847850" algn="l"/>
              </a:tabLst>
            </a:pPr>
            <a:r>
              <a:rPr dirty="0" sz="3600" spc="-5" b="1">
                <a:solidFill>
                  <a:srgbClr val="EAEAEA"/>
                </a:solidFill>
                <a:latin typeface="宋体"/>
                <a:cs typeface="宋体"/>
              </a:rPr>
              <a:t>有限自动机与正则文法</a:t>
            </a:r>
            <a:endParaRPr sz="3600">
              <a:latin typeface="宋体"/>
              <a:cs typeface="宋体"/>
            </a:endParaRPr>
          </a:p>
          <a:p>
            <a:pPr lvl="2" marL="1847850" indent="-1144905">
              <a:lnSpc>
                <a:spcPct val="100000"/>
              </a:lnSpc>
              <a:spcBef>
                <a:spcPts val="2805"/>
              </a:spcBef>
              <a:buClr>
                <a:srgbClr val="FFFF00"/>
              </a:buClr>
              <a:buFont typeface="Times New Roman"/>
              <a:buAutoNum type="arabicPeriod"/>
              <a:tabLst>
                <a:tab pos="1847214" algn="l"/>
                <a:tab pos="1847850" algn="l"/>
              </a:tabLst>
            </a:pPr>
            <a:r>
              <a:rPr dirty="0" sz="3600" spc="-5" b="1">
                <a:solidFill>
                  <a:srgbClr val="EAEAEA"/>
                </a:solidFill>
                <a:latin typeface="宋体"/>
                <a:cs typeface="宋体"/>
              </a:rPr>
              <a:t>正规式与正规集</a:t>
            </a:r>
            <a:endParaRPr sz="3600">
              <a:latin typeface="宋体"/>
              <a:cs typeface="宋体"/>
            </a:endParaRPr>
          </a:p>
          <a:p>
            <a:pPr lvl="2" marL="1847850" indent="-1144905">
              <a:lnSpc>
                <a:spcPct val="100000"/>
              </a:lnSpc>
              <a:spcBef>
                <a:spcPts val="2810"/>
              </a:spcBef>
              <a:buClr>
                <a:srgbClr val="FFFF00"/>
              </a:buClr>
              <a:buFont typeface="Times New Roman"/>
              <a:buAutoNum type="arabicPeriod"/>
              <a:tabLst>
                <a:tab pos="1847214" algn="l"/>
                <a:tab pos="1847850" algn="l"/>
              </a:tabLst>
            </a:pPr>
            <a:r>
              <a:rPr dirty="0" sz="3600" spc="-5" b="1">
                <a:solidFill>
                  <a:srgbClr val="EAEAEA"/>
                </a:solidFill>
                <a:latin typeface="宋体"/>
                <a:cs typeface="宋体"/>
              </a:rPr>
              <a:t>正规式</a:t>
            </a:r>
            <a:r>
              <a:rPr dirty="0" sz="3600" spc="-10" b="1">
                <a:solidFill>
                  <a:srgbClr val="EAEAEA"/>
                </a:solidFill>
                <a:latin typeface="宋体"/>
                <a:cs typeface="宋体"/>
              </a:rPr>
              <a:t>与</a:t>
            </a:r>
            <a:r>
              <a:rPr dirty="0" sz="3600" spc="-135" b="1">
                <a:solidFill>
                  <a:srgbClr val="EAEAEA"/>
                </a:solidFill>
                <a:latin typeface="Times New Roman"/>
                <a:cs typeface="Times New Roman"/>
              </a:rPr>
              <a:t>FA</a:t>
            </a:r>
            <a:r>
              <a:rPr dirty="0" sz="3600" spc="-5" b="1">
                <a:solidFill>
                  <a:srgbClr val="EAEAEA"/>
                </a:solidFill>
                <a:latin typeface="宋体"/>
                <a:cs typeface="宋体"/>
              </a:rPr>
              <a:t>的等价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39" y="26923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5283" y="26923"/>
            <a:ext cx="226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02867" y="1003807"/>
            <a:ext cx="6800850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6275" algn="l"/>
              </a:tabLst>
            </a:pP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dirty="0" sz="3800" spc="-955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800" spc="-1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章	</a:t>
            </a:r>
            <a:r>
              <a:rPr dirty="0" sz="3800">
                <a:solidFill>
                  <a:srgbClr val="FFFF00"/>
                </a:solidFill>
                <a:latin typeface="黑体"/>
                <a:cs typeface="黑体"/>
              </a:rPr>
              <a:t>形式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语言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与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自动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机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基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础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5695" y="3486911"/>
            <a:ext cx="1315720" cy="589915"/>
          </a:xfrm>
          <a:custGeom>
            <a:avLst/>
            <a:gdLst/>
            <a:ahLst/>
            <a:cxnLst/>
            <a:rect l="l" t="t" r="r" b="b"/>
            <a:pathLst>
              <a:path w="1315720" h="589914">
                <a:moveTo>
                  <a:pt x="987044" y="0"/>
                </a:moveTo>
                <a:lnTo>
                  <a:pt x="987044" y="147446"/>
                </a:lnTo>
                <a:lnTo>
                  <a:pt x="0" y="147446"/>
                </a:lnTo>
                <a:lnTo>
                  <a:pt x="0" y="442340"/>
                </a:lnTo>
                <a:lnTo>
                  <a:pt x="987044" y="442340"/>
                </a:lnTo>
                <a:lnTo>
                  <a:pt x="987044" y="589788"/>
                </a:lnTo>
                <a:lnTo>
                  <a:pt x="1315212" y="294894"/>
                </a:lnTo>
                <a:lnTo>
                  <a:pt x="987044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5695" y="3486911"/>
            <a:ext cx="1315720" cy="589915"/>
          </a:xfrm>
          <a:custGeom>
            <a:avLst/>
            <a:gdLst/>
            <a:ahLst/>
            <a:cxnLst/>
            <a:rect l="l" t="t" r="r" b="b"/>
            <a:pathLst>
              <a:path w="1315720" h="589914">
                <a:moveTo>
                  <a:pt x="0" y="147446"/>
                </a:moveTo>
                <a:lnTo>
                  <a:pt x="987044" y="147446"/>
                </a:lnTo>
                <a:lnTo>
                  <a:pt x="987044" y="0"/>
                </a:lnTo>
                <a:lnTo>
                  <a:pt x="1315212" y="294894"/>
                </a:lnTo>
                <a:lnTo>
                  <a:pt x="987044" y="589788"/>
                </a:lnTo>
                <a:lnTo>
                  <a:pt x="987044" y="442340"/>
                </a:lnTo>
                <a:lnTo>
                  <a:pt x="0" y="442340"/>
                </a:lnTo>
                <a:lnTo>
                  <a:pt x="0" y="147446"/>
                </a:lnTo>
                <a:close/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37438" y="1120521"/>
            <a:ext cx="5918200" cy="0"/>
          </a:xfrm>
          <a:custGeom>
            <a:avLst/>
            <a:gdLst/>
            <a:ahLst/>
            <a:cxnLst/>
            <a:rect l="l" t="t" r="r" b="b"/>
            <a:pathLst>
              <a:path w="5918200" h="0">
                <a:moveTo>
                  <a:pt x="0" y="0"/>
                </a:moveTo>
                <a:lnTo>
                  <a:pt x="5917692" y="0"/>
                </a:lnTo>
              </a:path>
            </a:pathLst>
          </a:custGeom>
          <a:ln w="19812">
            <a:solidFill>
              <a:srgbClr val="B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2242" y="1176020"/>
            <a:ext cx="2383790" cy="58737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585"/>
              </a:spcBef>
              <a:buClr>
                <a:srgbClr val="99FF66"/>
              </a:buClr>
              <a:buSzPct val="114062"/>
              <a:buFont typeface="Wingdings"/>
              <a:buChar char=""/>
              <a:tabLst>
                <a:tab pos="431165" algn="l"/>
                <a:tab pos="431800" algn="l"/>
              </a:tabLst>
            </a:pPr>
            <a:r>
              <a:rPr dirty="0">
                <a:solidFill>
                  <a:srgbClr val="FFFF00"/>
                </a:solidFill>
              </a:rPr>
              <a:t>定义</a:t>
            </a:r>
            <a:r>
              <a:rPr dirty="0" spc="5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>
                <a:solidFill>
                  <a:srgbClr val="FFFF00"/>
                </a:solidFill>
                <a:latin typeface="Times New Roman"/>
                <a:cs typeface="Times New Roman"/>
              </a:rPr>
              <a:t>.</a:t>
            </a:r>
            <a:r>
              <a:rPr dirty="0" spc="5">
                <a:solidFill>
                  <a:srgbClr val="FFFF00"/>
                </a:solidFill>
                <a:latin typeface="Times New Roman"/>
                <a:cs typeface="Times New Roman"/>
              </a:rPr>
              <a:t>23</a:t>
            </a:r>
            <a:r>
              <a:rPr dirty="0" spc="-10">
                <a:solidFill>
                  <a:srgbClr val="FFFF00"/>
                </a:solidFill>
              </a:rPr>
              <a:t>：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288950" y="1817319"/>
            <a:ext cx="8716645" cy="1000760"/>
          </a:xfrm>
          <a:prstGeom prst="rect">
            <a:avLst/>
          </a:prstGeom>
        </p:spPr>
        <p:txBody>
          <a:bodyPr wrap="square" lIns="0" tIns="34925" rIns="0" bIns="0" rtlCol="0" vert="horz">
            <a:spAutoFit/>
          </a:bodyPr>
          <a:lstStyle/>
          <a:p>
            <a:pPr marL="1764664" marR="30480" indent="-1727200">
              <a:lnSpc>
                <a:spcPts val="3790"/>
              </a:lnSpc>
              <a:spcBef>
                <a:spcPts val="275"/>
              </a:spcBef>
              <a:tabLst>
                <a:tab pos="3594100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设文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132" sz="315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132" sz="315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，若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产生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形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如 </a:t>
            </a:r>
            <a:r>
              <a:rPr dirty="0" sz="3200" spc="-2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2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350" spc="-2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200" spc="-25" b="1" i="1">
                <a:solidFill>
                  <a:srgbClr val="FFFFFF"/>
                </a:solidFill>
                <a:latin typeface="Times New Roman"/>
                <a:cs typeface="Times New Roman"/>
              </a:rPr>
              <a:t>B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3200" spc="-3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3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350" spc="-3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212242" y="2812708"/>
            <a:ext cx="6050280" cy="1167130"/>
          </a:xfrm>
          <a:prstGeom prst="rect">
            <a:avLst/>
          </a:prstGeom>
        </p:spPr>
        <p:txBody>
          <a:bodyPr wrap="square" lIns="0" tIns="806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则称文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为右线性文法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58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中的每个产生式形如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spc="-101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2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2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2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350" spc="-2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816597" y="3439124"/>
            <a:ext cx="1466850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3200" spc="-88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3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3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350" spc="-3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12242" y="4040251"/>
            <a:ext cx="440436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则称文法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为左线性文法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50285" y="4877180"/>
            <a:ext cx="221615" cy="351155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dirty="0" sz="2100" spc="2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12242" y="5201818"/>
            <a:ext cx="8764270" cy="995680"/>
          </a:xfrm>
          <a:prstGeom prst="rect">
            <a:avLst/>
          </a:prstGeom>
        </p:spPr>
        <p:txBody>
          <a:bodyPr wrap="square" lIns="0" tIns="34290" rIns="0" bIns="0" rtlCol="0" vert="horz">
            <a:spAutoFit/>
          </a:bodyPr>
          <a:lstStyle/>
          <a:p>
            <a:pPr marL="12700" marR="5080">
              <a:lnSpc>
                <a:spcPts val="3790"/>
              </a:lnSpc>
              <a:spcBef>
                <a:spcPts val="270"/>
              </a:spcBef>
            </a:pPr>
            <a:r>
              <a:rPr dirty="0" sz="3200" spc="145" b="1">
                <a:solidFill>
                  <a:srgbClr val="FFFFFF"/>
                </a:solidFill>
                <a:latin typeface="宋体"/>
                <a:cs typeface="宋体"/>
              </a:rPr>
              <a:t>右线性文法和左线性文法统称</a:t>
            </a:r>
            <a:r>
              <a:rPr dirty="0" sz="3200" spc="15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15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3200" spc="145" b="1">
                <a:solidFill>
                  <a:srgbClr val="FFFFFF"/>
                </a:solidFill>
                <a:latin typeface="宋体"/>
                <a:cs typeface="宋体"/>
              </a:rPr>
              <a:t>型文法。（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正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则文法或线性文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法）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5886577" y="200660"/>
            <a:ext cx="248285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695065" y="200532"/>
            <a:ext cx="250190" cy="114300"/>
          </a:xfrm>
          <a:custGeom>
            <a:avLst/>
            <a:gdLst/>
            <a:ahLst/>
            <a:cxnLst/>
            <a:rect l="l" t="t" r="r" b="b"/>
            <a:pathLst>
              <a:path w="250189" h="114300">
                <a:moveTo>
                  <a:pt x="220481" y="36575"/>
                </a:moveTo>
                <a:lnTo>
                  <a:pt x="153415" y="36575"/>
                </a:lnTo>
                <a:lnTo>
                  <a:pt x="156210" y="74675"/>
                </a:lnTo>
                <a:lnTo>
                  <a:pt x="137163" y="76079"/>
                </a:lnTo>
                <a:lnTo>
                  <a:pt x="139954" y="114046"/>
                </a:lnTo>
                <a:lnTo>
                  <a:pt x="249809" y="48641"/>
                </a:lnTo>
                <a:lnTo>
                  <a:pt x="220481" y="36575"/>
                </a:lnTo>
                <a:close/>
              </a:path>
              <a:path w="250189" h="114300">
                <a:moveTo>
                  <a:pt x="134363" y="37979"/>
                </a:moveTo>
                <a:lnTo>
                  <a:pt x="0" y="47878"/>
                </a:lnTo>
                <a:lnTo>
                  <a:pt x="2794" y="85978"/>
                </a:lnTo>
                <a:lnTo>
                  <a:pt x="137163" y="76079"/>
                </a:lnTo>
                <a:lnTo>
                  <a:pt x="134363" y="37979"/>
                </a:lnTo>
                <a:close/>
              </a:path>
              <a:path w="250189" h="114300">
                <a:moveTo>
                  <a:pt x="153415" y="36575"/>
                </a:moveTo>
                <a:lnTo>
                  <a:pt x="134363" y="37979"/>
                </a:lnTo>
                <a:lnTo>
                  <a:pt x="137163" y="76079"/>
                </a:lnTo>
                <a:lnTo>
                  <a:pt x="156210" y="74675"/>
                </a:lnTo>
                <a:lnTo>
                  <a:pt x="153415" y="36575"/>
                </a:lnTo>
                <a:close/>
              </a:path>
              <a:path w="250189" h="114300">
                <a:moveTo>
                  <a:pt x="131572" y="0"/>
                </a:moveTo>
                <a:lnTo>
                  <a:pt x="134363" y="37979"/>
                </a:lnTo>
                <a:lnTo>
                  <a:pt x="153415" y="36575"/>
                </a:lnTo>
                <a:lnTo>
                  <a:pt x="220481" y="36575"/>
                </a:lnTo>
                <a:lnTo>
                  <a:pt x="131572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90601" y="72644"/>
            <a:ext cx="88404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911600" algn="l"/>
                <a:tab pos="61429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 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2.1.5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文法和语言的类型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695065" y="200532"/>
            <a:ext cx="249809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5943091" y="199517"/>
            <a:ext cx="285115" cy="114300"/>
          </a:xfrm>
          <a:custGeom>
            <a:avLst/>
            <a:gdLst/>
            <a:ahLst/>
            <a:cxnLst/>
            <a:rect l="l" t="t" r="r" b="b"/>
            <a:pathLst>
              <a:path w="285114" h="114300">
                <a:moveTo>
                  <a:pt x="254323" y="36829"/>
                </a:moveTo>
                <a:lnTo>
                  <a:pt x="188468" y="36829"/>
                </a:lnTo>
                <a:lnTo>
                  <a:pt x="190881" y="74802"/>
                </a:lnTo>
                <a:lnTo>
                  <a:pt x="171915" y="76030"/>
                </a:lnTo>
                <a:lnTo>
                  <a:pt x="174371" y="114046"/>
                </a:lnTo>
                <a:lnTo>
                  <a:pt x="284734" y="49656"/>
                </a:lnTo>
                <a:lnTo>
                  <a:pt x="254323" y="36829"/>
                </a:lnTo>
                <a:close/>
              </a:path>
              <a:path w="285114" h="114300">
                <a:moveTo>
                  <a:pt x="169462" y="38046"/>
                </a:moveTo>
                <a:lnTo>
                  <a:pt x="0" y="48894"/>
                </a:lnTo>
                <a:lnTo>
                  <a:pt x="2540" y="86994"/>
                </a:lnTo>
                <a:lnTo>
                  <a:pt x="171915" y="76030"/>
                </a:lnTo>
                <a:lnTo>
                  <a:pt x="169462" y="38046"/>
                </a:lnTo>
                <a:close/>
              </a:path>
              <a:path w="285114" h="114300">
                <a:moveTo>
                  <a:pt x="188468" y="36829"/>
                </a:moveTo>
                <a:lnTo>
                  <a:pt x="169462" y="38046"/>
                </a:lnTo>
                <a:lnTo>
                  <a:pt x="171915" y="76030"/>
                </a:lnTo>
                <a:lnTo>
                  <a:pt x="190881" y="74802"/>
                </a:lnTo>
                <a:lnTo>
                  <a:pt x="188468" y="36829"/>
                </a:lnTo>
                <a:close/>
              </a:path>
              <a:path w="285114" h="114300">
                <a:moveTo>
                  <a:pt x="167005" y="0"/>
                </a:moveTo>
                <a:lnTo>
                  <a:pt x="169462" y="38046"/>
                </a:lnTo>
                <a:lnTo>
                  <a:pt x="188468" y="36829"/>
                </a:lnTo>
                <a:lnTo>
                  <a:pt x="254323" y="36829"/>
                </a:lnTo>
                <a:lnTo>
                  <a:pt x="167005" y="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569970" y="4510532"/>
            <a:ext cx="2543810" cy="827405"/>
          </a:xfrm>
          <a:custGeom>
            <a:avLst/>
            <a:gdLst/>
            <a:ahLst/>
            <a:cxnLst/>
            <a:rect l="l" t="t" r="r" b="b"/>
            <a:pathLst>
              <a:path w="2543810" h="827404">
                <a:moveTo>
                  <a:pt x="2543555" y="0"/>
                </a:moveTo>
                <a:lnTo>
                  <a:pt x="2539230" y="21470"/>
                </a:lnTo>
                <a:lnTo>
                  <a:pt x="2527427" y="38989"/>
                </a:lnTo>
                <a:lnTo>
                  <a:pt x="2509908" y="50792"/>
                </a:lnTo>
                <a:lnTo>
                  <a:pt x="2488438" y="55118"/>
                </a:lnTo>
                <a:lnTo>
                  <a:pt x="55117" y="55118"/>
                </a:lnTo>
                <a:lnTo>
                  <a:pt x="33647" y="59463"/>
                </a:lnTo>
                <a:lnTo>
                  <a:pt x="16128" y="71310"/>
                </a:lnTo>
                <a:lnTo>
                  <a:pt x="4325" y="88872"/>
                </a:lnTo>
                <a:lnTo>
                  <a:pt x="0" y="110363"/>
                </a:lnTo>
                <a:lnTo>
                  <a:pt x="0" y="772160"/>
                </a:lnTo>
                <a:lnTo>
                  <a:pt x="4325" y="793630"/>
                </a:lnTo>
                <a:lnTo>
                  <a:pt x="16128" y="811149"/>
                </a:lnTo>
                <a:lnTo>
                  <a:pt x="33647" y="822952"/>
                </a:lnTo>
                <a:lnTo>
                  <a:pt x="55117" y="827278"/>
                </a:lnTo>
                <a:lnTo>
                  <a:pt x="76588" y="822952"/>
                </a:lnTo>
                <a:lnTo>
                  <a:pt x="94106" y="811149"/>
                </a:lnTo>
                <a:lnTo>
                  <a:pt x="105910" y="793630"/>
                </a:lnTo>
                <a:lnTo>
                  <a:pt x="110235" y="772160"/>
                </a:lnTo>
                <a:lnTo>
                  <a:pt x="110235" y="717042"/>
                </a:lnTo>
                <a:lnTo>
                  <a:pt x="2488438" y="717042"/>
                </a:lnTo>
                <a:lnTo>
                  <a:pt x="2509908" y="712696"/>
                </a:lnTo>
                <a:lnTo>
                  <a:pt x="2527427" y="700849"/>
                </a:lnTo>
                <a:lnTo>
                  <a:pt x="2539230" y="683287"/>
                </a:lnTo>
                <a:lnTo>
                  <a:pt x="2543555" y="661797"/>
                </a:lnTo>
                <a:lnTo>
                  <a:pt x="2543555" y="165481"/>
                </a:lnTo>
                <a:lnTo>
                  <a:pt x="55117" y="165481"/>
                </a:lnTo>
                <a:lnTo>
                  <a:pt x="55117" y="110363"/>
                </a:lnTo>
                <a:lnTo>
                  <a:pt x="57280" y="99627"/>
                </a:lnTo>
                <a:lnTo>
                  <a:pt x="63182" y="90868"/>
                </a:lnTo>
                <a:lnTo>
                  <a:pt x="71941" y="84966"/>
                </a:lnTo>
                <a:lnTo>
                  <a:pt x="82676" y="82804"/>
                </a:lnTo>
                <a:lnTo>
                  <a:pt x="2543555" y="82804"/>
                </a:lnTo>
                <a:lnTo>
                  <a:pt x="2543555" y="0"/>
                </a:lnTo>
                <a:close/>
              </a:path>
              <a:path w="2543810" h="827404">
                <a:moveTo>
                  <a:pt x="2543555" y="82804"/>
                </a:moveTo>
                <a:lnTo>
                  <a:pt x="82676" y="82804"/>
                </a:lnTo>
                <a:lnTo>
                  <a:pt x="93412" y="84966"/>
                </a:lnTo>
                <a:lnTo>
                  <a:pt x="102171" y="90868"/>
                </a:lnTo>
                <a:lnTo>
                  <a:pt x="108073" y="99627"/>
                </a:lnTo>
                <a:lnTo>
                  <a:pt x="110235" y="110363"/>
                </a:lnTo>
                <a:lnTo>
                  <a:pt x="105910" y="131833"/>
                </a:lnTo>
                <a:lnTo>
                  <a:pt x="94106" y="149352"/>
                </a:lnTo>
                <a:lnTo>
                  <a:pt x="76588" y="161155"/>
                </a:lnTo>
                <a:lnTo>
                  <a:pt x="55117" y="165481"/>
                </a:lnTo>
                <a:lnTo>
                  <a:pt x="2543555" y="165481"/>
                </a:lnTo>
                <a:lnTo>
                  <a:pt x="2543555" y="82804"/>
                </a:lnTo>
                <a:close/>
              </a:path>
              <a:path w="2543810" h="827404">
                <a:moveTo>
                  <a:pt x="2433319" y="0"/>
                </a:moveTo>
                <a:lnTo>
                  <a:pt x="2433319" y="55118"/>
                </a:lnTo>
                <a:lnTo>
                  <a:pt x="2488438" y="55118"/>
                </a:lnTo>
                <a:lnTo>
                  <a:pt x="2488438" y="27559"/>
                </a:lnTo>
                <a:lnTo>
                  <a:pt x="2460879" y="27559"/>
                </a:lnTo>
                <a:lnTo>
                  <a:pt x="2450143" y="25396"/>
                </a:lnTo>
                <a:lnTo>
                  <a:pt x="2441384" y="19494"/>
                </a:lnTo>
                <a:lnTo>
                  <a:pt x="2435482" y="10735"/>
                </a:lnTo>
                <a:lnTo>
                  <a:pt x="2433319" y="0"/>
                </a:lnTo>
                <a:close/>
              </a:path>
              <a:path w="2543810" h="827404">
                <a:moveTo>
                  <a:pt x="2488438" y="0"/>
                </a:moveTo>
                <a:lnTo>
                  <a:pt x="2486275" y="10735"/>
                </a:lnTo>
                <a:lnTo>
                  <a:pt x="2480373" y="19494"/>
                </a:lnTo>
                <a:lnTo>
                  <a:pt x="2471614" y="25396"/>
                </a:lnTo>
                <a:lnTo>
                  <a:pt x="2460879" y="27559"/>
                </a:lnTo>
                <a:lnTo>
                  <a:pt x="2488438" y="27559"/>
                </a:lnTo>
                <a:lnTo>
                  <a:pt x="2488438" y="0"/>
                </a:lnTo>
                <a:close/>
              </a:path>
            </a:pathLst>
          </a:custGeom>
          <a:solidFill>
            <a:srgbClr val="00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3625088" y="4455414"/>
            <a:ext cx="2488565" cy="220979"/>
          </a:xfrm>
          <a:custGeom>
            <a:avLst/>
            <a:gdLst/>
            <a:ahLst/>
            <a:cxnLst/>
            <a:rect l="l" t="t" r="r" b="b"/>
            <a:pathLst>
              <a:path w="2488565" h="220979">
                <a:moveTo>
                  <a:pt x="27559" y="137922"/>
                </a:moveTo>
                <a:lnTo>
                  <a:pt x="16823" y="140084"/>
                </a:lnTo>
                <a:lnTo>
                  <a:pt x="8064" y="145986"/>
                </a:lnTo>
                <a:lnTo>
                  <a:pt x="2162" y="154745"/>
                </a:lnTo>
                <a:lnTo>
                  <a:pt x="0" y="165481"/>
                </a:lnTo>
                <a:lnTo>
                  <a:pt x="0" y="220599"/>
                </a:lnTo>
                <a:lnTo>
                  <a:pt x="21470" y="216273"/>
                </a:lnTo>
                <a:lnTo>
                  <a:pt x="38988" y="204470"/>
                </a:lnTo>
                <a:lnTo>
                  <a:pt x="50792" y="186951"/>
                </a:lnTo>
                <a:lnTo>
                  <a:pt x="55117" y="165481"/>
                </a:lnTo>
                <a:lnTo>
                  <a:pt x="52955" y="154745"/>
                </a:lnTo>
                <a:lnTo>
                  <a:pt x="47053" y="145986"/>
                </a:lnTo>
                <a:lnTo>
                  <a:pt x="38294" y="140084"/>
                </a:lnTo>
                <a:lnTo>
                  <a:pt x="27559" y="137922"/>
                </a:lnTo>
                <a:close/>
              </a:path>
              <a:path w="2488565" h="220979">
                <a:moveTo>
                  <a:pt x="2488438" y="55118"/>
                </a:moveTo>
                <a:lnTo>
                  <a:pt x="2433320" y="55118"/>
                </a:lnTo>
                <a:lnTo>
                  <a:pt x="2433320" y="110236"/>
                </a:lnTo>
                <a:lnTo>
                  <a:pt x="2454790" y="105910"/>
                </a:lnTo>
                <a:lnTo>
                  <a:pt x="2472309" y="94107"/>
                </a:lnTo>
                <a:lnTo>
                  <a:pt x="2484112" y="76588"/>
                </a:lnTo>
                <a:lnTo>
                  <a:pt x="2488438" y="55118"/>
                </a:lnTo>
                <a:close/>
              </a:path>
              <a:path w="2488565" h="220979">
                <a:moveTo>
                  <a:pt x="2433320" y="0"/>
                </a:moveTo>
                <a:lnTo>
                  <a:pt x="2411849" y="4325"/>
                </a:lnTo>
                <a:lnTo>
                  <a:pt x="2394331" y="16128"/>
                </a:lnTo>
                <a:lnTo>
                  <a:pt x="2382527" y="33647"/>
                </a:lnTo>
                <a:lnTo>
                  <a:pt x="2378202" y="55118"/>
                </a:lnTo>
                <a:lnTo>
                  <a:pt x="2380364" y="65853"/>
                </a:lnTo>
                <a:lnTo>
                  <a:pt x="2386266" y="74612"/>
                </a:lnTo>
                <a:lnTo>
                  <a:pt x="2395025" y="80514"/>
                </a:lnTo>
                <a:lnTo>
                  <a:pt x="2405761" y="82677"/>
                </a:lnTo>
                <a:lnTo>
                  <a:pt x="2416496" y="80514"/>
                </a:lnTo>
                <a:lnTo>
                  <a:pt x="2425255" y="74612"/>
                </a:lnTo>
                <a:lnTo>
                  <a:pt x="2431157" y="65853"/>
                </a:lnTo>
                <a:lnTo>
                  <a:pt x="2433320" y="55118"/>
                </a:lnTo>
                <a:lnTo>
                  <a:pt x="2488438" y="55118"/>
                </a:lnTo>
                <a:lnTo>
                  <a:pt x="2484112" y="33647"/>
                </a:lnTo>
                <a:lnTo>
                  <a:pt x="2472309" y="16128"/>
                </a:lnTo>
                <a:lnTo>
                  <a:pt x="2454790" y="4325"/>
                </a:lnTo>
                <a:lnTo>
                  <a:pt x="2433320" y="0"/>
                </a:lnTo>
                <a:close/>
              </a:path>
            </a:pathLst>
          </a:custGeom>
          <a:solidFill>
            <a:srgbClr val="0000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569970" y="4455414"/>
            <a:ext cx="2543810" cy="882650"/>
          </a:xfrm>
          <a:custGeom>
            <a:avLst/>
            <a:gdLst/>
            <a:ahLst/>
            <a:cxnLst/>
            <a:rect l="l" t="t" r="r" b="b"/>
            <a:pathLst>
              <a:path w="2543810" h="882650">
                <a:moveTo>
                  <a:pt x="0" y="165481"/>
                </a:moveTo>
                <a:lnTo>
                  <a:pt x="4325" y="143990"/>
                </a:lnTo>
                <a:lnTo>
                  <a:pt x="16128" y="126428"/>
                </a:lnTo>
                <a:lnTo>
                  <a:pt x="33647" y="114581"/>
                </a:lnTo>
                <a:lnTo>
                  <a:pt x="55117" y="110236"/>
                </a:lnTo>
                <a:lnTo>
                  <a:pt x="2433319" y="110236"/>
                </a:lnTo>
                <a:lnTo>
                  <a:pt x="2433319" y="55118"/>
                </a:lnTo>
                <a:lnTo>
                  <a:pt x="2437645" y="33647"/>
                </a:lnTo>
                <a:lnTo>
                  <a:pt x="2449448" y="16128"/>
                </a:lnTo>
                <a:lnTo>
                  <a:pt x="2466967" y="4325"/>
                </a:lnTo>
                <a:lnTo>
                  <a:pt x="2488438" y="0"/>
                </a:lnTo>
                <a:lnTo>
                  <a:pt x="2509908" y="4325"/>
                </a:lnTo>
                <a:lnTo>
                  <a:pt x="2527427" y="16128"/>
                </a:lnTo>
                <a:lnTo>
                  <a:pt x="2539230" y="33647"/>
                </a:lnTo>
                <a:lnTo>
                  <a:pt x="2543555" y="55118"/>
                </a:lnTo>
                <a:lnTo>
                  <a:pt x="2543555" y="716915"/>
                </a:lnTo>
                <a:lnTo>
                  <a:pt x="2539230" y="738405"/>
                </a:lnTo>
                <a:lnTo>
                  <a:pt x="2527427" y="755967"/>
                </a:lnTo>
                <a:lnTo>
                  <a:pt x="2509908" y="767814"/>
                </a:lnTo>
                <a:lnTo>
                  <a:pt x="2488438" y="772160"/>
                </a:lnTo>
                <a:lnTo>
                  <a:pt x="110235" y="772160"/>
                </a:lnTo>
                <a:lnTo>
                  <a:pt x="110235" y="827278"/>
                </a:lnTo>
                <a:lnTo>
                  <a:pt x="105910" y="848748"/>
                </a:lnTo>
                <a:lnTo>
                  <a:pt x="94106" y="866266"/>
                </a:lnTo>
                <a:lnTo>
                  <a:pt x="76588" y="878070"/>
                </a:lnTo>
                <a:lnTo>
                  <a:pt x="55117" y="882396"/>
                </a:lnTo>
                <a:lnTo>
                  <a:pt x="33647" y="878070"/>
                </a:lnTo>
                <a:lnTo>
                  <a:pt x="16128" y="866267"/>
                </a:lnTo>
                <a:lnTo>
                  <a:pt x="4325" y="848748"/>
                </a:lnTo>
                <a:lnTo>
                  <a:pt x="0" y="827278"/>
                </a:lnTo>
                <a:lnTo>
                  <a:pt x="0" y="165481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984240" y="4491482"/>
            <a:ext cx="148336" cy="9321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3550920" y="4574285"/>
            <a:ext cx="148335" cy="120776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3680205" y="4620895"/>
            <a:ext cx="0" cy="607060"/>
          </a:xfrm>
          <a:custGeom>
            <a:avLst/>
            <a:gdLst/>
            <a:ahLst/>
            <a:cxnLst/>
            <a:rect l="l" t="t" r="r" b="b"/>
            <a:pathLst>
              <a:path w="0" h="607060">
                <a:moveTo>
                  <a:pt x="0" y="0"/>
                </a:moveTo>
                <a:lnTo>
                  <a:pt x="0" y="606678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450079" y="4845507"/>
            <a:ext cx="346075" cy="351790"/>
          </a:xfrm>
          <a:prstGeom prst="rect">
            <a:avLst/>
          </a:prstGeom>
        </p:spPr>
        <p:txBody>
          <a:bodyPr wrap="square" lIns="0" tIns="1714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5"/>
              </a:spcBef>
            </a:pPr>
            <a:r>
              <a:rPr dirty="0" baseline="-6613" sz="3150" spc="-337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100" spc="-22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sz="21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86842" y="4598821"/>
            <a:ext cx="5818505" cy="541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30"/>
              </a:spcBef>
              <a:tabLst>
                <a:tab pos="307213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其中，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V	</a:t>
            </a:r>
            <a:r>
              <a:rPr dirty="0" sz="3200" spc="-83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350" spc="-830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baseline="4145" sz="5025" spc="-1245" b="1" i="1">
                <a:solidFill>
                  <a:srgbClr val="FFFFFF"/>
                </a:solidFill>
                <a:latin typeface="Symbol"/>
                <a:cs typeface="Symbol"/>
              </a:rPr>
              <a:t></a:t>
            </a:r>
            <a:r>
              <a:rPr dirty="0" sz="3200" spc="-83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baseline="4340" sz="4800" spc="-124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3200" spc="-83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4340" sz="4800" spc="-124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4340" sz="4800" spc="-53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25132" sz="3150" spc="-742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baseline="4340" sz="4800" spc="-742" b="1">
                <a:solidFill>
                  <a:srgbClr val="FFFFFF"/>
                </a:solidFill>
                <a:latin typeface="Symbol"/>
                <a:cs typeface="Symbol"/>
              </a:rPr>
              <a:t></a:t>
            </a:r>
            <a:r>
              <a:rPr dirty="0" sz="3200" spc="-49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baseline="4340" sz="4800" spc="-742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baseline="4340" sz="4800" spc="-742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baseline="4340" sz="4800" spc="-742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baseline="4340" sz="4800" spc="-742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endParaRPr baseline="4340" sz="48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944873" y="267461"/>
            <a:ext cx="4996180" cy="1801495"/>
          </a:xfrm>
          <a:custGeom>
            <a:avLst/>
            <a:gdLst/>
            <a:ahLst/>
            <a:cxnLst/>
            <a:rect l="l" t="t" r="r" b="b"/>
            <a:pathLst>
              <a:path w="4996180" h="1801495">
                <a:moveTo>
                  <a:pt x="2386643" y="1303274"/>
                </a:moveTo>
                <a:lnTo>
                  <a:pt x="1784350" y="1303274"/>
                </a:lnTo>
                <a:lnTo>
                  <a:pt x="1962403" y="1801368"/>
                </a:lnTo>
                <a:lnTo>
                  <a:pt x="2386643" y="1303274"/>
                </a:lnTo>
                <a:close/>
              </a:path>
              <a:path w="4996180" h="1801495">
                <a:moveTo>
                  <a:pt x="3226373" y="1245489"/>
                </a:moveTo>
                <a:lnTo>
                  <a:pt x="2435860" y="1245489"/>
                </a:lnTo>
                <a:lnTo>
                  <a:pt x="3063748" y="1646047"/>
                </a:lnTo>
                <a:lnTo>
                  <a:pt x="3226373" y="1245489"/>
                </a:lnTo>
                <a:close/>
              </a:path>
              <a:path w="4996180" h="1801495">
                <a:moveTo>
                  <a:pt x="3982959" y="1205611"/>
                </a:moveTo>
                <a:lnTo>
                  <a:pt x="3242564" y="1205611"/>
                </a:lnTo>
                <a:lnTo>
                  <a:pt x="4196587" y="1509014"/>
                </a:lnTo>
                <a:lnTo>
                  <a:pt x="3982959" y="1205611"/>
                </a:lnTo>
                <a:close/>
              </a:path>
              <a:path w="4996180" h="1801495">
                <a:moveTo>
                  <a:pt x="3952466" y="1162304"/>
                </a:moveTo>
                <a:lnTo>
                  <a:pt x="1310639" y="1162304"/>
                </a:lnTo>
                <a:lnTo>
                  <a:pt x="1101343" y="1469136"/>
                </a:lnTo>
                <a:lnTo>
                  <a:pt x="1784350" y="1303274"/>
                </a:lnTo>
                <a:lnTo>
                  <a:pt x="2386643" y="1303274"/>
                </a:lnTo>
                <a:lnTo>
                  <a:pt x="2435860" y="1245489"/>
                </a:lnTo>
                <a:lnTo>
                  <a:pt x="3226373" y="1245489"/>
                </a:lnTo>
                <a:lnTo>
                  <a:pt x="3242564" y="1205611"/>
                </a:lnTo>
                <a:lnTo>
                  <a:pt x="3982959" y="1205611"/>
                </a:lnTo>
                <a:lnTo>
                  <a:pt x="3952466" y="1162304"/>
                </a:lnTo>
                <a:close/>
              </a:path>
              <a:path w="4996180" h="1801495">
                <a:moveTo>
                  <a:pt x="85598" y="191389"/>
                </a:moveTo>
                <a:lnTo>
                  <a:pt x="1070102" y="635254"/>
                </a:lnTo>
                <a:lnTo>
                  <a:pt x="0" y="718439"/>
                </a:lnTo>
                <a:lnTo>
                  <a:pt x="860805" y="981964"/>
                </a:lnTo>
                <a:lnTo>
                  <a:pt x="31241" y="1216533"/>
                </a:lnTo>
                <a:lnTo>
                  <a:pt x="1310639" y="1162304"/>
                </a:lnTo>
                <a:lnTo>
                  <a:pt x="3952466" y="1162304"/>
                </a:lnTo>
                <a:lnTo>
                  <a:pt x="3894074" y="1079373"/>
                </a:lnTo>
                <a:lnTo>
                  <a:pt x="4881728" y="1079373"/>
                </a:lnTo>
                <a:lnTo>
                  <a:pt x="4072128" y="873633"/>
                </a:lnTo>
                <a:lnTo>
                  <a:pt x="4879340" y="678561"/>
                </a:lnTo>
                <a:lnTo>
                  <a:pt x="3862831" y="610108"/>
                </a:lnTo>
                <a:lnTo>
                  <a:pt x="3998061" y="527050"/>
                </a:lnTo>
                <a:lnTo>
                  <a:pt x="1691131" y="527050"/>
                </a:lnTo>
                <a:lnTo>
                  <a:pt x="85598" y="191389"/>
                </a:lnTo>
                <a:close/>
              </a:path>
              <a:path w="4996180" h="1801495">
                <a:moveTo>
                  <a:pt x="4881728" y="1079373"/>
                </a:moveTo>
                <a:lnTo>
                  <a:pt x="3894074" y="1079373"/>
                </a:lnTo>
                <a:lnTo>
                  <a:pt x="4995672" y="1108329"/>
                </a:lnTo>
                <a:lnTo>
                  <a:pt x="4881728" y="1079373"/>
                </a:lnTo>
                <a:close/>
              </a:path>
              <a:path w="4996180" h="1801495">
                <a:moveTo>
                  <a:pt x="1931670" y="191389"/>
                </a:moveTo>
                <a:lnTo>
                  <a:pt x="1691131" y="527050"/>
                </a:lnTo>
                <a:lnTo>
                  <a:pt x="3998061" y="527050"/>
                </a:lnTo>
                <a:lnTo>
                  <a:pt x="4068570" y="483743"/>
                </a:lnTo>
                <a:lnTo>
                  <a:pt x="2497836" y="483743"/>
                </a:lnTo>
                <a:lnTo>
                  <a:pt x="1931670" y="191389"/>
                </a:lnTo>
                <a:close/>
              </a:path>
              <a:path w="4996180" h="1801495">
                <a:moveTo>
                  <a:pt x="3358642" y="0"/>
                </a:moveTo>
                <a:lnTo>
                  <a:pt x="2497836" y="483743"/>
                </a:lnTo>
                <a:lnTo>
                  <a:pt x="4068570" y="483743"/>
                </a:lnTo>
                <a:lnTo>
                  <a:pt x="4133083" y="444119"/>
                </a:lnTo>
                <a:lnTo>
                  <a:pt x="3273805" y="444119"/>
                </a:lnTo>
                <a:lnTo>
                  <a:pt x="3358642" y="0"/>
                </a:lnTo>
                <a:close/>
              </a:path>
              <a:path w="4996180" h="1801495">
                <a:moveTo>
                  <a:pt x="4250944" y="371729"/>
                </a:moveTo>
                <a:lnTo>
                  <a:pt x="3273805" y="444119"/>
                </a:lnTo>
                <a:lnTo>
                  <a:pt x="4133083" y="444119"/>
                </a:lnTo>
                <a:lnTo>
                  <a:pt x="4250944" y="371729"/>
                </a:lnTo>
                <a:close/>
              </a:path>
            </a:pathLst>
          </a:custGeom>
          <a:solidFill>
            <a:srgbClr val="00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3944873" y="267461"/>
            <a:ext cx="4996180" cy="1801495"/>
          </a:xfrm>
          <a:custGeom>
            <a:avLst/>
            <a:gdLst/>
            <a:ahLst/>
            <a:cxnLst/>
            <a:rect l="l" t="t" r="r" b="b"/>
            <a:pathLst>
              <a:path w="4996180" h="1801495">
                <a:moveTo>
                  <a:pt x="2497836" y="483743"/>
                </a:moveTo>
                <a:lnTo>
                  <a:pt x="3358642" y="0"/>
                </a:lnTo>
                <a:lnTo>
                  <a:pt x="3273805" y="444119"/>
                </a:lnTo>
                <a:lnTo>
                  <a:pt x="4250944" y="371729"/>
                </a:lnTo>
                <a:lnTo>
                  <a:pt x="3862831" y="610108"/>
                </a:lnTo>
                <a:lnTo>
                  <a:pt x="4879340" y="678561"/>
                </a:lnTo>
                <a:lnTo>
                  <a:pt x="4072128" y="873633"/>
                </a:lnTo>
                <a:lnTo>
                  <a:pt x="4995672" y="1108329"/>
                </a:lnTo>
                <a:lnTo>
                  <a:pt x="3894074" y="1079373"/>
                </a:lnTo>
                <a:lnTo>
                  <a:pt x="4196587" y="1509014"/>
                </a:lnTo>
                <a:lnTo>
                  <a:pt x="3242564" y="1205611"/>
                </a:lnTo>
                <a:lnTo>
                  <a:pt x="3063748" y="1646047"/>
                </a:lnTo>
                <a:lnTo>
                  <a:pt x="2435860" y="1245489"/>
                </a:lnTo>
                <a:lnTo>
                  <a:pt x="1962403" y="1801368"/>
                </a:lnTo>
                <a:lnTo>
                  <a:pt x="1784350" y="1303274"/>
                </a:lnTo>
                <a:lnTo>
                  <a:pt x="1101343" y="1469136"/>
                </a:lnTo>
                <a:lnTo>
                  <a:pt x="1310639" y="1162304"/>
                </a:lnTo>
                <a:lnTo>
                  <a:pt x="31241" y="1216533"/>
                </a:lnTo>
                <a:lnTo>
                  <a:pt x="860805" y="981964"/>
                </a:lnTo>
                <a:lnTo>
                  <a:pt x="0" y="718439"/>
                </a:lnTo>
                <a:lnTo>
                  <a:pt x="1070102" y="635254"/>
                </a:lnTo>
                <a:lnTo>
                  <a:pt x="85598" y="191389"/>
                </a:lnTo>
                <a:lnTo>
                  <a:pt x="1691131" y="527050"/>
                </a:lnTo>
                <a:lnTo>
                  <a:pt x="1931670" y="191389"/>
                </a:lnTo>
                <a:lnTo>
                  <a:pt x="2497836" y="483743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186842" y="656336"/>
            <a:ext cx="748728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r>
              <a:rPr dirty="0" sz="3200" spc="5" b="1">
                <a:solidFill>
                  <a:srgbClr val="FFFF00"/>
                </a:solidFill>
                <a:latin typeface="宋体"/>
                <a:cs typeface="宋体"/>
              </a:rPr>
              <a:t>．</a:t>
            </a:r>
            <a:r>
              <a:rPr dirty="0" sz="3200" spc="5" b="1">
                <a:solidFill>
                  <a:srgbClr val="B0FFFF"/>
                </a:solidFill>
                <a:latin typeface="Times New Roman"/>
                <a:cs typeface="Times New Roman"/>
              </a:rPr>
              <a:t>3</a:t>
            </a:r>
            <a:r>
              <a:rPr dirty="0" sz="3200" b="1">
                <a:solidFill>
                  <a:srgbClr val="B0FFFF"/>
                </a:solidFill>
                <a:latin typeface="宋体"/>
                <a:cs typeface="宋体"/>
              </a:rPr>
              <a:t>型文法（</a:t>
            </a:r>
            <a:r>
              <a:rPr dirty="0" sz="3200" spc="-5" b="1">
                <a:solidFill>
                  <a:srgbClr val="B0FFFF"/>
                </a:solidFill>
                <a:latin typeface="宋体"/>
                <a:cs typeface="宋体"/>
              </a:rPr>
              <a:t>正则</a:t>
            </a:r>
            <a:r>
              <a:rPr dirty="0" sz="3200" spc="-10" b="1">
                <a:solidFill>
                  <a:srgbClr val="B0FFFF"/>
                </a:solidFill>
                <a:latin typeface="宋体"/>
                <a:cs typeface="宋体"/>
              </a:rPr>
              <a:t>文</a:t>
            </a:r>
            <a:r>
              <a:rPr dirty="0" sz="3200" spc="5" b="1">
                <a:solidFill>
                  <a:srgbClr val="B0FFFF"/>
                </a:solidFill>
                <a:latin typeface="宋体"/>
                <a:cs typeface="宋体"/>
              </a:rPr>
              <a:t>法</a:t>
            </a:r>
            <a:r>
              <a:rPr dirty="0" sz="3200" b="1">
                <a:solidFill>
                  <a:srgbClr val="B0FFFF"/>
                </a:solidFill>
                <a:latin typeface="宋体"/>
                <a:cs typeface="宋体"/>
              </a:rPr>
              <a:t>、</a:t>
            </a:r>
            <a:r>
              <a:rPr dirty="0" sz="3200" spc="-10" b="1">
                <a:solidFill>
                  <a:srgbClr val="B0FFFF"/>
                </a:solidFill>
                <a:latin typeface="宋体"/>
                <a:cs typeface="宋体"/>
              </a:rPr>
              <a:t>线</a:t>
            </a:r>
            <a:r>
              <a:rPr dirty="0" sz="3200" spc="-2730" b="1">
                <a:solidFill>
                  <a:srgbClr val="B0FFFF"/>
                </a:solidFill>
                <a:latin typeface="宋体"/>
                <a:cs typeface="宋体"/>
              </a:rPr>
              <a:t>性</a:t>
            </a:r>
            <a:r>
              <a:rPr dirty="0" baseline="-21701" sz="4800" spc="-735" b="1">
                <a:solidFill>
                  <a:srgbClr val="FFFFFF"/>
                </a:solidFill>
                <a:latin typeface="宋体"/>
                <a:cs typeface="宋体"/>
              </a:rPr>
              <a:t>乔</a:t>
            </a:r>
            <a:r>
              <a:rPr dirty="0" sz="3200" spc="-2730" b="1">
                <a:solidFill>
                  <a:srgbClr val="B0FFFF"/>
                </a:solidFill>
                <a:latin typeface="宋体"/>
                <a:cs typeface="宋体"/>
              </a:rPr>
              <a:t>文</a:t>
            </a:r>
            <a:r>
              <a:rPr dirty="0" baseline="-21701" sz="4800" spc="-735" b="1">
                <a:solidFill>
                  <a:srgbClr val="FFFFFF"/>
                </a:solidFill>
                <a:latin typeface="宋体"/>
                <a:cs typeface="宋体"/>
              </a:rPr>
              <a:t>姆</a:t>
            </a:r>
            <a:r>
              <a:rPr dirty="0" sz="3200" spc="-2725" b="1">
                <a:solidFill>
                  <a:srgbClr val="B0FFFF"/>
                </a:solidFill>
                <a:latin typeface="宋体"/>
                <a:cs typeface="宋体"/>
              </a:rPr>
              <a:t>法</a:t>
            </a:r>
            <a:r>
              <a:rPr dirty="0" baseline="-21701" sz="4800" spc="-727" b="1">
                <a:solidFill>
                  <a:srgbClr val="FFFFFF"/>
                </a:solidFill>
                <a:latin typeface="宋体"/>
                <a:cs typeface="宋体"/>
              </a:rPr>
              <a:t>斯</a:t>
            </a:r>
            <a:r>
              <a:rPr dirty="0" sz="3200" spc="-2735" b="1">
                <a:solidFill>
                  <a:srgbClr val="B0FFFF"/>
                </a:solidFill>
                <a:latin typeface="宋体"/>
                <a:cs typeface="宋体"/>
              </a:rPr>
              <a:t>）</a:t>
            </a:r>
            <a:r>
              <a:rPr dirty="0" baseline="-21701" sz="4800" b="1">
                <a:solidFill>
                  <a:srgbClr val="FFFFFF"/>
                </a:solidFill>
                <a:latin typeface="宋体"/>
                <a:cs typeface="宋体"/>
              </a:rPr>
              <a:t>基范式</a:t>
            </a:r>
            <a:endParaRPr baseline="-21701" sz="4800">
              <a:latin typeface="宋体"/>
              <a:cs typeface="宋体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3703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370840"/>
          </a:xfrm>
          <a:custGeom>
            <a:avLst/>
            <a:gdLst/>
            <a:ahLst/>
            <a:cxnLst/>
            <a:rect l="l" t="t" r="r" b="b"/>
            <a:pathLst>
              <a:path w="9144000" h="370840">
                <a:moveTo>
                  <a:pt x="0" y="370331"/>
                </a:moveTo>
                <a:lnTo>
                  <a:pt x="9144000" y="370331"/>
                </a:lnTo>
                <a:lnTo>
                  <a:pt x="9144000" y="0"/>
                </a:lnTo>
                <a:lnTo>
                  <a:pt x="0" y="0"/>
                </a:lnTo>
                <a:lnTo>
                  <a:pt x="0" y="370331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28447"/>
            <a:ext cx="87102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66465" algn="l"/>
                <a:tab pos="5821045" algn="l"/>
              </a:tabLst>
            </a:pPr>
            <a:r>
              <a:rPr dirty="0" sz="18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1800" spc="-5" b="1">
                <a:solidFill>
                  <a:srgbClr val="A15100"/>
                </a:solidFill>
                <a:latin typeface="Times New Roman"/>
                <a:cs typeface="Times New Roman"/>
              </a:rPr>
              <a:t>h2 </a:t>
            </a:r>
            <a:r>
              <a:rPr dirty="0" sz="1800" spc="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A15100"/>
                </a:solidFill>
                <a:latin typeface="宋体"/>
                <a:cs typeface="宋体"/>
              </a:rPr>
              <a:t>形式语言自动机理论基</a:t>
            </a:r>
            <a:r>
              <a:rPr dirty="0" sz="1800" spc="-10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1800" b="1">
                <a:solidFill>
                  <a:srgbClr val="A15100"/>
                </a:solidFill>
                <a:latin typeface="Times New Roman"/>
                <a:cs typeface="Times New Roman"/>
              </a:rPr>
              <a:t>2.3 </a:t>
            </a:r>
            <a:r>
              <a:rPr dirty="0" sz="1800" spc="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A15100"/>
                </a:solidFill>
                <a:latin typeface="宋体"/>
                <a:cs typeface="宋体"/>
              </a:rPr>
              <a:t>正规式与自动</a:t>
            </a:r>
            <a:r>
              <a:rPr dirty="0" sz="1800" spc="-10" b="1">
                <a:solidFill>
                  <a:srgbClr val="A15100"/>
                </a:solidFill>
                <a:latin typeface="宋体"/>
                <a:cs typeface="宋体"/>
              </a:rPr>
              <a:t>机	</a:t>
            </a:r>
            <a:r>
              <a:rPr dirty="0" sz="1800" b="1">
                <a:solidFill>
                  <a:srgbClr val="A15100"/>
                </a:solidFill>
                <a:latin typeface="Times New Roman"/>
                <a:cs typeface="Times New Roman"/>
              </a:rPr>
              <a:t>2.3.1</a:t>
            </a:r>
            <a:r>
              <a:rPr dirty="0" sz="1800" spc="38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A15100"/>
                </a:solidFill>
                <a:latin typeface="宋体"/>
                <a:cs typeface="宋体"/>
              </a:rPr>
              <a:t>有限自动机与正则文法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52978" y="149479"/>
            <a:ext cx="249936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67121" y="130555"/>
            <a:ext cx="248284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262839" y="332612"/>
            <a:ext cx="1771650" cy="58737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431800" indent="-419734">
              <a:lnSpc>
                <a:spcPct val="100000"/>
              </a:lnSpc>
              <a:spcBef>
                <a:spcPts val="58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31800" algn="l"/>
                <a:tab pos="432434" algn="l"/>
              </a:tabLst>
            </a:pPr>
            <a:r>
              <a:rPr dirty="0">
                <a:solidFill>
                  <a:srgbClr val="FFFF00"/>
                </a:solidFill>
              </a:rPr>
              <a:t>定理</a:t>
            </a:r>
            <a:r>
              <a:rPr dirty="0" spc="5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>
                <a:solidFill>
                  <a:srgbClr val="FFFF00"/>
                </a:solidFill>
                <a:latin typeface="Times New Roman"/>
                <a:cs typeface="Times New Roman"/>
              </a:rPr>
              <a:t>.2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224739" y="880725"/>
            <a:ext cx="8584565" cy="5883275"/>
          </a:xfrm>
          <a:prstGeom prst="rect">
            <a:avLst/>
          </a:prstGeom>
        </p:spPr>
        <p:txBody>
          <a:bodyPr wrap="square" lIns="0" tIns="21590" rIns="0" bIns="0" rtlCol="0" vert="horz">
            <a:spAutoFit/>
          </a:bodyPr>
          <a:lstStyle/>
          <a:p>
            <a:pPr algn="just" marL="50800" marR="40005" indent="509270">
              <a:lnSpc>
                <a:spcPct val="120600"/>
              </a:lnSpc>
              <a:spcBef>
                <a:spcPts val="17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132" sz="315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6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132" sz="315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6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6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32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右线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性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3200" spc="1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左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线性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法结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论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相同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，则存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在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一有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限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自动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机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（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7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350" spc="-50" b="1" i="1">
                <a:solidFill>
                  <a:srgbClr val="FFFFFF"/>
                </a:solidFill>
                <a:latin typeface="Symbol"/>
                <a:cs typeface="Symbol"/>
              </a:rPr>
              <a:t></a:t>
            </a:r>
            <a:r>
              <a:rPr dirty="0" sz="3200" spc="-5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7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spc="7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），使得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3200">
              <a:latin typeface="Times New Roman"/>
              <a:cs typeface="Times New Roman"/>
            </a:endParaRPr>
          </a:p>
          <a:p>
            <a:pPr marL="158750">
              <a:lnSpc>
                <a:spcPct val="100000"/>
              </a:lnSpc>
              <a:spcBef>
                <a:spcPts val="409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构造有限自动机</a:t>
            </a:r>
            <a:endParaRPr sz="2800">
              <a:latin typeface="宋体"/>
              <a:cs typeface="宋体"/>
            </a:endParaRPr>
          </a:p>
          <a:p>
            <a:pPr marL="1140460" indent="-982344">
              <a:lnSpc>
                <a:spcPct val="100000"/>
              </a:lnSpc>
              <a:spcBef>
                <a:spcPts val="525"/>
              </a:spcBef>
              <a:buSzPct val="94915"/>
              <a:buFont typeface=""/>
              <a:buAutoNum type="arabicPlain"/>
              <a:tabLst>
                <a:tab pos="1141095" algn="l"/>
              </a:tabLst>
            </a:pPr>
            <a:r>
              <a:rPr dirty="0" sz="2950" spc="-55" b="1" i="1">
                <a:solidFill>
                  <a:srgbClr val="FFFFFF"/>
                </a:solidFill>
                <a:latin typeface="Symbol"/>
                <a:cs typeface="Symbol"/>
              </a:rPr>
              <a:t></a:t>
            </a:r>
            <a:r>
              <a:rPr dirty="0" sz="2800" spc="-55" b="1" i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endParaRPr baseline="-25525" sz="2775">
              <a:latin typeface="Times New Roman"/>
              <a:cs typeface="Times New Roman"/>
            </a:endParaRPr>
          </a:p>
          <a:p>
            <a:pPr marL="1140460" indent="-982344">
              <a:lnSpc>
                <a:spcPct val="100000"/>
              </a:lnSpc>
              <a:spcBef>
                <a:spcPts val="640"/>
              </a:spcBef>
              <a:buFont typeface=""/>
              <a:buAutoNum type="arabicPlain"/>
              <a:tabLst>
                <a:tab pos="1141095" algn="l"/>
              </a:tabLst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>
                <a:solidFill>
                  <a:srgbClr val="FFFFFF"/>
                </a:solidFill>
                <a:latin typeface="Times New Roman"/>
                <a:cs typeface="Times New Roman"/>
              </a:rPr>
              <a:t>0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  <a:p>
            <a:pPr marL="1140460" indent="-982344">
              <a:lnSpc>
                <a:spcPct val="100000"/>
              </a:lnSpc>
              <a:spcBef>
                <a:spcPts val="675"/>
              </a:spcBef>
              <a:buFont typeface=""/>
              <a:buAutoNum type="arabicPlain"/>
              <a:tabLst>
                <a:tab pos="114109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sz="2800" spc="-2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 V</a:t>
            </a:r>
            <a:r>
              <a:rPr dirty="0" baseline="-25525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baseline="-25525" sz="2775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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7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为一附加状态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且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baseline="-21021" sz="2775" spc="3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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endParaRPr baseline="-25525" sz="2775">
              <a:latin typeface="Times New Roman"/>
              <a:cs typeface="Times New Roman"/>
            </a:endParaRPr>
          </a:p>
          <a:p>
            <a:pPr marL="1050290" indent="-892175">
              <a:lnSpc>
                <a:spcPct val="100000"/>
              </a:lnSpc>
              <a:spcBef>
                <a:spcPts val="675"/>
              </a:spcBef>
              <a:buFont typeface=""/>
              <a:buAutoNum type="arabicPlain"/>
              <a:tabLst>
                <a:tab pos="105092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algn="just" marL="1050925" marR="1737360" indent="-1050925">
              <a:lnSpc>
                <a:spcPct val="119700"/>
              </a:lnSpc>
              <a:spcBef>
                <a:spcPts val="10"/>
              </a:spcBef>
              <a:buFont typeface=""/>
              <a:buAutoNum type="arabicPlain"/>
              <a:tabLst>
                <a:tab pos="105092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: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中有产生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2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4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baseline="-21021" sz="2775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P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中有产生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aC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r>
              <a:rPr dirty="0" sz="2800" spc="-5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 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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FFFFFF"/>
                </a:solidFill>
                <a:latin typeface="Symbol"/>
                <a:cs typeface="Symbol"/>
              </a:rPr>
              <a:t>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3703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370840"/>
          </a:xfrm>
          <a:custGeom>
            <a:avLst/>
            <a:gdLst/>
            <a:ahLst/>
            <a:cxnLst/>
            <a:rect l="l" t="t" r="r" b="b"/>
            <a:pathLst>
              <a:path w="9144000" h="370840">
                <a:moveTo>
                  <a:pt x="0" y="370331"/>
                </a:moveTo>
                <a:lnTo>
                  <a:pt x="9144000" y="370331"/>
                </a:lnTo>
                <a:lnTo>
                  <a:pt x="9144000" y="0"/>
                </a:lnTo>
                <a:lnTo>
                  <a:pt x="0" y="0"/>
                </a:lnTo>
                <a:lnTo>
                  <a:pt x="0" y="370331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28447"/>
            <a:ext cx="871029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66465" algn="l"/>
                <a:tab pos="5821045" algn="l"/>
              </a:tabLst>
            </a:pPr>
            <a:r>
              <a:rPr dirty="0" sz="18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1800" spc="-5" b="1">
                <a:solidFill>
                  <a:srgbClr val="A15100"/>
                </a:solidFill>
                <a:latin typeface="Times New Roman"/>
                <a:cs typeface="Times New Roman"/>
              </a:rPr>
              <a:t>h2 </a:t>
            </a:r>
            <a:r>
              <a:rPr dirty="0" sz="1800" spc="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A15100"/>
                </a:solidFill>
                <a:latin typeface="宋体"/>
                <a:cs typeface="宋体"/>
              </a:rPr>
              <a:t>形式语言自动机理论基</a:t>
            </a:r>
            <a:r>
              <a:rPr dirty="0" sz="1800" spc="-10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1800" b="1">
                <a:solidFill>
                  <a:srgbClr val="A15100"/>
                </a:solidFill>
                <a:latin typeface="Times New Roman"/>
                <a:cs typeface="Times New Roman"/>
              </a:rPr>
              <a:t>2.3 </a:t>
            </a:r>
            <a:r>
              <a:rPr dirty="0" sz="1800" spc="1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A15100"/>
                </a:solidFill>
                <a:latin typeface="宋体"/>
                <a:cs typeface="宋体"/>
              </a:rPr>
              <a:t>正规式与自动</a:t>
            </a:r>
            <a:r>
              <a:rPr dirty="0" sz="1800" spc="-10" b="1">
                <a:solidFill>
                  <a:srgbClr val="A15100"/>
                </a:solidFill>
                <a:latin typeface="宋体"/>
                <a:cs typeface="宋体"/>
              </a:rPr>
              <a:t>机	</a:t>
            </a:r>
            <a:r>
              <a:rPr dirty="0" sz="1800" b="1">
                <a:solidFill>
                  <a:srgbClr val="A15100"/>
                </a:solidFill>
                <a:latin typeface="Times New Roman"/>
                <a:cs typeface="Times New Roman"/>
              </a:rPr>
              <a:t>2.3.1</a:t>
            </a:r>
            <a:r>
              <a:rPr dirty="0" sz="1800" spc="38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A15100"/>
                </a:solidFill>
                <a:latin typeface="宋体"/>
                <a:cs typeface="宋体"/>
              </a:rPr>
              <a:t>有限自动机与正则文法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252978" y="149479"/>
            <a:ext cx="249936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5667121" y="130555"/>
            <a:ext cx="248284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62839" y="359822"/>
            <a:ext cx="7543800" cy="1218565"/>
          </a:xfrm>
          <a:prstGeom prst="rect">
            <a:avLst/>
          </a:prstGeom>
        </p:spPr>
        <p:txBody>
          <a:bodyPr wrap="square" lIns="0" tIns="50800" rIns="0" bIns="0" rtlCol="0" vert="horz">
            <a:spAutoFit/>
          </a:bodyPr>
          <a:lstStyle/>
          <a:p>
            <a:pPr marL="114300" marR="5080" indent="-102235">
              <a:lnSpc>
                <a:spcPts val="4690"/>
              </a:lnSpc>
              <a:spcBef>
                <a:spcPts val="400"/>
              </a:spcBef>
              <a:buClr>
                <a:srgbClr val="99FF99"/>
              </a:buClr>
              <a:buSzPct val="110937"/>
              <a:buFont typeface="Wingdings"/>
              <a:buChar char=""/>
              <a:tabLst>
                <a:tab pos="22796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写出与下述文法等价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有限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自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动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机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M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aA|bB|ε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62839" y="1551715"/>
            <a:ext cx="2052320" cy="12217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22600"/>
              </a:lnSpc>
              <a:spcBef>
                <a:spcPts val="10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aB|bA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-8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aS|bA|ε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464814" y="3548634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0" y="257555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5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1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945129" y="3720611"/>
            <a:ext cx="518795" cy="171450"/>
          </a:xfrm>
          <a:custGeom>
            <a:avLst/>
            <a:gdLst/>
            <a:ahLst/>
            <a:cxnLst/>
            <a:rect l="l" t="t" r="r" b="b"/>
            <a:pathLst>
              <a:path w="518795" h="171450">
                <a:moveTo>
                  <a:pt x="443121" y="85578"/>
                </a:moveTo>
                <a:lnTo>
                  <a:pt x="357123" y="135743"/>
                </a:lnTo>
                <a:lnTo>
                  <a:pt x="351498" y="140795"/>
                </a:lnTo>
                <a:lnTo>
                  <a:pt x="348313" y="147395"/>
                </a:lnTo>
                <a:lnTo>
                  <a:pt x="347819" y="154709"/>
                </a:lnTo>
                <a:lnTo>
                  <a:pt x="350266" y="161905"/>
                </a:lnTo>
                <a:lnTo>
                  <a:pt x="355316" y="167512"/>
                </a:lnTo>
                <a:lnTo>
                  <a:pt x="361902" y="170668"/>
                </a:lnTo>
                <a:lnTo>
                  <a:pt x="369179" y="171156"/>
                </a:lnTo>
                <a:lnTo>
                  <a:pt x="376300" y="168763"/>
                </a:lnTo>
                <a:lnTo>
                  <a:pt x="486162" y="104628"/>
                </a:lnTo>
                <a:lnTo>
                  <a:pt x="481075" y="104628"/>
                </a:lnTo>
                <a:lnTo>
                  <a:pt x="481075" y="102088"/>
                </a:lnTo>
                <a:lnTo>
                  <a:pt x="471423" y="102088"/>
                </a:lnTo>
                <a:lnTo>
                  <a:pt x="443121" y="85578"/>
                </a:lnTo>
                <a:close/>
              </a:path>
              <a:path w="518795" h="171450">
                <a:moveTo>
                  <a:pt x="410463" y="66528"/>
                </a:moveTo>
                <a:lnTo>
                  <a:pt x="0" y="66528"/>
                </a:lnTo>
                <a:lnTo>
                  <a:pt x="0" y="104628"/>
                </a:lnTo>
                <a:lnTo>
                  <a:pt x="410464" y="104628"/>
                </a:lnTo>
                <a:lnTo>
                  <a:pt x="443121" y="85578"/>
                </a:lnTo>
                <a:lnTo>
                  <a:pt x="410463" y="66528"/>
                </a:lnTo>
                <a:close/>
              </a:path>
              <a:path w="518795" h="171450">
                <a:moveTo>
                  <a:pt x="486162" y="66528"/>
                </a:moveTo>
                <a:lnTo>
                  <a:pt x="481075" y="66528"/>
                </a:lnTo>
                <a:lnTo>
                  <a:pt x="481075" y="104628"/>
                </a:lnTo>
                <a:lnTo>
                  <a:pt x="486162" y="104628"/>
                </a:lnTo>
                <a:lnTo>
                  <a:pt x="518794" y="85578"/>
                </a:lnTo>
                <a:lnTo>
                  <a:pt x="486162" y="66528"/>
                </a:lnTo>
                <a:close/>
              </a:path>
              <a:path w="518795" h="171450">
                <a:moveTo>
                  <a:pt x="471423" y="69068"/>
                </a:moveTo>
                <a:lnTo>
                  <a:pt x="443121" y="85578"/>
                </a:lnTo>
                <a:lnTo>
                  <a:pt x="471423" y="102088"/>
                </a:lnTo>
                <a:lnTo>
                  <a:pt x="471423" y="69068"/>
                </a:lnTo>
                <a:close/>
              </a:path>
              <a:path w="518795" h="171450">
                <a:moveTo>
                  <a:pt x="481075" y="69068"/>
                </a:moveTo>
                <a:lnTo>
                  <a:pt x="471423" y="69068"/>
                </a:lnTo>
                <a:lnTo>
                  <a:pt x="471423" y="102088"/>
                </a:lnTo>
                <a:lnTo>
                  <a:pt x="481075" y="102088"/>
                </a:lnTo>
                <a:lnTo>
                  <a:pt x="481075" y="69068"/>
                </a:lnTo>
                <a:close/>
              </a:path>
              <a:path w="518795" h="171450">
                <a:moveTo>
                  <a:pt x="369179" y="0"/>
                </a:moveTo>
                <a:lnTo>
                  <a:pt x="361902" y="488"/>
                </a:lnTo>
                <a:lnTo>
                  <a:pt x="355316" y="3643"/>
                </a:lnTo>
                <a:lnTo>
                  <a:pt x="350266" y="9251"/>
                </a:lnTo>
                <a:lnTo>
                  <a:pt x="347819" y="16446"/>
                </a:lnTo>
                <a:lnTo>
                  <a:pt x="348313" y="23760"/>
                </a:lnTo>
                <a:lnTo>
                  <a:pt x="351498" y="30360"/>
                </a:lnTo>
                <a:lnTo>
                  <a:pt x="357123" y="35413"/>
                </a:lnTo>
                <a:lnTo>
                  <a:pt x="443121" y="85578"/>
                </a:lnTo>
                <a:lnTo>
                  <a:pt x="471423" y="69068"/>
                </a:lnTo>
                <a:lnTo>
                  <a:pt x="481075" y="69068"/>
                </a:lnTo>
                <a:lnTo>
                  <a:pt x="481075" y="66528"/>
                </a:lnTo>
                <a:lnTo>
                  <a:pt x="486162" y="66528"/>
                </a:lnTo>
                <a:lnTo>
                  <a:pt x="376300" y="2393"/>
                </a:lnTo>
                <a:lnTo>
                  <a:pt x="36917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627626" y="2544317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4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2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4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5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4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727194" y="2530856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5877305" y="3548634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0" y="257555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5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1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5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977509" y="3536441"/>
            <a:ext cx="2971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4334002" y="4836655"/>
            <a:ext cx="833119" cy="758190"/>
          </a:xfrm>
          <a:custGeom>
            <a:avLst/>
            <a:gdLst/>
            <a:ahLst/>
            <a:cxnLst/>
            <a:rect l="l" t="t" r="r" b="b"/>
            <a:pathLst>
              <a:path w="833120" h="758189">
                <a:moveTo>
                  <a:pt x="436499" y="0"/>
                </a:moveTo>
                <a:lnTo>
                  <a:pt x="394208" y="0"/>
                </a:lnTo>
                <a:lnTo>
                  <a:pt x="373125" y="1269"/>
                </a:lnTo>
                <a:lnTo>
                  <a:pt x="312420" y="11430"/>
                </a:lnTo>
                <a:lnTo>
                  <a:pt x="254762" y="29210"/>
                </a:lnTo>
                <a:lnTo>
                  <a:pt x="218439" y="44450"/>
                </a:lnTo>
                <a:lnTo>
                  <a:pt x="184403" y="63500"/>
                </a:lnTo>
                <a:lnTo>
                  <a:pt x="152526" y="85089"/>
                </a:lnTo>
                <a:lnTo>
                  <a:pt x="137287" y="97789"/>
                </a:lnTo>
                <a:lnTo>
                  <a:pt x="122809" y="109219"/>
                </a:lnTo>
                <a:lnTo>
                  <a:pt x="95885" y="137160"/>
                </a:lnTo>
                <a:lnTo>
                  <a:pt x="60833" y="181610"/>
                </a:lnTo>
                <a:lnTo>
                  <a:pt x="33020" y="231139"/>
                </a:lnTo>
                <a:lnTo>
                  <a:pt x="13081" y="284480"/>
                </a:lnTo>
                <a:lnTo>
                  <a:pt x="2032" y="341630"/>
                </a:lnTo>
                <a:lnTo>
                  <a:pt x="0" y="381000"/>
                </a:lnTo>
                <a:lnTo>
                  <a:pt x="635" y="400050"/>
                </a:lnTo>
                <a:lnTo>
                  <a:pt x="5080" y="438150"/>
                </a:lnTo>
                <a:lnTo>
                  <a:pt x="13843" y="476250"/>
                </a:lnTo>
                <a:lnTo>
                  <a:pt x="33909" y="529590"/>
                </a:lnTo>
                <a:lnTo>
                  <a:pt x="62102" y="579120"/>
                </a:lnTo>
                <a:lnTo>
                  <a:pt x="97282" y="623570"/>
                </a:lnTo>
                <a:lnTo>
                  <a:pt x="139064" y="662940"/>
                </a:lnTo>
                <a:lnTo>
                  <a:pt x="169799" y="685800"/>
                </a:lnTo>
                <a:lnTo>
                  <a:pt x="220472" y="713740"/>
                </a:lnTo>
                <a:lnTo>
                  <a:pt x="256667" y="730250"/>
                </a:lnTo>
                <a:lnTo>
                  <a:pt x="294767" y="742950"/>
                </a:lnTo>
                <a:lnTo>
                  <a:pt x="314198" y="746760"/>
                </a:lnTo>
                <a:lnTo>
                  <a:pt x="334518" y="751840"/>
                </a:lnTo>
                <a:lnTo>
                  <a:pt x="375412" y="756920"/>
                </a:lnTo>
                <a:lnTo>
                  <a:pt x="396113" y="758190"/>
                </a:lnTo>
                <a:lnTo>
                  <a:pt x="438403" y="758190"/>
                </a:lnTo>
                <a:lnTo>
                  <a:pt x="480060" y="754380"/>
                </a:lnTo>
                <a:lnTo>
                  <a:pt x="520192" y="746760"/>
                </a:lnTo>
                <a:lnTo>
                  <a:pt x="559181" y="735330"/>
                </a:lnTo>
                <a:lnTo>
                  <a:pt x="577723" y="728980"/>
                </a:lnTo>
                <a:lnTo>
                  <a:pt x="396748" y="728980"/>
                </a:lnTo>
                <a:lnTo>
                  <a:pt x="377317" y="727710"/>
                </a:lnTo>
                <a:lnTo>
                  <a:pt x="339089" y="722630"/>
                </a:lnTo>
                <a:lnTo>
                  <a:pt x="284225" y="708660"/>
                </a:lnTo>
                <a:lnTo>
                  <a:pt x="232790" y="687070"/>
                </a:lnTo>
                <a:lnTo>
                  <a:pt x="185800" y="660400"/>
                </a:lnTo>
                <a:lnTo>
                  <a:pt x="143763" y="627380"/>
                </a:lnTo>
                <a:lnTo>
                  <a:pt x="107187" y="589280"/>
                </a:lnTo>
                <a:lnTo>
                  <a:pt x="76835" y="547369"/>
                </a:lnTo>
                <a:lnTo>
                  <a:pt x="53467" y="500380"/>
                </a:lnTo>
                <a:lnTo>
                  <a:pt x="37592" y="450850"/>
                </a:lnTo>
                <a:lnTo>
                  <a:pt x="30099" y="397510"/>
                </a:lnTo>
                <a:lnTo>
                  <a:pt x="29627" y="381000"/>
                </a:lnTo>
                <a:lnTo>
                  <a:pt x="29627" y="378460"/>
                </a:lnTo>
                <a:lnTo>
                  <a:pt x="34036" y="326389"/>
                </a:lnTo>
                <a:lnTo>
                  <a:pt x="47117" y="274319"/>
                </a:lnTo>
                <a:lnTo>
                  <a:pt x="67818" y="227330"/>
                </a:lnTo>
                <a:lnTo>
                  <a:pt x="95885" y="182880"/>
                </a:lnTo>
                <a:lnTo>
                  <a:pt x="130301" y="143510"/>
                </a:lnTo>
                <a:lnTo>
                  <a:pt x="170687" y="109219"/>
                </a:lnTo>
                <a:lnTo>
                  <a:pt x="185165" y="97789"/>
                </a:lnTo>
                <a:lnTo>
                  <a:pt x="232156" y="71119"/>
                </a:lnTo>
                <a:lnTo>
                  <a:pt x="301371" y="44450"/>
                </a:lnTo>
                <a:lnTo>
                  <a:pt x="357250" y="33019"/>
                </a:lnTo>
                <a:lnTo>
                  <a:pt x="396239" y="29210"/>
                </a:lnTo>
                <a:lnTo>
                  <a:pt x="578993" y="29210"/>
                </a:lnTo>
                <a:lnTo>
                  <a:pt x="575945" y="27939"/>
                </a:lnTo>
                <a:lnTo>
                  <a:pt x="557276" y="21589"/>
                </a:lnTo>
                <a:lnTo>
                  <a:pt x="537845" y="15239"/>
                </a:lnTo>
                <a:lnTo>
                  <a:pt x="518287" y="11430"/>
                </a:lnTo>
                <a:lnTo>
                  <a:pt x="498348" y="6350"/>
                </a:lnTo>
                <a:lnTo>
                  <a:pt x="457200" y="1269"/>
                </a:lnTo>
                <a:lnTo>
                  <a:pt x="436499" y="0"/>
                </a:lnTo>
                <a:close/>
              </a:path>
              <a:path w="833120" h="758189">
                <a:moveTo>
                  <a:pt x="578993" y="29210"/>
                </a:moveTo>
                <a:lnTo>
                  <a:pt x="435863" y="29210"/>
                </a:lnTo>
                <a:lnTo>
                  <a:pt x="455295" y="30480"/>
                </a:lnTo>
                <a:lnTo>
                  <a:pt x="493649" y="35560"/>
                </a:lnTo>
                <a:lnTo>
                  <a:pt x="548639" y="49530"/>
                </a:lnTo>
                <a:lnTo>
                  <a:pt x="599821" y="71119"/>
                </a:lnTo>
                <a:lnTo>
                  <a:pt x="631571" y="88900"/>
                </a:lnTo>
                <a:lnTo>
                  <a:pt x="646811" y="97789"/>
                </a:lnTo>
                <a:lnTo>
                  <a:pt x="688975" y="130810"/>
                </a:lnTo>
                <a:lnTo>
                  <a:pt x="725551" y="168910"/>
                </a:lnTo>
                <a:lnTo>
                  <a:pt x="755776" y="210819"/>
                </a:lnTo>
                <a:lnTo>
                  <a:pt x="779145" y="257810"/>
                </a:lnTo>
                <a:lnTo>
                  <a:pt x="794893" y="308610"/>
                </a:lnTo>
                <a:lnTo>
                  <a:pt x="802513" y="360680"/>
                </a:lnTo>
                <a:lnTo>
                  <a:pt x="803021" y="378460"/>
                </a:lnTo>
                <a:lnTo>
                  <a:pt x="802513" y="396240"/>
                </a:lnTo>
                <a:lnTo>
                  <a:pt x="795147" y="449580"/>
                </a:lnTo>
                <a:lnTo>
                  <a:pt x="779399" y="500380"/>
                </a:lnTo>
                <a:lnTo>
                  <a:pt x="756158" y="546100"/>
                </a:lnTo>
                <a:lnTo>
                  <a:pt x="726059" y="589280"/>
                </a:lnTo>
                <a:lnTo>
                  <a:pt x="689483" y="627380"/>
                </a:lnTo>
                <a:lnTo>
                  <a:pt x="662051" y="648970"/>
                </a:lnTo>
                <a:lnTo>
                  <a:pt x="647446" y="660400"/>
                </a:lnTo>
                <a:lnTo>
                  <a:pt x="600328" y="687070"/>
                </a:lnTo>
                <a:lnTo>
                  <a:pt x="549148" y="707390"/>
                </a:lnTo>
                <a:lnTo>
                  <a:pt x="531240" y="713740"/>
                </a:lnTo>
                <a:lnTo>
                  <a:pt x="512952" y="718820"/>
                </a:lnTo>
                <a:lnTo>
                  <a:pt x="494284" y="722630"/>
                </a:lnTo>
                <a:lnTo>
                  <a:pt x="456057" y="727710"/>
                </a:lnTo>
                <a:lnTo>
                  <a:pt x="436372" y="728980"/>
                </a:lnTo>
                <a:lnTo>
                  <a:pt x="577723" y="728980"/>
                </a:lnTo>
                <a:lnTo>
                  <a:pt x="613790" y="713740"/>
                </a:lnTo>
                <a:lnTo>
                  <a:pt x="664590" y="684530"/>
                </a:lnTo>
                <a:lnTo>
                  <a:pt x="695325" y="661670"/>
                </a:lnTo>
                <a:lnTo>
                  <a:pt x="723646" y="635000"/>
                </a:lnTo>
                <a:lnTo>
                  <a:pt x="760730" y="593090"/>
                </a:lnTo>
                <a:lnTo>
                  <a:pt x="781938" y="561340"/>
                </a:lnTo>
                <a:lnTo>
                  <a:pt x="799592" y="527050"/>
                </a:lnTo>
                <a:lnTo>
                  <a:pt x="813943" y="491490"/>
                </a:lnTo>
                <a:lnTo>
                  <a:pt x="827913" y="436880"/>
                </a:lnTo>
                <a:lnTo>
                  <a:pt x="832103" y="397510"/>
                </a:lnTo>
                <a:lnTo>
                  <a:pt x="832612" y="378460"/>
                </a:lnTo>
                <a:lnTo>
                  <a:pt x="831976" y="358139"/>
                </a:lnTo>
                <a:lnTo>
                  <a:pt x="827405" y="318769"/>
                </a:lnTo>
                <a:lnTo>
                  <a:pt x="813053" y="264160"/>
                </a:lnTo>
                <a:lnTo>
                  <a:pt x="798702" y="228600"/>
                </a:lnTo>
                <a:lnTo>
                  <a:pt x="770509" y="179069"/>
                </a:lnTo>
                <a:lnTo>
                  <a:pt x="747902" y="149860"/>
                </a:lnTo>
                <a:lnTo>
                  <a:pt x="735330" y="134619"/>
                </a:lnTo>
                <a:lnTo>
                  <a:pt x="722122" y="121919"/>
                </a:lnTo>
                <a:lnTo>
                  <a:pt x="708278" y="107950"/>
                </a:lnTo>
                <a:lnTo>
                  <a:pt x="693674" y="96519"/>
                </a:lnTo>
                <a:lnTo>
                  <a:pt x="678688" y="83819"/>
                </a:lnTo>
                <a:lnTo>
                  <a:pt x="662813" y="73660"/>
                </a:lnTo>
                <a:lnTo>
                  <a:pt x="646430" y="62230"/>
                </a:lnTo>
                <a:lnTo>
                  <a:pt x="629665" y="53339"/>
                </a:lnTo>
                <a:lnTo>
                  <a:pt x="612267" y="44450"/>
                </a:lnTo>
                <a:lnTo>
                  <a:pt x="594233" y="35560"/>
                </a:lnTo>
                <a:lnTo>
                  <a:pt x="578993" y="29210"/>
                </a:lnTo>
                <a:close/>
              </a:path>
              <a:path w="833120" h="758189">
                <a:moveTo>
                  <a:pt x="416687" y="58419"/>
                </a:moveTo>
                <a:lnTo>
                  <a:pt x="398145" y="59689"/>
                </a:lnTo>
                <a:lnTo>
                  <a:pt x="379984" y="59689"/>
                </a:lnTo>
                <a:lnTo>
                  <a:pt x="344297" y="64769"/>
                </a:lnTo>
                <a:lnTo>
                  <a:pt x="277113" y="83819"/>
                </a:lnTo>
                <a:lnTo>
                  <a:pt x="230886" y="105410"/>
                </a:lnTo>
                <a:lnTo>
                  <a:pt x="188849" y="132080"/>
                </a:lnTo>
                <a:lnTo>
                  <a:pt x="151764" y="163830"/>
                </a:lnTo>
                <a:lnTo>
                  <a:pt x="120014" y="200660"/>
                </a:lnTo>
                <a:lnTo>
                  <a:pt x="94361" y="240030"/>
                </a:lnTo>
                <a:lnTo>
                  <a:pt x="75311" y="284480"/>
                </a:lnTo>
                <a:lnTo>
                  <a:pt x="63373" y="330200"/>
                </a:lnTo>
                <a:lnTo>
                  <a:pt x="59309" y="378460"/>
                </a:lnTo>
                <a:lnTo>
                  <a:pt x="59689" y="394969"/>
                </a:lnTo>
                <a:lnTo>
                  <a:pt x="66294" y="443230"/>
                </a:lnTo>
                <a:lnTo>
                  <a:pt x="80645" y="488950"/>
                </a:lnTo>
                <a:lnTo>
                  <a:pt x="101853" y="530860"/>
                </a:lnTo>
                <a:lnTo>
                  <a:pt x="129539" y="570230"/>
                </a:lnTo>
                <a:lnTo>
                  <a:pt x="140081" y="581660"/>
                </a:lnTo>
                <a:lnTo>
                  <a:pt x="151130" y="594360"/>
                </a:lnTo>
                <a:lnTo>
                  <a:pt x="163068" y="604520"/>
                </a:lnTo>
                <a:lnTo>
                  <a:pt x="175387" y="615950"/>
                </a:lnTo>
                <a:lnTo>
                  <a:pt x="188468" y="626110"/>
                </a:lnTo>
                <a:lnTo>
                  <a:pt x="230250" y="652780"/>
                </a:lnTo>
                <a:lnTo>
                  <a:pt x="276478" y="674370"/>
                </a:lnTo>
                <a:lnTo>
                  <a:pt x="326389" y="689610"/>
                </a:lnTo>
                <a:lnTo>
                  <a:pt x="379222" y="698500"/>
                </a:lnTo>
                <a:lnTo>
                  <a:pt x="397510" y="699770"/>
                </a:lnTo>
                <a:lnTo>
                  <a:pt x="434467" y="699770"/>
                </a:lnTo>
                <a:lnTo>
                  <a:pt x="488314" y="693420"/>
                </a:lnTo>
                <a:lnTo>
                  <a:pt x="539242" y="680720"/>
                </a:lnTo>
                <a:lnTo>
                  <a:pt x="565023" y="670560"/>
                </a:lnTo>
                <a:lnTo>
                  <a:pt x="415163" y="670560"/>
                </a:lnTo>
                <a:lnTo>
                  <a:pt x="364871" y="666750"/>
                </a:lnTo>
                <a:lnTo>
                  <a:pt x="316611" y="656590"/>
                </a:lnTo>
                <a:lnTo>
                  <a:pt x="257683" y="633730"/>
                </a:lnTo>
                <a:lnTo>
                  <a:pt x="217805" y="610870"/>
                </a:lnTo>
                <a:lnTo>
                  <a:pt x="193548" y="591820"/>
                </a:lnTo>
                <a:lnTo>
                  <a:pt x="182499" y="582930"/>
                </a:lnTo>
                <a:lnTo>
                  <a:pt x="151892" y="549910"/>
                </a:lnTo>
                <a:lnTo>
                  <a:pt x="126873" y="515619"/>
                </a:lnTo>
                <a:lnTo>
                  <a:pt x="107696" y="476250"/>
                </a:lnTo>
                <a:lnTo>
                  <a:pt x="94996" y="435610"/>
                </a:lnTo>
                <a:lnTo>
                  <a:pt x="89281" y="392430"/>
                </a:lnTo>
                <a:lnTo>
                  <a:pt x="88900" y="378460"/>
                </a:lnTo>
                <a:lnTo>
                  <a:pt x="89408" y="363219"/>
                </a:lnTo>
                <a:lnTo>
                  <a:pt x="95631" y="320039"/>
                </a:lnTo>
                <a:lnTo>
                  <a:pt x="108712" y="279400"/>
                </a:lnTo>
                <a:lnTo>
                  <a:pt x="128015" y="241300"/>
                </a:lnTo>
                <a:lnTo>
                  <a:pt x="135762" y="229869"/>
                </a:lnTo>
                <a:lnTo>
                  <a:pt x="144145" y="217169"/>
                </a:lnTo>
                <a:lnTo>
                  <a:pt x="153288" y="205739"/>
                </a:lnTo>
                <a:lnTo>
                  <a:pt x="162940" y="195580"/>
                </a:lnTo>
                <a:lnTo>
                  <a:pt x="173227" y="184150"/>
                </a:lnTo>
                <a:lnTo>
                  <a:pt x="183896" y="173989"/>
                </a:lnTo>
                <a:lnTo>
                  <a:pt x="195325" y="165100"/>
                </a:lnTo>
                <a:lnTo>
                  <a:pt x="207010" y="156210"/>
                </a:lnTo>
                <a:lnTo>
                  <a:pt x="219583" y="146050"/>
                </a:lnTo>
                <a:lnTo>
                  <a:pt x="259587" y="123189"/>
                </a:lnTo>
                <a:lnTo>
                  <a:pt x="303275" y="106680"/>
                </a:lnTo>
                <a:lnTo>
                  <a:pt x="350265" y="93980"/>
                </a:lnTo>
                <a:lnTo>
                  <a:pt x="400050" y="88900"/>
                </a:lnTo>
                <a:lnTo>
                  <a:pt x="568833" y="88900"/>
                </a:lnTo>
                <a:lnTo>
                  <a:pt x="556133" y="83819"/>
                </a:lnTo>
                <a:lnTo>
                  <a:pt x="523239" y="73660"/>
                </a:lnTo>
                <a:lnTo>
                  <a:pt x="506222" y="68580"/>
                </a:lnTo>
                <a:lnTo>
                  <a:pt x="488950" y="64769"/>
                </a:lnTo>
                <a:lnTo>
                  <a:pt x="471297" y="62230"/>
                </a:lnTo>
                <a:lnTo>
                  <a:pt x="416687" y="58419"/>
                </a:lnTo>
                <a:close/>
              </a:path>
              <a:path w="833120" h="758189">
                <a:moveTo>
                  <a:pt x="568833" y="88900"/>
                </a:moveTo>
                <a:lnTo>
                  <a:pt x="434339" y="88900"/>
                </a:lnTo>
                <a:lnTo>
                  <a:pt x="467740" y="91439"/>
                </a:lnTo>
                <a:lnTo>
                  <a:pt x="484124" y="95250"/>
                </a:lnTo>
                <a:lnTo>
                  <a:pt x="546226" y="111760"/>
                </a:lnTo>
                <a:lnTo>
                  <a:pt x="588772" y="132080"/>
                </a:lnTo>
                <a:lnTo>
                  <a:pt x="627126" y="156210"/>
                </a:lnTo>
                <a:lnTo>
                  <a:pt x="638937" y="166369"/>
                </a:lnTo>
                <a:lnTo>
                  <a:pt x="650239" y="175260"/>
                </a:lnTo>
                <a:lnTo>
                  <a:pt x="680847" y="208280"/>
                </a:lnTo>
                <a:lnTo>
                  <a:pt x="712851" y="255269"/>
                </a:lnTo>
                <a:lnTo>
                  <a:pt x="729742" y="294639"/>
                </a:lnTo>
                <a:lnTo>
                  <a:pt x="740283" y="336550"/>
                </a:lnTo>
                <a:lnTo>
                  <a:pt x="743712" y="381000"/>
                </a:lnTo>
                <a:lnTo>
                  <a:pt x="743203" y="394969"/>
                </a:lnTo>
                <a:lnTo>
                  <a:pt x="736981" y="438150"/>
                </a:lnTo>
                <a:lnTo>
                  <a:pt x="724026" y="478790"/>
                </a:lnTo>
                <a:lnTo>
                  <a:pt x="704596" y="516890"/>
                </a:lnTo>
                <a:lnTo>
                  <a:pt x="679323" y="552450"/>
                </a:lnTo>
                <a:lnTo>
                  <a:pt x="669798" y="562610"/>
                </a:lnTo>
                <a:lnTo>
                  <a:pt x="659511" y="574040"/>
                </a:lnTo>
                <a:lnTo>
                  <a:pt x="648715" y="584200"/>
                </a:lnTo>
                <a:lnTo>
                  <a:pt x="637286" y="593090"/>
                </a:lnTo>
                <a:lnTo>
                  <a:pt x="625601" y="603250"/>
                </a:lnTo>
                <a:lnTo>
                  <a:pt x="586867" y="627380"/>
                </a:lnTo>
                <a:lnTo>
                  <a:pt x="544449" y="646430"/>
                </a:lnTo>
                <a:lnTo>
                  <a:pt x="529336" y="652780"/>
                </a:lnTo>
                <a:lnTo>
                  <a:pt x="482346" y="664210"/>
                </a:lnTo>
                <a:lnTo>
                  <a:pt x="465836" y="666750"/>
                </a:lnTo>
                <a:lnTo>
                  <a:pt x="415163" y="670560"/>
                </a:lnTo>
                <a:lnTo>
                  <a:pt x="565023" y="670560"/>
                </a:lnTo>
                <a:lnTo>
                  <a:pt x="601726" y="652780"/>
                </a:lnTo>
                <a:lnTo>
                  <a:pt x="643763" y="626110"/>
                </a:lnTo>
                <a:lnTo>
                  <a:pt x="680847" y="594360"/>
                </a:lnTo>
                <a:lnTo>
                  <a:pt x="712597" y="557530"/>
                </a:lnTo>
                <a:lnTo>
                  <a:pt x="738251" y="518160"/>
                </a:lnTo>
                <a:lnTo>
                  <a:pt x="757301" y="474980"/>
                </a:lnTo>
                <a:lnTo>
                  <a:pt x="769238" y="427990"/>
                </a:lnTo>
                <a:lnTo>
                  <a:pt x="773273" y="381000"/>
                </a:lnTo>
                <a:lnTo>
                  <a:pt x="773273" y="378460"/>
                </a:lnTo>
                <a:lnTo>
                  <a:pt x="769365" y="331469"/>
                </a:lnTo>
                <a:lnTo>
                  <a:pt x="757555" y="284480"/>
                </a:lnTo>
                <a:lnTo>
                  <a:pt x="738632" y="241300"/>
                </a:lnTo>
                <a:lnTo>
                  <a:pt x="712977" y="200660"/>
                </a:lnTo>
                <a:lnTo>
                  <a:pt x="681355" y="165100"/>
                </a:lnTo>
                <a:lnTo>
                  <a:pt x="644271" y="132080"/>
                </a:lnTo>
                <a:lnTo>
                  <a:pt x="602361" y="105410"/>
                </a:lnTo>
                <a:lnTo>
                  <a:pt x="572008" y="90169"/>
                </a:lnTo>
                <a:lnTo>
                  <a:pt x="568833" y="889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558029" y="4946141"/>
            <a:ext cx="38608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3200" spc="1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164" sz="3150" spc="15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1164" sz="31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3875151" y="2993898"/>
            <a:ext cx="824865" cy="657225"/>
          </a:xfrm>
          <a:custGeom>
            <a:avLst/>
            <a:gdLst/>
            <a:ahLst/>
            <a:cxnLst/>
            <a:rect l="l" t="t" r="r" b="b"/>
            <a:pathLst>
              <a:path w="824864" h="657225">
                <a:moveTo>
                  <a:pt x="765275" y="46845"/>
                </a:moveTo>
                <a:lnTo>
                  <a:pt x="727842" y="52104"/>
                </a:lnTo>
                <a:lnTo>
                  <a:pt x="0" y="626871"/>
                </a:lnTo>
                <a:lnTo>
                  <a:pt x="23622" y="656844"/>
                </a:lnTo>
                <a:lnTo>
                  <a:pt x="751424" y="82107"/>
                </a:lnTo>
                <a:lnTo>
                  <a:pt x="765275" y="46845"/>
                </a:lnTo>
                <a:close/>
              </a:path>
              <a:path w="824864" h="657225">
                <a:moveTo>
                  <a:pt x="821444" y="8381"/>
                </a:moveTo>
                <a:lnTo>
                  <a:pt x="783209" y="8381"/>
                </a:lnTo>
                <a:lnTo>
                  <a:pt x="806831" y="38353"/>
                </a:lnTo>
                <a:lnTo>
                  <a:pt x="751424" y="82107"/>
                </a:lnTo>
                <a:lnTo>
                  <a:pt x="728852" y="139573"/>
                </a:lnTo>
                <a:lnTo>
                  <a:pt x="727557" y="147012"/>
                </a:lnTo>
                <a:lnTo>
                  <a:pt x="729154" y="154130"/>
                </a:lnTo>
                <a:lnTo>
                  <a:pt x="733299" y="160129"/>
                </a:lnTo>
                <a:lnTo>
                  <a:pt x="739648" y="164211"/>
                </a:lnTo>
                <a:lnTo>
                  <a:pt x="747089" y="165580"/>
                </a:lnTo>
                <a:lnTo>
                  <a:pt x="754221" y="164020"/>
                </a:lnTo>
                <a:lnTo>
                  <a:pt x="760257" y="159889"/>
                </a:lnTo>
                <a:lnTo>
                  <a:pt x="764413" y="153542"/>
                </a:lnTo>
                <a:lnTo>
                  <a:pt x="821444" y="8381"/>
                </a:lnTo>
                <a:close/>
              </a:path>
              <a:path w="824864" h="657225">
                <a:moveTo>
                  <a:pt x="789514" y="16382"/>
                </a:moveTo>
                <a:lnTo>
                  <a:pt x="777239" y="16382"/>
                </a:lnTo>
                <a:lnTo>
                  <a:pt x="797687" y="42290"/>
                </a:lnTo>
                <a:lnTo>
                  <a:pt x="765275" y="46845"/>
                </a:lnTo>
                <a:lnTo>
                  <a:pt x="751424" y="82107"/>
                </a:lnTo>
                <a:lnTo>
                  <a:pt x="806831" y="38353"/>
                </a:lnTo>
                <a:lnTo>
                  <a:pt x="789514" y="16382"/>
                </a:lnTo>
                <a:close/>
              </a:path>
              <a:path w="824864" h="657225">
                <a:moveTo>
                  <a:pt x="824738" y="0"/>
                </a:moveTo>
                <a:lnTo>
                  <a:pt x="661288" y="22987"/>
                </a:lnTo>
                <a:lnTo>
                  <a:pt x="645160" y="44576"/>
                </a:lnTo>
                <a:lnTo>
                  <a:pt x="647638" y="51704"/>
                </a:lnTo>
                <a:lnTo>
                  <a:pt x="652510" y="57118"/>
                </a:lnTo>
                <a:lnTo>
                  <a:pt x="659072" y="60293"/>
                </a:lnTo>
                <a:lnTo>
                  <a:pt x="666623" y="60705"/>
                </a:lnTo>
                <a:lnTo>
                  <a:pt x="727842" y="52104"/>
                </a:lnTo>
                <a:lnTo>
                  <a:pt x="783209" y="8381"/>
                </a:lnTo>
                <a:lnTo>
                  <a:pt x="821444" y="8381"/>
                </a:lnTo>
                <a:lnTo>
                  <a:pt x="824738" y="0"/>
                </a:lnTo>
                <a:close/>
              </a:path>
              <a:path w="824864" h="657225">
                <a:moveTo>
                  <a:pt x="783209" y="8381"/>
                </a:moveTo>
                <a:lnTo>
                  <a:pt x="727842" y="52104"/>
                </a:lnTo>
                <a:lnTo>
                  <a:pt x="765275" y="46845"/>
                </a:lnTo>
                <a:lnTo>
                  <a:pt x="777239" y="16382"/>
                </a:lnTo>
                <a:lnTo>
                  <a:pt x="789514" y="16382"/>
                </a:lnTo>
                <a:lnTo>
                  <a:pt x="783209" y="8381"/>
                </a:lnTo>
                <a:close/>
              </a:path>
              <a:path w="824864" h="657225">
                <a:moveTo>
                  <a:pt x="777239" y="16382"/>
                </a:moveTo>
                <a:lnTo>
                  <a:pt x="765275" y="46845"/>
                </a:lnTo>
                <a:lnTo>
                  <a:pt x="797687" y="42290"/>
                </a:lnTo>
                <a:lnTo>
                  <a:pt x="777239" y="1638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4094734" y="2869133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3960114" y="3732803"/>
            <a:ext cx="1918335" cy="171450"/>
          </a:xfrm>
          <a:custGeom>
            <a:avLst/>
            <a:gdLst/>
            <a:ahLst/>
            <a:cxnLst/>
            <a:rect l="l" t="t" r="r" b="b"/>
            <a:pathLst>
              <a:path w="1918335" h="171450">
                <a:moveTo>
                  <a:pt x="1842026" y="85578"/>
                </a:moveTo>
                <a:lnTo>
                  <a:pt x="1756028" y="135743"/>
                </a:lnTo>
                <a:lnTo>
                  <a:pt x="1750421" y="140795"/>
                </a:lnTo>
                <a:lnTo>
                  <a:pt x="1747265" y="147395"/>
                </a:lnTo>
                <a:lnTo>
                  <a:pt x="1746777" y="154709"/>
                </a:lnTo>
                <a:lnTo>
                  <a:pt x="1749171" y="161905"/>
                </a:lnTo>
                <a:lnTo>
                  <a:pt x="1754223" y="167512"/>
                </a:lnTo>
                <a:lnTo>
                  <a:pt x="1760823" y="170668"/>
                </a:lnTo>
                <a:lnTo>
                  <a:pt x="1768137" y="171156"/>
                </a:lnTo>
                <a:lnTo>
                  <a:pt x="1775333" y="168763"/>
                </a:lnTo>
                <a:lnTo>
                  <a:pt x="1885194" y="104628"/>
                </a:lnTo>
                <a:lnTo>
                  <a:pt x="1879981" y="104628"/>
                </a:lnTo>
                <a:lnTo>
                  <a:pt x="1879981" y="102088"/>
                </a:lnTo>
                <a:lnTo>
                  <a:pt x="1870328" y="102088"/>
                </a:lnTo>
                <a:lnTo>
                  <a:pt x="1842026" y="85578"/>
                </a:lnTo>
                <a:close/>
              </a:path>
              <a:path w="1918335" h="171450">
                <a:moveTo>
                  <a:pt x="1809368" y="66528"/>
                </a:moveTo>
                <a:lnTo>
                  <a:pt x="0" y="66528"/>
                </a:lnTo>
                <a:lnTo>
                  <a:pt x="0" y="104628"/>
                </a:lnTo>
                <a:lnTo>
                  <a:pt x="1809369" y="104628"/>
                </a:lnTo>
                <a:lnTo>
                  <a:pt x="1842026" y="85578"/>
                </a:lnTo>
                <a:lnTo>
                  <a:pt x="1809368" y="66528"/>
                </a:lnTo>
                <a:close/>
              </a:path>
              <a:path w="1918335" h="171450">
                <a:moveTo>
                  <a:pt x="1885194" y="66528"/>
                </a:moveTo>
                <a:lnTo>
                  <a:pt x="1879981" y="66528"/>
                </a:lnTo>
                <a:lnTo>
                  <a:pt x="1879981" y="104628"/>
                </a:lnTo>
                <a:lnTo>
                  <a:pt x="1885194" y="104628"/>
                </a:lnTo>
                <a:lnTo>
                  <a:pt x="1917826" y="85578"/>
                </a:lnTo>
                <a:lnTo>
                  <a:pt x="1885194" y="66528"/>
                </a:lnTo>
                <a:close/>
              </a:path>
              <a:path w="1918335" h="171450">
                <a:moveTo>
                  <a:pt x="1870328" y="69068"/>
                </a:moveTo>
                <a:lnTo>
                  <a:pt x="1842026" y="85578"/>
                </a:lnTo>
                <a:lnTo>
                  <a:pt x="1870328" y="102088"/>
                </a:lnTo>
                <a:lnTo>
                  <a:pt x="1870328" y="69068"/>
                </a:lnTo>
                <a:close/>
              </a:path>
              <a:path w="1918335" h="171450">
                <a:moveTo>
                  <a:pt x="1879981" y="69068"/>
                </a:moveTo>
                <a:lnTo>
                  <a:pt x="1870328" y="69068"/>
                </a:lnTo>
                <a:lnTo>
                  <a:pt x="1870328" y="102088"/>
                </a:lnTo>
                <a:lnTo>
                  <a:pt x="1879981" y="102088"/>
                </a:lnTo>
                <a:lnTo>
                  <a:pt x="1879981" y="69068"/>
                </a:lnTo>
                <a:close/>
              </a:path>
              <a:path w="1918335" h="171450">
                <a:moveTo>
                  <a:pt x="1768137" y="0"/>
                </a:moveTo>
                <a:lnTo>
                  <a:pt x="1760823" y="488"/>
                </a:lnTo>
                <a:lnTo>
                  <a:pt x="1754223" y="3643"/>
                </a:lnTo>
                <a:lnTo>
                  <a:pt x="1749171" y="9251"/>
                </a:lnTo>
                <a:lnTo>
                  <a:pt x="1746777" y="16446"/>
                </a:lnTo>
                <a:lnTo>
                  <a:pt x="1747265" y="23760"/>
                </a:lnTo>
                <a:lnTo>
                  <a:pt x="1750421" y="30360"/>
                </a:lnTo>
                <a:lnTo>
                  <a:pt x="1756028" y="35413"/>
                </a:lnTo>
                <a:lnTo>
                  <a:pt x="1842026" y="85578"/>
                </a:lnTo>
                <a:lnTo>
                  <a:pt x="1870328" y="69068"/>
                </a:lnTo>
                <a:lnTo>
                  <a:pt x="1879981" y="69068"/>
                </a:lnTo>
                <a:lnTo>
                  <a:pt x="1879981" y="66528"/>
                </a:lnTo>
                <a:lnTo>
                  <a:pt x="1885194" y="66528"/>
                </a:lnTo>
                <a:lnTo>
                  <a:pt x="1775333" y="2393"/>
                </a:lnTo>
                <a:lnTo>
                  <a:pt x="176813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512309" y="3357117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3698747" y="4062095"/>
            <a:ext cx="790575" cy="928369"/>
          </a:xfrm>
          <a:custGeom>
            <a:avLst/>
            <a:gdLst/>
            <a:ahLst/>
            <a:cxnLst/>
            <a:rect l="l" t="t" r="r" b="b"/>
            <a:pathLst>
              <a:path w="790575" h="928370">
                <a:moveTo>
                  <a:pt x="639958" y="836350"/>
                </a:moveTo>
                <a:lnTo>
                  <a:pt x="632888" y="838168"/>
                </a:lnTo>
                <a:lnTo>
                  <a:pt x="627032" y="842510"/>
                </a:lnTo>
                <a:lnTo>
                  <a:pt x="623188" y="848994"/>
                </a:lnTo>
                <a:lnTo>
                  <a:pt x="622101" y="856484"/>
                </a:lnTo>
                <a:lnTo>
                  <a:pt x="623919" y="863568"/>
                </a:lnTo>
                <a:lnTo>
                  <a:pt x="628261" y="869461"/>
                </a:lnTo>
                <a:lnTo>
                  <a:pt x="634746" y="873378"/>
                </a:lnTo>
                <a:lnTo>
                  <a:pt x="790321" y="928369"/>
                </a:lnTo>
                <a:lnTo>
                  <a:pt x="787403" y="911859"/>
                </a:lnTo>
                <a:lnTo>
                  <a:pt x="751331" y="911859"/>
                </a:lnTo>
                <a:lnTo>
                  <a:pt x="705732" y="858013"/>
                </a:lnTo>
                <a:lnTo>
                  <a:pt x="647446" y="837437"/>
                </a:lnTo>
                <a:lnTo>
                  <a:pt x="639958" y="836350"/>
                </a:lnTo>
                <a:close/>
              </a:path>
              <a:path w="790575" h="928370">
                <a:moveTo>
                  <a:pt x="705732" y="858013"/>
                </a:moveTo>
                <a:lnTo>
                  <a:pt x="751331" y="911859"/>
                </a:lnTo>
                <a:lnTo>
                  <a:pt x="761975" y="902842"/>
                </a:lnTo>
                <a:lnTo>
                  <a:pt x="747140" y="902842"/>
                </a:lnTo>
                <a:lnTo>
                  <a:pt x="741457" y="870624"/>
                </a:lnTo>
                <a:lnTo>
                  <a:pt x="705732" y="858013"/>
                </a:lnTo>
                <a:close/>
              </a:path>
              <a:path w="790575" h="928370">
                <a:moveTo>
                  <a:pt x="739521" y="750442"/>
                </a:moveTo>
                <a:lnTo>
                  <a:pt x="732512" y="753181"/>
                </a:lnTo>
                <a:lnTo>
                  <a:pt x="727265" y="758253"/>
                </a:lnTo>
                <a:lnTo>
                  <a:pt x="724304" y="764944"/>
                </a:lnTo>
                <a:lnTo>
                  <a:pt x="724153" y="772540"/>
                </a:lnTo>
                <a:lnTo>
                  <a:pt x="734906" y="833491"/>
                </a:lnTo>
                <a:lnTo>
                  <a:pt x="780414" y="887221"/>
                </a:lnTo>
                <a:lnTo>
                  <a:pt x="751331" y="911859"/>
                </a:lnTo>
                <a:lnTo>
                  <a:pt x="787403" y="911859"/>
                </a:lnTo>
                <a:lnTo>
                  <a:pt x="761618" y="765936"/>
                </a:lnTo>
                <a:lnTo>
                  <a:pt x="758880" y="758872"/>
                </a:lnTo>
                <a:lnTo>
                  <a:pt x="753808" y="753617"/>
                </a:lnTo>
                <a:lnTo>
                  <a:pt x="747117" y="750649"/>
                </a:lnTo>
                <a:lnTo>
                  <a:pt x="739521" y="750442"/>
                </a:lnTo>
                <a:close/>
              </a:path>
              <a:path w="790575" h="928370">
                <a:moveTo>
                  <a:pt x="741457" y="870624"/>
                </a:moveTo>
                <a:lnTo>
                  <a:pt x="747140" y="902842"/>
                </a:lnTo>
                <a:lnTo>
                  <a:pt x="772287" y="881506"/>
                </a:lnTo>
                <a:lnTo>
                  <a:pt x="741457" y="870624"/>
                </a:lnTo>
                <a:close/>
              </a:path>
              <a:path w="790575" h="928370">
                <a:moveTo>
                  <a:pt x="734906" y="833491"/>
                </a:moveTo>
                <a:lnTo>
                  <a:pt x="741457" y="870624"/>
                </a:lnTo>
                <a:lnTo>
                  <a:pt x="772287" y="881506"/>
                </a:lnTo>
                <a:lnTo>
                  <a:pt x="747140" y="902842"/>
                </a:lnTo>
                <a:lnTo>
                  <a:pt x="761975" y="902842"/>
                </a:lnTo>
                <a:lnTo>
                  <a:pt x="780414" y="887221"/>
                </a:lnTo>
                <a:lnTo>
                  <a:pt x="734906" y="833491"/>
                </a:lnTo>
                <a:close/>
              </a:path>
              <a:path w="790575" h="928370">
                <a:moveTo>
                  <a:pt x="28955" y="0"/>
                </a:moveTo>
                <a:lnTo>
                  <a:pt x="0" y="24637"/>
                </a:lnTo>
                <a:lnTo>
                  <a:pt x="705732" y="858013"/>
                </a:lnTo>
                <a:lnTo>
                  <a:pt x="741457" y="870624"/>
                </a:lnTo>
                <a:lnTo>
                  <a:pt x="734906" y="833491"/>
                </a:lnTo>
                <a:lnTo>
                  <a:pt x="28955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586734" y="3393318"/>
            <a:ext cx="391795" cy="1289050"/>
          </a:xfrm>
          <a:prstGeom prst="rect">
            <a:avLst/>
          </a:prstGeom>
        </p:spPr>
        <p:txBody>
          <a:bodyPr wrap="square" lIns="0" tIns="1562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30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marL="211454">
              <a:lnSpc>
                <a:spcPct val="100000"/>
              </a:lnSpc>
              <a:spcBef>
                <a:spcPts val="113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5040248" y="2978404"/>
            <a:ext cx="911225" cy="657860"/>
          </a:xfrm>
          <a:custGeom>
            <a:avLst/>
            <a:gdLst/>
            <a:ahLst/>
            <a:cxnLst/>
            <a:rect l="l" t="t" r="r" b="b"/>
            <a:pathLst>
              <a:path w="911225" h="657860">
                <a:moveTo>
                  <a:pt x="750062" y="604393"/>
                </a:moveTo>
                <a:lnTo>
                  <a:pt x="742576" y="605234"/>
                </a:lnTo>
                <a:lnTo>
                  <a:pt x="736187" y="608742"/>
                </a:lnTo>
                <a:lnTo>
                  <a:pt x="731559" y="614394"/>
                </a:lnTo>
                <a:lnTo>
                  <a:pt x="729361" y="621665"/>
                </a:lnTo>
                <a:lnTo>
                  <a:pt x="730202" y="629150"/>
                </a:lnTo>
                <a:lnTo>
                  <a:pt x="733710" y="635539"/>
                </a:lnTo>
                <a:lnTo>
                  <a:pt x="739362" y="640167"/>
                </a:lnTo>
                <a:lnTo>
                  <a:pt x="746633" y="642366"/>
                </a:lnTo>
                <a:lnTo>
                  <a:pt x="910971" y="657479"/>
                </a:lnTo>
                <a:lnTo>
                  <a:pt x="908052" y="651002"/>
                </a:lnTo>
                <a:lnTo>
                  <a:pt x="869061" y="651002"/>
                </a:lnTo>
                <a:lnTo>
                  <a:pt x="811723" y="610095"/>
                </a:lnTo>
                <a:lnTo>
                  <a:pt x="750062" y="604393"/>
                </a:lnTo>
                <a:close/>
              </a:path>
              <a:path w="911225" h="657860">
                <a:moveTo>
                  <a:pt x="811723" y="610095"/>
                </a:moveTo>
                <a:lnTo>
                  <a:pt x="869061" y="651002"/>
                </a:lnTo>
                <a:lnTo>
                  <a:pt x="874494" y="643382"/>
                </a:lnTo>
                <a:lnTo>
                  <a:pt x="862838" y="643382"/>
                </a:lnTo>
                <a:lnTo>
                  <a:pt x="849426" y="613582"/>
                </a:lnTo>
                <a:lnTo>
                  <a:pt x="811723" y="610095"/>
                </a:lnTo>
                <a:close/>
              </a:path>
              <a:path w="911225" h="657860">
                <a:moveTo>
                  <a:pt x="825347" y="495786"/>
                </a:moveTo>
                <a:lnTo>
                  <a:pt x="818006" y="497459"/>
                </a:lnTo>
                <a:lnTo>
                  <a:pt x="811839" y="501870"/>
                </a:lnTo>
                <a:lnTo>
                  <a:pt x="808005" y="508079"/>
                </a:lnTo>
                <a:lnTo>
                  <a:pt x="806791" y="515264"/>
                </a:lnTo>
                <a:lnTo>
                  <a:pt x="808481" y="522605"/>
                </a:lnTo>
                <a:lnTo>
                  <a:pt x="833953" y="579201"/>
                </a:lnTo>
                <a:lnTo>
                  <a:pt x="891159" y="620013"/>
                </a:lnTo>
                <a:lnTo>
                  <a:pt x="869061" y="651002"/>
                </a:lnTo>
                <a:lnTo>
                  <a:pt x="908052" y="651002"/>
                </a:lnTo>
                <a:lnTo>
                  <a:pt x="843152" y="506984"/>
                </a:lnTo>
                <a:lnTo>
                  <a:pt x="838741" y="500870"/>
                </a:lnTo>
                <a:lnTo>
                  <a:pt x="832532" y="497030"/>
                </a:lnTo>
                <a:lnTo>
                  <a:pt x="825347" y="495786"/>
                </a:lnTo>
                <a:close/>
              </a:path>
              <a:path w="911225" h="657860">
                <a:moveTo>
                  <a:pt x="849426" y="613582"/>
                </a:moveTo>
                <a:lnTo>
                  <a:pt x="862838" y="643382"/>
                </a:lnTo>
                <a:lnTo>
                  <a:pt x="881888" y="616585"/>
                </a:lnTo>
                <a:lnTo>
                  <a:pt x="849426" y="613582"/>
                </a:lnTo>
                <a:close/>
              </a:path>
              <a:path w="911225" h="657860">
                <a:moveTo>
                  <a:pt x="833953" y="579201"/>
                </a:moveTo>
                <a:lnTo>
                  <a:pt x="849426" y="613582"/>
                </a:lnTo>
                <a:lnTo>
                  <a:pt x="881888" y="616585"/>
                </a:lnTo>
                <a:lnTo>
                  <a:pt x="862838" y="643382"/>
                </a:lnTo>
                <a:lnTo>
                  <a:pt x="874494" y="643382"/>
                </a:lnTo>
                <a:lnTo>
                  <a:pt x="891159" y="620013"/>
                </a:lnTo>
                <a:lnTo>
                  <a:pt x="833953" y="579201"/>
                </a:lnTo>
                <a:close/>
              </a:path>
              <a:path w="911225" h="657860">
                <a:moveTo>
                  <a:pt x="22098" y="0"/>
                </a:moveTo>
                <a:lnTo>
                  <a:pt x="0" y="30987"/>
                </a:lnTo>
                <a:lnTo>
                  <a:pt x="811723" y="610095"/>
                </a:lnTo>
                <a:lnTo>
                  <a:pt x="849426" y="613582"/>
                </a:lnTo>
                <a:lnTo>
                  <a:pt x="833953" y="579201"/>
                </a:lnTo>
                <a:lnTo>
                  <a:pt x="2209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687823" y="2313432"/>
            <a:ext cx="445770" cy="323850"/>
          </a:xfrm>
          <a:custGeom>
            <a:avLst/>
            <a:gdLst/>
            <a:ahLst/>
            <a:cxnLst/>
            <a:rect l="l" t="t" r="r" b="b"/>
            <a:pathLst>
              <a:path w="445770" h="323850">
                <a:moveTo>
                  <a:pt x="192786" y="0"/>
                </a:moveTo>
                <a:lnTo>
                  <a:pt x="153288" y="8635"/>
                </a:lnTo>
                <a:lnTo>
                  <a:pt x="117221" y="30733"/>
                </a:lnTo>
                <a:lnTo>
                  <a:pt x="84836" y="63753"/>
                </a:lnTo>
                <a:lnTo>
                  <a:pt x="56896" y="105028"/>
                </a:lnTo>
                <a:lnTo>
                  <a:pt x="33527" y="153415"/>
                </a:lnTo>
                <a:lnTo>
                  <a:pt x="15493" y="207009"/>
                </a:lnTo>
                <a:lnTo>
                  <a:pt x="4063" y="264287"/>
                </a:lnTo>
                <a:lnTo>
                  <a:pt x="0" y="322198"/>
                </a:lnTo>
                <a:lnTo>
                  <a:pt x="38100" y="323595"/>
                </a:lnTo>
                <a:lnTo>
                  <a:pt x="39115" y="295147"/>
                </a:lnTo>
                <a:lnTo>
                  <a:pt x="41910" y="268096"/>
                </a:lnTo>
                <a:lnTo>
                  <a:pt x="52577" y="215772"/>
                </a:lnTo>
                <a:lnTo>
                  <a:pt x="69214" y="166623"/>
                </a:lnTo>
                <a:lnTo>
                  <a:pt x="90550" y="122935"/>
                </a:lnTo>
                <a:lnTo>
                  <a:pt x="115442" y="86487"/>
                </a:lnTo>
                <a:lnTo>
                  <a:pt x="148971" y="54482"/>
                </a:lnTo>
                <a:lnTo>
                  <a:pt x="188467" y="38353"/>
                </a:lnTo>
                <a:lnTo>
                  <a:pt x="194945" y="38100"/>
                </a:lnTo>
                <a:lnTo>
                  <a:pt x="280280" y="38100"/>
                </a:lnTo>
                <a:lnTo>
                  <a:pt x="277622" y="35687"/>
                </a:lnTo>
                <a:lnTo>
                  <a:pt x="242062" y="11683"/>
                </a:lnTo>
                <a:lnTo>
                  <a:pt x="202946" y="380"/>
                </a:lnTo>
                <a:lnTo>
                  <a:pt x="192786" y="0"/>
                </a:lnTo>
                <a:close/>
              </a:path>
              <a:path w="445770" h="323850">
                <a:moveTo>
                  <a:pt x="289829" y="143440"/>
                </a:moveTo>
                <a:lnTo>
                  <a:pt x="282828" y="146303"/>
                </a:lnTo>
                <a:lnTo>
                  <a:pt x="277475" y="151663"/>
                </a:lnTo>
                <a:lnTo>
                  <a:pt x="274669" y="158416"/>
                </a:lnTo>
                <a:lnTo>
                  <a:pt x="274577" y="165717"/>
                </a:lnTo>
                <a:lnTo>
                  <a:pt x="277367" y="172719"/>
                </a:lnTo>
                <a:lnTo>
                  <a:pt x="368553" y="310260"/>
                </a:lnTo>
                <a:lnTo>
                  <a:pt x="386770" y="274446"/>
                </a:lnTo>
                <a:lnTo>
                  <a:pt x="347472" y="274446"/>
                </a:lnTo>
                <a:lnTo>
                  <a:pt x="345821" y="259206"/>
                </a:lnTo>
                <a:lnTo>
                  <a:pt x="335279" y="208914"/>
                </a:lnTo>
                <a:lnTo>
                  <a:pt x="322926" y="172469"/>
                </a:lnTo>
                <a:lnTo>
                  <a:pt x="297116" y="143494"/>
                </a:lnTo>
                <a:lnTo>
                  <a:pt x="289829" y="143440"/>
                </a:lnTo>
                <a:close/>
              </a:path>
              <a:path w="445770" h="323850">
                <a:moveTo>
                  <a:pt x="322926" y="172469"/>
                </a:moveTo>
                <a:lnTo>
                  <a:pt x="335279" y="208914"/>
                </a:lnTo>
                <a:lnTo>
                  <a:pt x="345821" y="259206"/>
                </a:lnTo>
                <a:lnTo>
                  <a:pt x="347472" y="274446"/>
                </a:lnTo>
                <a:lnTo>
                  <a:pt x="385317" y="270509"/>
                </a:lnTo>
                <a:lnTo>
                  <a:pt x="384606" y="263778"/>
                </a:lnTo>
                <a:lnTo>
                  <a:pt x="349376" y="263778"/>
                </a:lnTo>
                <a:lnTo>
                  <a:pt x="364187" y="234720"/>
                </a:lnTo>
                <a:lnTo>
                  <a:pt x="322926" y="172469"/>
                </a:lnTo>
                <a:close/>
              </a:path>
              <a:path w="445770" h="323850">
                <a:moveTo>
                  <a:pt x="427807" y="135546"/>
                </a:moveTo>
                <a:lnTo>
                  <a:pt x="420560" y="136445"/>
                </a:lnTo>
                <a:lnTo>
                  <a:pt x="414170" y="139987"/>
                </a:lnTo>
                <a:lnTo>
                  <a:pt x="409448" y="145922"/>
                </a:lnTo>
                <a:lnTo>
                  <a:pt x="375362" y="212796"/>
                </a:lnTo>
                <a:lnTo>
                  <a:pt x="378333" y="224789"/>
                </a:lnTo>
                <a:lnTo>
                  <a:pt x="383413" y="252475"/>
                </a:lnTo>
                <a:lnTo>
                  <a:pt x="385317" y="270509"/>
                </a:lnTo>
                <a:lnTo>
                  <a:pt x="347472" y="274446"/>
                </a:lnTo>
                <a:lnTo>
                  <a:pt x="386770" y="274446"/>
                </a:lnTo>
                <a:lnTo>
                  <a:pt x="443356" y="163194"/>
                </a:lnTo>
                <a:lnTo>
                  <a:pt x="445424" y="155900"/>
                </a:lnTo>
                <a:lnTo>
                  <a:pt x="444563" y="148653"/>
                </a:lnTo>
                <a:lnTo>
                  <a:pt x="441035" y="142263"/>
                </a:lnTo>
                <a:lnTo>
                  <a:pt x="435101" y="137540"/>
                </a:lnTo>
                <a:lnTo>
                  <a:pt x="427807" y="135546"/>
                </a:lnTo>
                <a:close/>
              </a:path>
              <a:path w="445770" h="323850">
                <a:moveTo>
                  <a:pt x="364187" y="234720"/>
                </a:moveTo>
                <a:lnTo>
                  <a:pt x="349376" y="263778"/>
                </a:lnTo>
                <a:lnTo>
                  <a:pt x="382270" y="262000"/>
                </a:lnTo>
                <a:lnTo>
                  <a:pt x="364187" y="234720"/>
                </a:lnTo>
                <a:close/>
              </a:path>
              <a:path w="445770" h="323850">
                <a:moveTo>
                  <a:pt x="375362" y="212796"/>
                </a:moveTo>
                <a:lnTo>
                  <a:pt x="364187" y="234720"/>
                </a:lnTo>
                <a:lnTo>
                  <a:pt x="382270" y="262000"/>
                </a:lnTo>
                <a:lnTo>
                  <a:pt x="349376" y="263778"/>
                </a:lnTo>
                <a:lnTo>
                  <a:pt x="384606" y="263778"/>
                </a:lnTo>
                <a:lnTo>
                  <a:pt x="383413" y="252475"/>
                </a:lnTo>
                <a:lnTo>
                  <a:pt x="378333" y="224789"/>
                </a:lnTo>
                <a:lnTo>
                  <a:pt x="375362" y="212796"/>
                </a:lnTo>
                <a:close/>
              </a:path>
              <a:path w="445770" h="323850">
                <a:moveTo>
                  <a:pt x="280280" y="38100"/>
                </a:moveTo>
                <a:lnTo>
                  <a:pt x="194945" y="38100"/>
                </a:lnTo>
                <a:lnTo>
                  <a:pt x="201167" y="38480"/>
                </a:lnTo>
                <a:lnTo>
                  <a:pt x="207137" y="39623"/>
                </a:lnTo>
                <a:lnTo>
                  <a:pt x="246634" y="59435"/>
                </a:lnTo>
                <a:lnTo>
                  <a:pt x="286130" y="102107"/>
                </a:lnTo>
                <a:lnTo>
                  <a:pt x="308990" y="140462"/>
                </a:lnTo>
                <a:lnTo>
                  <a:pt x="322926" y="172469"/>
                </a:lnTo>
                <a:lnTo>
                  <a:pt x="364187" y="234720"/>
                </a:lnTo>
                <a:lnTo>
                  <a:pt x="375362" y="212796"/>
                </a:lnTo>
                <a:lnTo>
                  <a:pt x="371601" y="197612"/>
                </a:lnTo>
                <a:lnTo>
                  <a:pt x="363347" y="171195"/>
                </a:lnTo>
                <a:lnTo>
                  <a:pt x="342391" y="122046"/>
                </a:lnTo>
                <a:lnTo>
                  <a:pt x="316229" y="78739"/>
                </a:lnTo>
                <a:lnTo>
                  <a:pt x="285876" y="43179"/>
                </a:lnTo>
                <a:lnTo>
                  <a:pt x="280280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4800346" y="1860880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3886834" y="3914159"/>
            <a:ext cx="2064385" cy="171450"/>
          </a:xfrm>
          <a:custGeom>
            <a:avLst/>
            <a:gdLst/>
            <a:ahLst/>
            <a:cxnLst/>
            <a:rect l="l" t="t" r="r" b="b"/>
            <a:pathLst>
              <a:path w="2064385" h="171450">
                <a:moveTo>
                  <a:pt x="149689" y="0"/>
                </a:moveTo>
                <a:lnTo>
                  <a:pt x="142493" y="2393"/>
                </a:lnTo>
                <a:lnTo>
                  <a:pt x="0" y="85578"/>
                </a:lnTo>
                <a:lnTo>
                  <a:pt x="142493" y="168763"/>
                </a:lnTo>
                <a:lnTo>
                  <a:pt x="149689" y="171156"/>
                </a:lnTo>
                <a:lnTo>
                  <a:pt x="157003" y="170668"/>
                </a:lnTo>
                <a:lnTo>
                  <a:pt x="163603" y="167512"/>
                </a:lnTo>
                <a:lnTo>
                  <a:pt x="168655" y="161905"/>
                </a:lnTo>
                <a:lnTo>
                  <a:pt x="171049" y="154709"/>
                </a:lnTo>
                <a:lnTo>
                  <a:pt x="170561" y="147395"/>
                </a:lnTo>
                <a:lnTo>
                  <a:pt x="167405" y="140795"/>
                </a:lnTo>
                <a:lnTo>
                  <a:pt x="161798" y="135743"/>
                </a:lnTo>
                <a:lnTo>
                  <a:pt x="108458" y="104628"/>
                </a:lnTo>
                <a:lnTo>
                  <a:pt x="37845" y="104628"/>
                </a:lnTo>
                <a:lnTo>
                  <a:pt x="37845" y="66528"/>
                </a:lnTo>
                <a:lnTo>
                  <a:pt x="108458" y="66528"/>
                </a:lnTo>
                <a:lnTo>
                  <a:pt x="161798" y="35413"/>
                </a:lnTo>
                <a:lnTo>
                  <a:pt x="167405" y="30360"/>
                </a:lnTo>
                <a:lnTo>
                  <a:pt x="170561" y="23760"/>
                </a:lnTo>
                <a:lnTo>
                  <a:pt x="171049" y="16446"/>
                </a:lnTo>
                <a:lnTo>
                  <a:pt x="168655" y="9251"/>
                </a:lnTo>
                <a:lnTo>
                  <a:pt x="163603" y="3643"/>
                </a:lnTo>
                <a:lnTo>
                  <a:pt x="157003" y="488"/>
                </a:lnTo>
                <a:lnTo>
                  <a:pt x="149689" y="0"/>
                </a:lnTo>
                <a:close/>
              </a:path>
              <a:path w="2064385" h="171450">
                <a:moveTo>
                  <a:pt x="108458" y="66528"/>
                </a:moveTo>
                <a:lnTo>
                  <a:pt x="37845" y="66528"/>
                </a:lnTo>
                <a:lnTo>
                  <a:pt x="37845" y="104628"/>
                </a:lnTo>
                <a:lnTo>
                  <a:pt x="108458" y="104628"/>
                </a:lnTo>
                <a:lnTo>
                  <a:pt x="104103" y="102088"/>
                </a:lnTo>
                <a:lnTo>
                  <a:pt x="47498" y="102088"/>
                </a:lnTo>
                <a:lnTo>
                  <a:pt x="47498" y="69068"/>
                </a:lnTo>
                <a:lnTo>
                  <a:pt x="104103" y="69068"/>
                </a:lnTo>
                <a:lnTo>
                  <a:pt x="108458" y="66528"/>
                </a:lnTo>
                <a:close/>
              </a:path>
              <a:path w="2064385" h="171450">
                <a:moveTo>
                  <a:pt x="2063877" y="66528"/>
                </a:moveTo>
                <a:lnTo>
                  <a:pt x="108458" y="66528"/>
                </a:lnTo>
                <a:lnTo>
                  <a:pt x="75800" y="85578"/>
                </a:lnTo>
                <a:lnTo>
                  <a:pt x="108458" y="104628"/>
                </a:lnTo>
                <a:lnTo>
                  <a:pt x="2063877" y="104628"/>
                </a:lnTo>
                <a:lnTo>
                  <a:pt x="2063877" y="66528"/>
                </a:lnTo>
                <a:close/>
              </a:path>
              <a:path w="2064385" h="171450">
                <a:moveTo>
                  <a:pt x="47498" y="69068"/>
                </a:moveTo>
                <a:lnTo>
                  <a:pt x="47498" y="102088"/>
                </a:lnTo>
                <a:lnTo>
                  <a:pt x="75800" y="85578"/>
                </a:lnTo>
                <a:lnTo>
                  <a:pt x="47498" y="69068"/>
                </a:lnTo>
                <a:close/>
              </a:path>
              <a:path w="2064385" h="171450">
                <a:moveTo>
                  <a:pt x="75800" y="85578"/>
                </a:moveTo>
                <a:lnTo>
                  <a:pt x="47498" y="102088"/>
                </a:lnTo>
                <a:lnTo>
                  <a:pt x="104103" y="102088"/>
                </a:lnTo>
                <a:lnTo>
                  <a:pt x="75800" y="85578"/>
                </a:lnTo>
                <a:close/>
              </a:path>
              <a:path w="2064385" h="171450">
                <a:moveTo>
                  <a:pt x="104103" y="69068"/>
                </a:moveTo>
                <a:lnTo>
                  <a:pt x="47498" y="69068"/>
                </a:lnTo>
                <a:lnTo>
                  <a:pt x="75800" y="85578"/>
                </a:lnTo>
                <a:lnTo>
                  <a:pt x="104103" y="690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4812029" y="3785438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122798" y="2812542"/>
            <a:ext cx="1013460" cy="763270"/>
          </a:xfrm>
          <a:custGeom>
            <a:avLst/>
            <a:gdLst/>
            <a:ahLst/>
            <a:cxnLst/>
            <a:rect l="l" t="t" r="r" b="b"/>
            <a:pathLst>
              <a:path w="1013460" h="763270">
                <a:moveTo>
                  <a:pt x="60646" y="45197"/>
                </a:moveTo>
                <a:lnTo>
                  <a:pt x="75420" y="80008"/>
                </a:lnTo>
                <a:lnTo>
                  <a:pt x="990473" y="762888"/>
                </a:lnTo>
                <a:lnTo>
                  <a:pt x="1013205" y="732409"/>
                </a:lnTo>
                <a:lnTo>
                  <a:pt x="98339" y="49458"/>
                </a:lnTo>
                <a:lnTo>
                  <a:pt x="60646" y="45197"/>
                </a:lnTo>
                <a:close/>
              </a:path>
              <a:path w="1013460" h="763270">
                <a:moveTo>
                  <a:pt x="0" y="0"/>
                </a:moveTo>
                <a:lnTo>
                  <a:pt x="64515" y="151765"/>
                </a:lnTo>
                <a:lnTo>
                  <a:pt x="68835" y="158049"/>
                </a:lnTo>
                <a:lnTo>
                  <a:pt x="74977" y="162036"/>
                </a:lnTo>
                <a:lnTo>
                  <a:pt x="82143" y="163427"/>
                </a:lnTo>
                <a:lnTo>
                  <a:pt x="89535" y="161925"/>
                </a:lnTo>
                <a:lnTo>
                  <a:pt x="95763" y="157605"/>
                </a:lnTo>
                <a:lnTo>
                  <a:pt x="99742" y="151463"/>
                </a:lnTo>
                <a:lnTo>
                  <a:pt x="101125" y="144297"/>
                </a:lnTo>
                <a:lnTo>
                  <a:pt x="99567" y="136906"/>
                </a:lnTo>
                <a:lnTo>
                  <a:pt x="75420" y="80008"/>
                </a:lnTo>
                <a:lnTo>
                  <a:pt x="18923" y="37846"/>
                </a:lnTo>
                <a:lnTo>
                  <a:pt x="41783" y="7238"/>
                </a:lnTo>
                <a:lnTo>
                  <a:pt x="64010" y="7238"/>
                </a:lnTo>
                <a:lnTo>
                  <a:pt x="0" y="0"/>
                </a:lnTo>
                <a:close/>
              </a:path>
              <a:path w="1013460" h="763270">
                <a:moveTo>
                  <a:pt x="41783" y="7238"/>
                </a:moveTo>
                <a:lnTo>
                  <a:pt x="18923" y="37846"/>
                </a:lnTo>
                <a:lnTo>
                  <a:pt x="75420" y="80008"/>
                </a:lnTo>
                <a:lnTo>
                  <a:pt x="60646" y="45197"/>
                </a:lnTo>
                <a:lnTo>
                  <a:pt x="28193" y="41529"/>
                </a:lnTo>
                <a:lnTo>
                  <a:pt x="47878" y="15112"/>
                </a:lnTo>
                <a:lnTo>
                  <a:pt x="52330" y="15112"/>
                </a:lnTo>
                <a:lnTo>
                  <a:pt x="41783" y="7238"/>
                </a:lnTo>
                <a:close/>
              </a:path>
              <a:path w="1013460" h="763270">
                <a:moveTo>
                  <a:pt x="64010" y="7238"/>
                </a:moveTo>
                <a:lnTo>
                  <a:pt x="41783" y="7238"/>
                </a:lnTo>
                <a:lnTo>
                  <a:pt x="98339" y="49458"/>
                </a:lnTo>
                <a:lnTo>
                  <a:pt x="159638" y="56387"/>
                </a:lnTo>
                <a:lnTo>
                  <a:pt x="167219" y="55786"/>
                </a:lnTo>
                <a:lnTo>
                  <a:pt x="173704" y="52435"/>
                </a:lnTo>
                <a:lnTo>
                  <a:pt x="178427" y="46868"/>
                </a:lnTo>
                <a:lnTo>
                  <a:pt x="180721" y="39624"/>
                </a:lnTo>
                <a:lnTo>
                  <a:pt x="180119" y="32115"/>
                </a:lnTo>
                <a:lnTo>
                  <a:pt x="176768" y="25653"/>
                </a:lnTo>
                <a:lnTo>
                  <a:pt x="171201" y="20907"/>
                </a:lnTo>
                <a:lnTo>
                  <a:pt x="163956" y="18542"/>
                </a:lnTo>
                <a:lnTo>
                  <a:pt x="64010" y="7238"/>
                </a:lnTo>
                <a:close/>
              </a:path>
              <a:path w="1013460" h="763270">
                <a:moveTo>
                  <a:pt x="52330" y="15112"/>
                </a:moveTo>
                <a:lnTo>
                  <a:pt x="47878" y="15112"/>
                </a:lnTo>
                <a:lnTo>
                  <a:pt x="60646" y="45197"/>
                </a:lnTo>
                <a:lnTo>
                  <a:pt x="98339" y="49458"/>
                </a:lnTo>
                <a:lnTo>
                  <a:pt x="52330" y="15112"/>
                </a:lnTo>
                <a:close/>
              </a:path>
              <a:path w="1013460" h="763270">
                <a:moveTo>
                  <a:pt x="47878" y="15112"/>
                </a:moveTo>
                <a:lnTo>
                  <a:pt x="28193" y="41529"/>
                </a:lnTo>
                <a:lnTo>
                  <a:pt x="60646" y="45197"/>
                </a:lnTo>
                <a:lnTo>
                  <a:pt x="47878" y="15112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5126990" y="2740609"/>
            <a:ext cx="69342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  <a:tabLst>
                <a:tab pos="450850" algn="l"/>
              </a:tabLst>
            </a:pPr>
            <a:r>
              <a:rPr dirty="0" baseline="-29513" sz="4800" b="1" i="1">
                <a:solidFill>
                  <a:srgbClr val="FFFFFF"/>
                </a:solidFill>
                <a:latin typeface="Times New Roman"/>
                <a:cs typeface="Times New Roman"/>
              </a:rPr>
              <a:t>a	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5014595" y="4059682"/>
            <a:ext cx="1123950" cy="930910"/>
          </a:xfrm>
          <a:custGeom>
            <a:avLst/>
            <a:gdLst/>
            <a:ahLst/>
            <a:cxnLst/>
            <a:rect l="l" t="t" r="r" b="b"/>
            <a:pathLst>
              <a:path w="1123950" h="930910">
                <a:moveTo>
                  <a:pt x="74169" y="763539"/>
                </a:moveTo>
                <a:lnTo>
                  <a:pt x="67071" y="765270"/>
                </a:lnTo>
                <a:lnTo>
                  <a:pt x="61140" y="769524"/>
                </a:lnTo>
                <a:lnTo>
                  <a:pt x="57150" y="775970"/>
                </a:lnTo>
                <a:lnTo>
                  <a:pt x="0" y="930783"/>
                </a:lnTo>
                <a:lnTo>
                  <a:pt x="57692" y="921385"/>
                </a:lnTo>
                <a:lnTo>
                  <a:pt x="41401" y="921385"/>
                </a:lnTo>
                <a:lnTo>
                  <a:pt x="17144" y="892048"/>
                </a:lnTo>
                <a:lnTo>
                  <a:pt x="71416" y="847311"/>
                </a:lnTo>
                <a:lnTo>
                  <a:pt x="92837" y="789178"/>
                </a:lnTo>
                <a:lnTo>
                  <a:pt x="94019" y="781686"/>
                </a:lnTo>
                <a:lnTo>
                  <a:pt x="92297" y="774588"/>
                </a:lnTo>
                <a:lnTo>
                  <a:pt x="88050" y="768657"/>
                </a:lnTo>
                <a:lnTo>
                  <a:pt x="81660" y="764667"/>
                </a:lnTo>
                <a:lnTo>
                  <a:pt x="74169" y="763539"/>
                </a:lnTo>
                <a:close/>
              </a:path>
              <a:path w="1123950" h="930910">
                <a:moveTo>
                  <a:pt x="71416" y="847311"/>
                </a:moveTo>
                <a:lnTo>
                  <a:pt x="17144" y="892048"/>
                </a:lnTo>
                <a:lnTo>
                  <a:pt x="41401" y="921385"/>
                </a:lnTo>
                <a:lnTo>
                  <a:pt x="51262" y="913257"/>
                </a:lnTo>
                <a:lnTo>
                  <a:pt x="47116" y="913257"/>
                </a:lnTo>
                <a:lnTo>
                  <a:pt x="26162" y="887984"/>
                </a:lnTo>
                <a:lnTo>
                  <a:pt x="58366" y="882726"/>
                </a:lnTo>
                <a:lnTo>
                  <a:pt x="71416" y="847311"/>
                </a:lnTo>
                <a:close/>
              </a:path>
              <a:path w="1123950" h="930910">
                <a:moveTo>
                  <a:pt x="156844" y="866648"/>
                </a:moveTo>
                <a:lnTo>
                  <a:pt x="95694" y="876631"/>
                </a:lnTo>
                <a:lnTo>
                  <a:pt x="41401" y="921385"/>
                </a:lnTo>
                <a:lnTo>
                  <a:pt x="57692" y="921385"/>
                </a:lnTo>
                <a:lnTo>
                  <a:pt x="162940" y="904240"/>
                </a:lnTo>
                <a:lnTo>
                  <a:pt x="178688" y="882396"/>
                </a:lnTo>
                <a:lnTo>
                  <a:pt x="175972" y="875309"/>
                </a:lnTo>
                <a:lnTo>
                  <a:pt x="170957" y="869997"/>
                </a:lnTo>
                <a:lnTo>
                  <a:pt x="164347" y="866947"/>
                </a:lnTo>
                <a:lnTo>
                  <a:pt x="156844" y="866648"/>
                </a:lnTo>
                <a:close/>
              </a:path>
              <a:path w="1123950" h="930910">
                <a:moveTo>
                  <a:pt x="58366" y="882726"/>
                </a:moveTo>
                <a:lnTo>
                  <a:pt x="26162" y="887984"/>
                </a:lnTo>
                <a:lnTo>
                  <a:pt x="47116" y="913257"/>
                </a:lnTo>
                <a:lnTo>
                  <a:pt x="58366" y="882726"/>
                </a:lnTo>
                <a:close/>
              </a:path>
              <a:path w="1123950" h="930910">
                <a:moveTo>
                  <a:pt x="95694" y="876631"/>
                </a:moveTo>
                <a:lnTo>
                  <a:pt x="58366" y="882726"/>
                </a:lnTo>
                <a:lnTo>
                  <a:pt x="47116" y="913257"/>
                </a:lnTo>
                <a:lnTo>
                  <a:pt x="51262" y="913257"/>
                </a:lnTo>
                <a:lnTo>
                  <a:pt x="95694" y="876631"/>
                </a:lnTo>
                <a:close/>
              </a:path>
              <a:path w="1123950" h="930910">
                <a:moveTo>
                  <a:pt x="1099312" y="0"/>
                </a:moveTo>
                <a:lnTo>
                  <a:pt x="71416" y="847311"/>
                </a:lnTo>
                <a:lnTo>
                  <a:pt x="58366" y="882726"/>
                </a:lnTo>
                <a:lnTo>
                  <a:pt x="95694" y="876631"/>
                </a:lnTo>
                <a:lnTo>
                  <a:pt x="1123441" y="29464"/>
                </a:lnTo>
                <a:lnTo>
                  <a:pt x="109931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5606541" y="4251147"/>
            <a:ext cx="1930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37033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370840"/>
          </a:xfrm>
          <a:custGeom>
            <a:avLst/>
            <a:gdLst/>
            <a:ahLst/>
            <a:cxnLst/>
            <a:rect l="l" t="t" r="r" b="b"/>
            <a:pathLst>
              <a:path w="9144000" h="370840">
                <a:moveTo>
                  <a:pt x="0" y="370331"/>
                </a:moveTo>
                <a:lnTo>
                  <a:pt x="9144000" y="370331"/>
                </a:lnTo>
                <a:lnTo>
                  <a:pt x="9144000" y="0"/>
                </a:lnTo>
                <a:lnTo>
                  <a:pt x="0" y="0"/>
                </a:lnTo>
                <a:lnTo>
                  <a:pt x="0" y="370331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28447"/>
            <a:ext cx="549148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3466465" algn="l"/>
              </a:tabLst>
            </a:pPr>
            <a:r>
              <a:rPr dirty="0" sz="18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1800" spc="-5" b="1">
                <a:solidFill>
                  <a:srgbClr val="A15100"/>
                </a:solidFill>
                <a:latin typeface="Times New Roman"/>
                <a:cs typeface="Times New Roman"/>
              </a:rPr>
              <a:t>h2 </a:t>
            </a:r>
            <a:r>
              <a:rPr dirty="0" sz="1800" spc="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A15100"/>
                </a:solidFill>
                <a:latin typeface="宋体"/>
                <a:cs typeface="宋体"/>
              </a:rPr>
              <a:t>形式语言自动机理论基</a:t>
            </a:r>
            <a:r>
              <a:rPr dirty="0" sz="1800" spc="-10" b="1">
                <a:solidFill>
                  <a:srgbClr val="A15100"/>
                </a:solidFill>
                <a:latin typeface="宋体"/>
                <a:cs typeface="宋体"/>
              </a:rPr>
              <a:t>础	</a:t>
            </a:r>
            <a:r>
              <a:rPr dirty="0" sz="18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1800" spc="38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887592" y="28447"/>
            <a:ext cx="2901315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A15100"/>
                </a:solidFill>
                <a:latin typeface="Times New Roman"/>
                <a:cs typeface="Times New Roman"/>
              </a:rPr>
              <a:t>2.3.1</a:t>
            </a:r>
            <a:r>
              <a:rPr dirty="0" sz="1800" spc="38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1800" b="1">
                <a:solidFill>
                  <a:srgbClr val="A15100"/>
                </a:solidFill>
                <a:latin typeface="宋体"/>
                <a:cs typeface="宋体"/>
              </a:rPr>
              <a:t>有限自动机与正则文法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252978" y="149479"/>
            <a:ext cx="249936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5667121" y="130555"/>
            <a:ext cx="248284" cy="11391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199257" y="158381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2839" y="214315"/>
            <a:ext cx="7541895" cy="1414780"/>
          </a:xfrm>
          <a:prstGeom prst="rect">
            <a:avLst/>
          </a:prstGeom>
        </p:spPr>
        <p:txBody>
          <a:bodyPr wrap="square" lIns="0" tIns="209550" rIns="0" bIns="0" rtlCol="0" vert="horz">
            <a:spAutoFit/>
          </a:bodyPr>
          <a:lstStyle/>
          <a:p>
            <a:pPr marL="227329" indent="-215265">
              <a:lnSpc>
                <a:spcPct val="100000"/>
              </a:lnSpc>
              <a:spcBef>
                <a:spcPts val="1650"/>
              </a:spcBef>
              <a:buClr>
                <a:srgbClr val="99FF99"/>
              </a:buClr>
              <a:buSzPct val="110937"/>
              <a:buFont typeface="Wingdings"/>
              <a:buChar char=""/>
              <a:tabLst>
                <a:tab pos="227965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写出与下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述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有限自动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机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等价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endParaRPr sz="3200">
              <a:latin typeface="宋体"/>
              <a:cs typeface="宋体"/>
            </a:endParaRPr>
          </a:p>
          <a:p>
            <a:pPr algn="ctr" marL="332105">
              <a:lnSpc>
                <a:spcPct val="100000"/>
              </a:lnSpc>
              <a:spcBef>
                <a:spcPts val="164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142738" y="1408201"/>
            <a:ext cx="203200" cy="12293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41000"/>
              </a:lnSpc>
              <a:spcBef>
                <a:spcPts val="10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2102357" y="1792985"/>
            <a:ext cx="672465" cy="652780"/>
          </a:xfrm>
          <a:custGeom>
            <a:avLst/>
            <a:gdLst/>
            <a:ahLst/>
            <a:cxnLst/>
            <a:rect l="l" t="t" r="r" b="b"/>
            <a:pathLst>
              <a:path w="672464" h="652780">
                <a:moveTo>
                  <a:pt x="0" y="326136"/>
                </a:moveTo>
                <a:lnTo>
                  <a:pt x="3644" y="277949"/>
                </a:lnTo>
                <a:lnTo>
                  <a:pt x="14231" y="231956"/>
                </a:lnTo>
                <a:lnTo>
                  <a:pt x="31239" y="188659"/>
                </a:lnTo>
                <a:lnTo>
                  <a:pt x="54149" y="148566"/>
                </a:lnTo>
                <a:lnTo>
                  <a:pt x="82440" y="112180"/>
                </a:lnTo>
                <a:lnTo>
                  <a:pt x="115591" y="80007"/>
                </a:lnTo>
                <a:lnTo>
                  <a:pt x="153082" y="52551"/>
                </a:lnTo>
                <a:lnTo>
                  <a:pt x="194394" y="30317"/>
                </a:lnTo>
                <a:lnTo>
                  <a:pt x="239004" y="13811"/>
                </a:lnTo>
                <a:lnTo>
                  <a:pt x="286394" y="3536"/>
                </a:lnTo>
                <a:lnTo>
                  <a:pt x="336042" y="0"/>
                </a:lnTo>
                <a:lnTo>
                  <a:pt x="385689" y="3536"/>
                </a:lnTo>
                <a:lnTo>
                  <a:pt x="433079" y="13811"/>
                </a:lnTo>
                <a:lnTo>
                  <a:pt x="477689" y="30317"/>
                </a:lnTo>
                <a:lnTo>
                  <a:pt x="519001" y="52551"/>
                </a:lnTo>
                <a:lnTo>
                  <a:pt x="556492" y="80007"/>
                </a:lnTo>
                <a:lnTo>
                  <a:pt x="589643" y="112180"/>
                </a:lnTo>
                <a:lnTo>
                  <a:pt x="617934" y="148566"/>
                </a:lnTo>
                <a:lnTo>
                  <a:pt x="640844" y="188659"/>
                </a:lnTo>
                <a:lnTo>
                  <a:pt x="657852" y="231956"/>
                </a:lnTo>
                <a:lnTo>
                  <a:pt x="668439" y="277949"/>
                </a:lnTo>
                <a:lnTo>
                  <a:pt x="672084" y="326136"/>
                </a:lnTo>
                <a:lnTo>
                  <a:pt x="668439" y="374322"/>
                </a:lnTo>
                <a:lnTo>
                  <a:pt x="657852" y="420315"/>
                </a:lnTo>
                <a:lnTo>
                  <a:pt x="640844" y="463612"/>
                </a:lnTo>
                <a:lnTo>
                  <a:pt x="617934" y="503705"/>
                </a:lnTo>
                <a:lnTo>
                  <a:pt x="589643" y="540091"/>
                </a:lnTo>
                <a:lnTo>
                  <a:pt x="556492" y="572264"/>
                </a:lnTo>
                <a:lnTo>
                  <a:pt x="519001" y="599720"/>
                </a:lnTo>
                <a:lnTo>
                  <a:pt x="477689" y="621954"/>
                </a:lnTo>
                <a:lnTo>
                  <a:pt x="433079" y="638460"/>
                </a:lnTo>
                <a:lnTo>
                  <a:pt x="385689" y="648735"/>
                </a:lnTo>
                <a:lnTo>
                  <a:pt x="336042" y="652272"/>
                </a:lnTo>
                <a:lnTo>
                  <a:pt x="286394" y="648735"/>
                </a:lnTo>
                <a:lnTo>
                  <a:pt x="239004" y="638460"/>
                </a:lnTo>
                <a:lnTo>
                  <a:pt x="194394" y="621954"/>
                </a:lnTo>
                <a:lnTo>
                  <a:pt x="153082" y="599720"/>
                </a:lnTo>
                <a:lnTo>
                  <a:pt x="115591" y="572264"/>
                </a:lnTo>
                <a:lnTo>
                  <a:pt x="82440" y="540091"/>
                </a:lnTo>
                <a:lnTo>
                  <a:pt x="54149" y="503705"/>
                </a:lnTo>
                <a:lnTo>
                  <a:pt x="31239" y="463612"/>
                </a:lnTo>
                <a:lnTo>
                  <a:pt x="14231" y="420315"/>
                </a:lnTo>
                <a:lnTo>
                  <a:pt x="3644" y="374322"/>
                </a:lnTo>
                <a:lnTo>
                  <a:pt x="0" y="32613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2177033" y="1867661"/>
            <a:ext cx="510540" cy="497205"/>
          </a:xfrm>
          <a:custGeom>
            <a:avLst/>
            <a:gdLst/>
            <a:ahLst/>
            <a:cxnLst/>
            <a:rect l="l" t="t" r="r" b="b"/>
            <a:pathLst>
              <a:path w="510539" h="497205">
                <a:moveTo>
                  <a:pt x="0" y="248412"/>
                </a:moveTo>
                <a:lnTo>
                  <a:pt x="4113" y="203768"/>
                </a:lnTo>
                <a:lnTo>
                  <a:pt x="15971" y="161746"/>
                </a:lnTo>
                <a:lnTo>
                  <a:pt x="34854" y="123048"/>
                </a:lnTo>
                <a:lnTo>
                  <a:pt x="60040" y="88377"/>
                </a:lnTo>
                <a:lnTo>
                  <a:pt x="90807" y="58434"/>
                </a:lnTo>
                <a:lnTo>
                  <a:pt x="126435" y="33923"/>
                </a:lnTo>
                <a:lnTo>
                  <a:pt x="166202" y="15545"/>
                </a:lnTo>
                <a:lnTo>
                  <a:pt x="209387" y="4003"/>
                </a:lnTo>
                <a:lnTo>
                  <a:pt x="255270" y="0"/>
                </a:lnTo>
                <a:lnTo>
                  <a:pt x="301152" y="4003"/>
                </a:lnTo>
                <a:lnTo>
                  <a:pt x="344337" y="15545"/>
                </a:lnTo>
                <a:lnTo>
                  <a:pt x="384104" y="33923"/>
                </a:lnTo>
                <a:lnTo>
                  <a:pt x="419732" y="58434"/>
                </a:lnTo>
                <a:lnTo>
                  <a:pt x="450499" y="88377"/>
                </a:lnTo>
                <a:lnTo>
                  <a:pt x="475685" y="123048"/>
                </a:lnTo>
                <a:lnTo>
                  <a:pt x="494568" y="161746"/>
                </a:lnTo>
                <a:lnTo>
                  <a:pt x="506426" y="203768"/>
                </a:lnTo>
                <a:lnTo>
                  <a:pt x="510540" y="248412"/>
                </a:lnTo>
                <a:lnTo>
                  <a:pt x="506426" y="293055"/>
                </a:lnTo>
                <a:lnTo>
                  <a:pt x="494568" y="335077"/>
                </a:lnTo>
                <a:lnTo>
                  <a:pt x="475685" y="373775"/>
                </a:lnTo>
                <a:lnTo>
                  <a:pt x="450499" y="408446"/>
                </a:lnTo>
                <a:lnTo>
                  <a:pt x="419732" y="438389"/>
                </a:lnTo>
                <a:lnTo>
                  <a:pt x="384104" y="462900"/>
                </a:lnTo>
                <a:lnTo>
                  <a:pt x="344337" y="481278"/>
                </a:lnTo>
                <a:lnTo>
                  <a:pt x="301152" y="492820"/>
                </a:lnTo>
                <a:lnTo>
                  <a:pt x="255270" y="496824"/>
                </a:lnTo>
                <a:lnTo>
                  <a:pt x="209387" y="492820"/>
                </a:lnTo>
                <a:lnTo>
                  <a:pt x="166202" y="481278"/>
                </a:lnTo>
                <a:lnTo>
                  <a:pt x="126435" y="462900"/>
                </a:lnTo>
                <a:lnTo>
                  <a:pt x="90807" y="438389"/>
                </a:lnTo>
                <a:lnTo>
                  <a:pt x="60040" y="408446"/>
                </a:lnTo>
                <a:lnTo>
                  <a:pt x="34854" y="373775"/>
                </a:lnTo>
                <a:lnTo>
                  <a:pt x="15971" y="335077"/>
                </a:lnTo>
                <a:lnTo>
                  <a:pt x="4113" y="293055"/>
                </a:lnTo>
                <a:lnTo>
                  <a:pt x="0" y="2484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292857" y="1914855"/>
            <a:ext cx="2235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801105" y="1930145"/>
            <a:ext cx="512445" cy="495300"/>
          </a:xfrm>
          <a:custGeom>
            <a:avLst/>
            <a:gdLst/>
            <a:ahLst/>
            <a:cxnLst/>
            <a:rect l="l" t="t" r="r" b="b"/>
            <a:pathLst>
              <a:path w="512445" h="495300">
                <a:moveTo>
                  <a:pt x="0" y="247650"/>
                </a:moveTo>
                <a:lnTo>
                  <a:pt x="4126" y="203133"/>
                </a:lnTo>
                <a:lnTo>
                  <a:pt x="16023" y="161234"/>
                </a:lnTo>
                <a:lnTo>
                  <a:pt x="34967" y="122653"/>
                </a:lnTo>
                <a:lnTo>
                  <a:pt x="60232" y="88089"/>
                </a:lnTo>
                <a:lnTo>
                  <a:pt x="91095" y="58242"/>
                </a:lnTo>
                <a:lnTo>
                  <a:pt x="126830" y="33810"/>
                </a:lnTo>
                <a:lnTo>
                  <a:pt x="166714" y="15492"/>
                </a:lnTo>
                <a:lnTo>
                  <a:pt x="210023" y="3989"/>
                </a:lnTo>
                <a:lnTo>
                  <a:pt x="256032" y="0"/>
                </a:lnTo>
                <a:lnTo>
                  <a:pt x="302040" y="3989"/>
                </a:lnTo>
                <a:lnTo>
                  <a:pt x="345349" y="15492"/>
                </a:lnTo>
                <a:lnTo>
                  <a:pt x="385233" y="33810"/>
                </a:lnTo>
                <a:lnTo>
                  <a:pt x="420968" y="58242"/>
                </a:lnTo>
                <a:lnTo>
                  <a:pt x="451831" y="88089"/>
                </a:lnTo>
                <a:lnTo>
                  <a:pt x="477096" y="122653"/>
                </a:lnTo>
                <a:lnTo>
                  <a:pt x="496040" y="161234"/>
                </a:lnTo>
                <a:lnTo>
                  <a:pt x="507937" y="203133"/>
                </a:lnTo>
                <a:lnTo>
                  <a:pt x="512064" y="247650"/>
                </a:lnTo>
                <a:lnTo>
                  <a:pt x="507937" y="292166"/>
                </a:lnTo>
                <a:lnTo>
                  <a:pt x="496040" y="334065"/>
                </a:lnTo>
                <a:lnTo>
                  <a:pt x="477096" y="372646"/>
                </a:lnTo>
                <a:lnTo>
                  <a:pt x="451831" y="407210"/>
                </a:lnTo>
                <a:lnTo>
                  <a:pt x="420968" y="437057"/>
                </a:lnTo>
                <a:lnTo>
                  <a:pt x="385233" y="461489"/>
                </a:lnTo>
                <a:lnTo>
                  <a:pt x="345349" y="479807"/>
                </a:lnTo>
                <a:lnTo>
                  <a:pt x="302040" y="491310"/>
                </a:lnTo>
                <a:lnTo>
                  <a:pt x="256032" y="495300"/>
                </a:lnTo>
                <a:lnTo>
                  <a:pt x="210023" y="491310"/>
                </a:lnTo>
                <a:lnTo>
                  <a:pt x="166714" y="479807"/>
                </a:lnTo>
                <a:lnTo>
                  <a:pt x="126830" y="461489"/>
                </a:lnTo>
                <a:lnTo>
                  <a:pt x="91095" y="437057"/>
                </a:lnTo>
                <a:lnTo>
                  <a:pt x="60232" y="407210"/>
                </a:lnTo>
                <a:lnTo>
                  <a:pt x="34967" y="372646"/>
                </a:lnTo>
                <a:lnTo>
                  <a:pt x="16023" y="334065"/>
                </a:lnTo>
                <a:lnTo>
                  <a:pt x="4126" y="292166"/>
                </a:lnTo>
                <a:lnTo>
                  <a:pt x="0" y="24765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5917819" y="1978533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043934" y="1739645"/>
            <a:ext cx="672465" cy="652780"/>
          </a:xfrm>
          <a:custGeom>
            <a:avLst/>
            <a:gdLst/>
            <a:ahLst/>
            <a:cxnLst/>
            <a:rect l="l" t="t" r="r" b="b"/>
            <a:pathLst>
              <a:path w="672464" h="652780">
                <a:moveTo>
                  <a:pt x="336041" y="0"/>
                </a:moveTo>
                <a:lnTo>
                  <a:pt x="286394" y="3536"/>
                </a:lnTo>
                <a:lnTo>
                  <a:pt x="239004" y="13811"/>
                </a:lnTo>
                <a:lnTo>
                  <a:pt x="194394" y="30317"/>
                </a:lnTo>
                <a:lnTo>
                  <a:pt x="153082" y="52551"/>
                </a:lnTo>
                <a:lnTo>
                  <a:pt x="115591" y="80007"/>
                </a:lnTo>
                <a:lnTo>
                  <a:pt x="82440" y="112180"/>
                </a:lnTo>
                <a:lnTo>
                  <a:pt x="54149" y="148566"/>
                </a:lnTo>
                <a:lnTo>
                  <a:pt x="31239" y="188659"/>
                </a:lnTo>
                <a:lnTo>
                  <a:pt x="14231" y="231956"/>
                </a:lnTo>
                <a:lnTo>
                  <a:pt x="3644" y="277949"/>
                </a:lnTo>
                <a:lnTo>
                  <a:pt x="0" y="326136"/>
                </a:lnTo>
                <a:lnTo>
                  <a:pt x="3644" y="374322"/>
                </a:lnTo>
                <a:lnTo>
                  <a:pt x="14231" y="420315"/>
                </a:lnTo>
                <a:lnTo>
                  <a:pt x="31239" y="463612"/>
                </a:lnTo>
                <a:lnTo>
                  <a:pt x="54149" y="503705"/>
                </a:lnTo>
                <a:lnTo>
                  <a:pt x="82440" y="540091"/>
                </a:lnTo>
                <a:lnTo>
                  <a:pt x="115591" y="572264"/>
                </a:lnTo>
                <a:lnTo>
                  <a:pt x="153082" y="599720"/>
                </a:lnTo>
                <a:lnTo>
                  <a:pt x="194394" y="621954"/>
                </a:lnTo>
                <a:lnTo>
                  <a:pt x="239004" y="638460"/>
                </a:lnTo>
                <a:lnTo>
                  <a:pt x="286394" y="648735"/>
                </a:lnTo>
                <a:lnTo>
                  <a:pt x="336041" y="652271"/>
                </a:lnTo>
                <a:lnTo>
                  <a:pt x="385689" y="648735"/>
                </a:lnTo>
                <a:lnTo>
                  <a:pt x="433079" y="638460"/>
                </a:lnTo>
                <a:lnTo>
                  <a:pt x="477689" y="621954"/>
                </a:lnTo>
                <a:lnTo>
                  <a:pt x="519001" y="599720"/>
                </a:lnTo>
                <a:lnTo>
                  <a:pt x="556492" y="572264"/>
                </a:lnTo>
                <a:lnTo>
                  <a:pt x="589643" y="540091"/>
                </a:lnTo>
                <a:lnTo>
                  <a:pt x="617934" y="503705"/>
                </a:lnTo>
                <a:lnTo>
                  <a:pt x="640844" y="463612"/>
                </a:lnTo>
                <a:lnTo>
                  <a:pt x="657852" y="420315"/>
                </a:lnTo>
                <a:lnTo>
                  <a:pt x="668439" y="374322"/>
                </a:lnTo>
                <a:lnTo>
                  <a:pt x="672083" y="326136"/>
                </a:lnTo>
                <a:lnTo>
                  <a:pt x="668439" y="277949"/>
                </a:lnTo>
                <a:lnTo>
                  <a:pt x="657852" y="231956"/>
                </a:lnTo>
                <a:lnTo>
                  <a:pt x="640844" y="188659"/>
                </a:lnTo>
                <a:lnTo>
                  <a:pt x="617934" y="148566"/>
                </a:lnTo>
                <a:lnTo>
                  <a:pt x="589643" y="112180"/>
                </a:lnTo>
                <a:lnTo>
                  <a:pt x="556492" y="80007"/>
                </a:lnTo>
                <a:lnTo>
                  <a:pt x="519001" y="52551"/>
                </a:lnTo>
                <a:lnTo>
                  <a:pt x="477689" y="30317"/>
                </a:lnTo>
                <a:lnTo>
                  <a:pt x="433079" y="13811"/>
                </a:lnTo>
                <a:lnTo>
                  <a:pt x="385689" y="3536"/>
                </a:lnTo>
                <a:lnTo>
                  <a:pt x="336041" y="0"/>
                </a:lnTo>
                <a:close/>
              </a:path>
            </a:pathLst>
          </a:custGeom>
          <a:solidFill>
            <a:srgbClr val="1F3E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043934" y="1739645"/>
            <a:ext cx="672465" cy="652780"/>
          </a:xfrm>
          <a:custGeom>
            <a:avLst/>
            <a:gdLst/>
            <a:ahLst/>
            <a:cxnLst/>
            <a:rect l="l" t="t" r="r" b="b"/>
            <a:pathLst>
              <a:path w="672464" h="652780">
                <a:moveTo>
                  <a:pt x="0" y="326136"/>
                </a:moveTo>
                <a:lnTo>
                  <a:pt x="3644" y="277949"/>
                </a:lnTo>
                <a:lnTo>
                  <a:pt x="14231" y="231956"/>
                </a:lnTo>
                <a:lnTo>
                  <a:pt x="31239" y="188659"/>
                </a:lnTo>
                <a:lnTo>
                  <a:pt x="54149" y="148566"/>
                </a:lnTo>
                <a:lnTo>
                  <a:pt x="82440" y="112180"/>
                </a:lnTo>
                <a:lnTo>
                  <a:pt x="115591" y="80007"/>
                </a:lnTo>
                <a:lnTo>
                  <a:pt x="153082" y="52551"/>
                </a:lnTo>
                <a:lnTo>
                  <a:pt x="194394" y="30317"/>
                </a:lnTo>
                <a:lnTo>
                  <a:pt x="239004" y="13811"/>
                </a:lnTo>
                <a:lnTo>
                  <a:pt x="286394" y="3536"/>
                </a:lnTo>
                <a:lnTo>
                  <a:pt x="336041" y="0"/>
                </a:lnTo>
                <a:lnTo>
                  <a:pt x="385689" y="3536"/>
                </a:lnTo>
                <a:lnTo>
                  <a:pt x="433079" y="13811"/>
                </a:lnTo>
                <a:lnTo>
                  <a:pt x="477689" y="30317"/>
                </a:lnTo>
                <a:lnTo>
                  <a:pt x="519001" y="52551"/>
                </a:lnTo>
                <a:lnTo>
                  <a:pt x="556492" y="80007"/>
                </a:lnTo>
                <a:lnTo>
                  <a:pt x="589643" y="112180"/>
                </a:lnTo>
                <a:lnTo>
                  <a:pt x="617934" y="148566"/>
                </a:lnTo>
                <a:lnTo>
                  <a:pt x="640844" y="188659"/>
                </a:lnTo>
                <a:lnTo>
                  <a:pt x="657852" y="231956"/>
                </a:lnTo>
                <a:lnTo>
                  <a:pt x="668439" y="277949"/>
                </a:lnTo>
                <a:lnTo>
                  <a:pt x="672083" y="326136"/>
                </a:lnTo>
                <a:lnTo>
                  <a:pt x="668439" y="374322"/>
                </a:lnTo>
                <a:lnTo>
                  <a:pt x="657852" y="420315"/>
                </a:lnTo>
                <a:lnTo>
                  <a:pt x="640844" y="463612"/>
                </a:lnTo>
                <a:lnTo>
                  <a:pt x="617934" y="503705"/>
                </a:lnTo>
                <a:lnTo>
                  <a:pt x="589643" y="540091"/>
                </a:lnTo>
                <a:lnTo>
                  <a:pt x="556492" y="572264"/>
                </a:lnTo>
                <a:lnTo>
                  <a:pt x="519001" y="599720"/>
                </a:lnTo>
                <a:lnTo>
                  <a:pt x="477689" y="621954"/>
                </a:lnTo>
                <a:lnTo>
                  <a:pt x="433079" y="638460"/>
                </a:lnTo>
                <a:lnTo>
                  <a:pt x="385689" y="648735"/>
                </a:lnTo>
                <a:lnTo>
                  <a:pt x="336041" y="652271"/>
                </a:lnTo>
                <a:lnTo>
                  <a:pt x="286394" y="648735"/>
                </a:lnTo>
                <a:lnTo>
                  <a:pt x="239004" y="638460"/>
                </a:lnTo>
                <a:lnTo>
                  <a:pt x="194394" y="621954"/>
                </a:lnTo>
                <a:lnTo>
                  <a:pt x="153082" y="599720"/>
                </a:lnTo>
                <a:lnTo>
                  <a:pt x="115591" y="572264"/>
                </a:lnTo>
                <a:lnTo>
                  <a:pt x="82440" y="540091"/>
                </a:lnTo>
                <a:lnTo>
                  <a:pt x="54149" y="503705"/>
                </a:lnTo>
                <a:lnTo>
                  <a:pt x="31239" y="463612"/>
                </a:lnTo>
                <a:lnTo>
                  <a:pt x="14231" y="420315"/>
                </a:lnTo>
                <a:lnTo>
                  <a:pt x="3644" y="374322"/>
                </a:lnTo>
                <a:lnTo>
                  <a:pt x="0" y="32613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118609" y="1814322"/>
            <a:ext cx="512445" cy="497205"/>
          </a:xfrm>
          <a:custGeom>
            <a:avLst/>
            <a:gdLst/>
            <a:ahLst/>
            <a:cxnLst/>
            <a:rect l="l" t="t" r="r" b="b"/>
            <a:pathLst>
              <a:path w="512445" h="497205">
                <a:moveTo>
                  <a:pt x="256031" y="0"/>
                </a:moveTo>
                <a:lnTo>
                  <a:pt x="210023" y="4003"/>
                </a:lnTo>
                <a:lnTo>
                  <a:pt x="166714" y="15545"/>
                </a:lnTo>
                <a:lnTo>
                  <a:pt x="126830" y="33923"/>
                </a:lnTo>
                <a:lnTo>
                  <a:pt x="91095" y="58434"/>
                </a:lnTo>
                <a:lnTo>
                  <a:pt x="60232" y="88377"/>
                </a:lnTo>
                <a:lnTo>
                  <a:pt x="34967" y="123048"/>
                </a:lnTo>
                <a:lnTo>
                  <a:pt x="16023" y="161746"/>
                </a:lnTo>
                <a:lnTo>
                  <a:pt x="4126" y="203768"/>
                </a:lnTo>
                <a:lnTo>
                  <a:pt x="0" y="248412"/>
                </a:lnTo>
                <a:lnTo>
                  <a:pt x="4126" y="293055"/>
                </a:lnTo>
                <a:lnTo>
                  <a:pt x="16023" y="335077"/>
                </a:lnTo>
                <a:lnTo>
                  <a:pt x="34967" y="373775"/>
                </a:lnTo>
                <a:lnTo>
                  <a:pt x="60232" y="408446"/>
                </a:lnTo>
                <a:lnTo>
                  <a:pt x="91095" y="438389"/>
                </a:lnTo>
                <a:lnTo>
                  <a:pt x="126830" y="462900"/>
                </a:lnTo>
                <a:lnTo>
                  <a:pt x="166714" y="481278"/>
                </a:lnTo>
                <a:lnTo>
                  <a:pt x="210023" y="492820"/>
                </a:lnTo>
                <a:lnTo>
                  <a:pt x="256031" y="496824"/>
                </a:lnTo>
                <a:lnTo>
                  <a:pt x="302040" y="492820"/>
                </a:lnTo>
                <a:lnTo>
                  <a:pt x="345349" y="481278"/>
                </a:lnTo>
                <a:lnTo>
                  <a:pt x="385233" y="462900"/>
                </a:lnTo>
                <a:lnTo>
                  <a:pt x="420968" y="438389"/>
                </a:lnTo>
                <a:lnTo>
                  <a:pt x="451831" y="408446"/>
                </a:lnTo>
                <a:lnTo>
                  <a:pt x="477096" y="373775"/>
                </a:lnTo>
                <a:lnTo>
                  <a:pt x="496040" y="335077"/>
                </a:lnTo>
                <a:lnTo>
                  <a:pt x="507937" y="293055"/>
                </a:lnTo>
                <a:lnTo>
                  <a:pt x="512063" y="248412"/>
                </a:lnTo>
                <a:lnTo>
                  <a:pt x="507937" y="203768"/>
                </a:lnTo>
                <a:lnTo>
                  <a:pt x="496040" y="161746"/>
                </a:lnTo>
                <a:lnTo>
                  <a:pt x="477096" y="123048"/>
                </a:lnTo>
                <a:lnTo>
                  <a:pt x="451831" y="88377"/>
                </a:lnTo>
                <a:lnTo>
                  <a:pt x="420968" y="58434"/>
                </a:lnTo>
                <a:lnTo>
                  <a:pt x="385233" y="33923"/>
                </a:lnTo>
                <a:lnTo>
                  <a:pt x="345349" y="15545"/>
                </a:lnTo>
                <a:lnTo>
                  <a:pt x="302040" y="4003"/>
                </a:lnTo>
                <a:lnTo>
                  <a:pt x="256031" y="0"/>
                </a:lnTo>
                <a:close/>
              </a:path>
            </a:pathLst>
          </a:custGeom>
          <a:solidFill>
            <a:srgbClr val="1F3E5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118609" y="1814322"/>
            <a:ext cx="512445" cy="497205"/>
          </a:xfrm>
          <a:custGeom>
            <a:avLst/>
            <a:gdLst/>
            <a:ahLst/>
            <a:cxnLst/>
            <a:rect l="l" t="t" r="r" b="b"/>
            <a:pathLst>
              <a:path w="512445" h="497205">
                <a:moveTo>
                  <a:pt x="0" y="248412"/>
                </a:moveTo>
                <a:lnTo>
                  <a:pt x="4126" y="203768"/>
                </a:lnTo>
                <a:lnTo>
                  <a:pt x="16023" y="161746"/>
                </a:lnTo>
                <a:lnTo>
                  <a:pt x="34967" y="123048"/>
                </a:lnTo>
                <a:lnTo>
                  <a:pt x="60232" y="88377"/>
                </a:lnTo>
                <a:lnTo>
                  <a:pt x="91095" y="58434"/>
                </a:lnTo>
                <a:lnTo>
                  <a:pt x="126830" y="33923"/>
                </a:lnTo>
                <a:lnTo>
                  <a:pt x="166714" y="15545"/>
                </a:lnTo>
                <a:lnTo>
                  <a:pt x="210023" y="4003"/>
                </a:lnTo>
                <a:lnTo>
                  <a:pt x="256031" y="0"/>
                </a:lnTo>
                <a:lnTo>
                  <a:pt x="302040" y="4003"/>
                </a:lnTo>
                <a:lnTo>
                  <a:pt x="345349" y="15545"/>
                </a:lnTo>
                <a:lnTo>
                  <a:pt x="385233" y="33923"/>
                </a:lnTo>
                <a:lnTo>
                  <a:pt x="420968" y="58434"/>
                </a:lnTo>
                <a:lnTo>
                  <a:pt x="451831" y="88377"/>
                </a:lnTo>
                <a:lnTo>
                  <a:pt x="477096" y="123048"/>
                </a:lnTo>
                <a:lnTo>
                  <a:pt x="496040" y="161746"/>
                </a:lnTo>
                <a:lnTo>
                  <a:pt x="507937" y="203768"/>
                </a:lnTo>
                <a:lnTo>
                  <a:pt x="512063" y="248412"/>
                </a:lnTo>
                <a:lnTo>
                  <a:pt x="507937" y="293055"/>
                </a:lnTo>
                <a:lnTo>
                  <a:pt x="496040" y="335077"/>
                </a:lnTo>
                <a:lnTo>
                  <a:pt x="477096" y="373775"/>
                </a:lnTo>
                <a:lnTo>
                  <a:pt x="451831" y="408446"/>
                </a:lnTo>
                <a:lnTo>
                  <a:pt x="420968" y="438389"/>
                </a:lnTo>
                <a:lnTo>
                  <a:pt x="385233" y="462900"/>
                </a:lnTo>
                <a:lnTo>
                  <a:pt x="345349" y="481278"/>
                </a:lnTo>
                <a:lnTo>
                  <a:pt x="302040" y="492820"/>
                </a:lnTo>
                <a:lnTo>
                  <a:pt x="256031" y="496824"/>
                </a:lnTo>
                <a:lnTo>
                  <a:pt x="210023" y="492820"/>
                </a:lnTo>
                <a:lnTo>
                  <a:pt x="166714" y="481278"/>
                </a:lnTo>
                <a:lnTo>
                  <a:pt x="126830" y="462900"/>
                </a:lnTo>
                <a:lnTo>
                  <a:pt x="91095" y="438389"/>
                </a:lnTo>
                <a:lnTo>
                  <a:pt x="60232" y="408446"/>
                </a:lnTo>
                <a:lnTo>
                  <a:pt x="34967" y="373775"/>
                </a:lnTo>
                <a:lnTo>
                  <a:pt x="16023" y="335077"/>
                </a:lnTo>
                <a:lnTo>
                  <a:pt x="4126" y="293055"/>
                </a:lnTo>
                <a:lnTo>
                  <a:pt x="0" y="24841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4167885" y="1760804"/>
            <a:ext cx="349250" cy="1078230"/>
          </a:xfrm>
          <a:prstGeom prst="rect">
            <a:avLst/>
          </a:prstGeom>
        </p:spPr>
        <p:txBody>
          <a:bodyPr wrap="square" lIns="0" tIns="112395" rIns="0" bIns="0" rtlCol="0" vert="horz">
            <a:spAutoFit/>
          </a:bodyPr>
          <a:lstStyle/>
          <a:p>
            <a:pPr marL="79375">
              <a:lnSpc>
                <a:spcPct val="100000"/>
              </a:lnSpc>
              <a:spcBef>
                <a:spcPts val="88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786633" y="2002535"/>
            <a:ext cx="1237615" cy="114300"/>
          </a:xfrm>
          <a:custGeom>
            <a:avLst/>
            <a:gdLst/>
            <a:ahLst/>
            <a:cxnLst/>
            <a:rect l="l" t="t" r="r" b="b"/>
            <a:pathLst>
              <a:path w="1237614" h="114300">
                <a:moveTo>
                  <a:pt x="1046988" y="0"/>
                </a:moveTo>
                <a:lnTo>
                  <a:pt x="1046988" y="114300"/>
                </a:lnTo>
                <a:lnTo>
                  <a:pt x="1173988" y="76200"/>
                </a:lnTo>
                <a:lnTo>
                  <a:pt x="1066038" y="76200"/>
                </a:lnTo>
                <a:lnTo>
                  <a:pt x="1066038" y="38100"/>
                </a:lnTo>
                <a:lnTo>
                  <a:pt x="1173988" y="38100"/>
                </a:lnTo>
                <a:lnTo>
                  <a:pt x="1046988" y="0"/>
                </a:lnTo>
                <a:close/>
              </a:path>
              <a:path w="1237614" h="114300">
                <a:moveTo>
                  <a:pt x="10469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46988" y="76200"/>
                </a:lnTo>
                <a:lnTo>
                  <a:pt x="1046988" y="38100"/>
                </a:lnTo>
                <a:close/>
              </a:path>
              <a:path w="1237614" h="114300">
                <a:moveTo>
                  <a:pt x="1173988" y="38100"/>
                </a:moveTo>
                <a:lnTo>
                  <a:pt x="1066038" y="38100"/>
                </a:lnTo>
                <a:lnTo>
                  <a:pt x="1066038" y="76200"/>
                </a:lnTo>
                <a:lnTo>
                  <a:pt x="1173988" y="76200"/>
                </a:lnTo>
                <a:lnTo>
                  <a:pt x="1237488" y="57150"/>
                </a:lnTo>
                <a:lnTo>
                  <a:pt x="11739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729734" y="1965960"/>
            <a:ext cx="1104900" cy="114300"/>
          </a:xfrm>
          <a:custGeom>
            <a:avLst/>
            <a:gdLst/>
            <a:ahLst/>
            <a:cxnLst/>
            <a:rect l="l" t="t" r="r" b="b"/>
            <a:pathLst>
              <a:path w="1104900" h="114300">
                <a:moveTo>
                  <a:pt x="914400" y="0"/>
                </a:moveTo>
                <a:lnTo>
                  <a:pt x="914400" y="114300"/>
                </a:lnTo>
                <a:lnTo>
                  <a:pt x="1041400" y="76200"/>
                </a:lnTo>
                <a:lnTo>
                  <a:pt x="933450" y="76200"/>
                </a:lnTo>
                <a:lnTo>
                  <a:pt x="933450" y="38100"/>
                </a:lnTo>
                <a:lnTo>
                  <a:pt x="1041400" y="38100"/>
                </a:lnTo>
                <a:lnTo>
                  <a:pt x="914400" y="0"/>
                </a:lnTo>
                <a:close/>
              </a:path>
              <a:path w="1104900" h="114300">
                <a:moveTo>
                  <a:pt x="91440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914400" y="76200"/>
                </a:lnTo>
                <a:lnTo>
                  <a:pt x="914400" y="38100"/>
                </a:lnTo>
                <a:close/>
              </a:path>
              <a:path w="1104900" h="114300">
                <a:moveTo>
                  <a:pt x="1041400" y="38100"/>
                </a:moveTo>
                <a:lnTo>
                  <a:pt x="933450" y="38100"/>
                </a:lnTo>
                <a:lnTo>
                  <a:pt x="933450" y="76200"/>
                </a:lnTo>
                <a:lnTo>
                  <a:pt x="1041400" y="76200"/>
                </a:lnTo>
                <a:lnTo>
                  <a:pt x="1104900" y="57150"/>
                </a:lnTo>
                <a:lnTo>
                  <a:pt x="10414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711446" y="2136648"/>
            <a:ext cx="1104900" cy="114300"/>
          </a:xfrm>
          <a:custGeom>
            <a:avLst/>
            <a:gdLst/>
            <a:ahLst/>
            <a:cxnLst/>
            <a:rect l="l" t="t" r="r" b="b"/>
            <a:pathLst>
              <a:path w="1104900" h="114300">
                <a:moveTo>
                  <a:pt x="190500" y="0"/>
                </a:moveTo>
                <a:lnTo>
                  <a:pt x="0" y="57150"/>
                </a:lnTo>
                <a:lnTo>
                  <a:pt x="190500" y="114300"/>
                </a:lnTo>
                <a:lnTo>
                  <a:pt x="190500" y="76200"/>
                </a:lnTo>
                <a:lnTo>
                  <a:pt x="171450" y="76200"/>
                </a:lnTo>
                <a:lnTo>
                  <a:pt x="171450" y="38100"/>
                </a:lnTo>
                <a:lnTo>
                  <a:pt x="190500" y="38100"/>
                </a:lnTo>
                <a:lnTo>
                  <a:pt x="190500" y="0"/>
                </a:lnTo>
                <a:close/>
              </a:path>
              <a:path w="1104900" h="114300">
                <a:moveTo>
                  <a:pt x="190500" y="38100"/>
                </a:moveTo>
                <a:lnTo>
                  <a:pt x="171450" y="38100"/>
                </a:lnTo>
                <a:lnTo>
                  <a:pt x="171450" y="76200"/>
                </a:lnTo>
                <a:lnTo>
                  <a:pt x="190500" y="76200"/>
                </a:lnTo>
                <a:lnTo>
                  <a:pt x="190500" y="38100"/>
                </a:lnTo>
                <a:close/>
              </a:path>
              <a:path w="1104900" h="114300">
                <a:moveTo>
                  <a:pt x="1104900" y="38100"/>
                </a:moveTo>
                <a:lnTo>
                  <a:pt x="190500" y="38100"/>
                </a:lnTo>
                <a:lnTo>
                  <a:pt x="190500" y="76200"/>
                </a:lnTo>
                <a:lnTo>
                  <a:pt x="1104900" y="76200"/>
                </a:lnTo>
                <a:lnTo>
                  <a:pt x="110490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1468374" y="2020823"/>
            <a:ext cx="634365" cy="114300"/>
          </a:xfrm>
          <a:custGeom>
            <a:avLst/>
            <a:gdLst/>
            <a:ahLst/>
            <a:cxnLst/>
            <a:rect l="l" t="t" r="r" b="b"/>
            <a:pathLst>
              <a:path w="634364" h="114300">
                <a:moveTo>
                  <a:pt x="519683" y="0"/>
                </a:moveTo>
                <a:lnTo>
                  <a:pt x="519683" y="114300"/>
                </a:lnTo>
                <a:lnTo>
                  <a:pt x="595883" y="76200"/>
                </a:lnTo>
                <a:lnTo>
                  <a:pt x="538733" y="76200"/>
                </a:lnTo>
                <a:lnTo>
                  <a:pt x="538733" y="38100"/>
                </a:lnTo>
                <a:lnTo>
                  <a:pt x="595883" y="38100"/>
                </a:lnTo>
                <a:lnTo>
                  <a:pt x="519683" y="0"/>
                </a:lnTo>
                <a:close/>
              </a:path>
              <a:path w="634364" h="114300">
                <a:moveTo>
                  <a:pt x="51968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19683" y="76200"/>
                </a:lnTo>
                <a:lnTo>
                  <a:pt x="519683" y="38100"/>
                </a:lnTo>
                <a:close/>
              </a:path>
              <a:path w="634364" h="114300">
                <a:moveTo>
                  <a:pt x="595883" y="38100"/>
                </a:moveTo>
                <a:lnTo>
                  <a:pt x="538733" y="38100"/>
                </a:lnTo>
                <a:lnTo>
                  <a:pt x="538733" y="76200"/>
                </a:lnTo>
                <a:lnTo>
                  <a:pt x="595883" y="76200"/>
                </a:lnTo>
                <a:lnTo>
                  <a:pt x="633983" y="57150"/>
                </a:lnTo>
                <a:lnTo>
                  <a:pt x="59588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420747" y="1546225"/>
            <a:ext cx="3636645" cy="365125"/>
          </a:xfrm>
          <a:custGeom>
            <a:avLst/>
            <a:gdLst/>
            <a:ahLst/>
            <a:cxnLst/>
            <a:rect l="l" t="t" r="r" b="b"/>
            <a:pathLst>
              <a:path w="3636645" h="365125">
                <a:moveTo>
                  <a:pt x="3477119" y="258404"/>
                </a:moveTo>
                <a:lnTo>
                  <a:pt x="3429380" y="315087"/>
                </a:lnTo>
                <a:lnTo>
                  <a:pt x="3636391" y="364998"/>
                </a:lnTo>
                <a:lnTo>
                  <a:pt x="3595541" y="270255"/>
                </a:lnTo>
                <a:lnTo>
                  <a:pt x="3494531" y="270255"/>
                </a:lnTo>
                <a:lnTo>
                  <a:pt x="3477119" y="258404"/>
                </a:lnTo>
                <a:close/>
              </a:path>
              <a:path w="3636645" h="365125">
                <a:moveTo>
                  <a:pt x="3501769" y="229134"/>
                </a:moveTo>
                <a:lnTo>
                  <a:pt x="3477119" y="258404"/>
                </a:lnTo>
                <a:lnTo>
                  <a:pt x="3494531" y="270255"/>
                </a:lnTo>
                <a:lnTo>
                  <a:pt x="3515994" y="238760"/>
                </a:lnTo>
                <a:lnTo>
                  <a:pt x="3501769" y="229134"/>
                </a:lnTo>
                <a:close/>
              </a:path>
              <a:path w="3636645" h="365125">
                <a:moveTo>
                  <a:pt x="3552063" y="169417"/>
                </a:moveTo>
                <a:lnTo>
                  <a:pt x="3501769" y="229134"/>
                </a:lnTo>
                <a:lnTo>
                  <a:pt x="3515994" y="238760"/>
                </a:lnTo>
                <a:lnTo>
                  <a:pt x="3494531" y="270255"/>
                </a:lnTo>
                <a:lnTo>
                  <a:pt x="3595541" y="270255"/>
                </a:lnTo>
                <a:lnTo>
                  <a:pt x="3552063" y="169417"/>
                </a:lnTo>
                <a:close/>
              </a:path>
              <a:path w="3636645" h="365125">
                <a:moveTo>
                  <a:pt x="3472179" y="255042"/>
                </a:moveTo>
                <a:lnTo>
                  <a:pt x="3477119" y="258404"/>
                </a:lnTo>
                <a:lnTo>
                  <a:pt x="3479330" y="255777"/>
                </a:lnTo>
                <a:lnTo>
                  <a:pt x="3474085" y="255777"/>
                </a:lnTo>
                <a:lnTo>
                  <a:pt x="3472179" y="255042"/>
                </a:lnTo>
                <a:close/>
              </a:path>
              <a:path w="3636645" h="365125">
                <a:moveTo>
                  <a:pt x="3470275" y="253746"/>
                </a:moveTo>
                <a:lnTo>
                  <a:pt x="3472179" y="255042"/>
                </a:lnTo>
                <a:lnTo>
                  <a:pt x="3474085" y="255777"/>
                </a:lnTo>
                <a:lnTo>
                  <a:pt x="3470275" y="253746"/>
                </a:lnTo>
                <a:close/>
              </a:path>
              <a:path w="3636645" h="365125">
                <a:moveTo>
                  <a:pt x="3481042" y="253746"/>
                </a:moveTo>
                <a:lnTo>
                  <a:pt x="3470275" y="253746"/>
                </a:lnTo>
                <a:lnTo>
                  <a:pt x="3474085" y="255777"/>
                </a:lnTo>
                <a:lnTo>
                  <a:pt x="3479330" y="255777"/>
                </a:lnTo>
                <a:lnTo>
                  <a:pt x="3481042" y="253746"/>
                </a:lnTo>
                <a:close/>
              </a:path>
              <a:path w="3636645" h="365125">
                <a:moveTo>
                  <a:pt x="2579532" y="38100"/>
                </a:moveTo>
                <a:lnTo>
                  <a:pt x="1827529" y="38100"/>
                </a:lnTo>
                <a:lnTo>
                  <a:pt x="1996566" y="40004"/>
                </a:lnTo>
                <a:lnTo>
                  <a:pt x="2164079" y="45847"/>
                </a:lnTo>
                <a:lnTo>
                  <a:pt x="2329179" y="55245"/>
                </a:lnTo>
                <a:lnTo>
                  <a:pt x="2490216" y="67690"/>
                </a:lnTo>
                <a:lnTo>
                  <a:pt x="2568575" y="75184"/>
                </a:lnTo>
                <a:lnTo>
                  <a:pt x="2721229" y="92201"/>
                </a:lnTo>
                <a:lnTo>
                  <a:pt x="2794762" y="101726"/>
                </a:lnTo>
                <a:lnTo>
                  <a:pt x="2866516" y="111887"/>
                </a:lnTo>
                <a:lnTo>
                  <a:pt x="2935858" y="122682"/>
                </a:lnTo>
                <a:lnTo>
                  <a:pt x="3003041" y="133985"/>
                </a:lnTo>
                <a:lnTo>
                  <a:pt x="3067685" y="145923"/>
                </a:lnTo>
                <a:lnTo>
                  <a:pt x="3129533" y="158241"/>
                </a:lnTo>
                <a:lnTo>
                  <a:pt x="3188716" y="171069"/>
                </a:lnTo>
                <a:lnTo>
                  <a:pt x="3244850" y="184276"/>
                </a:lnTo>
                <a:lnTo>
                  <a:pt x="3297808" y="197992"/>
                </a:lnTo>
                <a:lnTo>
                  <a:pt x="3347212" y="211962"/>
                </a:lnTo>
                <a:lnTo>
                  <a:pt x="3393313" y="226313"/>
                </a:lnTo>
                <a:lnTo>
                  <a:pt x="3435604" y="240919"/>
                </a:lnTo>
                <a:lnTo>
                  <a:pt x="3472179" y="255042"/>
                </a:lnTo>
                <a:lnTo>
                  <a:pt x="3470275" y="253746"/>
                </a:lnTo>
                <a:lnTo>
                  <a:pt x="3481042" y="253746"/>
                </a:lnTo>
                <a:lnTo>
                  <a:pt x="3501769" y="229134"/>
                </a:lnTo>
                <a:lnTo>
                  <a:pt x="3490467" y="221487"/>
                </a:lnTo>
                <a:lnTo>
                  <a:pt x="3489198" y="220725"/>
                </a:lnTo>
                <a:lnTo>
                  <a:pt x="3487801" y="220217"/>
                </a:lnTo>
                <a:lnTo>
                  <a:pt x="3448177" y="204977"/>
                </a:lnTo>
                <a:lnTo>
                  <a:pt x="3404742" y="189864"/>
                </a:lnTo>
                <a:lnTo>
                  <a:pt x="3357626" y="175260"/>
                </a:lnTo>
                <a:lnTo>
                  <a:pt x="3307333" y="161036"/>
                </a:lnTo>
                <a:lnTo>
                  <a:pt x="3253613" y="147320"/>
                </a:lnTo>
                <a:lnTo>
                  <a:pt x="3196716" y="133858"/>
                </a:lnTo>
                <a:lnTo>
                  <a:pt x="3137027" y="120776"/>
                </a:lnTo>
                <a:lnTo>
                  <a:pt x="3074542" y="108330"/>
                </a:lnTo>
                <a:lnTo>
                  <a:pt x="3009391" y="96392"/>
                </a:lnTo>
                <a:lnTo>
                  <a:pt x="2941701" y="85089"/>
                </a:lnTo>
                <a:lnTo>
                  <a:pt x="2871851" y="74167"/>
                </a:lnTo>
                <a:lnTo>
                  <a:pt x="2799715" y="63880"/>
                </a:lnTo>
                <a:lnTo>
                  <a:pt x="2725674" y="54355"/>
                </a:lnTo>
                <a:lnTo>
                  <a:pt x="2649854" y="45465"/>
                </a:lnTo>
                <a:lnTo>
                  <a:pt x="2579532" y="38100"/>
                </a:lnTo>
                <a:close/>
              </a:path>
              <a:path w="3636645" h="365125">
                <a:moveTo>
                  <a:pt x="1827276" y="0"/>
                </a:moveTo>
                <a:lnTo>
                  <a:pt x="1657603" y="1270"/>
                </a:lnTo>
                <a:lnTo>
                  <a:pt x="1489328" y="4699"/>
                </a:lnTo>
                <a:lnTo>
                  <a:pt x="1323720" y="10413"/>
                </a:lnTo>
                <a:lnTo>
                  <a:pt x="1083182" y="22478"/>
                </a:lnTo>
                <a:lnTo>
                  <a:pt x="929893" y="32892"/>
                </a:lnTo>
                <a:lnTo>
                  <a:pt x="783844" y="44958"/>
                </a:lnTo>
                <a:lnTo>
                  <a:pt x="646429" y="58292"/>
                </a:lnTo>
                <a:lnTo>
                  <a:pt x="581405" y="65532"/>
                </a:lnTo>
                <a:lnTo>
                  <a:pt x="459358" y="80899"/>
                </a:lnTo>
                <a:lnTo>
                  <a:pt x="402589" y="89026"/>
                </a:lnTo>
                <a:lnTo>
                  <a:pt x="348995" y="97409"/>
                </a:lnTo>
                <a:lnTo>
                  <a:pt x="298830" y="106045"/>
                </a:lnTo>
                <a:lnTo>
                  <a:pt x="251840" y="114808"/>
                </a:lnTo>
                <a:lnTo>
                  <a:pt x="208660" y="123951"/>
                </a:lnTo>
                <a:lnTo>
                  <a:pt x="168909" y="133096"/>
                </a:lnTo>
                <a:lnTo>
                  <a:pt x="101472" y="152273"/>
                </a:lnTo>
                <a:lnTo>
                  <a:pt x="49910" y="172720"/>
                </a:lnTo>
                <a:lnTo>
                  <a:pt x="32384" y="182499"/>
                </a:lnTo>
                <a:lnTo>
                  <a:pt x="31495" y="182879"/>
                </a:lnTo>
                <a:lnTo>
                  <a:pt x="30733" y="183387"/>
                </a:lnTo>
                <a:lnTo>
                  <a:pt x="29971" y="184023"/>
                </a:lnTo>
                <a:lnTo>
                  <a:pt x="17271" y="193675"/>
                </a:lnTo>
                <a:lnTo>
                  <a:pt x="0" y="223520"/>
                </a:lnTo>
                <a:lnTo>
                  <a:pt x="36829" y="233425"/>
                </a:lnTo>
                <a:lnTo>
                  <a:pt x="37661" y="230377"/>
                </a:lnTo>
                <a:lnTo>
                  <a:pt x="36067" y="230377"/>
                </a:lnTo>
                <a:lnTo>
                  <a:pt x="39496" y="223647"/>
                </a:lnTo>
                <a:lnTo>
                  <a:pt x="40766" y="223647"/>
                </a:lnTo>
                <a:lnTo>
                  <a:pt x="43814" y="220599"/>
                </a:lnTo>
                <a:lnTo>
                  <a:pt x="44839" y="220599"/>
                </a:lnTo>
                <a:lnTo>
                  <a:pt x="51106" y="215773"/>
                </a:lnTo>
                <a:lnTo>
                  <a:pt x="50800" y="215773"/>
                </a:lnTo>
                <a:lnTo>
                  <a:pt x="53085" y="214249"/>
                </a:lnTo>
                <a:lnTo>
                  <a:pt x="53567" y="214249"/>
                </a:lnTo>
                <a:lnTo>
                  <a:pt x="68325" y="206121"/>
                </a:lnTo>
                <a:lnTo>
                  <a:pt x="88772" y="197230"/>
                </a:lnTo>
                <a:lnTo>
                  <a:pt x="144398" y="179070"/>
                </a:lnTo>
                <a:lnTo>
                  <a:pt x="217169" y="161036"/>
                </a:lnTo>
                <a:lnTo>
                  <a:pt x="259714" y="152146"/>
                </a:lnTo>
                <a:lnTo>
                  <a:pt x="305815" y="143510"/>
                </a:lnTo>
                <a:lnTo>
                  <a:pt x="355472" y="135000"/>
                </a:lnTo>
                <a:lnTo>
                  <a:pt x="408558" y="126619"/>
                </a:lnTo>
                <a:lnTo>
                  <a:pt x="464819" y="118617"/>
                </a:lnTo>
                <a:lnTo>
                  <a:pt x="585977" y="103377"/>
                </a:lnTo>
                <a:lnTo>
                  <a:pt x="717930" y="89280"/>
                </a:lnTo>
                <a:lnTo>
                  <a:pt x="932941" y="70865"/>
                </a:lnTo>
                <a:lnTo>
                  <a:pt x="1085595" y="60451"/>
                </a:lnTo>
                <a:lnTo>
                  <a:pt x="1325499" y="48387"/>
                </a:lnTo>
                <a:lnTo>
                  <a:pt x="1490726" y="42672"/>
                </a:lnTo>
                <a:lnTo>
                  <a:pt x="1658492" y="39242"/>
                </a:lnTo>
                <a:lnTo>
                  <a:pt x="2579532" y="38100"/>
                </a:lnTo>
                <a:lnTo>
                  <a:pt x="2493137" y="29717"/>
                </a:lnTo>
                <a:lnTo>
                  <a:pt x="2331339" y="17145"/>
                </a:lnTo>
                <a:lnTo>
                  <a:pt x="2165477" y="7747"/>
                </a:lnTo>
                <a:lnTo>
                  <a:pt x="1996948" y="2032"/>
                </a:lnTo>
                <a:lnTo>
                  <a:pt x="1827276" y="0"/>
                </a:lnTo>
                <a:close/>
              </a:path>
              <a:path w="3636645" h="365125">
                <a:moveTo>
                  <a:pt x="39496" y="223647"/>
                </a:moveTo>
                <a:lnTo>
                  <a:pt x="36067" y="230377"/>
                </a:lnTo>
                <a:lnTo>
                  <a:pt x="38497" y="227310"/>
                </a:lnTo>
                <a:lnTo>
                  <a:pt x="39496" y="223647"/>
                </a:lnTo>
                <a:close/>
              </a:path>
              <a:path w="3636645" h="365125">
                <a:moveTo>
                  <a:pt x="38497" y="227310"/>
                </a:moveTo>
                <a:lnTo>
                  <a:pt x="36067" y="230377"/>
                </a:lnTo>
                <a:lnTo>
                  <a:pt x="37661" y="230377"/>
                </a:lnTo>
                <a:lnTo>
                  <a:pt x="38497" y="227310"/>
                </a:lnTo>
                <a:close/>
              </a:path>
              <a:path w="3636645" h="365125">
                <a:moveTo>
                  <a:pt x="40766" y="223647"/>
                </a:moveTo>
                <a:lnTo>
                  <a:pt x="39496" y="223647"/>
                </a:lnTo>
                <a:lnTo>
                  <a:pt x="38497" y="227310"/>
                </a:lnTo>
                <a:lnTo>
                  <a:pt x="41098" y="224027"/>
                </a:lnTo>
                <a:lnTo>
                  <a:pt x="40385" y="224027"/>
                </a:lnTo>
                <a:lnTo>
                  <a:pt x="40766" y="223647"/>
                </a:lnTo>
                <a:close/>
              </a:path>
              <a:path w="3636645" h="365125">
                <a:moveTo>
                  <a:pt x="43814" y="220599"/>
                </a:moveTo>
                <a:lnTo>
                  <a:pt x="40385" y="224027"/>
                </a:lnTo>
                <a:lnTo>
                  <a:pt x="42212" y="222621"/>
                </a:lnTo>
                <a:lnTo>
                  <a:pt x="43814" y="220599"/>
                </a:lnTo>
                <a:close/>
              </a:path>
              <a:path w="3636645" h="365125">
                <a:moveTo>
                  <a:pt x="42212" y="222621"/>
                </a:moveTo>
                <a:lnTo>
                  <a:pt x="40385" y="224027"/>
                </a:lnTo>
                <a:lnTo>
                  <a:pt x="41098" y="224027"/>
                </a:lnTo>
                <a:lnTo>
                  <a:pt x="42212" y="222621"/>
                </a:lnTo>
                <a:close/>
              </a:path>
              <a:path w="3636645" h="365125">
                <a:moveTo>
                  <a:pt x="44839" y="220599"/>
                </a:moveTo>
                <a:lnTo>
                  <a:pt x="43814" y="220599"/>
                </a:lnTo>
                <a:lnTo>
                  <a:pt x="42212" y="222621"/>
                </a:lnTo>
                <a:lnTo>
                  <a:pt x="44839" y="220599"/>
                </a:lnTo>
                <a:close/>
              </a:path>
              <a:path w="3636645" h="365125">
                <a:moveTo>
                  <a:pt x="53085" y="214249"/>
                </a:moveTo>
                <a:lnTo>
                  <a:pt x="50800" y="215773"/>
                </a:lnTo>
                <a:lnTo>
                  <a:pt x="51877" y="215179"/>
                </a:lnTo>
                <a:lnTo>
                  <a:pt x="53085" y="214249"/>
                </a:lnTo>
                <a:close/>
              </a:path>
              <a:path w="3636645" h="365125">
                <a:moveTo>
                  <a:pt x="51877" y="215179"/>
                </a:moveTo>
                <a:lnTo>
                  <a:pt x="50800" y="215773"/>
                </a:lnTo>
                <a:lnTo>
                  <a:pt x="51106" y="215773"/>
                </a:lnTo>
                <a:lnTo>
                  <a:pt x="51877" y="215179"/>
                </a:lnTo>
                <a:close/>
              </a:path>
              <a:path w="3636645" h="365125">
                <a:moveTo>
                  <a:pt x="53567" y="214249"/>
                </a:moveTo>
                <a:lnTo>
                  <a:pt x="53085" y="214249"/>
                </a:lnTo>
                <a:lnTo>
                  <a:pt x="51877" y="215179"/>
                </a:lnTo>
                <a:lnTo>
                  <a:pt x="53567" y="21424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4107560" y="2315210"/>
            <a:ext cx="529590" cy="324485"/>
          </a:xfrm>
          <a:custGeom>
            <a:avLst/>
            <a:gdLst/>
            <a:ahLst/>
            <a:cxnLst/>
            <a:rect l="l" t="t" r="r" b="b"/>
            <a:pathLst>
              <a:path w="529589" h="324485">
                <a:moveTo>
                  <a:pt x="109758" y="178588"/>
                </a:moveTo>
                <a:lnTo>
                  <a:pt x="73769" y="189573"/>
                </a:lnTo>
                <a:lnTo>
                  <a:pt x="75691" y="194944"/>
                </a:lnTo>
                <a:lnTo>
                  <a:pt x="76326" y="196595"/>
                </a:lnTo>
                <a:lnTo>
                  <a:pt x="77088" y="198119"/>
                </a:lnTo>
                <a:lnTo>
                  <a:pt x="78231" y="199516"/>
                </a:lnTo>
                <a:lnTo>
                  <a:pt x="95123" y="223012"/>
                </a:lnTo>
                <a:lnTo>
                  <a:pt x="133096" y="263778"/>
                </a:lnTo>
                <a:lnTo>
                  <a:pt x="165226" y="289051"/>
                </a:lnTo>
                <a:lnTo>
                  <a:pt x="199643" y="308101"/>
                </a:lnTo>
                <a:lnTo>
                  <a:pt x="235838" y="320166"/>
                </a:lnTo>
                <a:lnTo>
                  <a:pt x="273558" y="324485"/>
                </a:lnTo>
                <a:lnTo>
                  <a:pt x="286258" y="323850"/>
                </a:lnTo>
                <a:lnTo>
                  <a:pt x="335152" y="312419"/>
                </a:lnTo>
                <a:lnTo>
                  <a:pt x="370077" y="295275"/>
                </a:lnTo>
                <a:lnTo>
                  <a:pt x="383858" y="286385"/>
                </a:lnTo>
                <a:lnTo>
                  <a:pt x="272034" y="286385"/>
                </a:lnTo>
                <a:lnTo>
                  <a:pt x="262509" y="285876"/>
                </a:lnTo>
                <a:lnTo>
                  <a:pt x="223774" y="276860"/>
                </a:lnTo>
                <a:lnTo>
                  <a:pt x="185292" y="256666"/>
                </a:lnTo>
                <a:lnTo>
                  <a:pt x="140335" y="217424"/>
                </a:lnTo>
                <a:lnTo>
                  <a:pt x="112481" y="181990"/>
                </a:lnTo>
                <a:lnTo>
                  <a:pt x="111505" y="181990"/>
                </a:lnTo>
                <a:lnTo>
                  <a:pt x="109758" y="178588"/>
                </a:lnTo>
                <a:close/>
              </a:path>
              <a:path w="529589" h="324485">
                <a:moveTo>
                  <a:pt x="491109" y="0"/>
                </a:moveTo>
                <a:lnTo>
                  <a:pt x="488188" y="41020"/>
                </a:lnTo>
                <a:lnTo>
                  <a:pt x="479933" y="80772"/>
                </a:lnTo>
                <a:lnTo>
                  <a:pt x="461390" y="131572"/>
                </a:lnTo>
                <a:lnTo>
                  <a:pt x="435610" y="178053"/>
                </a:lnTo>
                <a:lnTo>
                  <a:pt x="404113" y="218312"/>
                </a:lnTo>
                <a:lnTo>
                  <a:pt x="368680" y="250443"/>
                </a:lnTo>
                <a:lnTo>
                  <a:pt x="330453" y="273303"/>
                </a:lnTo>
                <a:lnTo>
                  <a:pt x="291464" y="284861"/>
                </a:lnTo>
                <a:lnTo>
                  <a:pt x="272034" y="286385"/>
                </a:lnTo>
                <a:lnTo>
                  <a:pt x="383858" y="286385"/>
                </a:lnTo>
                <a:lnTo>
                  <a:pt x="433197" y="242950"/>
                </a:lnTo>
                <a:lnTo>
                  <a:pt x="468249" y="197738"/>
                </a:lnTo>
                <a:lnTo>
                  <a:pt x="496697" y="146050"/>
                </a:lnTo>
                <a:lnTo>
                  <a:pt x="516889" y="89788"/>
                </a:lnTo>
                <a:lnTo>
                  <a:pt x="526034" y="45592"/>
                </a:lnTo>
                <a:lnTo>
                  <a:pt x="529209" y="1015"/>
                </a:lnTo>
                <a:lnTo>
                  <a:pt x="491109" y="0"/>
                </a:lnTo>
                <a:close/>
              </a:path>
              <a:path w="529589" h="324485">
                <a:moveTo>
                  <a:pt x="35433" y="2159"/>
                </a:moveTo>
                <a:lnTo>
                  <a:pt x="0" y="212089"/>
                </a:lnTo>
                <a:lnTo>
                  <a:pt x="73769" y="189573"/>
                </a:lnTo>
                <a:lnTo>
                  <a:pt x="67690" y="172592"/>
                </a:lnTo>
                <a:lnTo>
                  <a:pt x="103504" y="159638"/>
                </a:lnTo>
                <a:lnTo>
                  <a:pt x="171842" y="159638"/>
                </a:lnTo>
                <a:lnTo>
                  <a:pt x="182244" y="156463"/>
                </a:lnTo>
                <a:lnTo>
                  <a:pt x="35433" y="2159"/>
                </a:lnTo>
                <a:close/>
              </a:path>
              <a:path w="529589" h="324485">
                <a:moveTo>
                  <a:pt x="103504" y="159638"/>
                </a:moveTo>
                <a:lnTo>
                  <a:pt x="67690" y="172592"/>
                </a:lnTo>
                <a:lnTo>
                  <a:pt x="73769" y="189573"/>
                </a:lnTo>
                <a:lnTo>
                  <a:pt x="109758" y="178588"/>
                </a:lnTo>
                <a:lnTo>
                  <a:pt x="109092" y="177291"/>
                </a:lnTo>
                <a:lnTo>
                  <a:pt x="109823" y="177291"/>
                </a:lnTo>
                <a:lnTo>
                  <a:pt x="103504" y="159638"/>
                </a:lnTo>
                <a:close/>
              </a:path>
              <a:path w="529589" h="324485">
                <a:moveTo>
                  <a:pt x="109979" y="178521"/>
                </a:moveTo>
                <a:lnTo>
                  <a:pt x="109758" y="178588"/>
                </a:lnTo>
                <a:lnTo>
                  <a:pt x="111505" y="181990"/>
                </a:lnTo>
                <a:lnTo>
                  <a:pt x="110544" y="179304"/>
                </a:lnTo>
                <a:lnTo>
                  <a:pt x="109979" y="178521"/>
                </a:lnTo>
                <a:close/>
              </a:path>
              <a:path w="529589" h="324485">
                <a:moveTo>
                  <a:pt x="110544" y="179304"/>
                </a:moveTo>
                <a:lnTo>
                  <a:pt x="111505" y="181990"/>
                </a:lnTo>
                <a:lnTo>
                  <a:pt x="112481" y="181990"/>
                </a:lnTo>
                <a:lnTo>
                  <a:pt x="110544" y="179304"/>
                </a:lnTo>
                <a:close/>
              </a:path>
              <a:path w="529589" h="324485">
                <a:moveTo>
                  <a:pt x="110235" y="178443"/>
                </a:moveTo>
                <a:lnTo>
                  <a:pt x="109979" y="178521"/>
                </a:lnTo>
                <a:lnTo>
                  <a:pt x="110544" y="179304"/>
                </a:lnTo>
                <a:lnTo>
                  <a:pt x="110235" y="178443"/>
                </a:lnTo>
                <a:close/>
              </a:path>
              <a:path w="529589" h="324485">
                <a:moveTo>
                  <a:pt x="109092" y="177291"/>
                </a:moveTo>
                <a:lnTo>
                  <a:pt x="109758" y="178588"/>
                </a:lnTo>
                <a:lnTo>
                  <a:pt x="109979" y="178521"/>
                </a:lnTo>
                <a:lnTo>
                  <a:pt x="109092" y="177291"/>
                </a:lnTo>
                <a:close/>
              </a:path>
              <a:path w="529589" h="324485">
                <a:moveTo>
                  <a:pt x="109823" y="177291"/>
                </a:moveTo>
                <a:lnTo>
                  <a:pt x="109092" y="177291"/>
                </a:lnTo>
                <a:lnTo>
                  <a:pt x="109979" y="178521"/>
                </a:lnTo>
                <a:lnTo>
                  <a:pt x="110235" y="178443"/>
                </a:lnTo>
                <a:lnTo>
                  <a:pt x="109823" y="177291"/>
                </a:lnTo>
                <a:close/>
              </a:path>
              <a:path w="529589" h="324485">
                <a:moveTo>
                  <a:pt x="171842" y="159638"/>
                </a:moveTo>
                <a:lnTo>
                  <a:pt x="103504" y="159638"/>
                </a:lnTo>
                <a:lnTo>
                  <a:pt x="110235" y="178443"/>
                </a:lnTo>
                <a:lnTo>
                  <a:pt x="171842" y="159638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348691" y="2752953"/>
            <a:ext cx="2345055" cy="3606800"/>
          </a:xfrm>
          <a:prstGeom prst="rect">
            <a:avLst/>
          </a:prstGeom>
        </p:spPr>
        <p:txBody>
          <a:bodyPr wrap="square" lIns="0" tIns="12128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1164" sz="3150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5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1164" sz="3150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86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开始符号：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3200">
              <a:latin typeface="Times New Roman"/>
              <a:cs typeface="Times New Roman"/>
            </a:endParaRPr>
          </a:p>
          <a:p>
            <a:pPr algn="just" marL="38100" marR="426084" indent="101600">
              <a:lnSpc>
                <a:spcPct val="122400"/>
              </a:lnSpc>
              <a:spcBef>
                <a:spcPts val="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3200" spc="-9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bB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3200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bB 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3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FF"/>
                </a:solidFill>
                <a:latin typeface="Symbol"/>
                <a:cs typeface="Symbol"/>
              </a:rPr>
              <a:t>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3113" y="2508250"/>
            <a:ext cx="6450965" cy="3270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1" marL="814069" indent="-80200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 startAt="3"/>
              <a:tabLst>
                <a:tab pos="814069" algn="l"/>
                <a:tab pos="814705" algn="l"/>
              </a:tabLst>
            </a:pPr>
            <a:r>
              <a:rPr dirty="0" sz="3600" spc="-5" b="1">
                <a:solidFill>
                  <a:srgbClr val="FF66CC"/>
                </a:solidFill>
                <a:latin typeface="宋体"/>
                <a:cs typeface="宋体"/>
              </a:rPr>
              <a:t>正规式与有限状态自动机</a:t>
            </a:r>
            <a:endParaRPr sz="3600">
              <a:latin typeface="宋体"/>
              <a:cs typeface="宋体"/>
            </a:endParaRPr>
          </a:p>
          <a:p>
            <a:pPr lvl="2" marL="1847850" indent="-1144905">
              <a:lnSpc>
                <a:spcPct val="100000"/>
              </a:lnSpc>
              <a:spcBef>
                <a:spcPts val="2655"/>
              </a:spcBef>
              <a:buClr>
                <a:srgbClr val="FFFF00"/>
              </a:buClr>
              <a:buFont typeface="Times New Roman"/>
              <a:buAutoNum type="arabicPeriod"/>
              <a:tabLst>
                <a:tab pos="1847214" algn="l"/>
                <a:tab pos="1847850" algn="l"/>
              </a:tabLst>
            </a:pPr>
            <a:r>
              <a:rPr dirty="0" sz="3600" spc="-5" b="1">
                <a:solidFill>
                  <a:srgbClr val="FFFF99"/>
                </a:solidFill>
                <a:latin typeface="宋体"/>
                <a:cs typeface="宋体"/>
              </a:rPr>
              <a:t>有限自动机与正则文法</a:t>
            </a:r>
            <a:endParaRPr sz="3600">
              <a:latin typeface="宋体"/>
              <a:cs typeface="宋体"/>
            </a:endParaRPr>
          </a:p>
          <a:p>
            <a:pPr lvl="2" marL="1847850" indent="-1144905">
              <a:lnSpc>
                <a:spcPct val="100000"/>
              </a:lnSpc>
              <a:spcBef>
                <a:spcPts val="2805"/>
              </a:spcBef>
              <a:buClr>
                <a:srgbClr val="FFFF00"/>
              </a:buClr>
              <a:buFont typeface="Times New Roman"/>
              <a:buAutoNum type="arabicPeriod"/>
              <a:tabLst>
                <a:tab pos="1847214" algn="l"/>
                <a:tab pos="1847850" algn="l"/>
              </a:tabLst>
            </a:pPr>
            <a:r>
              <a:rPr dirty="0" sz="3600" spc="-5" b="1">
                <a:solidFill>
                  <a:srgbClr val="EAEAEA"/>
                </a:solidFill>
                <a:latin typeface="宋体"/>
                <a:cs typeface="宋体"/>
              </a:rPr>
              <a:t>正规式与正规集</a:t>
            </a:r>
            <a:endParaRPr sz="3600">
              <a:latin typeface="宋体"/>
              <a:cs typeface="宋体"/>
            </a:endParaRPr>
          </a:p>
          <a:p>
            <a:pPr lvl="2" marL="1847850" indent="-1144905">
              <a:lnSpc>
                <a:spcPct val="100000"/>
              </a:lnSpc>
              <a:spcBef>
                <a:spcPts val="2810"/>
              </a:spcBef>
              <a:buClr>
                <a:srgbClr val="FFFF00"/>
              </a:buClr>
              <a:buFont typeface="Times New Roman"/>
              <a:buAutoNum type="arabicPeriod"/>
              <a:tabLst>
                <a:tab pos="1847214" algn="l"/>
                <a:tab pos="1847850" algn="l"/>
              </a:tabLst>
            </a:pPr>
            <a:r>
              <a:rPr dirty="0" sz="3600" spc="-5" b="1">
                <a:solidFill>
                  <a:srgbClr val="EAEAEA"/>
                </a:solidFill>
                <a:latin typeface="宋体"/>
                <a:cs typeface="宋体"/>
              </a:rPr>
              <a:t>正规式</a:t>
            </a:r>
            <a:r>
              <a:rPr dirty="0" sz="3600" spc="-10" b="1">
                <a:solidFill>
                  <a:srgbClr val="EAEAEA"/>
                </a:solidFill>
                <a:latin typeface="宋体"/>
                <a:cs typeface="宋体"/>
              </a:rPr>
              <a:t>与</a:t>
            </a:r>
            <a:r>
              <a:rPr dirty="0" sz="3600" spc="-135" b="1">
                <a:solidFill>
                  <a:srgbClr val="EAEAEA"/>
                </a:solidFill>
                <a:latin typeface="Times New Roman"/>
                <a:cs typeface="Times New Roman"/>
              </a:rPr>
              <a:t>FA</a:t>
            </a:r>
            <a:r>
              <a:rPr dirty="0" sz="3600" spc="-5" b="1">
                <a:solidFill>
                  <a:srgbClr val="EAEAEA"/>
                </a:solidFill>
                <a:latin typeface="宋体"/>
                <a:cs typeface="宋体"/>
              </a:rPr>
              <a:t>的等价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39" y="26923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5283" y="26923"/>
            <a:ext cx="226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02867" y="1003807"/>
            <a:ext cx="6800850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6275" algn="l"/>
              </a:tabLst>
            </a:pP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dirty="0" sz="3800" spc="-955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800" spc="-1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章	</a:t>
            </a:r>
            <a:r>
              <a:rPr dirty="0" sz="3800">
                <a:solidFill>
                  <a:srgbClr val="FFFF00"/>
                </a:solidFill>
                <a:latin typeface="黑体"/>
                <a:cs typeface="黑体"/>
              </a:rPr>
              <a:t>形式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语言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与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自动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机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基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础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15695" y="4305300"/>
            <a:ext cx="1315720" cy="591820"/>
          </a:xfrm>
          <a:custGeom>
            <a:avLst/>
            <a:gdLst/>
            <a:ahLst/>
            <a:cxnLst/>
            <a:rect l="l" t="t" r="r" b="b"/>
            <a:pathLst>
              <a:path w="1315720" h="591820">
                <a:moveTo>
                  <a:pt x="986155" y="0"/>
                </a:moveTo>
                <a:lnTo>
                  <a:pt x="986155" y="147827"/>
                </a:lnTo>
                <a:lnTo>
                  <a:pt x="0" y="147827"/>
                </a:lnTo>
                <a:lnTo>
                  <a:pt x="0" y="443483"/>
                </a:lnTo>
                <a:lnTo>
                  <a:pt x="986155" y="443483"/>
                </a:lnTo>
                <a:lnTo>
                  <a:pt x="986155" y="591312"/>
                </a:lnTo>
                <a:lnTo>
                  <a:pt x="1315212" y="295656"/>
                </a:lnTo>
                <a:lnTo>
                  <a:pt x="986155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5695" y="4305300"/>
            <a:ext cx="1315720" cy="591820"/>
          </a:xfrm>
          <a:custGeom>
            <a:avLst/>
            <a:gdLst/>
            <a:ahLst/>
            <a:cxnLst/>
            <a:rect l="l" t="t" r="r" b="b"/>
            <a:pathLst>
              <a:path w="1315720" h="591820">
                <a:moveTo>
                  <a:pt x="0" y="147827"/>
                </a:moveTo>
                <a:lnTo>
                  <a:pt x="986155" y="147827"/>
                </a:lnTo>
                <a:lnTo>
                  <a:pt x="986155" y="0"/>
                </a:lnTo>
                <a:lnTo>
                  <a:pt x="1315212" y="295656"/>
                </a:lnTo>
                <a:lnTo>
                  <a:pt x="986155" y="591312"/>
                </a:lnTo>
                <a:lnTo>
                  <a:pt x="986155" y="443483"/>
                </a:lnTo>
                <a:lnTo>
                  <a:pt x="0" y="443483"/>
                </a:lnTo>
                <a:lnTo>
                  <a:pt x="0" y="147827"/>
                </a:lnTo>
                <a:close/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26923"/>
            <a:ext cx="60991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84873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29578" y="26923"/>
            <a:ext cx="2453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2.3.1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正规式与正规集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71621" y="1625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238494" y="143382"/>
            <a:ext cx="248411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xfrm>
            <a:off x="174142" y="374980"/>
            <a:ext cx="2013585" cy="684530"/>
          </a:xfrm>
          <a:prstGeom prst="rect"/>
        </p:spPr>
        <p:txBody>
          <a:bodyPr wrap="square" lIns="0" tIns="154940" rIns="0" bIns="0" rtlCol="0" vert="horz">
            <a:spAutoFit/>
          </a:bodyPr>
          <a:lstStyle/>
          <a:p>
            <a:pPr marL="467995" indent="-455930">
              <a:lnSpc>
                <a:spcPct val="100000"/>
              </a:lnSpc>
              <a:spcBef>
                <a:spcPts val="1220"/>
              </a:spcBef>
              <a:buClr>
                <a:srgbClr val="00FFFF"/>
              </a:buClr>
              <a:buSzPct val="134375"/>
              <a:buFont typeface="Wingdings"/>
              <a:buChar char=""/>
              <a:tabLst>
                <a:tab pos="468630" algn="l"/>
              </a:tabLst>
            </a:pPr>
            <a:r>
              <a:rPr dirty="0" spc="-5">
                <a:solidFill>
                  <a:srgbClr val="FFFF00"/>
                </a:solidFill>
              </a:rPr>
              <a:t>定义</a:t>
            </a:r>
            <a:r>
              <a:rPr dirty="0">
                <a:solidFill>
                  <a:srgbClr val="FFFF00"/>
                </a:solidFill>
                <a:latin typeface="Times New Roman"/>
                <a:cs typeface="Times New Roman"/>
              </a:rPr>
              <a:t>2.</a:t>
            </a:r>
            <a:r>
              <a:rPr dirty="0" spc="5">
                <a:solidFill>
                  <a:srgbClr val="FFFF00"/>
                </a:solidFill>
                <a:latin typeface="Times New Roman"/>
                <a:cs typeface="Times New Roman"/>
              </a:rPr>
              <a:t>31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2568701" y="516712"/>
            <a:ext cx="3294379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5" b="1">
                <a:solidFill>
                  <a:srgbClr val="00FFFF"/>
                </a:solidFill>
                <a:latin typeface="宋体"/>
                <a:cs typeface="宋体"/>
              </a:rPr>
              <a:t>(</a:t>
            </a:r>
            <a:r>
              <a:rPr dirty="0" sz="3200" spc="-5" b="1">
                <a:solidFill>
                  <a:srgbClr val="00FFFF"/>
                </a:solidFill>
                <a:latin typeface="宋体"/>
                <a:cs typeface="宋体"/>
              </a:rPr>
              <a:t>正规式与正规</a:t>
            </a:r>
            <a:r>
              <a:rPr dirty="0" sz="3200" b="1">
                <a:solidFill>
                  <a:srgbClr val="00FFFF"/>
                </a:solidFill>
                <a:latin typeface="宋体"/>
                <a:cs typeface="宋体"/>
              </a:rPr>
              <a:t>集</a:t>
            </a:r>
            <a:r>
              <a:rPr dirty="0" sz="3200" spc="-10" b="1">
                <a:solidFill>
                  <a:srgbClr val="00FFFF"/>
                </a:solidFill>
                <a:latin typeface="宋体"/>
                <a:cs typeface="宋体"/>
              </a:rPr>
              <a:t>)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74142" y="1005991"/>
            <a:ext cx="8587740" cy="55740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00965" marR="393065" indent="444500">
              <a:lnSpc>
                <a:spcPct val="1300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为有限字母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，在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正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式与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正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规集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可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递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归定义如下：</a:t>
            </a:r>
            <a:endParaRPr sz="2800">
              <a:latin typeface="宋体"/>
              <a:cs typeface="宋体"/>
            </a:endParaRPr>
          </a:p>
          <a:p>
            <a:pPr marL="368300" marR="1091565" indent="-368300">
              <a:lnSpc>
                <a:spcPts val="4370"/>
              </a:lnSpc>
              <a:spcBef>
                <a:spcPts val="310"/>
              </a:spcBef>
              <a:buFont typeface="Times New Roman"/>
              <a:buAutoNum type="arabicPeriod"/>
              <a:tabLst>
                <a:tab pos="368300" algn="l"/>
              </a:tabLst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和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Ф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是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∑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上的正规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式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，它们表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示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的正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规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集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分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别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为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和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Ф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280035" indent="-267970">
              <a:lnSpc>
                <a:spcPct val="100000"/>
              </a:lnSpc>
              <a:spcBef>
                <a:spcPts val="695"/>
              </a:spcBef>
              <a:buSzPct val="96428"/>
              <a:buFont typeface="Times New Roman"/>
              <a:buAutoNum type="arabicPeriod"/>
              <a:tabLst>
                <a:tab pos="280670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对任何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∈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上的正规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它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示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的正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800" spc="2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457200" marR="716915" indent="-457200">
              <a:lnSpc>
                <a:spcPct val="130000"/>
              </a:lnSpc>
              <a:buFont typeface="Times New Roman"/>
              <a:buAutoNum type="arabicPeriod"/>
              <a:tabLst>
                <a:tab pos="457200" algn="l"/>
                <a:tab pos="457834" algn="l"/>
              </a:tabLst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若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都是正规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式</a:t>
            </a:r>
            <a:r>
              <a:rPr dirty="0" sz="2800" spc="-70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对应的正规集分别</a:t>
            </a:r>
            <a:r>
              <a:rPr dirty="0" sz="2800" spc="-20" b="1">
                <a:solidFill>
                  <a:srgbClr val="FFFF00"/>
                </a:solidFill>
                <a:latin typeface="宋体"/>
                <a:cs typeface="宋体"/>
              </a:rPr>
              <a:t>为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和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3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,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则 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b="1">
                <a:solidFill>
                  <a:srgbClr val="FFFF00"/>
                </a:solidFill>
                <a:latin typeface="宋体"/>
                <a:cs typeface="宋体"/>
              </a:rPr>
              <a:t>、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·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、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)*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也是正规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式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它们</a:t>
            </a:r>
            <a:r>
              <a:rPr dirty="0" sz="2800" spc="5" b="1">
                <a:solidFill>
                  <a:srgbClr val="FFFF00"/>
                </a:solidFill>
                <a:latin typeface="宋体"/>
                <a:cs typeface="宋体"/>
              </a:rPr>
              <a:t>表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示的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正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规集分别是：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∪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RS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68300" marR="5080" indent="-368300">
              <a:lnSpc>
                <a:spcPct val="130000"/>
              </a:lnSpc>
              <a:buFont typeface="Times New Roman"/>
              <a:buAutoNum type="arabicPeriod"/>
              <a:tabLst>
                <a:tab pos="36830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有限次使用上述三条规则构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成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的表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达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称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上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的正规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，仅由这些正规式表示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集合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正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78739" y="26923"/>
            <a:ext cx="3422650" cy="330835"/>
          </a:xfrm>
          <a:prstGeom prst="rect"/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>
                <a:solidFill>
                  <a:srgbClr val="A15100"/>
                </a:solidFill>
              </a:rPr>
              <a:t>形式语言自动机理论</a:t>
            </a:r>
            <a:r>
              <a:rPr dirty="0" sz="2000" spc="-5">
                <a:solidFill>
                  <a:srgbClr val="A15100"/>
                </a:solidFill>
              </a:rPr>
              <a:t>基础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15283" y="26923"/>
            <a:ext cx="226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9578" y="26923"/>
            <a:ext cx="2453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2.3.1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正规式与正规集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71621" y="1625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38494" y="143382"/>
            <a:ext cx="248411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25374" y="572262"/>
            <a:ext cx="8628888" cy="1839468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325374" y="2442210"/>
            <a:ext cx="8628888" cy="557784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325374" y="2995422"/>
            <a:ext cx="8628888" cy="1197864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325374" y="4193285"/>
            <a:ext cx="8628888" cy="557783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graphicFrame>
        <p:nvGraphicFramePr>
          <p:cNvPr id="13" name="object 13"/>
          <p:cNvGraphicFramePr>
            <a:graphicFrameLocks noGrp="1"/>
          </p:cNvGraphicFramePr>
          <p:nvPr/>
        </p:nvGraphicFramePr>
        <p:xfrm>
          <a:off x="306324" y="553212"/>
          <a:ext cx="8686165" cy="421703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8629015"/>
              </a:tblGrid>
              <a:tr h="1854708">
                <a:tc>
                  <a:txBody>
                    <a:bodyPr/>
                    <a:lstStyle/>
                    <a:p>
                      <a:pPr marL="89535">
                        <a:lnSpc>
                          <a:spcPct val="100000"/>
                        </a:lnSpc>
                        <a:spcBef>
                          <a:spcPts val="290"/>
                        </a:spcBef>
                        <a:tabLst>
                          <a:tab pos="566420" algn="l"/>
                        </a:tabLst>
                      </a:pPr>
                      <a:r>
                        <a:rPr dirty="0" sz="2800" spc="-5">
                          <a:solidFill>
                            <a:srgbClr val="003399"/>
                          </a:solidFill>
                          <a:latin typeface="Wingdings"/>
                          <a:cs typeface="Wingdings"/>
                        </a:rPr>
                        <a:t></a:t>
                      </a:r>
                      <a:r>
                        <a:rPr dirty="0" sz="2800" spc="-5">
                          <a:solidFill>
                            <a:srgbClr val="003399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800" spc="-5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说明：</a:t>
                      </a:r>
                      <a:endParaRPr sz="2800">
                        <a:latin typeface="宋体"/>
                        <a:cs typeface="宋体"/>
                      </a:endParaRPr>
                    </a:p>
                    <a:p>
                      <a:pPr marL="801370" marR="328295" indent="-445134">
                        <a:lnSpc>
                          <a:spcPts val="5040"/>
                        </a:lnSpc>
                        <a:spcBef>
                          <a:spcPts val="450"/>
                        </a:spcBef>
                        <a:tabLst>
                          <a:tab pos="801370" algn="l"/>
                        </a:tabLst>
                      </a:pPr>
                      <a:r>
                        <a:rPr dirty="0" sz="2800" b="1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1.</a:t>
                      </a:r>
                      <a:r>
                        <a:rPr dirty="0" sz="2800" b="1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	</a:t>
                      </a:r>
                      <a:r>
                        <a:rPr dirty="0" sz="2800" spc="10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正规式与相应的正规集是等价的</a:t>
                      </a:r>
                      <a:r>
                        <a:rPr dirty="0" sz="2800" spc="20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，</a:t>
                      </a:r>
                      <a:r>
                        <a:rPr dirty="0" sz="2800" spc="10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正规</a:t>
                      </a:r>
                      <a:r>
                        <a:rPr dirty="0" sz="2800" spc="20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集</a:t>
                      </a:r>
                      <a:r>
                        <a:rPr dirty="0" sz="2800" spc="10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给</a:t>
                      </a:r>
                      <a:r>
                        <a:rPr dirty="0" sz="2800" spc="20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出</a:t>
                      </a:r>
                      <a:r>
                        <a:rPr dirty="0" sz="2800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了 </a:t>
                      </a:r>
                      <a:r>
                        <a:rPr dirty="0" sz="2800" spc="-5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相应正规式所描述的全部单词（</a:t>
                      </a:r>
                      <a:r>
                        <a:rPr dirty="0" sz="2800" spc="5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句</a:t>
                      </a:r>
                      <a:r>
                        <a:rPr dirty="0" sz="2800" spc="-5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子）；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36830">
                    <a:lnL w="38100">
                      <a:solidFill>
                        <a:srgbClr val="FFFF99"/>
                      </a:solidFill>
                      <a:prstDash val="solid"/>
                    </a:lnL>
                    <a:lnR w="38100">
                      <a:solidFill>
                        <a:srgbClr val="FFFF99"/>
                      </a:solidFill>
                      <a:prstDash val="solid"/>
                    </a:lnR>
                    <a:lnT w="38100">
                      <a:solidFill>
                        <a:srgbClr val="FFFF99"/>
                      </a:solidFill>
                      <a:prstDash val="solid"/>
                    </a:lnT>
                    <a:lnB w="76200">
                      <a:solidFill>
                        <a:srgbClr val="FFFF99"/>
                      </a:solidFill>
                      <a:prstDash val="solid"/>
                    </a:lnB>
                  </a:tcPr>
                </a:tc>
              </a:tr>
              <a:tr h="570738">
                <a:tc>
                  <a:txBody>
                    <a:bodyPr/>
                    <a:lstStyle/>
                    <a:p>
                      <a:pPr marL="356235">
                        <a:lnSpc>
                          <a:spcPct val="100000"/>
                        </a:lnSpc>
                        <a:spcBef>
                          <a:spcPts val="415"/>
                        </a:spcBef>
                        <a:tabLst>
                          <a:tab pos="801370" algn="l"/>
                        </a:tabLst>
                      </a:pPr>
                      <a:r>
                        <a:rPr dirty="0" sz="2800" spc="-5" b="1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2.	</a:t>
                      </a:r>
                      <a:r>
                        <a:rPr dirty="0" sz="2800" spc="-5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正规式的运算结果是正规集；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52705">
                    <a:lnL w="38100">
                      <a:solidFill>
                        <a:srgbClr val="FFFF99"/>
                      </a:solidFill>
                      <a:prstDash val="solid"/>
                    </a:lnL>
                    <a:lnR w="38100">
                      <a:solidFill>
                        <a:srgbClr val="FFFF99"/>
                      </a:solidFill>
                      <a:prstDash val="solid"/>
                    </a:lnR>
                    <a:lnT w="76200">
                      <a:solidFill>
                        <a:srgbClr val="FFFF99"/>
                      </a:solidFill>
                      <a:prstDash val="solid"/>
                    </a:lnT>
                    <a:lnB w="53975">
                      <a:solidFill>
                        <a:srgbClr val="FFFF99"/>
                      </a:solidFill>
                      <a:prstDash val="solid"/>
                    </a:lnB>
                  </a:tcPr>
                </a:tc>
              </a:tr>
              <a:tr h="1195577">
                <a:tc>
                  <a:txBody>
                    <a:bodyPr/>
                    <a:lstStyle/>
                    <a:p>
                      <a:pPr marL="356235">
                        <a:lnSpc>
                          <a:spcPct val="100000"/>
                        </a:lnSpc>
                        <a:spcBef>
                          <a:spcPts val="270"/>
                        </a:spcBef>
                        <a:tabLst>
                          <a:tab pos="801370" algn="l"/>
                        </a:tabLst>
                      </a:pPr>
                      <a:r>
                        <a:rPr dirty="0" sz="2800" spc="-5" b="1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3.	</a:t>
                      </a:r>
                      <a:r>
                        <a:rPr dirty="0" sz="2800" spc="-10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正规式不是集合，其运算结果正</a:t>
                      </a:r>
                      <a:r>
                        <a:rPr dirty="0" sz="2800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规</a:t>
                      </a:r>
                      <a:r>
                        <a:rPr dirty="0" sz="2800" spc="-10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集是</a:t>
                      </a:r>
                      <a:r>
                        <a:rPr dirty="0" sz="2800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集</a:t>
                      </a:r>
                      <a:r>
                        <a:rPr dirty="0" sz="2800" spc="-10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合。</a:t>
                      </a:r>
                      <a:endParaRPr sz="2800">
                        <a:latin typeface="宋体"/>
                        <a:cs typeface="宋体"/>
                      </a:endParaRPr>
                    </a:p>
                    <a:p>
                      <a:pPr marL="801370">
                        <a:lnSpc>
                          <a:spcPct val="100000"/>
                        </a:lnSpc>
                        <a:spcBef>
                          <a:spcPts val="1680"/>
                        </a:spcBef>
                      </a:pPr>
                      <a:r>
                        <a:rPr dirty="0" sz="2800" spc="-10" b="1" i="1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Ф</a:t>
                      </a:r>
                      <a:r>
                        <a:rPr dirty="0" sz="2800" spc="-5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是特例。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34290">
                    <a:lnL w="38100">
                      <a:solidFill>
                        <a:srgbClr val="FFFF99"/>
                      </a:solidFill>
                      <a:prstDash val="solid"/>
                    </a:lnL>
                    <a:lnR w="38100">
                      <a:solidFill>
                        <a:srgbClr val="FFFF99"/>
                      </a:solidFill>
                      <a:prstDash val="solid"/>
                    </a:lnR>
                    <a:lnT w="53975">
                      <a:solidFill>
                        <a:srgbClr val="FFFF99"/>
                      </a:solidFill>
                      <a:prstDash val="solid"/>
                    </a:lnT>
                    <a:lnB w="38100">
                      <a:solidFill>
                        <a:srgbClr val="FFFF99"/>
                      </a:solidFill>
                      <a:prstDash val="solid"/>
                    </a:lnB>
                  </a:tcPr>
                </a:tc>
              </a:tr>
              <a:tr h="557783">
                <a:tc>
                  <a:txBody>
                    <a:bodyPr/>
                    <a:lstStyle/>
                    <a:p>
                      <a:pPr marL="35623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dirty="0" sz="2800" spc="-5" b="1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4.</a:t>
                      </a:r>
                      <a:r>
                        <a:rPr dirty="0" sz="2800" spc="-10" b="1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 </a:t>
                      </a:r>
                      <a:r>
                        <a:rPr dirty="0" sz="2800" spc="-5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运算符</a:t>
                      </a:r>
                      <a:r>
                        <a:rPr dirty="0" sz="2800" spc="-25" b="1">
                          <a:solidFill>
                            <a:srgbClr val="3333CC"/>
                          </a:solidFill>
                          <a:latin typeface="Times New Roman"/>
                          <a:cs typeface="Times New Roman"/>
                        </a:rPr>
                        <a:t>•</a:t>
                      </a:r>
                      <a:r>
                        <a:rPr dirty="0" sz="2800" spc="-5" b="1">
                          <a:solidFill>
                            <a:srgbClr val="3333CC"/>
                          </a:solidFill>
                          <a:latin typeface="宋体"/>
                          <a:cs typeface="宋体"/>
                        </a:rPr>
                        <a:t>可省略。</a:t>
                      </a:r>
                      <a:endParaRPr sz="2800">
                        <a:latin typeface="宋体"/>
                        <a:cs typeface="宋体"/>
                      </a:endParaRPr>
                    </a:p>
                  </a:txBody>
                  <a:tcPr marL="0" marR="0" marB="0" marT="38100">
                    <a:lnL w="38100">
                      <a:solidFill>
                        <a:srgbClr val="FFFF99"/>
                      </a:solidFill>
                      <a:prstDash val="solid"/>
                    </a:lnL>
                    <a:lnR w="38100">
                      <a:solidFill>
                        <a:srgbClr val="FFFF99"/>
                      </a:solidFill>
                      <a:prstDash val="solid"/>
                    </a:lnR>
                    <a:lnT w="38100">
                      <a:solidFill>
                        <a:srgbClr val="FFFF99"/>
                      </a:solidFill>
                      <a:prstDash val="solid"/>
                    </a:lnT>
                    <a:lnB w="38100">
                      <a:solidFill>
                        <a:srgbClr val="FFFF99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14" name="object 14"/>
          <p:cNvSpPr/>
          <p:nvPr/>
        </p:nvSpPr>
        <p:spPr>
          <a:xfrm>
            <a:off x="76961" y="4879085"/>
            <a:ext cx="8991600" cy="1839468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6961" y="4879085"/>
            <a:ext cx="8991600" cy="1839595"/>
          </a:xfrm>
          <a:custGeom>
            <a:avLst/>
            <a:gdLst/>
            <a:ahLst/>
            <a:cxnLst/>
            <a:rect l="l" t="t" r="r" b="b"/>
            <a:pathLst>
              <a:path w="8991600" h="1839595">
                <a:moveTo>
                  <a:pt x="0" y="1839468"/>
                </a:moveTo>
                <a:lnTo>
                  <a:pt x="8991600" y="1839468"/>
                </a:lnTo>
                <a:lnTo>
                  <a:pt x="8991600" y="0"/>
                </a:lnTo>
                <a:lnTo>
                  <a:pt x="0" y="0"/>
                </a:lnTo>
                <a:lnTo>
                  <a:pt x="0" y="1839468"/>
                </a:lnTo>
                <a:close/>
              </a:path>
            </a:pathLst>
          </a:custGeom>
          <a:ln w="38099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34340" y="4690770"/>
            <a:ext cx="8423910" cy="1946275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545465">
              <a:lnSpc>
                <a:spcPct val="100000"/>
              </a:lnSpc>
              <a:spcBef>
                <a:spcPts val="1780"/>
              </a:spcBef>
            </a:pPr>
            <a:r>
              <a:rPr dirty="0" sz="2800" spc="-5" b="1">
                <a:latin typeface="宋体"/>
                <a:cs typeface="宋体"/>
              </a:rPr>
              <a:t>注意：</a:t>
            </a:r>
            <a:endParaRPr sz="2800">
              <a:latin typeface="宋体"/>
              <a:cs typeface="宋体"/>
            </a:endParaRPr>
          </a:p>
          <a:p>
            <a:pPr marL="533400" indent="-534035">
              <a:lnSpc>
                <a:spcPct val="100000"/>
              </a:lnSpc>
              <a:spcBef>
                <a:spcPts val="1685"/>
              </a:spcBef>
              <a:buFont typeface="Times New Roman"/>
              <a:buAutoNum type="arabicPeriod"/>
              <a:tabLst>
                <a:tab pos="533400" algn="l"/>
                <a:tab pos="534035" algn="l"/>
              </a:tabLst>
            </a:pPr>
            <a:r>
              <a:rPr dirty="0" sz="2800" spc="-5" b="1">
                <a:latin typeface="宋体"/>
                <a:cs typeface="宋体"/>
              </a:rPr>
              <a:t>正规式运算优先级从高到</a:t>
            </a:r>
            <a:r>
              <a:rPr dirty="0" sz="2800" spc="-15" b="1">
                <a:latin typeface="宋体"/>
                <a:cs typeface="宋体"/>
              </a:rPr>
              <a:t>低</a:t>
            </a:r>
            <a:r>
              <a:rPr dirty="0" sz="2800" spc="-665" b="1">
                <a:latin typeface="宋体"/>
                <a:cs typeface="宋体"/>
              </a:rPr>
              <a:t> </a:t>
            </a:r>
            <a:r>
              <a:rPr dirty="0" sz="2800" spc="-15" b="1">
                <a:latin typeface="宋体"/>
                <a:cs typeface="宋体"/>
              </a:rPr>
              <a:t>“</a:t>
            </a:r>
            <a:r>
              <a:rPr dirty="0" sz="2800" spc="-715" b="1">
                <a:latin typeface="宋体"/>
                <a:cs typeface="宋体"/>
              </a:rPr>
              <a:t> </a:t>
            </a:r>
            <a:r>
              <a:rPr dirty="0" sz="2800" spc="-5" b="1">
                <a:latin typeface="宋体"/>
                <a:cs typeface="宋体"/>
              </a:rPr>
              <a:t>（）</a:t>
            </a:r>
            <a:r>
              <a:rPr dirty="0" sz="2800" b="1">
                <a:latin typeface="宋体"/>
                <a:cs typeface="宋体"/>
              </a:rPr>
              <a:t>、</a:t>
            </a:r>
            <a:r>
              <a:rPr dirty="0" sz="2800" b="1">
                <a:latin typeface="Times New Roman"/>
                <a:cs typeface="Times New Roman"/>
              </a:rPr>
              <a:t>*</a:t>
            </a:r>
            <a:r>
              <a:rPr dirty="0" sz="2800" spc="-5" b="1">
                <a:latin typeface="宋体"/>
                <a:cs typeface="宋体"/>
              </a:rPr>
              <a:t>、</a:t>
            </a:r>
            <a:r>
              <a:rPr dirty="0" sz="2800" spc="-25" b="1">
                <a:latin typeface="Times New Roman"/>
                <a:cs typeface="Times New Roman"/>
              </a:rPr>
              <a:t>•</a:t>
            </a:r>
            <a:r>
              <a:rPr dirty="0" sz="2800" spc="-5" b="1">
                <a:latin typeface="宋体"/>
                <a:cs typeface="宋体"/>
              </a:rPr>
              <a:t>、</a:t>
            </a:r>
            <a:r>
              <a:rPr dirty="0" sz="2800" spc="-5" b="1">
                <a:latin typeface="Times New Roman"/>
                <a:cs typeface="Times New Roman"/>
              </a:rPr>
              <a:t>|</a:t>
            </a:r>
            <a:r>
              <a:rPr dirty="0" sz="2800" spc="5" b="1">
                <a:latin typeface="Times New Roman"/>
                <a:cs typeface="Times New Roman"/>
              </a:rPr>
              <a:t> </a:t>
            </a:r>
            <a:r>
              <a:rPr dirty="0" sz="2800" spc="-15" b="1">
                <a:latin typeface="宋体"/>
                <a:cs typeface="宋体"/>
              </a:rPr>
              <a:t>”</a:t>
            </a:r>
            <a:r>
              <a:rPr dirty="0" sz="2800" spc="-725" b="1">
                <a:latin typeface="宋体"/>
                <a:cs typeface="宋体"/>
              </a:rPr>
              <a:t> </a:t>
            </a:r>
            <a:r>
              <a:rPr dirty="0" sz="2800" spc="-15" b="1"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533400" indent="-534035">
              <a:lnSpc>
                <a:spcPct val="100000"/>
              </a:lnSpc>
              <a:spcBef>
                <a:spcPts val="1680"/>
              </a:spcBef>
              <a:buFont typeface="Times New Roman"/>
              <a:buAutoNum type="arabicPeriod"/>
              <a:tabLst>
                <a:tab pos="533400" algn="l"/>
                <a:tab pos="534035" algn="l"/>
              </a:tabLst>
            </a:pPr>
            <a:r>
              <a:rPr dirty="0" sz="2800" spc="-5" b="1">
                <a:latin typeface="宋体"/>
                <a:cs typeface="宋体"/>
              </a:rPr>
              <a:t>同级运算从左到右；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92023" y="4965191"/>
            <a:ext cx="365125" cy="664845"/>
          </a:xfrm>
          <a:custGeom>
            <a:avLst/>
            <a:gdLst/>
            <a:ahLst/>
            <a:cxnLst/>
            <a:rect l="l" t="t" r="r" b="b"/>
            <a:pathLst>
              <a:path w="365125" h="664845">
                <a:moveTo>
                  <a:pt x="364693" y="0"/>
                </a:moveTo>
                <a:lnTo>
                  <a:pt x="288493" y="99750"/>
                </a:lnTo>
                <a:lnTo>
                  <a:pt x="288493" y="564586"/>
                </a:lnTo>
                <a:lnTo>
                  <a:pt x="364693" y="664336"/>
                </a:lnTo>
                <a:lnTo>
                  <a:pt x="364693" y="376774"/>
                </a:lnTo>
                <a:lnTo>
                  <a:pt x="350596" y="359790"/>
                </a:lnTo>
                <a:lnTo>
                  <a:pt x="358508" y="328548"/>
                </a:lnTo>
                <a:lnTo>
                  <a:pt x="363791" y="294004"/>
                </a:lnTo>
                <a:lnTo>
                  <a:pt x="364693" y="284599"/>
                </a:lnTo>
                <a:lnTo>
                  <a:pt x="364693" y="223388"/>
                </a:lnTo>
                <a:lnTo>
                  <a:pt x="363791" y="217931"/>
                </a:lnTo>
                <a:lnTo>
                  <a:pt x="361149" y="193674"/>
                </a:lnTo>
                <a:lnTo>
                  <a:pt x="357200" y="172846"/>
                </a:lnTo>
                <a:lnTo>
                  <a:pt x="349262" y="152145"/>
                </a:lnTo>
                <a:lnTo>
                  <a:pt x="364693" y="137752"/>
                </a:lnTo>
                <a:lnTo>
                  <a:pt x="364693" y="0"/>
                </a:lnTo>
                <a:close/>
              </a:path>
              <a:path w="365125" h="664845">
                <a:moveTo>
                  <a:pt x="114058" y="359790"/>
                </a:moveTo>
                <a:lnTo>
                  <a:pt x="0" y="359790"/>
                </a:lnTo>
                <a:lnTo>
                  <a:pt x="0" y="435990"/>
                </a:lnTo>
                <a:lnTo>
                  <a:pt x="172268" y="435990"/>
                </a:lnTo>
                <a:lnTo>
                  <a:pt x="114058" y="35979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617486" y="5176265"/>
            <a:ext cx="38735" cy="243840"/>
          </a:xfrm>
          <a:custGeom>
            <a:avLst/>
            <a:gdLst/>
            <a:ahLst/>
            <a:cxnLst/>
            <a:rect l="l" t="t" r="r" b="b"/>
            <a:pathLst>
              <a:path w="38734" h="243839">
                <a:moveTo>
                  <a:pt x="18516" y="0"/>
                </a:moveTo>
                <a:lnTo>
                  <a:pt x="0" y="17271"/>
                </a:lnTo>
                <a:lnTo>
                  <a:pt x="7937" y="37972"/>
                </a:lnTo>
                <a:lnTo>
                  <a:pt x="11887" y="58800"/>
                </a:lnTo>
                <a:lnTo>
                  <a:pt x="14528" y="83057"/>
                </a:lnTo>
                <a:lnTo>
                  <a:pt x="18516" y="107187"/>
                </a:lnTo>
                <a:lnTo>
                  <a:pt x="17183" y="131444"/>
                </a:lnTo>
                <a:lnTo>
                  <a:pt x="14528" y="159130"/>
                </a:lnTo>
                <a:lnTo>
                  <a:pt x="9245" y="193674"/>
                </a:lnTo>
                <a:lnTo>
                  <a:pt x="1333" y="224916"/>
                </a:lnTo>
                <a:lnTo>
                  <a:pt x="16621" y="243335"/>
                </a:lnTo>
                <a:lnTo>
                  <a:pt x="28610" y="201791"/>
                </a:lnTo>
                <a:lnTo>
                  <a:pt x="31711" y="188594"/>
                </a:lnTo>
                <a:lnTo>
                  <a:pt x="35661" y="166115"/>
                </a:lnTo>
                <a:lnTo>
                  <a:pt x="38315" y="147065"/>
                </a:lnTo>
                <a:lnTo>
                  <a:pt x="38315" y="119379"/>
                </a:lnTo>
                <a:lnTo>
                  <a:pt x="37007" y="83057"/>
                </a:lnTo>
                <a:lnTo>
                  <a:pt x="34366" y="55371"/>
                </a:lnTo>
                <a:lnTo>
                  <a:pt x="26428" y="25907"/>
                </a:lnTo>
                <a:lnTo>
                  <a:pt x="18516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708659" y="5089778"/>
            <a:ext cx="59690" cy="431165"/>
          </a:xfrm>
          <a:custGeom>
            <a:avLst/>
            <a:gdLst/>
            <a:ahLst/>
            <a:cxnLst/>
            <a:rect l="l" t="t" r="r" b="b"/>
            <a:pathLst>
              <a:path w="59690" h="431164">
                <a:moveTo>
                  <a:pt x="18516" y="0"/>
                </a:moveTo>
                <a:lnTo>
                  <a:pt x="1333" y="17272"/>
                </a:lnTo>
                <a:lnTo>
                  <a:pt x="13220" y="53594"/>
                </a:lnTo>
                <a:lnTo>
                  <a:pt x="19824" y="83058"/>
                </a:lnTo>
                <a:lnTo>
                  <a:pt x="29070" y="126238"/>
                </a:lnTo>
                <a:lnTo>
                  <a:pt x="34366" y="178181"/>
                </a:lnTo>
                <a:lnTo>
                  <a:pt x="34366" y="252603"/>
                </a:lnTo>
                <a:lnTo>
                  <a:pt x="31711" y="288925"/>
                </a:lnTo>
                <a:lnTo>
                  <a:pt x="22466" y="333883"/>
                </a:lnTo>
                <a:lnTo>
                  <a:pt x="0" y="411734"/>
                </a:lnTo>
                <a:lnTo>
                  <a:pt x="17183" y="430784"/>
                </a:lnTo>
                <a:lnTo>
                  <a:pt x="31711" y="387477"/>
                </a:lnTo>
                <a:lnTo>
                  <a:pt x="43611" y="352933"/>
                </a:lnTo>
                <a:lnTo>
                  <a:pt x="51549" y="304419"/>
                </a:lnTo>
                <a:lnTo>
                  <a:pt x="59448" y="252603"/>
                </a:lnTo>
                <a:lnTo>
                  <a:pt x="58140" y="181610"/>
                </a:lnTo>
                <a:lnTo>
                  <a:pt x="54190" y="147066"/>
                </a:lnTo>
                <a:lnTo>
                  <a:pt x="43611" y="83058"/>
                </a:lnTo>
                <a:lnTo>
                  <a:pt x="31711" y="37973"/>
                </a:lnTo>
                <a:lnTo>
                  <a:pt x="18516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809078" y="4991100"/>
            <a:ext cx="90805" cy="654050"/>
          </a:xfrm>
          <a:custGeom>
            <a:avLst/>
            <a:gdLst/>
            <a:ahLst/>
            <a:cxnLst/>
            <a:rect l="l" t="t" r="r" b="b"/>
            <a:pathLst>
              <a:path w="90805" h="654050">
                <a:moveTo>
                  <a:pt x="17183" y="0"/>
                </a:moveTo>
                <a:lnTo>
                  <a:pt x="0" y="17272"/>
                </a:lnTo>
                <a:lnTo>
                  <a:pt x="17183" y="62356"/>
                </a:lnTo>
                <a:lnTo>
                  <a:pt x="38315" y="119380"/>
                </a:lnTo>
                <a:lnTo>
                  <a:pt x="56832" y="206756"/>
                </a:lnTo>
                <a:lnTo>
                  <a:pt x="64744" y="273431"/>
                </a:lnTo>
                <a:lnTo>
                  <a:pt x="62128" y="361569"/>
                </a:lnTo>
                <a:lnTo>
                  <a:pt x="51549" y="463677"/>
                </a:lnTo>
                <a:lnTo>
                  <a:pt x="33058" y="551941"/>
                </a:lnTo>
                <a:lnTo>
                  <a:pt x="0" y="638429"/>
                </a:lnTo>
                <a:lnTo>
                  <a:pt x="17183" y="653999"/>
                </a:lnTo>
                <a:lnTo>
                  <a:pt x="56832" y="550163"/>
                </a:lnTo>
                <a:lnTo>
                  <a:pt x="75984" y="474472"/>
                </a:lnTo>
                <a:lnTo>
                  <a:pt x="88557" y="360299"/>
                </a:lnTo>
                <a:lnTo>
                  <a:pt x="90195" y="270763"/>
                </a:lnTo>
                <a:lnTo>
                  <a:pt x="80619" y="200279"/>
                </a:lnTo>
                <a:lnTo>
                  <a:pt x="63436" y="121157"/>
                </a:lnTo>
                <a:lnTo>
                  <a:pt x="42621" y="54991"/>
                </a:lnTo>
                <a:lnTo>
                  <a:pt x="17183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187261" y="4951095"/>
            <a:ext cx="374650" cy="692785"/>
          </a:xfrm>
          <a:custGeom>
            <a:avLst/>
            <a:gdLst/>
            <a:ahLst/>
            <a:cxnLst/>
            <a:rect l="l" t="t" r="r" b="b"/>
            <a:pathLst>
              <a:path w="374650" h="692785">
                <a:moveTo>
                  <a:pt x="9525" y="373887"/>
                </a:moveTo>
                <a:lnTo>
                  <a:pt x="0" y="373887"/>
                </a:lnTo>
                <a:lnTo>
                  <a:pt x="0" y="454786"/>
                </a:lnTo>
                <a:lnTo>
                  <a:pt x="180620" y="454786"/>
                </a:lnTo>
                <a:lnTo>
                  <a:pt x="173344" y="445261"/>
                </a:lnTo>
                <a:lnTo>
                  <a:pt x="9525" y="445261"/>
                </a:lnTo>
                <a:lnTo>
                  <a:pt x="9525" y="373887"/>
                </a:lnTo>
                <a:close/>
              </a:path>
              <a:path w="374650" h="692785">
                <a:moveTo>
                  <a:pt x="293255" y="570811"/>
                </a:moveTo>
                <a:lnTo>
                  <a:pt x="293255" y="586499"/>
                </a:lnTo>
                <a:lnTo>
                  <a:pt x="374218" y="692505"/>
                </a:lnTo>
                <a:lnTo>
                  <a:pt x="374218" y="664349"/>
                </a:lnTo>
                <a:lnTo>
                  <a:pt x="364693" y="664349"/>
                </a:lnTo>
                <a:lnTo>
                  <a:pt x="293255" y="570811"/>
                </a:lnTo>
                <a:close/>
              </a:path>
              <a:path w="374650" h="692785">
                <a:moveTo>
                  <a:pt x="364693" y="385133"/>
                </a:moveTo>
                <a:lnTo>
                  <a:pt x="364693" y="664349"/>
                </a:lnTo>
                <a:lnTo>
                  <a:pt x="374218" y="664349"/>
                </a:lnTo>
                <a:lnTo>
                  <a:pt x="374218" y="394588"/>
                </a:lnTo>
                <a:lnTo>
                  <a:pt x="372541" y="394588"/>
                </a:lnTo>
                <a:lnTo>
                  <a:pt x="364693" y="385133"/>
                </a:lnTo>
                <a:close/>
              </a:path>
              <a:path w="374650" h="692785">
                <a:moveTo>
                  <a:pt x="374218" y="388713"/>
                </a:moveTo>
                <a:lnTo>
                  <a:pt x="372541" y="394588"/>
                </a:lnTo>
                <a:lnTo>
                  <a:pt x="374218" y="394588"/>
                </a:lnTo>
                <a:lnTo>
                  <a:pt x="374218" y="388713"/>
                </a:lnTo>
                <a:close/>
              </a:path>
              <a:path w="374650" h="692785">
                <a:moveTo>
                  <a:pt x="364693" y="201342"/>
                </a:moveTo>
                <a:lnTo>
                  <a:pt x="364693" y="333345"/>
                </a:lnTo>
                <a:lnTo>
                  <a:pt x="368554" y="308101"/>
                </a:lnTo>
                <a:lnTo>
                  <a:pt x="371208" y="280415"/>
                </a:lnTo>
                <a:lnTo>
                  <a:pt x="372541" y="256158"/>
                </a:lnTo>
                <a:lnTo>
                  <a:pt x="368554" y="232028"/>
                </a:lnTo>
                <a:lnTo>
                  <a:pt x="365912" y="207771"/>
                </a:lnTo>
                <a:lnTo>
                  <a:pt x="364693" y="201342"/>
                </a:lnTo>
                <a:close/>
              </a:path>
              <a:path w="374650" h="692785">
                <a:moveTo>
                  <a:pt x="374218" y="28193"/>
                </a:moveTo>
                <a:lnTo>
                  <a:pt x="364693" y="28193"/>
                </a:lnTo>
                <a:lnTo>
                  <a:pt x="364693" y="156292"/>
                </a:lnTo>
                <a:lnTo>
                  <a:pt x="372541" y="148970"/>
                </a:lnTo>
                <a:lnTo>
                  <a:pt x="374218" y="148970"/>
                </a:lnTo>
                <a:lnTo>
                  <a:pt x="374218" y="28193"/>
                </a:lnTo>
                <a:close/>
              </a:path>
              <a:path w="374650" h="692785">
                <a:moveTo>
                  <a:pt x="374218" y="148970"/>
                </a:moveTo>
                <a:lnTo>
                  <a:pt x="372541" y="148970"/>
                </a:lnTo>
                <a:lnTo>
                  <a:pt x="374218" y="154460"/>
                </a:lnTo>
                <a:lnTo>
                  <a:pt x="374218" y="148970"/>
                </a:lnTo>
                <a:close/>
              </a:path>
              <a:path w="374650" h="692785">
                <a:moveTo>
                  <a:pt x="374218" y="0"/>
                </a:moveTo>
                <a:lnTo>
                  <a:pt x="293255" y="106016"/>
                </a:lnTo>
                <a:lnTo>
                  <a:pt x="293255" y="121726"/>
                </a:lnTo>
                <a:lnTo>
                  <a:pt x="364693" y="28193"/>
                </a:lnTo>
                <a:lnTo>
                  <a:pt x="374218" y="28193"/>
                </a:lnTo>
                <a:lnTo>
                  <a:pt x="374218" y="0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611886" y="5167503"/>
            <a:ext cx="48895" cy="264795"/>
          </a:xfrm>
          <a:custGeom>
            <a:avLst/>
            <a:gdLst/>
            <a:ahLst/>
            <a:cxnLst/>
            <a:rect l="l" t="t" r="r" b="b"/>
            <a:pathLst>
              <a:path w="48895" h="264795">
                <a:moveTo>
                  <a:pt x="26441" y="0"/>
                </a:moveTo>
                <a:lnTo>
                  <a:pt x="0" y="24765"/>
                </a:lnTo>
                <a:lnTo>
                  <a:pt x="8940" y="48133"/>
                </a:lnTo>
                <a:lnTo>
                  <a:pt x="12776" y="68199"/>
                </a:lnTo>
                <a:lnTo>
                  <a:pt x="15417" y="92456"/>
                </a:lnTo>
                <a:lnTo>
                  <a:pt x="19329" y="116205"/>
                </a:lnTo>
                <a:lnTo>
                  <a:pt x="18034" y="139827"/>
                </a:lnTo>
                <a:lnTo>
                  <a:pt x="15405" y="167259"/>
                </a:lnTo>
                <a:lnTo>
                  <a:pt x="10172" y="201549"/>
                </a:lnTo>
                <a:lnTo>
                  <a:pt x="1727" y="234823"/>
                </a:lnTo>
                <a:lnTo>
                  <a:pt x="20619" y="257653"/>
                </a:lnTo>
                <a:lnTo>
                  <a:pt x="24458" y="244348"/>
                </a:lnTo>
                <a:lnTo>
                  <a:pt x="22021" y="244348"/>
                </a:lnTo>
                <a:lnTo>
                  <a:pt x="12141" y="232410"/>
                </a:lnTo>
                <a:lnTo>
                  <a:pt x="19507" y="203454"/>
                </a:lnTo>
                <a:lnTo>
                  <a:pt x="24866" y="168529"/>
                </a:lnTo>
                <a:lnTo>
                  <a:pt x="27533" y="140589"/>
                </a:lnTo>
                <a:lnTo>
                  <a:pt x="28905" y="115697"/>
                </a:lnTo>
                <a:lnTo>
                  <a:pt x="24853" y="91186"/>
                </a:lnTo>
                <a:lnTo>
                  <a:pt x="22199" y="66802"/>
                </a:lnTo>
                <a:lnTo>
                  <a:pt x="18135" y="45466"/>
                </a:lnTo>
                <a:lnTo>
                  <a:pt x="11188" y="27305"/>
                </a:lnTo>
                <a:lnTo>
                  <a:pt x="21793" y="17399"/>
                </a:lnTo>
                <a:lnTo>
                  <a:pt x="31733" y="17399"/>
                </a:lnTo>
                <a:lnTo>
                  <a:pt x="26441" y="0"/>
                </a:lnTo>
                <a:close/>
              </a:path>
              <a:path w="48895" h="264795">
                <a:moveTo>
                  <a:pt x="31733" y="17399"/>
                </a:moveTo>
                <a:lnTo>
                  <a:pt x="21793" y="17399"/>
                </a:lnTo>
                <a:lnTo>
                  <a:pt x="27444" y="35941"/>
                </a:lnTo>
                <a:lnTo>
                  <a:pt x="35255" y="64897"/>
                </a:lnTo>
                <a:lnTo>
                  <a:pt x="37773" y="91186"/>
                </a:lnTo>
                <a:lnTo>
                  <a:pt x="37872" y="92456"/>
                </a:lnTo>
                <a:lnTo>
                  <a:pt x="39149" y="128016"/>
                </a:lnTo>
                <a:lnTo>
                  <a:pt x="39154" y="155448"/>
                </a:lnTo>
                <a:lnTo>
                  <a:pt x="36563" y="174117"/>
                </a:lnTo>
                <a:lnTo>
                  <a:pt x="32651" y="196342"/>
                </a:lnTo>
                <a:lnTo>
                  <a:pt x="27368" y="218821"/>
                </a:lnTo>
                <a:lnTo>
                  <a:pt x="23431" y="239522"/>
                </a:lnTo>
                <a:lnTo>
                  <a:pt x="22021" y="244348"/>
                </a:lnTo>
                <a:lnTo>
                  <a:pt x="24458" y="244348"/>
                </a:lnTo>
                <a:lnTo>
                  <a:pt x="43040" y="179959"/>
                </a:lnTo>
                <a:lnTo>
                  <a:pt x="48679" y="152539"/>
                </a:lnTo>
                <a:lnTo>
                  <a:pt x="48679" y="128016"/>
                </a:lnTo>
                <a:lnTo>
                  <a:pt x="47394" y="92456"/>
                </a:lnTo>
                <a:lnTo>
                  <a:pt x="47334" y="91186"/>
                </a:lnTo>
                <a:lnTo>
                  <a:pt x="44665" y="63246"/>
                </a:lnTo>
                <a:lnTo>
                  <a:pt x="36601" y="33401"/>
                </a:lnTo>
                <a:lnTo>
                  <a:pt x="31733" y="17399"/>
                </a:lnTo>
                <a:close/>
              </a:path>
              <a:path w="48895" h="264795">
                <a:moveTo>
                  <a:pt x="22682" y="260147"/>
                </a:moveTo>
                <a:lnTo>
                  <a:pt x="26212" y="264414"/>
                </a:lnTo>
                <a:lnTo>
                  <a:pt x="26289" y="264146"/>
                </a:lnTo>
                <a:lnTo>
                  <a:pt x="22682" y="260147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703351" y="5081015"/>
            <a:ext cx="69850" cy="448945"/>
          </a:xfrm>
          <a:custGeom>
            <a:avLst/>
            <a:gdLst/>
            <a:ahLst/>
            <a:cxnLst/>
            <a:rect l="l" t="t" r="r" b="b"/>
            <a:pathLst>
              <a:path w="69850" h="448945">
                <a:moveTo>
                  <a:pt x="25831" y="0"/>
                </a:moveTo>
                <a:lnTo>
                  <a:pt x="1206" y="24764"/>
                </a:lnTo>
                <a:lnTo>
                  <a:pt x="13931" y="63626"/>
                </a:lnTo>
                <a:lnTo>
                  <a:pt x="20485" y="92836"/>
                </a:lnTo>
                <a:lnTo>
                  <a:pt x="29667" y="135762"/>
                </a:lnTo>
                <a:lnTo>
                  <a:pt x="34860" y="186689"/>
                </a:lnTo>
                <a:lnTo>
                  <a:pt x="34875" y="261619"/>
                </a:lnTo>
                <a:lnTo>
                  <a:pt x="32296" y="297052"/>
                </a:lnTo>
                <a:lnTo>
                  <a:pt x="23152" y="341502"/>
                </a:lnTo>
                <a:lnTo>
                  <a:pt x="0" y="421639"/>
                </a:lnTo>
                <a:lnTo>
                  <a:pt x="24409" y="448690"/>
                </a:lnTo>
                <a:lnTo>
                  <a:pt x="30599" y="430275"/>
                </a:lnTo>
                <a:lnTo>
                  <a:pt x="20561" y="430275"/>
                </a:lnTo>
                <a:lnTo>
                  <a:pt x="10617" y="419226"/>
                </a:lnTo>
                <a:lnTo>
                  <a:pt x="32410" y="343788"/>
                </a:lnTo>
                <a:lnTo>
                  <a:pt x="41757" y="298322"/>
                </a:lnTo>
                <a:lnTo>
                  <a:pt x="44428" y="261619"/>
                </a:lnTo>
                <a:lnTo>
                  <a:pt x="44437" y="186689"/>
                </a:lnTo>
                <a:lnTo>
                  <a:pt x="39090" y="134238"/>
                </a:lnTo>
                <a:lnTo>
                  <a:pt x="29781" y="90804"/>
                </a:lnTo>
                <a:lnTo>
                  <a:pt x="23126" y="61086"/>
                </a:lnTo>
                <a:lnTo>
                  <a:pt x="12077" y="27304"/>
                </a:lnTo>
                <a:lnTo>
                  <a:pt x="21831" y="17525"/>
                </a:lnTo>
                <a:lnTo>
                  <a:pt x="31919" y="17525"/>
                </a:lnTo>
                <a:lnTo>
                  <a:pt x="25831" y="0"/>
                </a:lnTo>
                <a:close/>
              </a:path>
              <a:path w="69850" h="448945">
                <a:moveTo>
                  <a:pt x="31919" y="17525"/>
                </a:moveTo>
                <a:lnTo>
                  <a:pt x="21831" y="17525"/>
                </a:lnTo>
                <a:lnTo>
                  <a:pt x="32461" y="48132"/>
                </a:lnTo>
                <a:lnTo>
                  <a:pt x="44259" y="92836"/>
                </a:lnTo>
                <a:lnTo>
                  <a:pt x="54775" y="156463"/>
                </a:lnTo>
                <a:lnTo>
                  <a:pt x="58699" y="190753"/>
                </a:lnTo>
                <a:lnTo>
                  <a:pt x="59994" y="260984"/>
                </a:lnTo>
                <a:lnTo>
                  <a:pt x="52146" y="312419"/>
                </a:lnTo>
                <a:lnTo>
                  <a:pt x="44284" y="360552"/>
                </a:lnTo>
                <a:lnTo>
                  <a:pt x="32512" y="394715"/>
                </a:lnTo>
                <a:lnTo>
                  <a:pt x="20561" y="430275"/>
                </a:lnTo>
                <a:lnTo>
                  <a:pt x="30599" y="430275"/>
                </a:lnTo>
                <a:lnTo>
                  <a:pt x="41529" y="397763"/>
                </a:lnTo>
                <a:lnTo>
                  <a:pt x="53555" y="362838"/>
                </a:lnTo>
                <a:lnTo>
                  <a:pt x="61556" y="313943"/>
                </a:lnTo>
                <a:lnTo>
                  <a:pt x="69532" y="261619"/>
                </a:lnTo>
                <a:lnTo>
                  <a:pt x="68211" y="190118"/>
                </a:lnTo>
                <a:lnTo>
                  <a:pt x="64223" y="155193"/>
                </a:lnTo>
                <a:lnTo>
                  <a:pt x="53581" y="90804"/>
                </a:lnTo>
                <a:lnTo>
                  <a:pt x="41579" y="45338"/>
                </a:lnTo>
                <a:lnTo>
                  <a:pt x="31919" y="17525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803465" y="4982971"/>
            <a:ext cx="100965" cy="670560"/>
          </a:xfrm>
          <a:custGeom>
            <a:avLst/>
            <a:gdLst/>
            <a:ahLst/>
            <a:cxnLst/>
            <a:rect l="l" t="t" r="r" b="b"/>
            <a:pathLst>
              <a:path w="100965" h="670560">
                <a:moveTo>
                  <a:pt x="24231" y="0"/>
                </a:moveTo>
                <a:lnTo>
                  <a:pt x="63" y="24256"/>
                </a:lnTo>
                <a:lnTo>
                  <a:pt x="18338" y="72135"/>
                </a:lnTo>
                <a:lnTo>
                  <a:pt x="39344" y="128904"/>
                </a:lnTo>
                <a:lnTo>
                  <a:pt x="57746" y="215645"/>
                </a:lnTo>
                <a:lnTo>
                  <a:pt x="65582" y="281685"/>
                </a:lnTo>
                <a:lnTo>
                  <a:pt x="63029" y="368172"/>
                </a:lnTo>
                <a:lnTo>
                  <a:pt x="62926" y="370077"/>
                </a:lnTo>
                <a:lnTo>
                  <a:pt x="52450" y="471042"/>
                </a:lnTo>
                <a:lnTo>
                  <a:pt x="34086" y="558672"/>
                </a:lnTo>
                <a:lnTo>
                  <a:pt x="0" y="647890"/>
                </a:lnTo>
                <a:lnTo>
                  <a:pt x="24752" y="670331"/>
                </a:lnTo>
                <a:lnTo>
                  <a:pt x="31018" y="653922"/>
                </a:lnTo>
                <a:lnTo>
                  <a:pt x="20828" y="653922"/>
                </a:lnTo>
                <a:lnTo>
                  <a:pt x="11226" y="645210"/>
                </a:lnTo>
                <a:lnTo>
                  <a:pt x="43256" y="561339"/>
                </a:lnTo>
                <a:lnTo>
                  <a:pt x="61874" y="472566"/>
                </a:lnTo>
                <a:lnTo>
                  <a:pt x="72491" y="370077"/>
                </a:lnTo>
                <a:lnTo>
                  <a:pt x="75120" y="281304"/>
                </a:lnTo>
                <a:lnTo>
                  <a:pt x="67157" y="214121"/>
                </a:lnTo>
                <a:lnTo>
                  <a:pt x="48513" y="126237"/>
                </a:lnTo>
                <a:lnTo>
                  <a:pt x="27254" y="68706"/>
                </a:lnTo>
                <a:lnTo>
                  <a:pt x="11150" y="26669"/>
                </a:lnTo>
                <a:lnTo>
                  <a:pt x="21348" y="16382"/>
                </a:lnTo>
                <a:lnTo>
                  <a:pt x="31832" y="16382"/>
                </a:lnTo>
                <a:lnTo>
                  <a:pt x="24231" y="0"/>
                </a:lnTo>
                <a:close/>
              </a:path>
              <a:path w="100965" h="670560">
                <a:moveTo>
                  <a:pt x="31832" y="16382"/>
                </a:moveTo>
                <a:lnTo>
                  <a:pt x="21348" y="16382"/>
                </a:lnTo>
                <a:lnTo>
                  <a:pt x="43789" y="64769"/>
                </a:lnTo>
                <a:lnTo>
                  <a:pt x="64439" y="130428"/>
                </a:lnTo>
                <a:lnTo>
                  <a:pt x="81534" y="209169"/>
                </a:lnTo>
                <a:lnTo>
                  <a:pt x="90964" y="278637"/>
                </a:lnTo>
                <a:lnTo>
                  <a:pt x="90987" y="281685"/>
                </a:lnTo>
                <a:lnTo>
                  <a:pt x="89408" y="368172"/>
                </a:lnTo>
                <a:lnTo>
                  <a:pt x="76898" y="481837"/>
                </a:lnTo>
                <a:lnTo>
                  <a:pt x="57899" y="556894"/>
                </a:lnTo>
                <a:lnTo>
                  <a:pt x="20828" y="653922"/>
                </a:lnTo>
                <a:lnTo>
                  <a:pt x="31018" y="653922"/>
                </a:lnTo>
                <a:lnTo>
                  <a:pt x="67005" y="559688"/>
                </a:lnTo>
                <a:lnTo>
                  <a:pt x="86296" y="483488"/>
                </a:lnTo>
                <a:lnTo>
                  <a:pt x="98849" y="369442"/>
                </a:lnTo>
                <a:lnTo>
                  <a:pt x="100571" y="278637"/>
                </a:lnTo>
                <a:lnTo>
                  <a:pt x="90931" y="207517"/>
                </a:lnTo>
                <a:lnTo>
                  <a:pt x="73659" y="128015"/>
                </a:lnTo>
                <a:lnTo>
                  <a:pt x="52692" y="61340"/>
                </a:lnTo>
                <a:lnTo>
                  <a:pt x="31832" y="16382"/>
                </a:lnTo>
                <a:close/>
              </a:path>
            </a:pathLst>
          </a:custGeom>
          <a:solidFill>
            <a:srgbClr val="80808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115823" y="4888991"/>
            <a:ext cx="365125" cy="664845"/>
          </a:xfrm>
          <a:custGeom>
            <a:avLst/>
            <a:gdLst/>
            <a:ahLst/>
            <a:cxnLst/>
            <a:rect l="l" t="t" r="r" b="b"/>
            <a:pathLst>
              <a:path w="365125" h="664845">
                <a:moveTo>
                  <a:pt x="364693" y="0"/>
                </a:moveTo>
                <a:lnTo>
                  <a:pt x="190258" y="228345"/>
                </a:lnTo>
                <a:lnTo>
                  <a:pt x="0" y="228345"/>
                </a:lnTo>
                <a:lnTo>
                  <a:pt x="0" y="435990"/>
                </a:lnTo>
                <a:lnTo>
                  <a:pt x="190258" y="435990"/>
                </a:lnTo>
                <a:lnTo>
                  <a:pt x="364693" y="664336"/>
                </a:lnTo>
                <a:lnTo>
                  <a:pt x="364693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41286" y="5100065"/>
            <a:ext cx="38735" cy="245745"/>
          </a:xfrm>
          <a:custGeom>
            <a:avLst/>
            <a:gdLst/>
            <a:ahLst/>
            <a:cxnLst/>
            <a:rect l="l" t="t" r="r" b="b"/>
            <a:pathLst>
              <a:path w="38734" h="245745">
                <a:moveTo>
                  <a:pt x="18516" y="0"/>
                </a:moveTo>
                <a:lnTo>
                  <a:pt x="0" y="17271"/>
                </a:lnTo>
                <a:lnTo>
                  <a:pt x="7937" y="37972"/>
                </a:lnTo>
                <a:lnTo>
                  <a:pt x="11887" y="58800"/>
                </a:lnTo>
                <a:lnTo>
                  <a:pt x="14528" y="83057"/>
                </a:lnTo>
                <a:lnTo>
                  <a:pt x="18516" y="107187"/>
                </a:lnTo>
                <a:lnTo>
                  <a:pt x="17183" y="131444"/>
                </a:lnTo>
                <a:lnTo>
                  <a:pt x="14528" y="159130"/>
                </a:lnTo>
                <a:lnTo>
                  <a:pt x="9245" y="193674"/>
                </a:lnTo>
                <a:lnTo>
                  <a:pt x="1333" y="224916"/>
                </a:lnTo>
                <a:lnTo>
                  <a:pt x="18516" y="245617"/>
                </a:lnTo>
                <a:lnTo>
                  <a:pt x="22466" y="231774"/>
                </a:lnTo>
                <a:lnTo>
                  <a:pt x="26428" y="211073"/>
                </a:lnTo>
                <a:lnTo>
                  <a:pt x="31711" y="188594"/>
                </a:lnTo>
                <a:lnTo>
                  <a:pt x="35661" y="166115"/>
                </a:lnTo>
                <a:lnTo>
                  <a:pt x="38315" y="147065"/>
                </a:lnTo>
                <a:lnTo>
                  <a:pt x="38315" y="119379"/>
                </a:lnTo>
                <a:lnTo>
                  <a:pt x="37007" y="83057"/>
                </a:lnTo>
                <a:lnTo>
                  <a:pt x="34366" y="55371"/>
                </a:lnTo>
                <a:lnTo>
                  <a:pt x="26428" y="25907"/>
                </a:lnTo>
                <a:lnTo>
                  <a:pt x="18516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32459" y="5013578"/>
            <a:ext cx="59690" cy="431165"/>
          </a:xfrm>
          <a:custGeom>
            <a:avLst/>
            <a:gdLst/>
            <a:ahLst/>
            <a:cxnLst/>
            <a:rect l="l" t="t" r="r" b="b"/>
            <a:pathLst>
              <a:path w="59690" h="431164">
                <a:moveTo>
                  <a:pt x="18516" y="0"/>
                </a:moveTo>
                <a:lnTo>
                  <a:pt x="1333" y="17272"/>
                </a:lnTo>
                <a:lnTo>
                  <a:pt x="13220" y="53594"/>
                </a:lnTo>
                <a:lnTo>
                  <a:pt x="19824" y="83058"/>
                </a:lnTo>
                <a:lnTo>
                  <a:pt x="29070" y="126238"/>
                </a:lnTo>
                <a:lnTo>
                  <a:pt x="34366" y="178181"/>
                </a:lnTo>
                <a:lnTo>
                  <a:pt x="34366" y="252603"/>
                </a:lnTo>
                <a:lnTo>
                  <a:pt x="31711" y="288925"/>
                </a:lnTo>
                <a:lnTo>
                  <a:pt x="22466" y="333883"/>
                </a:lnTo>
                <a:lnTo>
                  <a:pt x="0" y="411734"/>
                </a:lnTo>
                <a:lnTo>
                  <a:pt x="17183" y="430784"/>
                </a:lnTo>
                <a:lnTo>
                  <a:pt x="31711" y="387477"/>
                </a:lnTo>
                <a:lnTo>
                  <a:pt x="43611" y="352933"/>
                </a:lnTo>
                <a:lnTo>
                  <a:pt x="51549" y="304419"/>
                </a:lnTo>
                <a:lnTo>
                  <a:pt x="59448" y="252603"/>
                </a:lnTo>
                <a:lnTo>
                  <a:pt x="58140" y="181610"/>
                </a:lnTo>
                <a:lnTo>
                  <a:pt x="54190" y="147066"/>
                </a:lnTo>
                <a:lnTo>
                  <a:pt x="43611" y="83058"/>
                </a:lnTo>
                <a:lnTo>
                  <a:pt x="31711" y="37973"/>
                </a:lnTo>
                <a:lnTo>
                  <a:pt x="18516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32878" y="4914900"/>
            <a:ext cx="90805" cy="654050"/>
          </a:xfrm>
          <a:custGeom>
            <a:avLst/>
            <a:gdLst/>
            <a:ahLst/>
            <a:cxnLst/>
            <a:rect l="l" t="t" r="r" b="b"/>
            <a:pathLst>
              <a:path w="90805" h="654050">
                <a:moveTo>
                  <a:pt x="17183" y="0"/>
                </a:moveTo>
                <a:lnTo>
                  <a:pt x="0" y="17272"/>
                </a:lnTo>
                <a:lnTo>
                  <a:pt x="17183" y="62356"/>
                </a:lnTo>
                <a:lnTo>
                  <a:pt x="38315" y="119380"/>
                </a:lnTo>
                <a:lnTo>
                  <a:pt x="56832" y="206756"/>
                </a:lnTo>
                <a:lnTo>
                  <a:pt x="64744" y="273431"/>
                </a:lnTo>
                <a:lnTo>
                  <a:pt x="62128" y="361569"/>
                </a:lnTo>
                <a:lnTo>
                  <a:pt x="51549" y="463677"/>
                </a:lnTo>
                <a:lnTo>
                  <a:pt x="33058" y="551941"/>
                </a:lnTo>
                <a:lnTo>
                  <a:pt x="0" y="638429"/>
                </a:lnTo>
                <a:lnTo>
                  <a:pt x="17183" y="654050"/>
                </a:lnTo>
                <a:lnTo>
                  <a:pt x="56832" y="550163"/>
                </a:lnTo>
                <a:lnTo>
                  <a:pt x="75984" y="474472"/>
                </a:lnTo>
                <a:lnTo>
                  <a:pt x="88557" y="360299"/>
                </a:lnTo>
                <a:lnTo>
                  <a:pt x="90195" y="270763"/>
                </a:lnTo>
                <a:lnTo>
                  <a:pt x="80619" y="200279"/>
                </a:lnTo>
                <a:lnTo>
                  <a:pt x="63436" y="121157"/>
                </a:lnTo>
                <a:lnTo>
                  <a:pt x="42621" y="54991"/>
                </a:lnTo>
                <a:lnTo>
                  <a:pt x="17183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15823" y="4888991"/>
            <a:ext cx="365125" cy="664845"/>
          </a:xfrm>
          <a:custGeom>
            <a:avLst/>
            <a:gdLst/>
            <a:ahLst/>
            <a:cxnLst/>
            <a:rect l="l" t="t" r="r" b="b"/>
            <a:pathLst>
              <a:path w="365125" h="664845">
                <a:moveTo>
                  <a:pt x="0" y="228345"/>
                </a:moveTo>
                <a:lnTo>
                  <a:pt x="190258" y="228345"/>
                </a:lnTo>
                <a:lnTo>
                  <a:pt x="364693" y="0"/>
                </a:lnTo>
                <a:lnTo>
                  <a:pt x="364693" y="664336"/>
                </a:lnTo>
                <a:lnTo>
                  <a:pt x="190258" y="435990"/>
                </a:lnTo>
                <a:lnTo>
                  <a:pt x="0" y="435990"/>
                </a:lnTo>
                <a:lnTo>
                  <a:pt x="0" y="228345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541286" y="5100065"/>
            <a:ext cx="38735" cy="245745"/>
          </a:xfrm>
          <a:custGeom>
            <a:avLst/>
            <a:gdLst/>
            <a:ahLst/>
            <a:cxnLst/>
            <a:rect l="l" t="t" r="r" b="b"/>
            <a:pathLst>
              <a:path w="38734" h="245745">
                <a:moveTo>
                  <a:pt x="0" y="17271"/>
                </a:moveTo>
                <a:lnTo>
                  <a:pt x="34366" y="55371"/>
                </a:lnTo>
                <a:lnTo>
                  <a:pt x="38315" y="119379"/>
                </a:lnTo>
                <a:lnTo>
                  <a:pt x="38315" y="147065"/>
                </a:lnTo>
                <a:lnTo>
                  <a:pt x="35661" y="166115"/>
                </a:lnTo>
                <a:lnTo>
                  <a:pt x="31711" y="188594"/>
                </a:lnTo>
                <a:lnTo>
                  <a:pt x="26428" y="211073"/>
                </a:lnTo>
                <a:lnTo>
                  <a:pt x="22466" y="231774"/>
                </a:lnTo>
                <a:lnTo>
                  <a:pt x="18516" y="245617"/>
                </a:lnTo>
                <a:lnTo>
                  <a:pt x="1333" y="224916"/>
                </a:lnTo>
                <a:lnTo>
                  <a:pt x="9245" y="193674"/>
                </a:lnTo>
                <a:lnTo>
                  <a:pt x="14528" y="159130"/>
                </a:lnTo>
                <a:lnTo>
                  <a:pt x="17183" y="131444"/>
                </a:lnTo>
                <a:lnTo>
                  <a:pt x="18516" y="107187"/>
                </a:lnTo>
                <a:lnTo>
                  <a:pt x="14528" y="83057"/>
                </a:lnTo>
                <a:lnTo>
                  <a:pt x="11887" y="58800"/>
                </a:lnTo>
                <a:lnTo>
                  <a:pt x="7937" y="37972"/>
                </a:lnTo>
                <a:lnTo>
                  <a:pt x="0" y="17271"/>
                </a:lnTo>
                <a:close/>
              </a:path>
            </a:pathLst>
          </a:custGeom>
          <a:ln w="9524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632459" y="5013578"/>
            <a:ext cx="59690" cy="431165"/>
          </a:xfrm>
          <a:custGeom>
            <a:avLst/>
            <a:gdLst/>
            <a:ahLst/>
            <a:cxnLst/>
            <a:rect l="l" t="t" r="r" b="b"/>
            <a:pathLst>
              <a:path w="59690" h="431164">
                <a:moveTo>
                  <a:pt x="18516" y="0"/>
                </a:moveTo>
                <a:lnTo>
                  <a:pt x="31711" y="37973"/>
                </a:lnTo>
                <a:lnTo>
                  <a:pt x="43611" y="83058"/>
                </a:lnTo>
                <a:lnTo>
                  <a:pt x="54190" y="147066"/>
                </a:lnTo>
                <a:lnTo>
                  <a:pt x="59448" y="252603"/>
                </a:lnTo>
                <a:lnTo>
                  <a:pt x="51549" y="304419"/>
                </a:lnTo>
                <a:lnTo>
                  <a:pt x="43611" y="352933"/>
                </a:lnTo>
                <a:lnTo>
                  <a:pt x="31711" y="387477"/>
                </a:lnTo>
                <a:lnTo>
                  <a:pt x="17183" y="430784"/>
                </a:lnTo>
                <a:lnTo>
                  <a:pt x="0" y="411734"/>
                </a:lnTo>
                <a:lnTo>
                  <a:pt x="22466" y="333883"/>
                </a:lnTo>
                <a:lnTo>
                  <a:pt x="31711" y="288925"/>
                </a:lnTo>
                <a:lnTo>
                  <a:pt x="34366" y="252603"/>
                </a:lnTo>
                <a:lnTo>
                  <a:pt x="34366" y="178181"/>
                </a:lnTo>
                <a:lnTo>
                  <a:pt x="29070" y="126238"/>
                </a:lnTo>
                <a:lnTo>
                  <a:pt x="19824" y="83058"/>
                </a:lnTo>
                <a:lnTo>
                  <a:pt x="13220" y="53594"/>
                </a:lnTo>
                <a:lnTo>
                  <a:pt x="1333" y="17272"/>
                </a:lnTo>
                <a:lnTo>
                  <a:pt x="18516" y="0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32878" y="4914900"/>
            <a:ext cx="90805" cy="654050"/>
          </a:xfrm>
          <a:custGeom>
            <a:avLst/>
            <a:gdLst/>
            <a:ahLst/>
            <a:cxnLst/>
            <a:rect l="l" t="t" r="r" b="b"/>
            <a:pathLst>
              <a:path w="90805" h="654050">
                <a:moveTo>
                  <a:pt x="0" y="17272"/>
                </a:moveTo>
                <a:lnTo>
                  <a:pt x="42621" y="54991"/>
                </a:lnTo>
                <a:lnTo>
                  <a:pt x="63436" y="121157"/>
                </a:lnTo>
                <a:lnTo>
                  <a:pt x="80619" y="200279"/>
                </a:lnTo>
                <a:lnTo>
                  <a:pt x="90195" y="270763"/>
                </a:lnTo>
                <a:lnTo>
                  <a:pt x="88557" y="360299"/>
                </a:lnTo>
                <a:lnTo>
                  <a:pt x="75984" y="474472"/>
                </a:lnTo>
                <a:lnTo>
                  <a:pt x="56832" y="550163"/>
                </a:lnTo>
                <a:lnTo>
                  <a:pt x="17183" y="654050"/>
                </a:lnTo>
                <a:lnTo>
                  <a:pt x="0" y="638429"/>
                </a:lnTo>
                <a:lnTo>
                  <a:pt x="33058" y="551941"/>
                </a:lnTo>
                <a:lnTo>
                  <a:pt x="51549" y="463677"/>
                </a:lnTo>
                <a:lnTo>
                  <a:pt x="62128" y="361569"/>
                </a:lnTo>
                <a:lnTo>
                  <a:pt x="64744" y="273431"/>
                </a:lnTo>
                <a:lnTo>
                  <a:pt x="56832" y="206756"/>
                </a:lnTo>
                <a:lnTo>
                  <a:pt x="38315" y="119380"/>
                </a:lnTo>
                <a:lnTo>
                  <a:pt x="17183" y="62356"/>
                </a:lnTo>
                <a:lnTo>
                  <a:pt x="0" y="17272"/>
                </a:lnTo>
                <a:close/>
              </a:path>
            </a:pathLst>
          </a:custGeom>
          <a:ln w="9525">
            <a:solidFill>
              <a:srgbClr val="0000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26923"/>
            <a:ext cx="60991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84873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29578" y="26923"/>
            <a:ext cx="2453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2.3.1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正规式与正规集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3571621" y="1625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238494" y="143382"/>
            <a:ext cx="248411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535940" y="671830"/>
            <a:ext cx="216408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2.32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spc="-11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66FFFF"/>
                </a:solidFill>
                <a:latin typeface="宋体"/>
                <a:cs typeface="宋体"/>
              </a:rPr>
              <a:t>令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086226" y="649823"/>
            <a:ext cx="1605280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25" b="1" i="1">
                <a:solidFill>
                  <a:srgbClr val="66FFFF"/>
                </a:solidFill>
                <a:latin typeface="Symbol"/>
                <a:cs typeface="Symbol"/>
              </a:rPr>
              <a:t></a:t>
            </a:r>
            <a:r>
              <a:rPr dirty="0" sz="3200" spc="-25" b="1">
                <a:solidFill>
                  <a:srgbClr val="66FFFF"/>
                </a:solidFill>
                <a:latin typeface="宋体"/>
                <a:cs typeface="宋体"/>
              </a:rPr>
              <a:t>=</a:t>
            </a:r>
            <a:r>
              <a:rPr dirty="0" sz="3200" spc="-25" b="1">
                <a:solidFill>
                  <a:srgbClr val="66FFFF"/>
                </a:solidFill>
                <a:latin typeface="Times New Roman"/>
                <a:cs typeface="Times New Roman"/>
              </a:rPr>
              <a:t>{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0, 1</a:t>
            </a:r>
            <a:r>
              <a:rPr dirty="0" sz="3200" spc="-95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66FFFF"/>
                </a:solidFill>
                <a:latin typeface="Times New Roman"/>
                <a:cs typeface="Times New Roman"/>
              </a:rPr>
              <a:t>}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2342" y="1338350"/>
            <a:ext cx="5622925" cy="12141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则</a:t>
            </a:r>
            <a:r>
              <a:rPr dirty="0" sz="2800" spc="-71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和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Ф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都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是</a:t>
            </a:r>
            <a:r>
              <a:rPr dirty="0" sz="3350" spc="-80" b="1" i="1">
                <a:solidFill>
                  <a:srgbClr val="FFFF00"/>
                </a:solidFill>
                <a:latin typeface="Symbol"/>
                <a:cs typeface="Symbol"/>
              </a:rPr>
              <a:t>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上的正规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式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433070">
              <a:lnSpc>
                <a:spcPct val="100000"/>
              </a:lnSpc>
              <a:spcBef>
                <a:spcPts val="2425"/>
              </a:spcBef>
              <a:tabLst>
                <a:tab pos="3310254" algn="l"/>
              </a:tabLst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正规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式	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正规集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240023" y="2705861"/>
            <a:ext cx="4969510" cy="0"/>
          </a:xfrm>
          <a:custGeom>
            <a:avLst/>
            <a:gdLst/>
            <a:ahLst/>
            <a:cxnLst/>
            <a:rect l="l" t="t" r="r" b="b"/>
            <a:pathLst>
              <a:path w="4969509" h="0">
                <a:moveTo>
                  <a:pt x="0" y="0"/>
                </a:moveTo>
                <a:lnTo>
                  <a:pt x="4969002" y="0"/>
                </a:lnTo>
              </a:path>
            </a:pathLst>
          </a:custGeom>
          <a:ln w="3810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68273" y="2705861"/>
            <a:ext cx="2513965" cy="0"/>
          </a:xfrm>
          <a:custGeom>
            <a:avLst/>
            <a:gdLst/>
            <a:ahLst/>
            <a:cxnLst/>
            <a:rect l="l" t="t" r="r" b="b"/>
            <a:pathLst>
              <a:path w="2513965" h="0">
                <a:moveTo>
                  <a:pt x="0" y="0"/>
                </a:moveTo>
                <a:lnTo>
                  <a:pt x="2513838" y="0"/>
                </a:lnTo>
              </a:path>
            </a:pathLst>
          </a:custGeom>
          <a:ln w="3810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201161" y="1986533"/>
            <a:ext cx="20320" cy="4872355"/>
          </a:xfrm>
          <a:custGeom>
            <a:avLst/>
            <a:gdLst/>
            <a:ahLst/>
            <a:cxnLst/>
            <a:rect l="l" t="t" r="r" b="b"/>
            <a:pathLst>
              <a:path w="20319" h="4872355">
                <a:moveTo>
                  <a:pt x="0" y="0"/>
                </a:moveTo>
                <a:lnTo>
                  <a:pt x="19812" y="4872227"/>
                </a:lnTo>
              </a:path>
            </a:pathLst>
          </a:custGeom>
          <a:ln w="38100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553461" y="3125723"/>
            <a:ext cx="1000125" cy="114300"/>
          </a:xfrm>
          <a:custGeom>
            <a:avLst/>
            <a:gdLst/>
            <a:ahLst/>
            <a:cxnLst/>
            <a:rect l="l" t="t" r="r" b="b"/>
            <a:pathLst>
              <a:path w="1000125" h="114300">
                <a:moveTo>
                  <a:pt x="885443" y="0"/>
                </a:moveTo>
                <a:lnTo>
                  <a:pt x="885443" y="114300"/>
                </a:lnTo>
                <a:lnTo>
                  <a:pt x="961643" y="76200"/>
                </a:lnTo>
                <a:lnTo>
                  <a:pt x="904493" y="76200"/>
                </a:lnTo>
                <a:lnTo>
                  <a:pt x="904493" y="38100"/>
                </a:lnTo>
                <a:lnTo>
                  <a:pt x="961643" y="38100"/>
                </a:lnTo>
                <a:lnTo>
                  <a:pt x="885443" y="0"/>
                </a:lnTo>
                <a:close/>
              </a:path>
              <a:path w="1000125" h="114300">
                <a:moveTo>
                  <a:pt x="88544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85443" y="76200"/>
                </a:lnTo>
                <a:lnTo>
                  <a:pt x="885443" y="38100"/>
                </a:lnTo>
                <a:close/>
              </a:path>
              <a:path w="1000125" h="114300">
                <a:moveTo>
                  <a:pt x="961643" y="38100"/>
                </a:moveTo>
                <a:lnTo>
                  <a:pt x="904493" y="38100"/>
                </a:lnTo>
                <a:lnTo>
                  <a:pt x="904493" y="76200"/>
                </a:lnTo>
                <a:lnTo>
                  <a:pt x="961643" y="76200"/>
                </a:lnTo>
                <a:lnTo>
                  <a:pt x="999743" y="57150"/>
                </a:lnTo>
                <a:lnTo>
                  <a:pt x="961643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2591561" y="3773423"/>
            <a:ext cx="1000125" cy="114300"/>
          </a:xfrm>
          <a:custGeom>
            <a:avLst/>
            <a:gdLst/>
            <a:ahLst/>
            <a:cxnLst/>
            <a:rect l="l" t="t" r="r" b="b"/>
            <a:pathLst>
              <a:path w="1000125" h="114300">
                <a:moveTo>
                  <a:pt x="885443" y="0"/>
                </a:moveTo>
                <a:lnTo>
                  <a:pt x="885443" y="114300"/>
                </a:lnTo>
                <a:lnTo>
                  <a:pt x="961643" y="76200"/>
                </a:lnTo>
                <a:lnTo>
                  <a:pt x="904493" y="76200"/>
                </a:lnTo>
                <a:lnTo>
                  <a:pt x="904493" y="38100"/>
                </a:lnTo>
                <a:lnTo>
                  <a:pt x="961643" y="38100"/>
                </a:lnTo>
                <a:lnTo>
                  <a:pt x="885443" y="0"/>
                </a:lnTo>
                <a:close/>
              </a:path>
              <a:path w="1000125" h="114300">
                <a:moveTo>
                  <a:pt x="88544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85443" y="76200"/>
                </a:lnTo>
                <a:lnTo>
                  <a:pt x="885443" y="38100"/>
                </a:lnTo>
                <a:close/>
              </a:path>
              <a:path w="1000125" h="114300">
                <a:moveTo>
                  <a:pt x="961643" y="38100"/>
                </a:moveTo>
                <a:lnTo>
                  <a:pt x="904493" y="38100"/>
                </a:lnTo>
                <a:lnTo>
                  <a:pt x="904493" y="76200"/>
                </a:lnTo>
                <a:lnTo>
                  <a:pt x="961643" y="76200"/>
                </a:lnTo>
                <a:lnTo>
                  <a:pt x="999743" y="57150"/>
                </a:lnTo>
                <a:lnTo>
                  <a:pt x="961643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573273" y="4306823"/>
            <a:ext cx="1000125" cy="114300"/>
          </a:xfrm>
          <a:custGeom>
            <a:avLst/>
            <a:gdLst/>
            <a:ahLst/>
            <a:cxnLst/>
            <a:rect l="l" t="t" r="r" b="b"/>
            <a:pathLst>
              <a:path w="1000125" h="114300">
                <a:moveTo>
                  <a:pt x="885443" y="0"/>
                </a:moveTo>
                <a:lnTo>
                  <a:pt x="885443" y="114300"/>
                </a:lnTo>
                <a:lnTo>
                  <a:pt x="961643" y="76200"/>
                </a:lnTo>
                <a:lnTo>
                  <a:pt x="904493" y="76200"/>
                </a:lnTo>
                <a:lnTo>
                  <a:pt x="904493" y="38100"/>
                </a:lnTo>
                <a:lnTo>
                  <a:pt x="961643" y="38100"/>
                </a:lnTo>
                <a:lnTo>
                  <a:pt x="885443" y="0"/>
                </a:lnTo>
                <a:close/>
              </a:path>
              <a:path w="1000125" h="114300">
                <a:moveTo>
                  <a:pt x="88544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85443" y="76200"/>
                </a:lnTo>
                <a:lnTo>
                  <a:pt x="885443" y="38100"/>
                </a:lnTo>
                <a:close/>
              </a:path>
              <a:path w="1000125" h="114300">
                <a:moveTo>
                  <a:pt x="961643" y="38100"/>
                </a:moveTo>
                <a:lnTo>
                  <a:pt x="904493" y="38100"/>
                </a:lnTo>
                <a:lnTo>
                  <a:pt x="904493" y="76200"/>
                </a:lnTo>
                <a:lnTo>
                  <a:pt x="961643" y="76200"/>
                </a:lnTo>
                <a:lnTo>
                  <a:pt x="999743" y="57150"/>
                </a:lnTo>
                <a:lnTo>
                  <a:pt x="961643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629661" y="4782311"/>
            <a:ext cx="1000125" cy="114300"/>
          </a:xfrm>
          <a:custGeom>
            <a:avLst/>
            <a:gdLst/>
            <a:ahLst/>
            <a:cxnLst/>
            <a:rect l="l" t="t" r="r" b="b"/>
            <a:pathLst>
              <a:path w="1000125" h="114300">
                <a:moveTo>
                  <a:pt x="885443" y="0"/>
                </a:moveTo>
                <a:lnTo>
                  <a:pt x="885443" y="114300"/>
                </a:lnTo>
                <a:lnTo>
                  <a:pt x="961643" y="76200"/>
                </a:lnTo>
                <a:lnTo>
                  <a:pt x="904493" y="76200"/>
                </a:lnTo>
                <a:lnTo>
                  <a:pt x="904493" y="38100"/>
                </a:lnTo>
                <a:lnTo>
                  <a:pt x="961643" y="38100"/>
                </a:lnTo>
                <a:lnTo>
                  <a:pt x="885443" y="0"/>
                </a:lnTo>
                <a:close/>
              </a:path>
              <a:path w="1000125" h="114300">
                <a:moveTo>
                  <a:pt x="88544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85443" y="76200"/>
                </a:lnTo>
                <a:lnTo>
                  <a:pt x="885443" y="38100"/>
                </a:lnTo>
                <a:close/>
              </a:path>
              <a:path w="1000125" h="114300">
                <a:moveTo>
                  <a:pt x="961643" y="38100"/>
                </a:moveTo>
                <a:lnTo>
                  <a:pt x="904493" y="38100"/>
                </a:lnTo>
                <a:lnTo>
                  <a:pt x="904493" y="76200"/>
                </a:lnTo>
                <a:lnTo>
                  <a:pt x="961643" y="76200"/>
                </a:lnTo>
                <a:lnTo>
                  <a:pt x="999743" y="57150"/>
                </a:lnTo>
                <a:lnTo>
                  <a:pt x="961643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649473" y="5221223"/>
            <a:ext cx="1000125" cy="114300"/>
          </a:xfrm>
          <a:custGeom>
            <a:avLst/>
            <a:gdLst/>
            <a:ahLst/>
            <a:cxnLst/>
            <a:rect l="l" t="t" r="r" b="b"/>
            <a:pathLst>
              <a:path w="1000125" h="114300">
                <a:moveTo>
                  <a:pt x="885443" y="0"/>
                </a:moveTo>
                <a:lnTo>
                  <a:pt x="885443" y="114300"/>
                </a:lnTo>
                <a:lnTo>
                  <a:pt x="961643" y="76200"/>
                </a:lnTo>
                <a:lnTo>
                  <a:pt x="904493" y="76200"/>
                </a:lnTo>
                <a:lnTo>
                  <a:pt x="904493" y="38100"/>
                </a:lnTo>
                <a:lnTo>
                  <a:pt x="961643" y="38100"/>
                </a:lnTo>
                <a:lnTo>
                  <a:pt x="885443" y="0"/>
                </a:lnTo>
                <a:close/>
              </a:path>
              <a:path w="1000125" h="114300">
                <a:moveTo>
                  <a:pt x="88544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85443" y="76200"/>
                </a:lnTo>
                <a:lnTo>
                  <a:pt x="885443" y="38100"/>
                </a:lnTo>
                <a:close/>
              </a:path>
              <a:path w="1000125" h="114300">
                <a:moveTo>
                  <a:pt x="961643" y="38100"/>
                </a:moveTo>
                <a:lnTo>
                  <a:pt x="904493" y="38100"/>
                </a:lnTo>
                <a:lnTo>
                  <a:pt x="904493" y="76200"/>
                </a:lnTo>
                <a:lnTo>
                  <a:pt x="961643" y="76200"/>
                </a:lnTo>
                <a:lnTo>
                  <a:pt x="999743" y="57150"/>
                </a:lnTo>
                <a:lnTo>
                  <a:pt x="961643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820161" y="5734811"/>
            <a:ext cx="1000125" cy="114300"/>
          </a:xfrm>
          <a:custGeom>
            <a:avLst/>
            <a:gdLst/>
            <a:ahLst/>
            <a:cxnLst/>
            <a:rect l="l" t="t" r="r" b="b"/>
            <a:pathLst>
              <a:path w="1000125" h="114300">
                <a:moveTo>
                  <a:pt x="885443" y="0"/>
                </a:moveTo>
                <a:lnTo>
                  <a:pt x="885443" y="114300"/>
                </a:lnTo>
                <a:lnTo>
                  <a:pt x="961643" y="76200"/>
                </a:lnTo>
                <a:lnTo>
                  <a:pt x="904493" y="76200"/>
                </a:lnTo>
                <a:lnTo>
                  <a:pt x="904493" y="38100"/>
                </a:lnTo>
                <a:lnTo>
                  <a:pt x="961643" y="38100"/>
                </a:lnTo>
                <a:lnTo>
                  <a:pt x="885443" y="0"/>
                </a:lnTo>
                <a:close/>
              </a:path>
              <a:path w="1000125" h="114300">
                <a:moveTo>
                  <a:pt x="88544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85443" y="76200"/>
                </a:lnTo>
                <a:lnTo>
                  <a:pt x="885443" y="38100"/>
                </a:lnTo>
                <a:close/>
              </a:path>
              <a:path w="1000125" h="114300">
                <a:moveTo>
                  <a:pt x="961643" y="38100"/>
                </a:moveTo>
                <a:lnTo>
                  <a:pt x="904493" y="38100"/>
                </a:lnTo>
                <a:lnTo>
                  <a:pt x="904493" y="76200"/>
                </a:lnTo>
                <a:lnTo>
                  <a:pt x="961643" y="76200"/>
                </a:lnTo>
                <a:lnTo>
                  <a:pt x="999743" y="57150"/>
                </a:lnTo>
                <a:lnTo>
                  <a:pt x="961643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438402" y="2789789"/>
            <a:ext cx="1137920" cy="3761104"/>
          </a:xfrm>
          <a:prstGeom prst="rect">
            <a:avLst/>
          </a:prstGeom>
        </p:spPr>
        <p:txBody>
          <a:bodyPr wrap="square" lIns="0" tIns="196850" rIns="0" bIns="0" rtlCol="0" vert="horz">
            <a:spAutoFit/>
          </a:bodyPr>
          <a:lstStyle/>
          <a:p>
            <a:pPr marL="160655">
              <a:lnSpc>
                <a:spcPct val="100000"/>
              </a:lnSpc>
              <a:spcBef>
                <a:spcPts val="155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 |</a:t>
            </a:r>
            <a:r>
              <a:rPr dirty="0" sz="2800" spc="-10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36525">
              <a:lnSpc>
                <a:spcPct val="100000"/>
              </a:lnSpc>
              <a:spcBef>
                <a:spcPts val="145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 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dirty="0" sz="2800" spc="-165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36525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 </a:t>
            </a:r>
            <a:r>
              <a:rPr dirty="0" sz="2800" spc="-5" b="1">
                <a:solidFill>
                  <a:srgbClr val="FFFFFF"/>
                </a:solidFill>
                <a:latin typeface="Arial"/>
                <a:cs typeface="Arial"/>
              </a:rPr>
              <a:t>•</a:t>
            </a:r>
            <a:r>
              <a:rPr dirty="0" sz="2800" spc="-170" b="1">
                <a:solidFill>
                  <a:srgbClr val="FFFFFF"/>
                </a:solidFill>
                <a:latin typeface="Arial"/>
                <a:cs typeface="Arial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  <a:spcBef>
                <a:spcPts val="53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0*</a:t>
            </a:r>
            <a:endParaRPr sz="2800">
              <a:latin typeface="Times New Roman"/>
              <a:cs typeface="Times New Roman"/>
            </a:endParaRPr>
          </a:p>
          <a:p>
            <a:pPr marL="287020">
              <a:lnSpc>
                <a:spcPct val="100000"/>
              </a:lnSpc>
              <a:spcBef>
                <a:spcPts val="244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1*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0|1)0*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14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0|1)01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190238" y="2704617"/>
            <a:ext cx="4912995" cy="3922395"/>
          </a:xfrm>
          <a:prstGeom prst="rect">
            <a:avLst/>
          </a:prstGeom>
        </p:spPr>
        <p:txBody>
          <a:bodyPr wrap="square" lIns="0" tIns="210185" rIns="0" bIns="0" rtlCol="0" vert="horz">
            <a:spAutoFit/>
          </a:bodyPr>
          <a:lstStyle/>
          <a:p>
            <a:pPr marL="15240">
              <a:lnSpc>
                <a:spcPct val="100000"/>
              </a:lnSpc>
              <a:spcBef>
                <a:spcPts val="165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{ 0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5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{ 01</a:t>
            </a:r>
            <a:r>
              <a:rPr dirty="0" sz="2800" spc="-8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8415">
              <a:lnSpc>
                <a:spcPct val="100000"/>
              </a:lnSpc>
              <a:spcBef>
                <a:spcPts val="99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{ 10</a:t>
            </a:r>
            <a:r>
              <a:rPr dirty="0" sz="2800" spc="-8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28575">
              <a:lnSpc>
                <a:spcPct val="100000"/>
              </a:lnSpc>
              <a:spcBef>
                <a:spcPts val="250"/>
              </a:spcBef>
              <a:tabLst>
                <a:tab pos="2181860" algn="l"/>
              </a:tabLst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0,</a:t>
            </a:r>
            <a:r>
              <a:rPr dirty="0" sz="2800" spc="1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00,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000,	</a:t>
            </a: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r>
              <a:rPr dirty="0" sz="2800" spc="-75" b="1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28575">
              <a:lnSpc>
                <a:spcPct val="100000"/>
              </a:lnSpc>
              <a:spcBef>
                <a:spcPts val="695"/>
              </a:spcBef>
              <a:tabLst>
                <a:tab pos="2122805" algn="l"/>
              </a:tabLst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1,</a:t>
            </a:r>
            <a:r>
              <a:rPr dirty="0" sz="2800" spc="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5" b="1">
                <a:solidFill>
                  <a:srgbClr val="FFFF00"/>
                </a:solidFill>
                <a:latin typeface="Times New Roman"/>
                <a:cs typeface="Times New Roman"/>
              </a:rPr>
              <a:t>11,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80" b="1">
                <a:solidFill>
                  <a:srgbClr val="FFFF00"/>
                </a:solidFill>
                <a:latin typeface="Times New Roman"/>
                <a:cs typeface="Times New Roman"/>
              </a:rPr>
              <a:t>111,	</a:t>
            </a: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r>
              <a:rPr dirty="0" sz="2800" spc="-70" b="1">
                <a:solidFill>
                  <a:srgbClr val="FFFF00"/>
                </a:solidFill>
                <a:latin typeface="Arial"/>
                <a:cs typeface="Arial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47625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{ 0,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00,000,</a:t>
            </a:r>
            <a:r>
              <a:rPr dirty="0" sz="2800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,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1,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10,100,1000,</a:t>
            </a:r>
            <a:r>
              <a:rPr dirty="0" sz="2800" spc="-9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Arial"/>
                <a:cs typeface="Arial"/>
              </a:rPr>
              <a:t>…</a:t>
            </a:r>
            <a:endParaRPr sz="2800">
              <a:latin typeface="Arial"/>
              <a:cs typeface="Arial"/>
            </a:endParaRPr>
          </a:p>
          <a:p>
            <a:pPr marL="104775">
              <a:lnSpc>
                <a:spcPct val="100000"/>
              </a:lnSpc>
              <a:spcBef>
                <a:spcPts val="128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{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001,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101</a:t>
            </a:r>
            <a:r>
              <a:rPr dirty="0" sz="2800" spc="-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839973" y="6306311"/>
            <a:ext cx="1000125" cy="114300"/>
          </a:xfrm>
          <a:custGeom>
            <a:avLst/>
            <a:gdLst/>
            <a:ahLst/>
            <a:cxnLst/>
            <a:rect l="l" t="t" r="r" b="b"/>
            <a:pathLst>
              <a:path w="1000125" h="114300">
                <a:moveTo>
                  <a:pt x="885443" y="0"/>
                </a:moveTo>
                <a:lnTo>
                  <a:pt x="885443" y="114300"/>
                </a:lnTo>
                <a:lnTo>
                  <a:pt x="961643" y="76200"/>
                </a:lnTo>
                <a:lnTo>
                  <a:pt x="904493" y="76200"/>
                </a:lnTo>
                <a:lnTo>
                  <a:pt x="904493" y="38100"/>
                </a:lnTo>
                <a:lnTo>
                  <a:pt x="961643" y="38100"/>
                </a:lnTo>
                <a:lnTo>
                  <a:pt x="885443" y="0"/>
                </a:lnTo>
                <a:close/>
              </a:path>
              <a:path w="1000125" h="114300">
                <a:moveTo>
                  <a:pt x="88544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85443" y="76200"/>
                </a:lnTo>
                <a:lnTo>
                  <a:pt x="885443" y="38100"/>
                </a:lnTo>
                <a:close/>
              </a:path>
              <a:path w="1000125" h="114300">
                <a:moveTo>
                  <a:pt x="961643" y="38100"/>
                </a:moveTo>
                <a:lnTo>
                  <a:pt x="904493" y="38100"/>
                </a:lnTo>
                <a:lnTo>
                  <a:pt x="904493" y="76200"/>
                </a:lnTo>
                <a:lnTo>
                  <a:pt x="961643" y="76200"/>
                </a:lnTo>
                <a:lnTo>
                  <a:pt x="999743" y="57150"/>
                </a:lnTo>
                <a:lnTo>
                  <a:pt x="961643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26923"/>
            <a:ext cx="89039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848735" algn="l"/>
                <a:tab pos="646303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机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正规式与正规集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71621" y="1625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38494" y="143382"/>
            <a:ext cx="248411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4001261" y="4794503"/>
            <a:ext cx="820419" cy="114300"/>
          </a:xfrm>
          <a:custGeom>
            <a:avLst/>
            <a:gdLst/>
            <a:ahLst/>
            <a:cxnLst/>
            <a:rect l="l" t="t" r="r" b="b"/>
            <a:pathLst>
              <a:path w="820420" h="114300">
                <a:moveTo>
                  <a:pt x="705612" y="0"/>
                </a:moveTo>
                <a:lnTo>
                  <a:pt x="705612" y="114300"/>
                </a:lnTo>
                <a:lnTo>
                  <a:pt x="781812" y="76200"/>
                </a:lnTo>
                <a:lnTo>
                  <a:pt x="724662" y="76200"/>
                </a:lnTo>
                <a:lnTo>
                  <a:pt x="724662" y="38100"/>
                </a:lnTo>
                <a:lnTo>
                  <a:pt x="781812" y="38100"/>
                </a:lnTo>
                <a:lnTo>
                  <a:pt x="705612" y="0"/>
                </a:lnTo>
                <a:close/>
              </a:path>
              <a:path w="820420" h="114300">
                <a:moveTo>
                  <a:pt x="7056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05612" y="76200"/>
                </a:lnTo>
                <a:lnTo>
                  <a:pt x="705612" y="38100"/>
                </a:lnTo>
                <a:close/>
              </a:path>
              <a:path w="820420" h="114300">
                <a:moveTo>
                  <a:pt x="781812" y="38100"/>
                </a:moveTo>
                <a:lnTo>
                  <a:pt x="724662" y="38100"/>
                </a:lnTo>
                <a:lnTo>
                  <a:pt x="724662" y="76200"/>
                </a:lnTo>
                <a:lnTo>
                  <a:pt x="781812" y="76200"/>
                </a:lnTo>
                <a:lnTo>
                  <a:pt x="819912" y="57150"/>
                </a:lnTo>
                <a:lnTo>
                  <a:pt x="781812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269240" y="4299102"/>
            <a:ext cx="3621404" cy="1369060"/>
          </a:xfrm>
          <a:prstGeom prst="rect">
            <a:avLst/>
          </a:prstGeom>
        </p:spPr>
        <p:txBody>
          <a:bodyPr wrap="square" lIns="0" tIns="257810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2030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=(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)(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0 |</a:t>
            </a:r>
            <a:r>
              <a:rPr dirty="0" sz="2800" spc="-3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1)*</a:t>
            </a:r>
            <a:endParaRPr sz="2800">
              <a:latin typeface="Times New Roman"/>
              <a:cs typeface="Times New Roman"/>
            </a:endParaRPr>
          </a:p>
          <a:p>
            <a:pPr algn="ctr" marR="69215">
              <a:lnSpc>
                <a:spcPct val="100000"/>
              </a:lnSpc>
              <a:spcBef>
                <a:spcPts val="192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V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=( 0 |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1)(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 |</a:t>
            </a:r>
            <a:r>
              <a:rPr dirty="0" sz="2800" spc="-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1)*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961638" y="5466588"/>
            <a:ext cx="818515" cy="114300"/>
          </a:xfrm>
          <a:custGeom>
            <a:avLst/>
            <a:gdLst/>
            <a:ahLst/>
            <a:cxnLst/>
            <a:rect l="l" t="t" r="r" b="b"/>
            <a:pathLst>
              <a:path w="818514" h="114300">
                <a:moveTo>
                  <a:pt x="704088" y="0"/>
                </a:moveTo>
                <a:lnTo>
                  <a:pt x="704088" y="114300"/>
                </a:lnTo>
                <a:lnTo>
                  <a:pt x="780288" y="76200"/>
                </a:lnTo>
                <a:lnTo>
                  <a:pt x="723138" y="76200"/>
                </a:lnTo>
                <a:lnTo>
                  <a:pt x="723138" y="38100"/>
                </a:lnTo>
                <a:lnTo>
                  <a:pt x="780288" y="38100"/>
                </a:lnTo>
                <a:lnTo>
                  <a:pt x="704088" y="0"/>
                </a:lnTo>
                <a:close/>
              </a:path>
              <a:path w="818514" h="114300">
                <a:moveTo>
                  <a:pt x="7040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04088" y="76200"/>
                </a:lnTo>
                <a:lnTo>
                  <a:pt x="704088" y="38100"/>
                </a:lnTo>
                <a:close/>
              </a:path>
              <a:path w="818514" h="114300">
                <a:moveTo>
                  <a:pt x="780288" y="38100"/>
                </a:moveTo>
                <a:lnTo>
                  <a:pt x="723138" y="38100"/>
                </a:lnTo>
                <a:lnTo>
                  <a:pt x="723138" y="76200"/>
                </a:lnTo>
                <a:lnTo>
                  <a:pt x="780288" y="76200"/>
                </a:lnTo>
                <a:lnTo>
                  <a:pt x="818388" y="57150"/>
                </a:lnTo>
                <a:lnTo>
                  <a:pt x="780288" y="38100"/>
                </a:lnTo>
                <a:close/>
              </a:path>
            </a:pathLst>
          </a:custGeom>
          <a:solidFill>
            <a:srgbClr val="66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032628" y="4549266"/>
            <a:ext cx="3629025" cy="11664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Arial"/>
                <a:cs typeface="Arial"/>
              </a:rPr>
              <a:t>“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标识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spc="-70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”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55244">
              <a:lnSpc>
                <a:spcPct val="100000"/>
              </a:lnSpc>
              <a:spcBef>
                <a:spcPts val="226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L(V)</a:t>
            </a:r>
            <a:r>
              <a:rPr dirty="0" sz="2800" spc="-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400" spc="-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二进制数字</a:t>
            </a:r>
            <a:r>
              <a:rPr dirty="0" sz="2800" spc="620" b="1">
                <a:solidFill>
                  <a:srgbClr val="FFFFFF"/>
                </a:solidFill>
                <a:latin typeface="宋体"/>
                <a:cs typeface="宋体"/>
              </a:rPr>
              <a:t>串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14300" y="548640"/>
            <a:ext cx="8973312" cy="308457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>
            <a:spLocks noGrp="1"/>
          </p:cNvSpPr>
          <p:nvPr>
            <p:ph type="title"/>
          </p:nvPr>
        </p:nvSpPr>
        <p:spPr>
          <a:xfrm>
            <a:off x="371347" y="361447"/>
            <a:ext cx="8055609" cy="1945639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algn="just" marL="12700" marR="5080" indent="621665">
              <a:lnSpc>
                <a:spcPct val="150000"/>
              </a:lnSpc>
              <a:spcBef>
                <a:spcPts val="95"/>
              </a:spcBef>
            </a:pPr>
            <a:r>
              <a:rPr dirty="0" sz="2800" spc="-5">
                <a:solidFill>
                  <a:srgbClr val="000000"/>
                </a:solidFill>
              </a:rPr>
              <a:t>正规式</a:t>
            </a:r>
            <a:r>
              <a:rPr dirty="0" sz="2800" spc="-5" i="1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dirty="0" sz="2800" spc="-5">
                <a:solidFill>
                  <a:srgbClr val="000000"/>
                </a:solidFill>
              </a:rPr>
              <a:t>所表示的正规</a:t>
            </a:r>
            <a:r>
              <a:rPr dirty="0" sz="2800">
                <a:solidFill>
                  <a:srgbClr val="000000"/>
                </a:solidFill>
              </a:rPr>
              <a:t>集</a:t>
            </a:r>
            <a:r>
              <a:rPr dirty="0" sz="2800" spc="-10" i="1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dirty="0" sz="2800" spc="-5">
                <a:solidFill>
                  <a:srgbClr val="000000"/>
                </a:solidFill>
              </a:rPr>
              <a:t>是字母</a:t>
            </a:r>
            <a:r>
              <a:rPr dirty="0" sz="2800" spc="5">
                <a:solidFill>
                  <a:srgbClr val="000000"/>
                </a:solidFill>
              </a:rPr>
              <a:t>表</a:t>
            </a:r>
            <a:r>
              <a:rPr dirty="0" sz="2800" spc="-5" i="1">
                <a:solidFill>
                  <a:srgbClr val="000000"/>
                </a:solidFill>
                <a:latin typeface="Times New Roman"/>
                <a:cs typeface="Times New Roman"/>
              </a:rPr>
              <a:t>∑</a:t>
            </a:r>
            <a:r>
              <a:rPr dirty="0" sz="2800" spc="5">
                <a:solidFill>
                  <a:srgbClr val="000000"/>
                </a:solidFill>
              </a:rPr>
              <a:t>上</a:t>
            </a:r>
            <a:r>
              <a:rPr dirty="0" sz="2800" spc="-10">
                <a:solidFill>
                  <a:srgbClr val="000000"/>
                </a:solidFill>
              </a:rPr>
              <a:t>的语</a:t>
            </a:r>
            <a:r>
              <a:rPr dirty="0" sz="2800" spc="15">
                <a:solidFill>
                  <a:srgbClr val="000000"/>
                </a:solidFill>
              </a:rPr>
              <a:t>言</a:t>
            </a:r>
            <a:r>
              <a:rPr dirty="0" sz="2800" spc="-15">
                <a:solidFill>
                  <a:srgbClr val="000000"/>
                </a:solidFill>
              </a:rPr>
              <a:t>， </a:t>
            </a:r>
            <a:r>
              <a:rPr dirty="0" sz="2800" spc="-10">
                <a:solidFill>
                  <a:srgbClr val="000000"/>
                </a:solidFill>
              </a:rPr>
              <a:t>称为正则语</a:t>
            </a:r>
            <a:r>
              <a:rPr dirty="0" sz="2800" spc="-5">
                <a:solidFill>
                  <a:srgbClr val="000000"/>
                </a:solidFill>
              </a:rPr>
              <a:t>言，</a:t>
            </a:r>
            <a:r>
              <a:rPr dirty="0" sz="2800" spc="-15">
                <a:solidFill>
                  <a:srgbClr val="000000"/>
                </a:solidFill>
              </a:rPr>
              <a:t>用</a:t>
            </a:r>
            <a:r>
              <a:rPr dirty="0" sz="2800" spc="-705">
                <a:solidFill>
                  <a:srgbClr val="000000"/>
                </a:solidFill>
              </a:rPr>
              <a:t> </a:t>
            </a:r>
            <a:r>
              <a:rPr dirty="0" sz="2800" spc="-5" i="1">
                <a:solidFill>
                  <a:srgbClr val="000000"/>
                </a:solidFill>
                <a:latin typeface="Times New Roman"/>
                <a:cs typeface="Times New Roman"/>
              </a:rPr>
              <a:t>L</a:t>
            </a:r>
            <a:r>
              <a:rPr dirty="0" sz="2800" spc="-5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dirty="0" sz="2800" spc="-5" i="1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dirty="0" sz="2800" spc="-5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  <a:r>
              <a:rPr dirty="0" sz="2800" spc="-10">
                <a:solidFill>
                  <a:srgbClr val="000000"/>
                </a:solidFill>
              </a:rPr>
              <a:t>表示</a:t>
            </a:r>
            <a:r>
              <a:rPr dirty="0" sz="2800" spc="-5">
                <a:solidFill>
                  <a:srgbClr val="000000"/>
                </a:solidFill>
              </a:rPr>
              <a:t>，</a:t>
            </a:r>
            <a:r>
              <a:rPr dirty="0" sz="2800" spc="-10">
                <a:solidFill>
                  <a:srgbClr val="000000"/>
                </a:solidFill>
              </a:rPr>
              <a:t>即</a:t>
            </a:r>
            <a:r>
              <a:rPr dirty="0" sz="2800" spc="-5" i="1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dirty="0" sz="2800" spc="-5">
                <a:solidFill>
                  <a:srgbClr val="000000"/>
                </a:solidFill>
                <a:latin typeface="Times New Roman"/>
                <a:cs typeface="Times New Roman"/>
              </a:rPr>
              <a:t>=</a:t>
            </a:r>
            <a:r>
              <a:rPr dirty="0" sz="2800" spc="-5" i="1">
                <a:solidFill>
                  <a:srgbClr val="000000"/>
                </a:solidFill>
                <a:latin typeface="Times New Roman"/>
                <a:cs typeface="Times New Roman"/>
              </a:rPr>
              <a:t>L</a:t>
            </a:r>
            <a:r>
              <a:rPr dirty="0" sz="2800" spc="-5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dirty="0" sz="2800" spc="-5" i="1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dirty="0" sz="2800" spc="-5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  <a:r>
              <a:rPr dirty="0" sz="2800" spc="-5">
                <a:solidFill>
                  <a:srgbClr val="000000"/>
                </a:solidFill>
              </a:rPr>
              <a:t>。</a:t>
            </a:r>
            <a:r>
              <a:rPr dirty="0" sz="2800" spc="-5" i="1">
                <a:solidFill>
                  <a:srgbClr val="000000"/>
                </a:solidFill>
                <a:latin typeface="Times New Roman"/>
                <a:cs typeface="Times New Roman"/>
              </a:rPr>
              <a:t>L</a:t>
            </a:r>
            <a:r>
              <a:rPr dirty="0" sz="2800" spc="-5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dirty="0" sz="2800" spc="-5" i="1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dirty="0" sz="2800" spc="-5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  <a:r>
              <a:rPr dirty="0" sz="2800" spc="-10">
                <a:solidFill>
                  <a:srgbClr val="000000"/>
                </a:solidFill>
              </a:rPr>
              <a:t>中的元 </a:t>
            </a:r>
            <a:r>
              <a:rPr dirty="0" sz="2800" spc="-5">
                <a:solidFill>
                  <a:srgbClr val="000000"/>
                </a:solidFill>
              </a:rPr>
              <a:t>素为字符串，称</a:t>
            </a:r>
            <a:r>
              <a:rPr dirty="0" sz="2800" spc="-15">
                <a:solidFill>
                  <a:srgbClr val="000000"/>
                </a:solidFill>
              </a:rPr>
              <a:t>为</a:t>
            </a:r>
            <a:r>
              <a:rPr dirty="0" sz="2800" spc="-675">
                <a:solidFill>
                  <a:srgbClr val="000000"/>
                </a:solidFill>
              </a:rPr>
              <a:t> </a:t>
            </a:r>
            <a:r>
              <a:rPr dirty="0" sz="2800" spc="-5" i="1">
                <a:solidFill>
                  <a:srgbClr val="000000"/>
                </a:solidFill>
                <a:latin typeface="Times New Roman"/>
                <a:cs typeface="Times New Roman"/>
              </a:rPr>
              <a:t>L</a:t>
            </a:r>
            <a:r>
              <a:rPr dirty="0" sz="2800" spc="-5">
                <a:solidFill>
                  <a:srgbClr val="000000"/>
                </a:solidFill>
                <a:latin typeface="Times New Roman"/>
                <a:cs typeface="Times New Roman"/>
              </a:rPr>
              <a:t>(</a:t>
            </a:r>
            <a:r>
              <a:rPr dirty="0" sz="2800" spc="-5" i="1">
                <a:solidFill>
                  <a:srgbClr val="000000"/>
                </a:solidFill>
                <a:latin typeface="Times New Roman"/>
                <a:cs typeface="Times New Roman"/>
              </a:rPr>
              <a:t>r</a:t>
            </a:r>
            <a:r>
              <a:rPr dirty="0" sz="2800" spc="-5">
                <a:solidFill>
                  <a:srgbClr val="000000"/>
                </a:solidFill>
                <a:latin typeface="Times New Roman"/>
                <a:cs typeface="Times New Roman"/>
              </a:rPr>
              <a:t>)</a:t>
            </a:r>
            <a:r>
              <a:rPr dirty="0" sz="2800" spc="-5">
                <a:solidFill>
                  <a:srgbClr val="000000"/>
                </a:solidFill>
              </a:rPr>
              <a:t>的句子</a:t>
            </a:r>
            <a:r>
              <a:rPr dirty="0" sz="2800" spc="-15">
                <a:solidFill>
                  <a:srgbClr val="000000"/>
                </a:solidFill>
              </a:rPr>
              <a:t>。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3" name="object 13"/>
          <p:cNvSpPr txBox="1"/>
          <p:nvPr/>
        </p:nvSpPr>
        <p:spPr>
          <a:xfrm>
            <a:off x="383540" y="2281326"/>
            <a:ext cx="8014334" cy="203771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88900" marR="5080" indent="445134">
              <a:lnSpc>
                <a:spcPct val="150100"/>
              </a:lnSpc>
              <a:spcBef>
                <a:spcPts val="100"/>
              </a:spcBef>
            </a:pPr>
            <a:r>
              <a:rPr dirty="0" sz="2800" spc="-5" b="1">
                <a:latin typeface="宋体"/>
                <a:cs typeface="宋体"/>
              </a:rPr>
              <a:t>若两个正规式</a:t>
            </a:r>
            <a:r>
              <a:rPr dirty="0" sz="2800" spc="-5" b="1" i="1">
                <a:latin typeface="Times New Roman"/>
                <a:cs typeface="Times New Roman"/>
              </a:rPr>
              <a:t>r</a:t>
            </a:r>
            <a:r>
              <a:rPr dirty="0" sz="2800" spc="-5" b="1">
                <a:latin typeface="宋体"/>
                <a:cs typeface="宋体"/>
              </a:rPr>
              <a:t>和</a:t>
            </a:r>
            <a:r>
              <a:rPr dirty="0" sz="2800" spc="-5" b="1" i="1">
                <a:latin typeface="Times New Roman"/>
                <a:cs typeface="Times New Roman"/>
              </a:rPr>
              <a:t>s</a:t>
            </a:r>
            <a:r>
              <a:rPr dirty="0" sz="2800" spc="-5" b="1">
                <a:latin typeface="宋体"/>
                <a:cs typeface="宋体"/>
              </a:rPr>
              <a:t>所表示的语</a:t>
            </a:r>
            <a:r>
              <a:rPr dirty="0" sz="2800" spc="-15" b="1">
                <a:latin typeface="宋体"/>
                <a:cs typeface="宋体"/>
              </a:rPr>
              <a:t>言</a:t>
            </a:r>
            <a:r>
              <a:rPr dirty="0" sz="2800" spc="-720" b="1">
                <a:latin typeface="宋体"/>
                <a:cs typeface="宋体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L</a:t>
            </a:r>
            <a:r>
              <a:rPr dirty="0" sz="2800" spc="-5" b="1">
                <a:latin typeface="Times New Roman"/>
                <a:cs typeface="Times New Roman"/>
              </a:rPr>
              <a:t>(</a:t>
            </a:r>
            <a:r>
              <a:rPr dirty="0" sz="2800" spc="-5" b="1" i="1">
                <a:latin typeface="Times New Roman"/>
                <a:cs typeface="Times New Roman"/>
              </a:rPr>
              <a:t>r</a:t>
            </a:r>
            <a:r>
              <a:rPr dirty="0" sz="2800" spc="-5" b="1">
                <a:latin typeface="Times New Roman"/>
                <a:cs typeface="Times New Roman"/>
              </a:rPr>
              <a:t>)=</a:t>
            </a:r>
            <a:r>
              <a:rPr dirty="0" sz="2800" spc="-5" b="1" i="1">
                <a:latin typeface="Times New Roman"/>
                <a:cs typeface="Times New Roman"/>
              </a:rPr>
              <a:t>L</a:t>
            </a:r>
            <a:r>
              <a:rPr dirty="0" sz="2800" spc="-5" b="1">
                <a:latin typeface="Times New Roman"/>
                <a:cs typeface="Times New Roman"/>
              </a:rPr>
              <a:t>(</a:t>
            </a:r>
            <a:r>
              <a:rPr dirty="0" sz="2800" spc="-5" b="1" i="1">
                <a:latin typeface="Times New Roman"/>
                <a:cs typeface="Times New Roman"/>
              </a:rPr>
              <a:t>s</a:t>
            </a:r>
            <a:r>
              <a:rPr dirty="0" sz="2800" spc="-5" b="1">
                <a:latin typeface="Times New Roman"/>
                <a:cs typeface="Times New Roman"/>
              </a:rPr>
              <a:t>)</a:t>
            </a:r>
            <a:r>
              <a:rPr dirty="0" sz="2800" spc="-5" b="1">
                <a:latin typeface="宋体"/>
                <a:cs typeface="宋体"/>
              </a:rPr>
              <a:t>，则称 </a:t>
            </a:r>
            <a:r>
              <a:rPr dirty="0" sz="2800" spc="-5" b="1" i="1">
                <a:latin typeface="Times New Roman"/>
                <a:cs typeface="Times New Roman"/>
              </a:rPr>
              <a:t>r</a:t>
            </a:r>
            <a:r>
              <a:rPr dirty="0" sz="2800" spc="-5" b="1">
                <a:latin typeface="Times New Roman"/>
                <a:cs typeface="Times New Roman"/>
              </a:rPr>
              <a:t>,</a:t>
            </a:r>
            <a:r>
              <a:rPr dirty="0" sz="2800" spc="-15" b="1">
                <a:latin typeface="Times New Roman"/>
                <a:cs typeface="Times New Roman"/>
              </a:rPr>
              <a:t> </a:t>
            </a:r>
            <a:r>
              <a:rPr dirty="0" sz="2800" b="1" i="1">
                <a:latin typeface="Times New Roman"/>
                <a:cs typeface="Times New Roman"/>
              </a:rPr>
              <a:t>s</a:t>
            </a:r>
            <a:r>
              <a:rPr dirty="0" sz="2800" spc="-5" b="1">
                <a:latin typeface="宋体"/>
                <a:cs typeface="宋体"/>
              </a:rPr>
              <a:t>等价，记</a:t>
            </a:r>
            <a:r>
              <a:rPr dirty="0" sz="2800" spc="-15" b="1">
                <a:latin typeface="宋体"/>
                <a:cs typeface="宋体"/>
              </a:rPr>
              <a:t>为</a:t>
            </a:r>
            <a:r>
              <a:rPr dirty="0" sz="2800" spc="-680" b="1">
                <a:latin typeface="宋体"/>
                <a:cs typeface="宋体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r</a:t>
            </a:r>
            <a:r>
              <a:rPr dirty="0" sz="2800" spc="-5" b="1">
                <a:latin typeface="Times New Roman"/>
                <a:cs typeface="Times New Roman"/>
              </a:rPr>
              <a:t>=</a:t>
            </a:r>
            <a:r>
              <a:rPr dirty="0" sz="2800" spc="-5" b="1" i="1">
                <a:latin typeface="Times New Roman"/>
                <a:cs typeface="Times New Roman"/>
              </a:rPr>
              <a:t>s</a:t>
            </a:r>
            <a:r>
              <a:rPr dirty="0" sz="2800" spc="-15" b="1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910"/>
              </a:spcBef>
              <a:tabLst>
                <a:tab pos="2498725" algn="l"/>
                <a:tab pos="2915920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2.33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：</a:t>
            </a:r>
            <a:r>
              <a:rPr dirty="0" sz="3200" spc="-12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3000" spc="-10" b="1">
                <a:solidFill>
                  <a:srgbClr val="66FFFF"/>
                </a:solidFill>
                <a:latin typeface="宋体"/>
                <a:cs typeface="宋体"/>
              </a:rPr>
              <a:t>令	</a:t>
            </a:r>
            <a:r>
              <a:rPr dirty="0" sz="3150" spc="-90" b="1" i="1">
                <a:solidFill>
                  <a:srgbClr val="66FFFF"/>
                </a:solidFill>
                <a:latin typeface="Symbol"/>
                <a:cs typeface="Symbol"/>
              </a:rPr>
              <a:t></a:t>
            </a:r>
            <a:r>
              <a:rPr dirty="0" sz="3150" spc="-90">
                <a:solidFill>
                  <a:srgbClr val="66FFFF"/>
                </a:solidFill>
                <a:latin typeface="Times New Roman"/>
                <a:cs typeface="Times New Roman"/>
              </a:rPr>
              <a:t>	</a:t>
            </a:r>
            <a:r>
              <a:rPr dirty="0" sz="3000" b="1">
                <a:solidFill>
                  <a:srgbClr val="66FFFF"/>
                </a:solidFill>
                <a:latin typeface="宋体"/>
                <a:cs typeface="宋体"/>
              </a:rPr>
              <a:t>=</a:t>
            </a:r>
            <a:r>
              <a:rPr dirty="0" sz="3000" b="1">
                <a:solidFill>
                  <a:srgbClr val="66FFFF"/>
                </a:solidFill>
                <a:latin typeface="Times New Roman"/>
                <a:cs typeface="Times New Roman"/>
              </a:rPr>
              <a:t>{</a:t>
            </a:r>
            <a:r>
              <a:rPr dirty="0" sz="3000" spc="10" b="1">
                <a:solidFill>
                  <a:srgbClr val="66FFFF"/>
                </a:solidFill>
                <a:latin typeface="Times New Roman"/>
                <a:cs typeface="Times New Roman"/>
              </a:rPr>
              <a:t> </a:t>
            </a:r>
            <a:r>
              <a:rPr dirty="0" sz="3000" spc="-5" b="1" i="1">
                <a:solidFill>
                  <a:srgbClr val="66FFFF"/>
                </a:solidFill>
                <a:latin typeface="Times New Roman"/>
                <a:cs typeface="Times New Roman"/>
              </a:rPr>
              <a:t>A</a:t>
            </a:r>
            <a:r>
              <a:rPr dirty="0" sz="3000" spc="-5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3000" spc="-5" b="1" i="1">
                <a:solidFill>
                  <a:srgbClr val="66FFFF"/>
                </a:solidFill>
                <a:latin typeface="Times New Roman"/>
                <a:cs typeface="Times New Roman"/>
              </a:rPr>
              <a:t>B</a:t>
            </a:r>
            <a:r>
              <a:rPr dirty="0" sz="3000" spc="-5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3000" spc="-5" b="1">
                <a:solidFill>
                  <a:srgbClr val="66FFFF"/>
                </a:solidFill>
                <a:latin typeface="Times New Roman"/>
                <a:cs typeface="Times New Roman"/>
              </a:rPr>
              <a:t>0</a:t>
            </a:r>
            <a:r>
              <a:rPr dirty="0" sz="3000" spc="-5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3000" spc="-5" b="1">
                <a:solidFill>
                  <a:srgbClr val="66FFFF"/>
                </a:solidFill>
                <a:latin typeface="Times New Roman"/>
                <a:cs typeface="Times New Roman"/>
              </a:rPr>
              <a:t>1}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36193" y="6087871"/>
            <a:ext cx="31997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66FFFF"/>
                </a:solidFill>
                <a:latin typeface="宋体"/>
                <a:cs typeface="宋体"/>
              </a:rPr>
              <a:t>例如</a:t>
            </a:r>
            <a:r>
              <a:rPr dirty="0" sz="2800" b="1">
                <a:solidFill>
                  <a:srgbClr val="66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66FFFF"/>
                </a:solidFill>
                <a:latin typeface="Times New Roman"/>
                <a:cs typeface="Times New Roman"/>
              </a:rPr>
              <a:t>1(01)*=(10)*1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26923"/>
            <a:ext cx="89039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848735" algn="l"/>
                <a:tab pos="646303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机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正规式与正规集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71621" y="1625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38494" y="143382"/>
            <a:ext cx="248411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93039" y="300162"/>
            <a:ext cx="8637270" cy="1518920"/>
          </a:xfrm>
          <a:prstGeom prst="rect"/>
        </p:spPr>
        <p:txBody>
          <a:bodyPr wrap="square" lIns="0" tIns="27305" rIns="0" bIns="0" rtlCol="0" vert="horz">
            <a:spAutoFit/>
          </a:bodyPr>
          <a:lstStyle/>
          <a:p>
            <a:pPr marL="12700" marR="5080">
              <a:lnSpc>
                <a:spcPct val="147000"/>
              </a:lnSpc>
              <a:spcBef>
                <a:spcPts val="215"/>
              </a:spcBef>
            </a:pPr>
            <a:r>
              <a:rPr dirty="0"/>
              <a:t>例</a:t>
            </a:r>
            <a:r>
              <a:rPr dirty="0" spc="5">
                <a:latin typeface="Times New Roman"/>
                <a:cs typeface="Times New Roman"/>
              </a:rPr>
              <a:t>2.34</a:t>
            </a:r>
            <a:r>
              <a:rPr dirty="0" spc="5"/>
              <a:t>：</a:t>
            </a:r>
            <a:r>
              <a:rPr dirty="0"/>
              <a:t>令</a:t>
            </a:r>
            <a:r>
              <a:rPr dirty="0" sz="3350" spc="-90" i="1">
                <a:latin typeface="Symbol"/>
                <a:cs typeface="Symbol"/>
              </a:rPr>
              <a:t></a:t>
            </a:r>
            <a:r>
              <a:rPr dirty="0" sz="3350" spc="-105" i="1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={</a:t>
            </a:r>
            <a:r>
              <a:rPr dirty="0"/>
              <a:t>＋，－，</a:t>
            </a:r>
            <a:r>
              <a:rPr dirty="0">
                <a:latin typeface="Times New Roman"/>
                <a:cs typeface="Times New Roman"/>
              </a:rPr>
              <a:t>.</a:t>
            </a:r>
            <a:r>
              <a:rPr dirty="0"/>
              <a:t>，</a:t>
            </a:r>
            <a:r>
              <a:rPr dirty="0" i="1">
                <a:latin typeface="Times New Roman"/>
                <a:cs typeface="Times New Roman"/>
              </a:rPr>
              <a:t>d</a:t>
            </a:r>
            <a:r>
              <a:rPr dirty="0"/>
              <a:t>，</a:t>
            </a:r>
            <a:r>
              <a:rPr dirty="0" i="1">
                <a:latin typeface="Times New Roman"/>
                <a:cs typeface="Times New Roman"/>
              </a:rPr>
              <a:t>E</a:t>
            </a:r>
            <a:r>
              <a:rPr dirty="0">
                <a:latin typeface="Times New Roman"/>
                <a:cs typeface="Times New Roman"/>
              </a:rPr>
              <a:t>}</a:t>
            </a:r>
            <a:r>
              <a:rPr dirty="0" spc="-65">
                <a:latin typeface="Times New Roman"/>
                <a:cs typeface="Times New Roman"/>
              </a:rPr>
              <a:t> </a:t>
            </a:r>
            <a:r>
              <a:rPr dirty="0" spc="5"/>
              <a:t>，</a:t>
            </a:r>
            <a:r>
              <a:rPr dirty="0" spc="5" i="1">
                <a:latin typeface="Times New Roman"/>
                <a:cs typeface="Times New Roman"/>
              </a:rPr>
              <a:t>d</a:t>
            </a:r>
            <a:r>
              <a:rPr dirty="0"/>
              <a:t>代表数字。 </a:t>
            </a:r>
            <a:r>
              <a:rPr dirty="0" spc="-5"/>
              <a:t>可带符号或不带符号的整数</a:t>
            </a:r>
            <a:r>
              <a:rPr dirty="0" spc="-15"/>
              <a:t>的</a:t>
            </a:r>
            <a:r>
              <a:rPr dirty="0" spc="-5"/>
              <a:t>正规</a:t>
            </a:r>
            <a:r>
              <a:rPr dirty="0" spc="-15"/>
              <a:t>式</a:t>
            </a:r>
            <a:r>
              <a:rPr dirty="0" spc="-5"/>
              <a:t>表示：</a:t>
            </a:r>
            <a:endParaRPr sz="335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93039" y="1784941"/>
            <a:ext cx="7817484" cy="2224405"/>
          </a:xfrm>
          <a:prstGeom prst="rect">
            <a:avLst/>
          </a:prstGeom>
        </p:spPr>
        <p:txBody>
          <a:bodyPr wrap="square" lIns="0" tIns="260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50"/>
              </a:spcBef>
              <a:tabLst>
                <a:tab pos="1981200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=(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+|-|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r>
              <a:rPr dirty="0" sz="3200" spc="-3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	</a:t>
            </a:r>
            <a:r>
              <a:rPr dirty="0" sz="3200" spc="5" b="1" i="1">
                <a:solidFill>
                  <a:srgbClr val="00FFFF"/>
                </a:solidFill>
                <a:latin typeface="Times New Roman"/>
                <a:cs typeface="Times New Roman"/>
              </a:rPr>
              <a:t>dd*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95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浮点数的正规式表示：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885"/>
              </a:spcBef>
              <a:tabLst>
                <a:tab pos="1892300" algn="l"/>
              </a:tabLst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=(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+|-|</a:t>
            </a:r>
            <a:r>
              <a:rPr dirty="0" sz="3200" b="1" i="1">
                <a:solidFill>
                  <a:srgbClr val="00FFFF"/>
                </a:solidFill>
                <a:latin typeface="Times New Roman"/>
                <a:cs typeface="Times New Roman"/>
              </a:rPr>
              <a:t>ε</a:t>
            </a:r>
            <a:r>
              <a:rPr dirty="0" sz="3200" b="1">
                <a:solidFill>
                  <a:srgbClr val="00FFFF"/>
                </a:solidFill>
                <a:latin typeface="Times New Roman"/>
                <a:cs typeface="Times New Roman"/>
              </a:rPr>
              <a:t>)	</a:t>
            </a:r>
            <a:r>
              <a:rPr dirty="0" baseline="1736" sz="4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baseline="1736" sz="4800" b="1" i="1">
                <a:solidFill>
                  <a:srgbClr val="FFFF99"/>
                </a:solidFill>
                <a:latin typeface="Times New Roman"/>
                <a:cs typeface="Times New Roman"/>
              </a:rPr>
              <a:t>dd*.d* </a:t>
            </a:r>
            <a:r>
              <a:rPr dirty="0" baseline="1736" sz="4800" b="1" i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baseline="1736" sz="4800" spc="7" b="1" i="1">
                <a:solidFill>
                  <a:srgbClr val="FFFF00"/>
                </a:solidFill>
                <a:latin typeface="Times New Roman"/>
                <a:cs typeface="Times New Roman"/>
              </a:rPr>
              <a:t>d*.dd</a:t>
            </a:r>
            <a:r>
              <a:rPr dirty="0" baseline="1736" sz="4800" spc="7" b="1">
                <a:solidFill>
                  <a:srgbClr val="FFFF00"/>
                </a:solidFill>
                <a:latin typeface="Times New Roman"/>
                <a:cs typeface="Times New Roman"/>
              </a:rPr>
              <a:t>* </a:t>
            </a:r>
            <a:r>
              <a:rPr dirty="0" baseline="1736" sz="4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1736" sz="4800" spc="-94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1736" sz="4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baseline="1736" sz="4800" b="1" i="1">
                <a:solidFill>
                  <a:srgbClr val="00FF00"/>
                </a:solidFill>
                <a:latin typeface="Times New Roman"/>
                <a:cs typeface="Times New Roman"/>
              </a:rPr>
              <a:t>ε</a:t>
            </a:r>
            <a:r>
              <a:rPr dirty="0" baseline="1736" sz="4800" b="1" i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baseline="1736" sz="4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baseline="1736" sz="4800" b="1" i="1">
                <a:solidFill>
                  <a:srgbClr val="FFCCCC"/>
                </a:solidFill>
                <a:latin typeface="Times New Roman"/>
                <a:cs typeface="Times New Roman"/>
              </a:rPr>
              <a:t>E </a:t>
            </a:r>
            <a:r>
              <a:rPr dirty="0" baseline="1736" sz="4800" b="1">
                <a:solidFill>
                  <a:srgbClr val="FFCCCC"/>
                </a:solidFill>
                <a:latin typeface="Times New Roman"/>
                <a:cs typeface="Times New Roman"/>
              </a:rPr>
              <a:t>(+|-|</a:t>
            </a:r>
            <a:r>
              <a:rPr dirty="0" baseline="1736" sz="4800" b="1" i="1">
                <a:solidFill>
                  <a:srgbClr val="FFCCCC"/>
                </a:solidFill>
                <a:latin typeface="Times New Roman"/>
                <a:cs typeface="Times New Roman"/>
              </a:rPr>
              <a:t>ε</a:t>
            </a:r>
            <a:r>
              <a:rPr dirty="0" baseline="1736" sz="4800" b="1">
                <a:solidFill>
                  <a:srgbClr val="FFCCCC"/>
                </a:solidFill>
                <a:latin typeface="Times New Roman"/>
                <a:cs typeface="Times New Roman"/>
              </a:rPr>
              <a:t>)</a:t>
            </a:r>
            <a:r>
              <a:rPr dirty="0" baseline="1736" sz="4800" b="1" i="1">
                <a:solidFill>
                  <a:srgbClr val="FFCCCC"/>
                </a:solidFill>
                <a:latin typeface="Times New Roman"/>
                <a:cs typeface="Times New Roman"/>
              </a:rPr>
              <a:t>dd</a:t>
            </a:r>
            <a:r>
              <a:rPr dirty="0" baseline="1736" sz="4800" b="1">
                <a:solidFill>
                  <a:srgbClr val="FFCCCC"/>
                </a:solidFill>
                <a:latin typeface="Times New Roman"/>
                <a:cs typeface="Times New Roman"/>
              </a:rPr>
              <a:t>* </a:t>
            </a:r>
            <a:r>
              <a:rPr dirty="0" baseline="1736" sz="4800" b="1">
                <a:solidFill>
                  <a:srgbClr val="FFFFFF"/>
                </a:solidFill>
                <a:latin typeface="Times New Roman"/>
                <a:cs typeface="Times New Roman"/>
              </a:rPr>
              <a:t>))</a:t>
            </a:r>
            <a:endParaRPr baseline="1736" sz="4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26923"/>
            <a:ext cx="890397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848735" algn="l"/>
                <a:tab pos="646303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机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2.3.1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正规式与正规集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71621" y="1625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38494" y="143382"/>
            <a:ext cx="248411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97840" y="671830"/>
            <a:ext cx="706882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solidFill>
                  <a:srgbClr val="FFFF00"/>
                </a:solidFill>
              </a:rPr>
              <a:t>例</a:t>
            </a:r>
            <a:r>
              <a:rPr dirty="0">
                <a:solidFill>
                  <a:srgbClr val="FFFF00"/>
                </a:solidFill>
                <a:latin typeface="Times New Roman"/>
                <a:cs typeface="Times New Roman"/>
              </a:rPr>
              <a:t>2.35</a:t>
            </a:r>
            <a:r>
              <a:rPr dirty="0">
                <a:solidFill>
                  <a:srgbClr val="FFFF00"/>
                </a:solidFill>
              </a:rPr>
              <a:t>：</a:t>
            </a:r>
            <a:r>
              <a:rPr dirty="0" spc="-150">
                <a:solidFill>
                  <a:srgbClr val="FFFF00"/>
                </a:solidFill>
              </a:rPr>
              <a:t> </a:t>
            </a:r>
            <a:r>
              <a:rPr dirty="0" sz="3000" spc="-5"/>
              <a:t>设</a:t>
            </a:r>
            <a:r>
              <a:rPr dirty="0" sz="3000" spc="-40">
                <a:latin typeface="Times New Roman"/>
                <a:cs typeface="Times New Roman"/>
              </a:rPr>
              <a:t>PASCAL</a:t>
            </a:r>
            <a:r>
              <a:rPr dirty="0" sz="3000" spc="-5"/>
              <a:t>语言子集有如下单词</a:t>
            </a:r>
            <a:endParaRPr sz="3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69442" y="1227408"/>
            <a:ext cx="1588770" cy="1808480"/>
          </a:xfrm>
          <a:prstGeom prst="rect">
            <a:avLst/>
          </a:prstGeom>
        </p:spPr>
        <p:txBody>
          <a:bodyPr wrap="square" lIns="0" tIns="2101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655"/>
              </a:spcBef>
              <a:tabLst>
                <a:tab pos="509270" algn="l"/>
              </a:tabLst>
            </a:pPr>
            <a:r>
              <a:rPr dirty="0" sz="2600" spc="-10" b="1">
                <a:solidFill>
                  <a:srgbClr val="00FFFF"/>
                </a:solidFill>
                <a:latin typeface="方正舒体"/>
                <a:cs typeface="方正舒体"/>
              </a:rPr>
              <a:t>①</a:t>
            </a:r>
            <a:r>
              <a:rPr dirty="0" sz="2600" spc="-10" b="1">
                <a:solidFill>
                  <a:srgbClr val="00FFFF"/>
                </a:solidFill>
                <a:latin typeface="方正舒体"/>
                <a:cs typeface="方正舒体"/>
              </a:rPr>
              <a:t>	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BE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IN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  <a:tabLst>
                <a:tab pos="509270" algn="l"/>
              </a:tabLst>
            </a:pPr>
            <a:r>
              <a:rPr dirty="0" sz="2600" spc="-5" b="1">
                <a:solidFill>
                  <a:srgbClr val="00FFFF"/>
                </a:solidFill>
                <a:latin typeface="方正舒体"/>
                <a:cs typeface="方正舒体"/>
              </a:rPr>
              <a:t>⑥	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标识符</a:t>
            </a:r>
            <a:endParaRPr sz="2600">
              <a:latin typeface="宋体"/>
              <a:cs typeface="宋体"/>
            </a:endParaRPr>
          </a:p>
          <a:p>
            <a:pPr marL="509270" indent="-497205">
              <a:lnSpc>
                <a:spcPct val="100000"/>
              </a:lnSpc>
              <a:spcBef>
                <a:spcPts val="1560"/>
              </a:spcBef>
              <a:buClr>
                <a:srgbClr val="00FFFF"/>
              </a:buClr>
              <a:buFont typeface=""/>
              <a:buChar char="❖"/>
              <a:tabLst>
                <a:tab pos="509270" algn="l"/>
                <a:tab pos="509905" algn="l"/>
              </a:tabLst>
            </a:pP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76905" y="1227408"/>
            <a:ext cx="2578100" cy="1808480"/>
          </a:xfrm>
          <a:prstGeom prst="rect">
            <a:avLst/>
          </a:prstGeom>
        </p:spPr>
        <p:txBody>
          <a:bodyPr wrap="square" lIns="0" tIns="210185" rIns="0" bIns="0" rtlCol="0" vert="horz">
            <a:spAutoFit/>
          </a:bodyPr>
          <a:lstStyle/>
          <a:p>
            <a:pPr marL="62865">
              <a:lnSpc>
                <a:spcPct val="100000"/>
              </a:lnSpc>
              <a:spcBef>
                <a:spcPts val="1655"/>
              </a:spcBef>
              <a:tabLst>
                <a:tab pos="559435" algn="l"/>
                <a:tab pos="1586865" algn="l"/>
                <a:tab pos="2165985" algn="l"/>
              </a:tabLst>
            </a:pPr>
            <a:r>
              <a:rPr dirty="0" sz="2600" spc="-10" b="1">
                <a:solidFill>
                  <a:srgbClr val="00FFFF"/>
                </a:solidFill>
                <a:latin typeface="方正舒体"/>
                <a:cs typeface="方正舒体"/>
              </a:rPr>
              <a:t>②	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END	</a:t>
            </a:r>
            <a:r>
              <a:rPr dirty="0" sz="2600" spc="-10" b="1">
                <a:solidFill>
                  <a:srgbClr val="00FFFF"/>
                </a:solidFill>
                <a:latin typeface="方正舒体"/>
                <a:cs typeface="方正舒体"/>
              </a:rPr>
              <a:t>③	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IF</a:t>
            </a:r>
            <a:endParaRPr sz="2600">
              <a:latin typeface="Times New Roman"/>
              <a:cs typeface="Times New Roman"/>
            </a:endParaRPr>
          </a:p>
          <a:p>
            <a:pPr marL="74930">
              <a:lnSpc>
                <a:spcPct val="100000"/>
              </a:lnSpc>
              <a:spcBef>
                <a:spcPts val="1560"/>
              </a:spcBef>
              <a:tabLst>
                <a:tab pos="571500" algn="l"/>
              </a:tabLst>
            </a:pPr>
            <a:r>
              <a:rPr dirty="0" sz="2600" spc="-5" b="1">
                <a:solidFill>
                  <a:srgbClr val="00FFFF"/>
                </a:solidFill>
                <a:latin typeface="方正舒体"/>
                <a:cs typeface="方正舒体"/>
              </a:rPr>
              <a:t>⑧</a:t>
            </a:r>
            <a:r>
              <a:rPr dirty="0" sz="2600" spc="-5" b="1">
                <a:solidFill>
                  <a:srgbClr val="00FFFF"/>
                </a:solidFill>
                <a:latin typeface="方正舒体"/>
                <a:cs typeface="方正舒体"/>
              </a:rPr>
              <a:t>	</a:t>
            </a:r>
            <a:r>
              <a:rPr dirty="0" sz="2600" b="1">
                <a:solidFill>
                  <a:srgbClr val="FFFFFF"/>
                </a:solidFill>
                <a:latin typeface="宋体"/>
                <a:cs typeface="宋体"/>
              </a:rPr>
              <a:t>无符号整常数</a:t>
            </a:r>
            <a:endParaRPr sz="26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  <a:tabLst>
                <a:tab pos="1793875" algn="l"/>
                <a:tab pos="2292350" algn="l"/>
              </a:tabLst>
            </a:pPr>
            <a:r>
              <a:rPr dirty="0" sz="2600" spc="-10" b="1">
                <a:solidFill>
                  <a:srgbClr val="00FFFF"/>
                </a:solidFill>
                <a:latin typeface="方正舒体"/>
                <a:cs typeface="方正舒体"/>
              </a:rPr>
              <a:t>⑿</a:t>
            </a:r>
            <a:r>
              <a:rPr dirty="0" sz="2600" spc="-5" b="1">
                <a:solidFill>
                  <a:srgbClr val="00FFFF"/>
                </a:solidFill>
                <a:latin typeface="方正舒体"/>
                <a:cs typeface="方正舒体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&lt;=	</a:t>
            </a:r>
            <a:r>
              <a:rPr dirty="0" sz="2600" spc="-10" b="1">
                <a:solidFill>
                  <a:srgbClr val="00FFFF"/>
                </a:solidFill>
                <a:latin typeface="方正舒体"/>
                <a:cs typeface="方正舒体"/>
              </a:rPr>
              <a:t>⒀	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5475223" y="1227408"/>
            <a:ext cx="3131820" cy="1808480"/>
          </a:xfrm>
          <a:prstGeom prst="rect">
            <a:avLst/>
          </a:prstGeom>
        </p:spPr>
        <p:txBody>
          <a:bodyPr wrap="square" lIns="0" tIns="210185" rIns="0" bIns="0" rtlCol="0" vert="horz">
            <a:spAutoFit/>
          </a:bodyPr>
          <a:lstStyle/>
          <a:p>
            <a:pPr marL="17145">
              <a:lnSpc>
                <a:spcPct val="100000"/>
              </a:lnSpc>
              <a:spcBef>
                <a:spcPts val="1655"/>
              </a:spcBef>
              <a:tabLst>
                <a:tab pos="589915" algn="l"/>
                <a:tab pos="1774189" algn="l"/>
                <a:tab pos="2271395" algn="l"/>
              </a:tabLst>
            </a:pPr>
            <a:r>
              <a:rPr dirty="0" sz="2600" spc="-10" b="1">
                <a:solidFill>
                  <a:srgbClr val="00FFFF"/>
                </a:solidFill>
                <a:latin typeface="方正舒体"/>
                <a:cs typeface="方正舒体"/>
              </a:rPr>
              <a:t>④</a:t>
            </a:r>
            <a:r>
              <a:rPr dirty="0" sz="2600" spc="-10" b="1">
                <a:solidFill>
                  <a:srgbClr val="00FFFF"/>
                </a:solidFill>
                <a:latin typeface="方正舒体"/>
                <a:cs typeface="方正舒体"/>
              </a:rPr>
              <a:t>	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TH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600" spc="-10" b="1">
                <a:solidFill>
                  <a:srgbClr val="00FFFF"/>
                </a:solidFill>
                <a:latin typeface="方正舒体"/>
                <a:cs typeface="方正舒体"/>
              </a:rPr>
              <a:t>⑤</a:t>
            </a:r>
            <a:r>
              <a:rPr dirty="0" sz="2600" b="1">
                <a:solidFill>
                  <a:srgbClr val="00FFFF"/>
                </a:solidFill>
                <a:latin typeface="方正舒体"/>
                <a:cs typeface="方正舒体"/>
              </a:rPr>
              <a:t>	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EL</a:t>
            </a:r>
            <a:r>
              <a:rPr dirty="0" sz="2600" spc="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6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560"/>
              </a:spcBef>
              <a:tabLst>
                <a:tab pos="675640" algn="l"/>
                <a:tab pos="1524635" algn="l"/>
                <a:tab pos="2021839" algn="l"/>
              </a:tabLst>
            </a:pPr>
            <a:r>
              <a:rPr dirty="0" sz="2600" spc="-5" b="1">
                <a:solidFill>
                  <a:srgbClr val="00FFFF"/>
                </a:solidFill>
                <a:latin typeface="方正舒体"/>
                <a:cs typeface="方正舒体"/>
              </a:rPr>
              <a:t>⑨	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&gt;	</a:t>
            </a:r>
            <a:r>
              <a:rPr dirty="0" sz="2600" spc="-5" b="1">
                <a:solidFill>
                  <a:srgbClr val="00FFFF"/>
                </a:solidFill>
                <a:latin typeface="方正舒体"/>
                <a:cs typeface="方正舒体"/>
              </a:rPr>
              <a:t>⑩	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&gt;=</a:t>
            </a:r>
            <a:endParaRPr sz="2600">
              <a:latin typeface="Times New Roman"/>
              <a:cs typeface="Times New Roman"/>
            </a:endParaRPr>
          </a:p>
          <a:p>
            <a:pPr marL="343535">
              <a:lnSpc>
                <a:spcPct val="100000"/>
              </a:lnSpc>
              <a:spcBef>
                <a:spcPts val="1560"/>
              </a:spcBef>
              <a:tabLst>
                <a:tab pos="922655" algn="l"/>
              </a:tabLst>
            </a:pPr>
            <a:r>
              <a:rPr dirty="0" sz="2600" spc="-10" b="1">
                <a:solidFill>
                  <a:srgbClr val="00FFFF"/>
                </a:solidFill>
                <a:latin typeface="方正舒体"/>
                <a:cs typeface="方正舒体"/>
              </a:rPr>
              <a:t>⒁	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&lt;</a:t>
            </a:r>
            <a:r>
              <a:rPr dirty="0" sz="2600" spc="-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FFFFFF"/>
                </a:solidFill>
                <a:latin typeface="Times New Roman"/>
                <a:cs typeface="Times New Roman"/>
              </a:rPr>
              <a:t>&gt;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19100" y="3372611"/>
            <a:ext cx="8534400" cy="3083052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043939" y="4443984"/>
            <a:ext cx="1069975" cy="0"/>
          </a:xfrm>
          <a:custGeom>
            <a:avLst/>
            <a:gdLst/>
            <a:ahLst/>
            <a:cxnLst/>
            <a:rect l="l" t="t" r="r" b="b"/>
            <a:pathLst>
              <a:path w="1069975" h="0">
                <a:moveTo>
                  <a:pt x="0" y="0"/>
                </a:moveTo>
                <a:lnTo>
                  <a:pt x="1069848" y="0"/>
                </a:lnTo>
              </a:path>
            </a:pathLst>
          </a:custGeom>
          <a:ln w="1676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100327" y="5084064"/>
            <a:ext cx="1069975" cy="0"/>
          </a:xfrm>
          <a:custGeom>
            <a:avLst/>
            <a:gdLst/>
            <a:ahLst/>
            <a:cxnLst/>
            <a:rect l="l" t="t" r="r" b="b"/>
            <a:pathLst>
              <a:path w="1069975" h="0">
                <a:moveTo>
                  <a:pt x="0" y="0"/>
                </a:moveTo>
                <a:lnTo>
                  <a:pt x="1069848" y="0"/>
                </a:lnTo>
              </a:path>
            </a:pathLst>
          </a:custGeom>
          <a:ln w="1676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598931" y="5724144"/>
            <a:ext cx="2139950" cy="0"/>
          </a:xfrm>
          <a:custGeom>
            <a:avLst/>
            <a:gdLst/>
            <a:ahLst/>
            <a:cxnLst/>
            <a:rect l="l" t="t" r="r" b="b"/>
            <a:pathLst>
              <a:path w="2139950" h="0">
                <a:moveTo>
                  <a:pt x="0" y="0"/>
                </a:moveTo>
                <a:lnTo>
                  <a:pt x="2139696" y="0"/>
                </a:lnTo>
              </a:path>
            </a:pathLst>
          </a:custGeom>
          <a:ln w="16763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77240" y="6364223"/>
            <a:ext cx="1783080" cy="0"/>
          </a:xfrm>
          <a:custGeom>
            <a:avLst/>
            <a:gdLst/>
            <a:ahLst/>
            <a:cxnLst/>
            <a:rect l="l" t="t" r="r" b="b"/>
            <a:pathLst>
              <a:path w="1783080" h="0">
                <a:moveTo>
                  <a:pt x="0" y="0"/>
                </a:moveTo>
                <a:lnTo>
                  <a:pt x="1783080" y="0"/>
                </a:lnTo>
              </a:path>
            </a:pathLst>
          </a:custGeom>
          <a:ln w="16764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19100" y="3183360"/>
            <a:ext cx="8534400" cy="3227705"/>
          </a:xfrm>
          <a:prstGeom prst="rect">
            <a:avLst/>
          </a:prstGeom>
        </p:spPr>
        <p:txBody>
          <a:bodyPr wrap="square" lIns="0" tIns="226695" rIns="0" bIns="0" rtlCol="0" vert="horz">
            <a:spAutoFit/>
          </a:bodyPr>
          <a:lstStyle/>
          <a:p>
            <a:pPr marL="481330" indent="-390525">
              <a:lnSpc>
                <a:spcPct val="100000"/>
              </a:lnSpc>
              <a:spcBef>
                <a:spcPts val="1785"/>
              </a:spcBef>
              <a:buClr>
                <a:srgbClr val="FFFFFF"/>
              </a:buClr>
              <a:buSzPct val="128571"/>
              <a:buFont typeface="Wingdings"/>
              <a:buChar char=""/>
              <a:tabLst>
                <a:tab pos="481330" algn="l"/>
                <a:tab pos="481965" algn="l"/>
              </a:tabLst>
            </a:pPr>
            <a:r>
              <a:rPr dirty="0" sz="2800" spc="-10" b="1">
                <a:solidFill>
                  <a:srgbClr val="003366"/>
                </a:solidFill>
                <a:latin typeface="宋体"/>
                <a:cs typeface="宋体"/>
              </a:rPr>
              <a:t>正规式描述：</a:t>
            </a:r>
            <a:endParaRPr sz="2800">
              <a:latin typeface="宋体"/>
              <a:cs typeface="宋体"/>
            </a:endParaRPr>
          </a:p>
          <a:p>
            <a:pPr marL="624840">
              <a:lnSpc>
                <a:spcPct val="100000"/>
              </a:lnSpc>
              <a:spcBef>
                <a:spcPts val="1680"/>
              </a:spcBef>
              <a:tabLst>
                <a:tab pos="2763520" algn="l"/>
                <a:tab pos="4149090" algn="l"/>
                <a:tab pos="5165090" algn="l"/>
                <a:tab pos="579691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关键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字	</a:t>
            </a:r>
            <a:r>
              <a:rPr dirty="0" sz="2600" b="1">
                <a:solidFill>
                  <a:srgbClr val="003366"/>
                </a:solidFill>
                <a:latin typeface="Times New Roman"/>
                <a:cs typeface="Times New Roman"/>
              </a:rPr>
              <a:t>BEGIN</a:t>
            </a:r>
            <a:r>
              <a:rPr dirty="0" sz="2600" spc="-10" b="1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3366"/>
                </a:solidFill>
                <a:latin typeface="Times New Roman"/>
                <a:cs typeface="Times New Roman"/>
              </a:rPr>
              <a:t>|	END</a:t>
            </a:r>
            <a:r>
              <a:rPr dirty="0" sz="2600" spc="-20" b="1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3366"/>
                </a:solidFill>
                <a:latin typeface="Times New Roman"/>
                <a:cs typeface="Times New Roman"/>
              </a:rPr>
              <a:t>|	</a:t>
            </a:r>
            <a:r>
              <a:rPr dirty="0" sz="2600" spc="-5" b="1">
                <a:solidFill>
                  <a:srgbClr val="003366"/>
                </a:solidFill>
                <a:latin typeface="Times New Roman"/>
                <a:cs typeface="Times New Roman"/>
              </a:rPr>
              <a:t>IF</a:t>
            </a:r>
            <a:r>
              <a:rPr dirty="0" sz="2600" spc="-90" b="1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3366"/>
                </a:solidFill>
                <a:latin typeface="Times New Roman"/>
                <a:cs typeface="Times New Roman"/>
              </a:rPr>
              <a:t>|	THEN |</a:t>
            </a:r>
            <a:r>
              <a:rPr dirty="0" sz="2600" spc="-25" b="1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3366"/>
                </a:solidFill>
                <a:latin typeface="Times New Roman"/>
                <a:cs typeface="Times New Roman"/>
              </a:rPr>
              <a:t>ELSE</a:t>
            </a:r>
            <a:endParaRPr sz="2600">
              <a:latin typeface="Times New Roman"/>
              <a:cs typeface="Times New Roman"/>
            </a:endParaRPr>
          </a:p>
          <a:p>
            <a:pPr algn="r" marR="1762760">
              <a:lnSpc>
                <a:spcPct val="100000"/>
              </a:lnSpc>
              <a:spcBef>
                <a:spcPts val="1680"/>
              </a:spcBef>
              <a:tabLst>
                <a:tab pos="2049780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标识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符	</a:t>
            </a:r>
            <a:r>
              <a:rPr dirty="0" sz="2800" spc="-5" b="1">
                <a:solidFill>
                  <a:srgbClr val="003366"/>
                </a:solidFill>
                <a:latin typeface="Times New Roman"/>
                <a:cs typeface="Times New Roman"/>
              </a:rPr>
              <a:t>&lt;</a:t>
            </a:r>
            <a:r>
              <a:rPr dirty="0" sz="2800" spc="-10" b="1">
                <a:solidFill>
                  <a:srgbClr val="003366"/>
                </a:solidFill>
                <a:latin typeface="宋体"/>
                <a:cs typeface="宋体"/>
              </a:rPr>
              <a:t>字母</a:t>
            </a:r>
            <a:r>
              <a:rPr dirty="0" sz="2800" b="1">
                <a:solidFill>
                  <a:srgbClr val="003366"/>
                </a:solidFill>
                <a:latin typeface="Times New Roman"/>
                <a:cs typeface="Times New Roman"/>
              </a:rPr>
              <a:t>&gt;(&lt;</a:t>
            </a:r>
            <a:r>
              <a:rPr dirty="0" sz="2800" spc="-5" b="1">
                <a:solidFill>
                  <a:srgbClr val="003366"/>
                </a:solidFill>
                <a:latin typeface="宋体"/>
                <a:cs typeface="宋体"/>
              </a:rPr>
              <a:t>字</a:t>
            </a:r>
            <a:r>
              <a:rPr dirty="0" sz="2800" spc="-10" b="1">
                <a:solidFill>
                  <a:srgbClr val="003366"/>
                </a:solidFill>
                <a:latin typeface="宋体"/>
                <a:cs typeface="宋体"/>
              </a:rPr>
              <a:t>母</a:t>
            </a:r>
            <a:r>
              <a:rPr dirty="0" sz="2800" spc="-5" b="1">
                <a:solidFill>
                  <a:srgbClr val="003366"/>
                </a:solidFill>
                <a:latin typeface="Times New Roman"/>
                <a:cs typeface="Times New Roman"/>
              </a:rPr>
              <a:t>&gt;</a:t>
            </a:r>
            <a:r>
              <a:rPr dirty="0" sz="2800" spc="10" b="1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003366"/>
                </a:solidFill>
                <a:latin typeface="Times New Roman"/>
                <a:cs typeface="Times New Roman"/>
              </a:rPr>
              <a:t>|</a:t>
            </a:r>
            <a:r>
              <a:rPr dirty="0" sz="2800" spc="-40" b="1">
                <a:solidFill>
                  <a:srgbClr val="003366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003366"/>
                </a:solidFill>
                <a:latin typeface="Times New Roman"/>
                <a:cs typeface="Times New Roman"/>
              </a:rPr>
              <a:t>&lt;</a:t>
            </a:r>
            <a:r>
              <a:rPr dirty="0" sz="2800" spc="-10" b="1">
                <a:solidFill>
                  <a:srgbClr val="003366"/>
                </a:solidFill>
                <a:latin typeface="宋体"/>
                <a:cs typeface="宋体"/>
              </a:rPr>
              <a:t>数</a:t>
            </a:r>
            <a:r>
              <a:rPr dirty="0" sz="2800" spc="-5" b="1">
                <a:solidFill>
                  <a:srgbClr val="003366"/>
                </a:solidFill>
                <a:latin typeface="宋体"/>
                <a:cs typeface="宋体"/>
              </a:rPr>
              <a:t>字</a:t>
            </a:r>
            <a:r>
              <a:rPr dirty="0" sz="2800" spc="-5" b="1">
                <a:solidFill>
                  <a:srgbClr val="003366"/>
                </a:solidFill>
                <a:latin typeface="Times New Roman"/>
                <a:cs typeface="Times New Roman"/>
              </a:rPr>
              <a:t>&gt;)*</a:t>
            </a:r>
            <a:endParaRPr sz="2800">
              <a:latin typeface="Times New Roman"/>
              <a:cs typeface="Times New Roman"/>
            </a:endParaRPr>
          </a:p>
          <a:p>
            <a:pPr marL="179705">
              <a:lnSpc>
                <a:spcPct val="100000"/>
              </a:lnSpc>
              <a:spcBef>
                <a:spcPts val="1685"/>
              </a:spcBef>
              <a:tabLst>
                <a:tab pos="276796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无符号整常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数	</a:t>
            </a:r>
            <a:r>
              <a:rPr dirty="0" sz="2800" spc="-5" b="1">
                <a:solidFill>
                  <a:srgbClr val="003366"/>
                </a:solidFill>
                <a:latin typeface="Times New Roman"/>
                <a:cs typeface="Times New Roman"/>
              </a:rPr>
              <a:t>&lt;</a:t>
            </a:r>
            <a:r>
              <a:rPr dirty="0" sz="2800" spc="-5" b="1">
                <a:solidFill>
                  <a:srgbClr val="003366"/>
                </a:solidFill>
                <a:latin typeface="宋体"/>
                <a:cs typeface="宋体"/>
              </a:rPr>
              <a:t>数字</a:t>
            </a:r>
            <a:r>
              <a:rPr dirty="0" sz="2800" b="1">
                <a:solidFill>
                  <a:srgbClr val="003366"/>
                </a:solidFill>
                <a:latin typeface="Times New Roman"/>
                <a:cs typeface="Times New Roman"/>
              </a:rPr>
              <a:t>&gt;(&lt;</a:t>
            </a:r>
            <a:r>
              <a:rPr dirty="0" sz="2800" spc="-5" b="1">
                <a:solidFill>
                  <a:srgbClr val="003366"/>
                </a:solidFill>
                <a:latin typeface="宋体"/>
                <a:cs typeface="宋体"/>
              </a:rPr>
              <a:t>数字</a:t>
            </a:r>
            <a:r>
              <a:rPr dirty="0" sz="2800" spc="-5" b="1">
                <a:solidFill>
                  <a:srgbClr val="003366"/>
                </a:solidFill>
                <a:latin typeface="Times New Roman"/>
                <a:cs typeface="Times New Roman"/>
              </a:rPr>
              <a:t>&gt;)*</a:t>
            </a:r>
            <a:endParaRPr sz="2800">
              <a:latin typeface="Times New Roman"/>
              <a:cs typeface="Times New Roman"/>
            </a:endParaRPr>
          </a:p>
          <a:p>
            <a:pPr algn="r" marR="1771650">
              <a:lnSpc>
                <a:spcPct val="100000"/>
              </a:lnSpc>
              <a:spcBef>
                <a:spcPts val="1680"/>
              </a:spcBef>
              <a:tabLst>
                <a:tab pos="2764790" algn="l"/>
                <a:tab pos="3274060" algn="l"/>
                <a:tab pos="3816350" algn="l"/>
                <a:tab pos="4054475" algn="l"/>
                <a:tab pos="4564380" algn="l"/>
                <a:tab pos="5106670" algn="l"/>
                <a:tab pos="5344160" algn="l"/>
                <a:tab pos="5697855" algn="l"/>
                <a:tab pos="593661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关系运算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符	</a:t>
            </a:r>
            <a:r>
              <a:rPr dirty="0" sz="2600" b="1">
                <a:solidFill>
                  <a:srgbClr val="000066"/>
                </a:solidFill>
                <a:latin typeface="Times New Roman"/>
                <a:cs typeface="Times New Roman"/>
              </a:rPr>
              <a:t>&gt; |	&gt;=	|	&lt;</a:t>
            </a:r>
            <a:r>
              <a:rPr dirty="0" sz="2600" spc="5" b="1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0066"/>
                </a:solidFill>
                <a:latin typeface="Times New Roman"/>
                <a:cs typeface="Times New Roman"/>
              </a:rPr>
              <a:t>|	&lt;=	|	=	|	&lt;</a:t>
            </a:r>
            <a:r>
              <a:rPr dirty="0" sz="2600" spc="-95" b="1">
                <a:solidFill>
                  <a:srgbClr val="000066"/>
                </a:solidFill>
                <a:latin typeface="Times New Roman"/>
                <a:cs typeface="Times New Roman"/>
              </a:rPr>
              <a:t> </a:t>
            </a:r>
            <a:r>
              <a:rPr dirty="0" sz="2600" b="1">
                <a:solidFill>
                  <a:srgbClr val="000066"/>
                </a:solidFill>
                <a:latin typeface="Times New Roman"/>
                <a:cs typeface="Times New Roman"/>
              </a:rPr>
              <a:t>&gt;</a:t>
            </a:r>
            <a:endParaRPr sz="26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6529578" y="26923"/>
            <a:ext cx="24536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2.3.1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正规式与正规集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71621" y="1625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38494" y="143382"/>
            <a:ext cx="248411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8739" y="0"/>
            <a:ext cx="6099175" cy="1365885"/>
          </a:xfrm>
          <a:prstGeom prst="rect">
            <a:avLst/>
          </a:prstGeom>
        </p:spPr>
        <p:txBody>
          <a:bodyPr wrap="square" lIns="0" tIns="1797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415"/>
              </a:spcBef>
              <a:tabLst>
                <a:tab pos="593090" algn="l"/>
                <a:tab pos="384873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2250">
              <a:latin typeface="宋体"/>
              <a:cs typeface="宋体"/>
            </a:endParaRPr>
          </a:p>
          <a:p>
            <a:pPr marL="889000" indent="-419734">
              <a:lnSpc>
                <a:spcPct val="100000"/>
              </a:lnSpc>
              <a:buClr>
                <a:srgbClr val="99FF99"/>
              </a:buClr>
              <a:buSzPct val="114062"/>
              <a:buFont typeface="Wingdings"/>
              <a:buChar char=""/>
              <a:tabLst>
                <a:tab pos="889000" algn="l"/>
                <a:tab pos="889635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正规式的代数性质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4880228" y="1418996"/>
            <a:ext cx="2522220" cy="2245360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241300">
              <a:lnSpc>
                <a:spcPct val="100000"/>
              </a:lnSpc>
              <a:spcBef>
                <a:spcPts val="1110"/>
              </a:spcBef>
              <a:tabLst>
                <a:tab pos="1042669" algn="l"/>
              </a:tabLst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描	述</a:t>
            </a:r>
            <a:endParaRPr sz="28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是可交换的</a:t>
            </a:r>
            <a:endParaRPr sz="2800">
              <a:latin typeface="宋体"/>
              <a:cs typeface="宋体"/>
            </a:endParaRPr>
          </a:p>
          <a:p>
            <a:pPr marL="12700" marR="5080" indent="63500">
              <a:lnSpc>
                <a:spcPct val="130000"/>
              </a:lnSpc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2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是可结合的 </a:t>
            </a: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连接是可结合的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69644" y="1418996"/>
            <a:ext cx="2744470" cy="5019675"/>
          </a:xfrm>
          <a:prstGeom prst="rect">
            <a:avLst/>
          </a:prstGeom>
        </p:spPr>
        <p:txBody>
          <a:bodyPr wrap="square" lIns="0" tIns="140970" rIns="0" bIns="0" rtlCol="0" vert="horz">
            <a:spAutoFit/>
          </a:bodyPr>
          <a:lstStyle/>
          <a:p>
            <a:pPr marL="545465">
              <a:lnSpc>
                <a:spcPct val="100000"/>
              </a:lnSpc>
              <a:spcBef>
                <a:spcPts val="1110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公</a:t>
            </a:r>
            <a:r>
              <a:rPr dirty="0" sz="2800" spc="68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理</a:t>
            </a:r>
            <a:endParaRPr sz="2800">
              <a:latin typeface="宋体"/>
              <a:cs typeface="宋体"/>
            </a:endParaRPr>
          </a:p>
          <a:p>
            <a:pPr marL="240665">
              <a:lnSpc>
                <a:spcPct val="100000"/>
              </a:lnSpc>
              <a:spcBef>
                <a:spcPts val="1010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t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t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endParaRPr sz="280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  <a:spcBef>
                <a:spcPts val="100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t 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)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 |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  <a:spcBef>
                <a:spcPts val="101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 t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t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00965">
              <a:lnSpc>
                <a:spcPct val="100000"/>
              </a:lnSpc>
              <a:spcBef>
                <a:spcPts val="97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t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 =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 t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endParaRPr sz="2800">
              <a:latin typeface="Times New Roman"/>
              <a:cs typeface="Times New Roman"/>
            </a:endParaRPr>
          </a:p>
          <a:p>
            <a:pPr marL="12700" marR="349250" indent="88265">
              <a:lnSpc>
                <a:spcPts val="4410"/>
              </a:lnSpc>
              <a:spcBef>
                <a:spcPts val="280"/>
              </a:spcBef>
              <a:tabLst>
                <a:tab pos="993775" algn="l"/>
              </a:tabLst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t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t s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r s 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εs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	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sε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=</a:t>
            </a:r>
            <a:r>
              <a:rPr dirty="0" sz="2800" spc="-1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  <a:spcBef>
                <a:spcPts val="685"/>
              </a:spcBef>
              <a:tabLst>
                <a:tab pos="684530" algn="l"/>
                <a:tab pos="1065530" algn="l"/>
              </a:tabLst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	=	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s</a:t>
            </a:r>
            <a:r>
              <a:rPr dirty="0" sz="2800" spc="-7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)*</a:t>
            </a:r>
            <a:endParaRPr sz="2800">
              <a:latin typeface="Times New Roman"/>
              <a:cs typeface="Times New Roman"/>
            </a:endParaRPr>
          </a:p>
          <a:p>
            <a:pPr marL="190500">
              <a:lnSpc>
                <a:spcPct val="100000"/>
              </a:lnSpc>
              <a:spcBef>
                <a:spcPts val="1010"/>
              </a:spcBef>
            </a:pP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*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 =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4079875" y="4748529"/>
            <a:ext cx="3136265" cy="1690370"/>
          </a:xfrm>
          <a:prstGeom prst="rect">
            <a:avLst/>
          </a:prstGeom>
        </p:spPr>
        <p:txBody>
          <a:bodyPr wrap="square" lIns="0" tIns="140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5"/>
              </a:spcBef>
            </a:pP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是连接的恒等元素</a:t>
            </a:r>
            <a:endParaRPr sz="2800">
              <a:latin typeface="宋体"/>
              <a:cs typeface="宋体"/>
            </a:endParaRPr>
          </a:p>
          <a:p>
            <a:pPr marL="1015365">
              <a:lnSpc>
                <a:spcPct val="100000"/>
              </a:lnSpc>
              <a:spcBef>
                <a:spcPts val="1010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和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ε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间的关系</a:t>
            </a:r>
            <a:endParaRPr sz="2800">
              <a:latin typeface="宋体"/>
              <a:cs typeface="宋体"/>
            </a:endParaRPr>
          </a:p>
          <a:p>
            <a:pPr marL="1015365">
              <a:lnSpc>
                <a:spcPct val="100000"/>
              </a:lnSpc>
              <a:spcBef>
                <a:spcPts val="1010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是幂等的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877061" y="1486661"/>
            <a:ext cx="7696200" cy="1905"/>
          </a:xfrm>
          <a:custGeom>
            <a:avLst/>
            <a:gdLst/>
            <a:ahLst/>
            <a:cxnLst/>
            <a:rect l="l" t="t" r="r" b="b"/>
            <a:pathLst>
              <a:path w="7696200" h="1905">
                <a:moveTo>
                  <a:pt x="0" y="0"/>
                </a:moveTo>
                <a:lnTo>
                  <a:pt x="7696200" y="1524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877061" y="2020061"/>
            <a:ext cx="7696200" cy="1905"/>
          </a:xfrm>
          <a:custGeom>
            <a:avLst/>
            <a:gdLst/>
            <a:ahLst/>
            <a:cxnLst/>
            <a:rect l="l" t="t" r="r" b="b"/>
            <a:pathLst>
              <a:path w="7696200" h="1905">
                <a:moveTo>
                  <a:pt x="0" y="0"/>
                </a:moveTo>
                <a:lnTo>
                  <a:pt x="7696200" y="1524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1029461" y="6553961"/>
            <a:ext cx="7696200" cy="1905"/>
          </a:xfrm>
          <a:custGeom>
            <a:avLst/>
            <a:gdLst/>
            <a:ahLst/>
            <a:cxnLst/>
            <a:rect l="l" t="t" r="r" b="b"/>
            <a:pathLst>
              <a:path w="7696200" h="1904">
                <a:moveTo>
                  <a:pt x="0" y="0"/>
                </a:moveTo>
                <a:lnTo>
                  <a:pt x="7696200" y="1524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972305" y="1486661"/>
            <a:ext cx="1905" cy="5067300"/>
          </a:xfrm>
          <a:custGeom>
            <a:avLst/>
            <a:gdLst/>
            <a:ahLst/>
            <a:cxnLst/>
            <a:rect l="l" t="t" r="r" b="b"/>
            <a:pathLst>
              <a:path w="1904" h="5067300">
                <a:moveTo>
                  <a:pt x="0" y="0"/>
                </a:moveTo>
                <a:lnTo>
                  <a:pt x="1524" y="5067300"/>
                </a:lnTo>
              </a:path>
            </a:pathLst>
          </a:custGeom>
          <a:ln w="38100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972305" y="3963161"/>
            <a:ext cx="277495" cy="706120"/>
          </a:xfrm>
          <a:custGeom>
            <a:avLst/>
            <a:gdLst/>
            <a:ahLst/>
            <a:cxnLst/>
            <a:rect l="l" t="t" r="r" b="b"/>
            <a:pathLst>
              <a:path w="277495" h="706120">
                <a:moveTo>
                  <a:pt x="0" y="0"/>
                </a:moveTo>
                <a:lnTo>
                  <a:pt x="53976" y="4635"/>
                </a:lnTo>
                <a:lnTo>
                  <a:pt x="98059" y="17272"/>
                </a:lnTo>
                <a:lnTo>
                  <a:pt x="127783" y="36004"/>
                </a:lnTo>
                <a:lnTo>
                  <a:pt x="138684" y="58927"/>
                </a:lnTo>
                <a:lnTo>
                  <a:pt x="138684" y="293877"/>
                </a:lnTo>
                <a:lnTo>
                  <a:pt x="149584" y="316801"/>
                </a:lnTo>
                <a:lnTo>
                  <a:pt x="179308" y="335533"/>
                </a:lnTo>
                <a:lnTo>
                  <a:pt x="223391" y="348170"/>
                </a:lnTo>
                <a:lnTo>
                  <a:pt x="277368" y="352806"/>
                </a:lnTo>
                <a:lnTo>
                  <a:pt x="223391" y="357441"/>
                </a:lnTo>
                <a:lnTo>
                  <a:pt x="179308" y="370078"/>
                </a:lnTo>
                <a:lnTo>
                  <a:pt x="149584" y="388810"/>
                </a:lnTo>
                <a:lnTo>
                  <a:pt x="138684" y="411733"/>
                </a:lnTo>
                <a:lnTo>
                  <a:pt x="138684" y="646683"/>
                </a:lnTo>
                <a:lnTo>
                  <a:pt x="127783" y="669607"/>
                </a:lnTo>
                <a:lnTo>
                  <a:pt x="98059" y="688339"/>
                </a:lnTo>
                <a:lnTo>
                  <a:pt x="53976" y="700976"/>
                </a:lnTo>
                <a:lnTo>
                  <a:pt x="0" y="705612"/>
                </a:lnTo>
              </a:path>
            </a:pathLst>
          </a:custGeom>
          <a:ln w="28575">
            <a:solidFill>
              <a:srgbClr val="66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942459" y="3969765"/>
            <a:ext cx="24231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连接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对</a:t>
            </a:r>
            <a:r>
              <a:rPr dirty="0" sz="2800" spc="-73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4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宋体"/>
                <a:cs typeface="宋体"/>
              </a:rPr>
              <a:t>可分配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7" name="object 1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293113" y="2508250"/>
            <a:ext cx="6450965" cy="3270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lvl="1" marL="814069" indent="-802005">
              <a:lnSpc>
                <a:spcPct val="100000"/>
              </a:lnSpc>
              <a:spcBef>
                <a:spcPts val="100"/>
              </a:spcBef>
              <a:buFont typeface="Times New Roman"/>
              <a:buAutoNum type="arabicPeriod" startAt="3"/>
              <a:tabLst>
                <a:tab pos="814069" algn="l"/>
                <a:tab pos="814705" algn="l"/>
              </a:tabLst>
            </a:pPr>
            <a:r>
              <a:rPr dirty="0" sz="3600" spc="-5" b="1">
                <a:solidFill>
                  <a:srgbClr val="FF66CC"/>
                </a:solidFill>
                <a:latin typeface="宋体"/>
                <a:cs typeface="宋体"/>
              </a:rPr>
              <a:t>正规式与有限状态自动机</a:t>
            </a:r>
            <a:endParaRPr sz="3600">
              <a:latin typeface="宋体"/>
              <a:cs typeface="宋体"/>
            </a:endParaRPr>
          </a:p>
          <a:p>
            <a:pPr lvl="2" marL="1847850" indent="-1144905">
              <a:lnSpc>
                <a:spcPct val="100000"/>
              </a:lnSpc>
              <a:spcBef>
                <a:spcPts val="2655"/>
              </a:spcBef>
              <a:buFont typeface="Times New Roman"/>
              <a:buAutoNum type="arabicPeriod"/>
              <a:tabLst>
                <a:tab pos="1847214" algn="l"/>
                <a:tab pos="1847850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有限自动机与正则文法</a:t>
            </a:r>
            <a:endParaRPr sz="3600">
              <a:latin typeface="宋体"/>
              <a:cs typeface="宋体"/>
            </a:endParaRPr>
          </a:p>
          <a:p>
            <a:pPr lvl="2" marL="1847850" indent="-1144905">
              <a:lnSpc>
                <a:spcPct val="100000"/>
              </a:lnSpc>
              <a:spcBef>
                <a:spcPts val="2805"/>
              </a:spcBef>
              <a:buFont typeface="Times New Roman"/>
              <a:buAutoNum type="arabicPeriod"/>
              <a:tabLst>
                <a:tab pos="1847214" algn="l"/>
                <a:tab pos="1847850" algn="l"/>
              </a:tabLst>
            </a:pPr>
            <a:r>
              <a:rPr dirty="0" sz="3600" spc="-5" b="1">
                <a:solidFill>
                  <a:srgbClr val="FFFF00"/>
                </a:solidFill>
                <a:latin typeface="宋体"/>
                <a:cs typeface="宋体"/>
              </a:rPr>
              <a:t>正规式与正规集</a:t>
            </a:r>
            <a:endParaRPr sz="3600">
              <a:latin typeface="宋体"/>
              <a:cs typeface="宋体"/>
            </a:endParaRPr>
          </a:p>
          <a:p>
            <a:pPr lvl="2" marL="1847850" indent="-1144905">
              <a:lnSpc>
                <a:spcPct val="100000"/>
              </a:lnSpc>
              <a:spcBef>
                <a:spcPts val="2810"/>
              </a:spcBef>
              <a:buClr>
                <a:srgbClr val="FFFF00"/>
              </a:buClr>
              <a:buFont typeface="Times New Roman"/>
              <a:buAutoNum type="arabicPeriod"/>
              <a:tabLst>
                <a:tab pos="1847214" algn="l"/>
                <a:tab pos="1847850" algn="l"/>
              </a:tabLst>
            </a:pPr>
            <a:r>
              <a:rPr dirty="0" sz="3600" spc="-5" b="1">
                <a:solidFill>
                  <a:srgbClr val="EAEAEA"/>
                </a:solidFill>
                <a:latin typeface="宋体"/>
                <a:cs typeface="宋体"/>
              </a:rPr>
              <a:t>正规式</a:t>
            </a:r>
            <a:r>
              <a:rPr dirty="0" sz="3600" spc="-10" b="1">
                <a:solidFill>
                  <a:srgbClr val="EAEAEA"/>
                </a:solidFill>
                <a:latin typeface="宋体"/>
                <a:cs typeface="宋体"/>
              </a:rPr>
              <a:t>与</a:t>
            </a:r>
            <a:r>
              <a:rPr dirty="0" sz="3600" spc="-135" b="1">
                <a:solidFill>
                  <a:srgbClr val="EAEAEA"/>
                </a:solidFill>
                <a:latin typeface="Times New Roman"/>
                <a:cs typeface="Times New Roman"/>
              </a:rPr>
              <a:t>FA</a:t>
            </a:r>
            <a:r>
              <a:rPr dirty="0" sz="3600" spc="-5" b="1">
                <a:solidFill>
                  <a:srgbClr val="EAEAEA"/>
                </a:solidFill>
                <a:latin typeface="宋体"/>
                <a:cs typeface="宋体"/>
              </a:rPr>
              <a:t>的等价</a:t>
            </a:r>
            <a:endParaRPr sz="36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39" y="26923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5283" y="26923"/>
            <a:ext cx="226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1102867" y="1003807"/>
            <a:ext cx="6800850" cy="60515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946275" algn="l"/>
              </a:tabLst>
            </a:pP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第</a:t>
            </a:r>
            <a:r>
              <a:rPr dirty="0" sz="3800" spc="-955">
                <a:solidFill>
                  <a:srgbClr val="FFFF00"/>
                </a:solidFill>
                <a:latin typeface="黑体"/>
                <a:cs typeface="黑体"/>
              </a:rPr>
              <a:t> </a:t>
            </a:r>
            <a:r>
              <a:rPr dirty="0" sz="3800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 sz="3800" spc="-10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章	</a:t>
            </a:r>
            <a:r>
              <a:rPr dirty="0" sz="3800">
                <a:solidFill>
                  <a:srgbClr val="FFFF00"/>
                </a:solidFill>
                <a:latin typeface="黑体"/>
                <a:cs typeface="黑体"/>
              </a:rPr>
              <a:t>形式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语言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与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自动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机</a:t>
            </a:r>
            <a:r>
              <a:rPr dirty="0" sz="3800" spc="-10">
                <a:solidFill>
                  <a:srgbClr val="FFFF00"/>
                </a:solidFill>
                <a:latin typeface="黑体"/>
                <a:cs typeface="黑体"/>
              </a:rPr>
              <a:t>基</a:t>
            </a:r>
            <a:r>
              <a:rPr dirty="0" sz="3800" spc="-15">
                <a:solidFill>
                  <a:srgbClr val="FFFF00"/>
                </a:solidFill>
                <a:latin typeface="黑体"/>
                <a:cs typeface="黑体"/>
              </a:rPr>
              <a:t>础</a:t>
            </a:r>
            <a:endParaRPr sz="3800">
              <a:latin typeface="黑体"/>
              <a:cs typeface="黑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667512" y="5308091"/>
            <a:ext cx="1313815" cy="591820"/>
          </a:xfrm>
          <a:custGeom>
            <a:avLst/>
            <a:gdLst/>
            <a:ahLst/>
            <a:cxnLst/>
            <a:rect l="l" t="t" r="r" b="b"/>
            <a:pathLst>
              <a:path w="1313814" h="591820">
                <a:moveTo>
                  <a:pt x="984631" y="0"/>
                </a:moveTo>
                <a:lnTo>
                  <a:pt x="984631" y="147828"/>
                </a:lnTo>
                <a:lnTo>
                  <a:pt x="0" y="147828"/>
                </a:lnTo>
                <a:lnTo>
                  <a:pt x="0" y="443484"/>
                </a:lnTo>
                <a:lnTo>
                  <a:pt x="984631" y="443484"/>
                </a:lnTo>
                <a:lnTo>
                  <a:pt x="984631" y="591312"/>
                </a:lnTo>
                <a:lnTo>
                  <a:pt x="1313688" y="295656"/>
                </a:lnTo>
                <a:lnTo>
                  <a:pt x="984631" y="0"/>
                </a:lnTo>
                <a:close/>
              </a:path>
            </a:pathLst>
          </a:custGeom>
          <a:solidFill>
            <a:srgbClr val="FF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67512" y="5308091"/>
            <a:ext cx="1313815" cy="591820"/>
          </a:xfrm>
          <a:custGeom>
            <a:avLst/>
            <a:gdLst/>
            <a:ahLst/>
            <a:cxnLst/>
            <a:rect l="l" t="t" r="r" b="b"/>
            <a:pathLst>
              <a:path w="1313814" h="591820">
                <a:moveTo>
                  <a:pt x="0" y="147828"/>
                </a:moveTo>
                <a:lnTo>
                  <a:pt x="984631" y="147828"/>
                </a:lnTo>
                <a:lnTo>
                  <a:pt x="984631" y="0"/>
                </a:lnTo>
                <a:lnTo>
                  <a:pt x="1313688" y="295656"/>
                </a:lnTo>
                <a:lnTo>
                  <a:pt x="984631" y="591312"/>
                </a:lnTo>
                <a:lnTo>
                  <a:pt x="984631" y="443484"/>
                </a:lnTo>
                <a:lnTo>
                  <a:pt x="0" y="443484"/>
                </a:lnTo>
                <a:lnTo>
                  <a:pt x="0" y="147828"/>
                </a:lnTo>
                <a:close/>
              </a:path>
            </a:pathLst>
          </a:custGeom>
          <a:ln w="9525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26923"/>
            <a:ext cx="84442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848735" algn="l"/>
                <a:tab pos="646303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机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571621" y="1625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6238494" y="143382"/>
            <a:ext cx="248411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402742" y="746505"/>
            <a:ext cx="1771650" cy="587375"/>
          </a:xfrm>
          <a:prstGeom prst="rect"/>
        </p:spPr>
        <p:txBody>
          <a:bodyPr wrap="square" lIns="0" tIns="74295" rIns="0" bIns="0" rtlCol="0" vert="horz">
            <a:spAutoFit/>
          </a:bodyPr>
          <a:lstStyle/>
          <a:p>
            <a:pPr marL="431800" indent="-419100">
              <a:lnSpc>
                <a:spcPct val="100000"/>
              </a:lnSpc>
              <a:spcBef>
                <a:spcPts val="585"/>
              </a:spcBef>
              <a:buClr>
                <a:srgbClr val="99FF99"/>
              </a:buClr>
              <a:buSzPct val="114062"/>
              <a:buFont typeface="Wingdings"/>
              <a:buChar char=""/>
              <a:tabLst>
                <a:tab pos="431165" algn="l"/>
                <a:tab pos="431800" algn="l"/>
              </a:tabLst>
            </a:pPr>
            <a:r>
              <a:rPr dirty="0">
                <a:solidFill>
                  <a:srgbClr val="FFFF00"/>
                </a:solidFill>
              </a:rPr>
              <a:t>定理</a:t>
            </a:r>
            <a:r>
              <a:rPr dirty="0" spc="5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r>
              <a:rPr dirty="0">
                <a:solidFill>
                  <a:srgbClr val="FFFF00"/>
                </a:solidFill>
                <a:latin typeface="Times New Roman"/>
                <a:cs typeface="Times New Roman"/>
              </a:rPr>
              <a:t>.2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402742" y="1286178"/>
            <a:ext cx="8509000" cy="2261235"/>
          </a:xfrm>
          <a:prstGeom prst="rect">
            <a:avLst/>
          </a:prstGeom>
        </p:spPr>
        <p:txBody>
          <a:bodyPr wrap="square" lIns="0" tIns="144145" rIns="0" bIns="0" rtlCol="0" vert="horz">
            <a:spAutoFit/>
          </a:bodyPr>
          <a:lstStyle/>
          <a:p>
            <a:pPr marL="722630">
              <a:lnSpc>
                <a:spcPct val="100000"/>
              </a:lnSpc>
              <a:spcBef>
                <a:spcPts val="1135"/>
              </a:spcBef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⑴</a:t>
            </a:r>
            <a:r>
              <a:rPr dirty="0" sz="2800" spc="45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字母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上的有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限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自动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机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所接受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dirty="0" sz="2800" spc="-45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3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上的一个正规集；</a:t>
            </a:r>
            <a:endParaRPr sz="2800">
              <a:latin typeface="宋体"/>
              <a:cs typeface="宋体"/>
            </a:endParaRPr>
          </a:p>
          <a:p>
            <a:pPr marL="12700" marR="6350" indent="621665">
              <a:lnSpc>
                <a:spcPct val="131100"/>
              </a:lnSpc>
              <a:tabLst>
                <a:tab pos="1276985" algn="l"/>
              </a:tabLst>
            </a:pP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⑵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对于</a:t>
            </a: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的每一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个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正规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34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存在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一个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r>
              <a:rPr dirty="0" sz="2800" spc="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有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限自动机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使得：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00811" y="4655820"/>
            <a:ext cx="8420100" cy="1161287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400811" y="4469262"/>
            <a:ext cx="8420100" cy="1305560"/>
          </a:xfrm>
          <a:prstGeom prst="rect">
            <a:avLst/>
          </a:prstGeom>
        </p:spPr>
        <p:txBody>
          <a:bodyPr wrap="square" lIns="0" tIns="225425" rIns="0" bIns="0" rtlCol="0" vert="horz">
            <a:spAutoFit/>
          </a:bodyPr>
          <a:lstStyle/>
          <a:p>
            <a:pPr marL="624205">
              <a:lnSpc>
                <a:spcPct val="100000"/>
              </a:lnSpc>
              <a:spcBef>
                <a:spcPts val="1775"/>
              </a:spcBef>
            </a:pPr>
            <a:r>
              <a:rPr dirty="0" sz="2800" spc="-10" b="1" i="1">
                <a:latin typeface="Times New Roman"/>
                <a:cs typeface="Times New Roman"/>
              </a:rPr>
              <a:t>∑</a:t>
            </a:r>
            <a:r>
              <a:rPr dirty="0" sz="2800" spc="-5" b="1">
                <a:latin typeface="宋体"/>
                <a:cs typeface="宋体"/>
              </a:rPr>
              <a:t>上的单词</a:t>
            </a:r>
            <a:r>
              <a:rPr dirty="0" sz="2800" b="1">
                <a:latin typeface="宋体"/>
                <a:cs typeface="宋体"/>
              </a:rPr>
              <a:t>集</a:t>
            </a:r>
            <a:r>
              <a:rPr dirty="0" sz="2800" spc="-5" b="1" i="1">
                <a:latin typeface="Times New Roman"/>
                <a:cs typeface="Times New Roman"/>
              </a:rPr>
              <a:t>V</a:t>
            </a:r>
            <a:r>
              <a:rPr dirty="0" sz="2800" spc="10" b="1" i="1">
                <a:latin typeface="Times New Roman"/>
                <a:cs typeface="Times New Roman"/>
              </a:rPr>
              <a:t> </a:t>
            </a:r>
            <a:r>
              <a:rPr dirty="0" sz="2800" b="1">
                <a:latin typeface="Symbol"/>
                <a:cs typeface="Symbol"/>
              </a:rPr>
              <a:t></a:t>
            </a:r>
            <a:r>
              <a:rPr dirty="0" sz="2800" b="1" i="1">
                <a:latin typeface="Times New Roman"/>
                <a:cs typeface="Times New Roman"/>
              </a:rPr>
              <a:t>∑</a:t>
            </a:r>
            <a:r>
              <a:rPr dirty="0" sz="2800" b="1">
                <a:latin typeface="Times New Roman"/>
                <a:cs typeface="Times New Roman"/>
              </a:rPr>
              <a:t>*</a:t>
            </a:r>
            <a:r>
              <a:rPr dirty="0" sz="2800" spc="-5" b="1">
                <a:latin typeface="宋体"/>
                <a:cs typeface="宋体"/>
              </a:rPr>
              <a:t>是正规的，当且仅当存</a:t>
            </a:r>
            <a:r>
              <a:rPr dirty="0" sz="2800" b="1">
                <a:latin typeface="宋体"/>
                <a:cs typeface="宋体"/>
              </a:rPr>
              <a:t>在</a:t>
            </a:r>
            <a:r>
              <a:rPr dirty="0" sz="2800" spc="-5" b="1" i="1">
                <a:latin typeface="Times New Roman"/>
                <a:cs typeface="Times New Roman"/>
              </a:rPr>
              <a:t>∑</a:t>
            </a:r>
            <a:endParaRPr sz="2800">
              <a:latin typeface="Times New Roman"/>
              <a:cs typeface="Times New Roman"/>
            </a:endParaRPr>
          </a:p>
          <a:p>
            <a:pPr marL="90805">
              <a:lnSpc>
                <a:spcPct val="100000"/>
              </a:lnSpc>
              <a:spcBef>
                <a:spcPts val="1680"/>
              </a:spcBef>
              <a:tabLst>
                <a:tab pos="1431925" algn="l"/>
              </a:tabLst>
            </a:pPr>
            <a:r>
              <a:rPr dirty="0" sz="2800" spc="-10" b="1">
                <a:latin typeface="宋体"/>
                <a:cs typeface="宋体"/>
              </a:rPr>
              <a:t>上的</a:t>
            </a:r>
            <a:r>
              <a:rPr dirty="0" sz="2800" spc="-110" b="1">
                <a:latin typeface="Times New Roman"/>
                <a:cs typeface="Times New Roman"/>
              </a:rPr>
              <a:t>FA	</a:t>
            </a:r>
            <a:r>
              <a:rPr dirty="0" sz="2800" spc="-10" b="1" i="1">
                <a:latin typeface="Times New Roman"/>
                <a:cs typeface="Times New Roman"/>
              </a:rPr>
              <a:t>M</a:t>
            </a:r>
            <a:r>
              <a:rPr dirty="0" sz="2800" spc="-10" b="1">
                <a:latin typeface="宋体"/>
                <a:cs typeface="宋体"/>
              </a:rPr>
              <a:t>，使得</a:t>
            </a:r>
            <a:r>
              <a:rPr dirty="0" sz="2800" spc="-5" b="1" i="1">
                <a:latin typeface="Times New Roman"/>
                <a:cs typeface="Times New Roman"/>
              </a:rPr>
              <a:t>V=L</a:t>
            </a:r>
            <a:r>
              <a:rPr dirty="0" sz="2800" spc="-5" b="1">
                <a:latin typeface="Times New Roman"/>
                <a:cs typeface="Times New Roman"/>
              </a:rPr>
              <a:t>(</a:t>
            </a:r>
            <a:r>
              <a:rPr dirty="0" sz="2800" spc="-5" b="1" i="1">
                <a:latin typeface="Times New Roman"/>
                <a:cs typeface="Times New Roman"/>
              </a:rPr>
              <a:t>M</a:t>
            </a:r>
            <a:r>
              <a:rPr dirty="0" sz="2800" spc="-5" b="1">
                <a:latin typeface="Times New Roman"/>
                <a:cs typeface="Times New Roman"/>
              </a:rPr>
              <a:t>)</a:t>
            </a:r>
            <a:r>
              <a:rPr dirty="0" sz="2800" spc="-15" b="1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1621" y="10160"/>
            <a:ext cx="248284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38494" y="0"/>
            <a:ext cx="248411" cy="10502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343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71621" y="162560"/>
            <a:ext cx="248284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238494" y="143382"/>
            <a:ext cx="248411" cy="114046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342900" y="781812"/>
            <a:ext cx="8505444" cy="2122931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20873" y="5029961"/>
            <a:ext cx="513715" cy="457200"/>
          </a:xfrm>
          <a:custGeom>
            <a:avLst/>
            <a:gdLst/>
            <a:ahLst/>
            <a:cxnLst/>
            <a:rect l="l" t="t" r="r" b="b"/>
            <a:pathLst>
              <a:path w="513714" h="457200">
                <a:moveTo>
                  <a:pt x="0" y="228600"/>
                </a:moveTo>
                <a:lnTo>
                  <a:pt x="5215" y="182533"/>
                </a:lnTo>
                <a:lnTo>
                  <a:pt x="20175" y="139624"/>
                </a:lnTo>
                <a:lnTo>
                  <a:pt x="43846" y="100793"/>
                </a:lnTo>
                <a:lnTo>
                  <a:pt x="75199" y="66960"/>
                </a:lnTo>
                <a:lnTo>
                  <a:pt x="113202" y="39045"/>
                </a:lnTo>
                <a:lnTo>
                  <a:pt x="156823" y="17966"/>
                </a:lnTo>
                <a:lnTo>
                  <a:pt x="205030" y="4644"/>
                </a:lnTo>
                <a:lnTo>
                  <a:pt x="256794" y="0"/>
                </a:lnTo>
                <a:lnTo>
                  <a:pt x="308557" y="4644"/>
                </a:lnTo>
                <a:lnTo>
                  <a:pt x="356764" y="17966"/>
                </a:lnTo>
                <a:lnTo>
                  <a:pt x="400385" y="39045"/>
                </a:lnTo>
                <a:lnTo>
                  <a:pt x="438388" y="66960"/>
                </a:lnTo>
                <a:lnTo>
                  <a:pt x="469741" y="100793"/>
                </a:lnTo>
                <a:lnTo>
                  <a:pt x="493412" y="139624"/>
                </a:lnTo>
                <a:lnTo>
                  <a:pt x="508372" y="182533"/>
                </a:lnTo>
                <a:lnTo>
                  <a:pt x="513588" y="228600"/>
                </a:lnTo>
                <a:lnTo>
                  <a:pt x="508372" y="274666"/>
                </a:lnTo>
                <a:lnTo>
                  <a:pt x="493412" y="317575"/>
                </a:lnTo>
                <a:lnTo>
                  <a:pt x="469741" y="356406"/>
                </a:lnTo>
                <a:lnTo>
                  <a:pt x="438388" y="390239"/>
                </a:lnTo>
                <a:lnTo>
                  <a:pt x="400385" y="418154"/>
                </a:lnTo>
                <a:lnTo>
                  <a:pt x="356764" y="439233"/>
                </a:lnTo>
                <a:lnTo>
                  <a:pt x="308557" y="452555"/>
                </a:lnTo>
                <a:lnTo>
                  <a:pt x="256794" y="457200"/>
                </a:lnTo>
                <a:lnTo>
                  <a:pt x="205030" y="452555"/>
                </a:lnTo>
                <a:lnTo>
                  <a:pt x="156823" y="439233"/>
                </a:lnTo>
                <a:lnTo>
                  <a:pt x="113202" y="418154"/>
                </a:lnTo>
                <a:lnTo>
                  <a:pt x="75199" y="390239"/>
                </a:lnTo>
                <a:lnTo>
                  <a:pt x="43846" y="356406"/>
                </a:lnTo>
                <a:lnTo>
                  <a:pt x="20175" y="317575"/>
                </a:lnTo>
                <a:lnTo>
                  <a:pt x="5215" y="274666"/>
                </a:lnTo>
                <a:lnTo>
                  <a:pt x="0" y="2286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4097273" y="5029961"/>
            <a:ext cx="513715" cy="457200"/>
          </a:xfrm>
          <a:custGeom>
            <a:avLst/>
            <a:gdLst/>
            <a:ahLst/>
            <a:cxnLst/>
            <a:rect l="l" t="t" r="r" b="b"/>
            <a:pathLst>
              <a:path w="513714" h="457200">
                <a:moveTo>
                  <a:pt x="0" y="228600"/>
                </a:moveTo>
                <a:lnTo>
                  <a:pt x="5215" y="182533"/>
                </a:lnTo>
                <a:lnTo>
                  <a:pt x="20175" y="139624"/>
                </a:lnTo>
                <a:lnTo>
                  <a:pt x="43846" y="100793"/>
                </a:lnTo>
                <a:lnTo>
                  <a:pt x="75199" y="66960"/>
                </a:lnTo>
                <a:lnTo>
                  <a:pt x="113202" y="39045"/>
                </a:lnTo>
                <a:lnTo>
                  <a:pt x="156823" y="17966"/>
                </a:lnTo>
                <a:lnTo>
                  <a:pt x="205030" y="4644"/>
                </a:lnTo>
                <a:lnTo>
                  <a:pt x="256793" y="0"/>
                </a:lnTo>
                <a:lnTo>
                  <a:pt x="308557" y="4644"/>
                </a:lnTo>
                <a:lnTo>
                  <a:pt x="356764" y="17966"/>
                </a:lnTo>
                <a:lnTo>
                  <a:pt x="400385" y="39045"/>
                </a:lnTo>
                <a:lnTo>
                  <a:pt x="438388" y="66960"/>
                </a:lnTo>
                <a:lnTo>
                  <a:pt x="469741" y="100793"/>
                </a:lnTo>
                <a:lnTo>
                  <a:pt x="493412" y="139624"/>
                </a:lnTo>
                <a:lnTo>
                  <a:pt x="508372" y="182533"/>
                </a:lnTo>
                <a:lnTo>
                  <a:pt x="513588" y="228600"/>
                </a:lnTo>
                <a:lnTo>
                  <a:pt x="508372" y="274666"/>
                </a:lnTo>
                <a:lnTo>
                  <a:pt x="493412" y="317575"/>
                </a:lnTo>
                <a:lnTo>
                  <a:pt x="469741" y="356406"/>
                </a:lnTo>
                <a:lnTo>
                  <a:pt x="438388" y="390239"/>
                </a:lnTo>
                <a:lnTo>
                  <a:pt x="400385" y="418154"/>
                </a:lnTo>
                <a:lnTo>
                  <a:pt x="356764" y="439233"/>
                </a:lnTo>
                <a:lnTo>
                  <a:pt x="308557" y="452555"/>
                </a:lnTo>
                <a:lnTo>
                  <a:pt x="256793" y="457200"/>
                </a:lnTo>
                <a:lnTo>
                  <a:pt x="205030" y="452555"/>
                </a:lnTo>
                <a:lnTo>
                  <a:pt x="156823" y="439233"/>
                </a:lnTo>
                <a:lnTo>
                  <a:pt x="113202" y="418154"/>
                </a:lnTo>
                <a:lnTo>
                  <a:pt x="75199" y="390239"/>
                </a:lnTo>
                <a:lnTo>
                  <a:pt x="43846" y="356406"/>
                </a:lnTo>
                <a:lnTo>
                  <a:pt x="20175" y="317575"/>
                </a:lnTo>
                <a:lnTo>
                  <a:pt x="5215" y="274666"/>
                </a:lnTo>
                <a:lnTo>
                  <a:pt x="0" y="2286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2420873" y="5659373"/>
            <a:ext cx="513715" cy="457200"/>
          </a:xfrm>
          <a:custGeom>
            <a:avLst/>
            <a:gdLst/>
            <a:ahLst/>
            <a:cxnLst/>
            <a:rect l="l" t="t" r="r" b="b"/>
            <a:pathLst>
              <a:path w="513714" h="457200">
                <a:moveTo>
                  <a:pt x="0" y="228600"/>
                </a:moveTo>
                <a:lnTo>
                  <a:pt x="5215" y="182529"/>
                </a:lnTo>
                <a:lnTo>
                  <a:pt x="20175" y="139619"/>
                </a:lnTo>
                <a:lnTo>
                  <a:pt x="43846" y="100788"/>
                </a:lnTo>
                <a:lnTo>
                  <a:pt x="75199" y="66955"/>
                </a:lnTo>
                <a:lnTo>
                  <a:pt x="113202" y="39041"/>
                </a:lnTo>
                <a:lnTo>
                  <a:pt x="156823" y="17964"/>
                </a:lnTo>
                <a:lnTo>
                  <a:pt x="205030" y="4644"/>
                </a:lnTo>
                <a:lnTo>
                  <a:pt x="256794" y="0"/>
                </a:lnTo>
                <a:lnTo>
                  <a:pt x="308557" y="4644"/>
                </a:lnTo>
                <a:lnTo>
                  <a:pt x="356764" y="17964"/>
                </a:lnTo>
                <a:lnTo>
                  <a:pt x="400385" y="39041"/>
                </a:lnTo>
                <a:lnTo>
                  <a:pt x="438388" y="66955"/>
                </a:lnTo>
                <a:lnTo>
                  <a:pt x="469741" y="100788"/>
                </a:lnTo>
                <a:lnTo>
                  <a:pt x="493412" y="139619"/>
                </a:lnTo>
                <a:lnTo>
                  <a:pt x="508372" y="182529"/>
                </a:lnTo>
                <a:lnTo>
                  <a:pt x="513588" y="228600"/>
                </a:lnTo>
                <a:lnTo>
                  <a:pt x="508372" y="274670"/>
                </a:lnTo>
                <a:lnTo>
                  <a:pt x="493412" y="317580"/>
                </a:lnTo>
                <a:lnTo>
                  <a:pt x="469741" y="356411"/>
                </a:lnTo>
                <a:lnTo>
                  <a:pt x="438388" y="390244"/>
                </a:lnTo>
                <a:lnTo>
                  <a:pt x="400385" y="418158"/>
                </a:lnTo>
                <a:lnTo>
                  <a:pt x="356764" y="439235"/>
                </a:lnTo>
                <a:lnTo>
                  <a:pt x="308557" y="452555"/>
                </a:lnTo>
                <a:lnTo>
                  <a:pt x="256794" y="457199"/>
                </a:lnTo>
                <a:lnTo>
                  <a:pt x="205030" y="452555"/>
                </a:lnTo>
                <a:lnTo>
                  <a:pt x="156823" y="439235"/>
                </a:lnTo>
                <a:lnTo>
                  <a:pt x="113202" y="418158"/>
                </a:lnTo>
                <a:lnTo>
                  <a:pt x="75199" y="390244"/>
                </a:lnTo>
                <a:lnTo>
                  <a:pt x="43846" y="356411"/>
                </a:lnTo>
                <a:lnTo>
                  <a:pt x="20175" y="317580"/>
                </a:lnTo>
                <a:lnTo>
                  <a:pt x="5215" y="274670"/>
                </a:lnTo>
                <a:lnTo>
                  <a:pt x="0" y="2286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271766" y="5697473"/>
            <a:ext cx="513715" cy="457200"/>
          </a:xfrm>
          <a:custGeom>
            <a:avLst/>
            <a:gdLst/>
            <a:ahLst/>
            <a:cxnLst/>
            <a:rect l="l" t="t" r="r" b="b"/>
            <a:pathLst>
              <a:path w="513715" h="457200">
                <a:moveTo>
                  <a:pt x="0" y="228600"/>
                </a:moveTo>
                <a:lnTo>
                  <a:pt x="5215" y="182529"/>
                </a:lnTo>
                <a:lnTo>
                  <a:pt x="20175" y="139619"/>
                </a:lnTo>
                <a:lnTo>
                  <a:pt x="43846" y="100788"/>
                </a:lnTo>
                <a:lnTo>
                  <a:pt x="75199" y="66955"/>
                </a:lnTo>
                <a:lnTo>
                  <a:pt x="113202" y="39041"/>
                </a:lnTo>
                <a:lnTo>
                  <a:pt x="156823" y="17964"/>
                </a:lnTo>
                <a:lnTo>
                  <a:pt x="205030" y="4644"/>
                </a:lnTo>
                <a:lnTo>
                  <a:pt x="256793" y="0"/>
                </a:lnTo>
                <a:lnTo>
                  <a:pt x="308557" y="4644"/>
                </a:lnTo>
                <a:lnTo>
                  <a:pt x="356764" y="17964"/>
                </a:lnTo>
                <a:lnTo>
                  <a:pt x="400385" y="39041"/>
                </a:lnTo>
                <a:lnTo>
                  <a:pt x="438388" y="66955"/>
                </a:lnTo>
                <a:lnTo>
                  <a:pt x="469741" y="100788"/>
                </a:lnTo>
                <a:lnTo>
                  <a:pt x="493412" y="139619"/>
                </a:lnTo>
                <a:lnTo>
                  <a:pt x="508372" y="182529"/>
                </a:lnTo>
                <a:lnTo>
                  <a:pt x="513587" y="228600"/>
                </a:lnTo>
                <a:lnTo>
                  <a:pt x="508372" y="274670"/>
                </a:lnTo>
                <a:lnTo>
                  <a:pt x="493412" y="317580"/>
                </a:lnTo>
                <a:lnTo>
                  <a:pt x="469741" y="356411"/>
                </a:lnTo>
                <a:lnTo>
                  <a:pt x="438388" y="390244"/>
                </a:lnTo>
                <a:lnTo>
                  <a:pt x="400385" y="418158"/>
                </a:lnTo>
                <a:lnTo>
                  <a:pt x="356764" y="439235"/>
                </a:lnTo>
                <a:lnTo>
                  <a:pt x="308557" y="452555"/>
                </a:lnTo>
                <a:lnTo>
                  <a:pt x="256793" y="457199"/>
                </a:lnTo>
                <a:lnTo>
                  <a:pt x="205030" y="452555"/>
                </a:lnTo>
                <a:lnTo>
                  <a:pt x="156823" y="439235"/>
                </a:lnTo>
                <a:lnTo>
                  <a:pt x="113202" y="418158"/>
                </a:lnTo>
                <a:lnTo>
                  <a:pt x="75199" y="390244"/>
                </a:lnTo>
                <a:lnTo>
                  <a:pt x="43846" y="356411"/>
                </a:lnTo>
                <a:lnTo>
                  <a:pt x="20175" y="317580"/>
                </a:lnTo>
                <a:lnTo>
                  <a:pt x="5215" y="274670"/>
                </a:lnTo>
                <a:lnTo>
                  <a:pt x="0" y="228600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421640" y="4422394"/>
            <a:ext cx="41763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189355" algn="l"/>
              </a:tabLst>
            </a:pP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step1: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将</a:t>
            </a:r>
            <a:r>
              <a:rPr dirty="0" sz="2800" spc="-110" b="1">
                <a:solidFill>
                  <a:srgbClr val="FFFFFF"/>
                </a:solidFill>
                <a:latin typeface="Times New Roman"/>
                <a:cs typeface="Times New Roman"/>
              </a:rPr>
              <a:t>FA</a:t>
            </a:r>
            <a:r>
              <a:rPr dirty="0" sz="2800" spc="-2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进行拓广；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42900" y="3361944"/>
            <a:ext cx="6972300" cy="946785"/>
          </a:xfrm>
          <a:custGeom>
            <a:avLst/>
            <a:gdLst/>
            <a:ahLst/>
            <a:cxnLst/>
            <a:rect l="l" t="t" r="r" b="b"/>
            <a:pathLst>
              <a:path w="6972300" h="946785">
                <a:moveTo>
                  <a:pt x="0" y="946403"/>
                </a:moveTo>
                <a:lnTo>
                  <a:pt x="6972300" y="946403"/>
                </a:lnTo>
                <a:lnTo>
                  <a:pt x="6972300" y="0"/>
                </a:lnTo>
                <a:lnTo>
                  <a:pt x="0" y="0"/>
                </a:lnTo>
                <a:lnTo>
                  <a:pt x="0" y="946403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8739" y="26923"/>
            <a:ext cx="8769985" cy="42405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848735" algn="l"/>
                <a:tab pos="646303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机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5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250">
              <a:latin typeface="Times New Roman"/>
              <a:cs typeface="Times New Roman"/>
            </a:endParaRPr>
          </a:p>
          <a:p>
            <a:pPr marL="612775" indent="-257810">
              <a:lnSpc>
                <a:spcPct val="100000"/>
              </a:lnSpc>
              <a:buSzPct val="129166"/>
              <a:buFont typeface="Wingdings"/>
              <a:buChar char=""/>
              <a:tabLst>
                <a:tab pos="613410" algn="l"/>
              </a:tabLst>
            </a:pPr>
            <a:r>
              <a:rPr dirty="0" sz="2400" b="1">
                <a:latin typeface="宋体"/>
                <a:cs typeface="宋体"/>
              </a:rPr>
              <a:t>转换方法：</a:t>
            </a:r>
            <a:endParaRPr sz="2400">
              <a:latin typeface="宋体"/>
              <a:cs typeface="宋体"/>
            </a:endParaRPr>
          </a:p>
          <a:p>
            <a:pPr lvl="1" marL="1193800" indent="-534035">
              <a:lnSpc>
                <a:spcPct val="100000"/>
              </a:lnSpc>
              <a:spcBef>
                <a:spcPts val="1445"/>
              </a:spcBef>
              <a:buFont typeface="Times New Roman"/>
              <a:buAutoNum type="arabicPeriod"/>
              <a:tabLst>
                <a:tab pos="1193800" algn="l"/>
                <a:tab pos="1194435" algn="l"/>
                <a:tab pos="1647825" algn="l"/>
              </a:tabLst>
            </a:pPr>
            <a:r>
              <a:rPr dirty="0" sz="2400" spc="-5" b="1">
                <a:latin typeface="Symbol"/>
                <a:cs typeface="Symbol"/>
              </a:rPr>
              <a:t></a:t>
            </a:r>
            <a:r>
              <a:rPr dirty="0" sz="2400" spc="-5">
                <a:latin typeface="Times New Roman"/>
                <a:cs typeface="Times New Roman"/>
              </a:rPr>
              <a:t>	</a:t>
            </a:r>
            <a:r>
              <a:rPr dirty="0" sz="2400" b="1">
                <a:latin typeface="宋体"/>
                <a:cs typeface="宋体"/>
              </a:rPr>
              <a:t>若有</a:t>
            </a:r>
            <a:r>
              <a:rPr dirty="0" sz="2400" spc="5" b="1" i="1">
                <a:latin typeface="Times New Roman"/>
                <a:cs typeface="Times New Roman"/>
              </a:rPr>
              <a:t>∑</a:t>
            </a:r>
            <a:r>
              <a:rPr dirty="0" sz="2400" b="1">
                <a:latin typeface="宋体"/>
                <a:cs typeface="宋体"/>
              </a:rPr>
              <a:t>上的</a:t>
            </a:r>
            <a:r>
              <a:rPr dirty="0" sz="2400" spc="-95" b="1">
                <a:latin typeface="Times New Roman"/>
                <a:cs typeface="Times New Roman"/>
              </a:rPr>
              <a:t>FA</a:t>
            </a:r>
            <a:r>
              <a:rPr dirty="0" sz="2400" spc="-130" b="1">
                <a:latin typeface="Times New Roman"/>
                <a:cs typeface="Times New Roman"/>
              </a:rPr>
              <a:t> </a:t>
            </a:r>
            <a:r>
              <a:rPr dirty="0" sz="2400" b="1" i="1">
                <a:latin typeface="Times New Roman"/>
                <a:cs typeface="Times New Roman"/>
              </a:rPr>
              <a:t>M</a:t>
            </a:r>
            <a:r>
              <a:rPr dirty="0" sz="2400" b="1">
                <a:latin typeface="宋体"/>
                <a:cs typeface="宋体"/>
              </a:rPr>
              <a:t>，构造正规式</a:t>
            </a:r>
            <a:r>
              <a:rPr dirty="0" sz="2400" spc="-5" b="1" i="1">
                <a:latin typeface="Times New Roman"/>
                <a:cs typeface="Times New Roman"/>
              </a:rPr>
              <a:t>V</a:t>
            </a:r>
            <a:r>
              <a:rPr dirty="0" sz="2400" b="1">
                <a:latin typeface="宋体"/>
                <a:cs typeface="宋体"/>
              </a:rPr>
              <a:t>使</a:t>
            </a:r>
            <a:r>
              <a:rPr dirty="0" sz="2400" spc="-5" b="1" i="1">
                <a:latin typeface="Times New Roman"/>
                <a:cs typeface="Times New Roman"/>
              </a:rPr>
              <a:t>L</a:t>
            </a:r>
            <a:r>
              <a:rPr dirty="0" sz="2400" spc="-5" b="1">
                <a:latin typeface="Times New Roman"/>
                <a:cs typeface="Times New Roman"/>
              </a:rPr>
              <a:t>(</a:t>
            </a:r>
            <a:r>
              <a:rPr dirty="0" sz="2400" spc="-5" b="1" i="1">
                <a:latin typeface="Times New Roman"/>
                <a:cs typeface="Times New Roman"/>
              </a:rPr>
              <a:t>M</a:t>
            </a:r>
            <a:r>
              <a:rPr dirty="0" sz="2400" spc="-5" b="1">
                <a:latin typeface="Times New Roman"/>
                <a:cs typeface="Times New Roman"/>
              </a:rPr>
              <a:t>) </a:t>
            </a:r>
            <a:r>
              <a:rPr dirty="0" sz="2400" b="1">
                <a:latin typeface="Times New Roman"/>
                <a:cs typeface="Times New Roman"/>
              </a:rPr>
              <a:t>=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spc="-5" b="1" i="1">
                <a:latin typeface="Times New Roman"/>
                <a:cs typeface="Times New Roman"/>
              </a:rPr>
              <a:t>L</a:t>
            </a:r>
            <a:r>
              <a:rPr dirty="0" sz="2400" spc="-5" b="1">
                <a:latin typeface="Times New Roman"/>
                <a:cs typeface="Times New Roman"/>
              </a:rPr>
              <a:t>(</a:t>
            </a:r>
            <a:r>
              <a:rPr dirty="0" sz="2400" spc="-5" b="1" i="1">
                <a:latin typeface="Times New Roman"/>
                <a:cs typeface="Times New Roman"/>
              </a:rPr>
              <a:t>V</a:t>
            </a:r>
            <a:r>
              <a:rPr dirty="0" sz="2400" spc="-5" b="1">
                <a:latin typeface="Times New Roman"/>
                <a:cs typeface="Times New Roman"/>
              </a:rPr>
              <a:t>)</a:t>
            </a:r>
            <a:r>
              <a:rPr dirty="0" sz="2400" spc="-5" b="1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lvl="1" marL="1574800" marR="1382395" indent="-915035">
              <a:lnSpc>
                <a:spcPts val="4320"/>
              </a:lnSpc>
              <a:spcBef>
                <a:spcPts val="385"/>
              </a:spcBef>
              <a:buFont typeface="Times New Roman"/>
              <a:buAutoNum type="arabicPeriod"/>
              <a:tabLst>
                <a:tab pos="1193800" algn="l"/>
                <a:tab pos="1194435" algn="l"/>
                <a:tab pos="6188710" algn="l"/>
              </a:tabLst>
            </a:pPr>
            <a:r>
              <a:rPr dirty="0" sz="2400" spc="-5" b="1">
                <a:latin typeface="Symbol"/>
                <a:cs typeface="Symbol"/>
              </a:rPr>
              <a:t></a:t>
            </a:r>
            <a:r>
              <a:rPr dirty="0" sz="2400" spc="5">
                <a:latin typeface="Times New Roman"/>
                <a:cs typeface="Times New Roman"/>
              </a:rPr>
              <a:t> </a:t>
            </a:r>
            <a:r>
              <a:rPr dirty="0" sz="2400" spc="5" b="1" i="1">
                <a:latin typeface="Times New Roman"/>
                <a:cs typeface="Times New Roman"/>
              </a:rPr>
              <a:t>∑</a:t>
            </a:r>
            <a:r>
              <a:rPr dirty="0" sz="2400" b="1">
                <a:latin typeface="宋体"/>
                <a:cs typeface="宋体"/>
              </a:rPr>
              <a:t>上任何正规</a:t>
            </a:r>
            <a:r>
              <a:rPr dirty="0" sz="2400" spc="5" b="1">
                <a:latin typeface="宋体"/>
                <a:cs typeface="宋体"/>
              </a:rPr>
              <a:t>式</a:t>
            </a:r>
            <a:r>
              <a:rPr dirty="0" sz="2400" spc="-5" b="1" i="1">
                <a:latin typeface="Times New Roman"/>
                <a:cs typeface="Times New Roman"/>
              </a:rPr>
              <a:t>V</a:t>
            </a:r>
            <a:r>
              <a:rPr dirty="0" sz="2400" b="1">
                <a:latin typeface="宋体"/>
                <a:cs typeface="宋体"/>
              </a:rPr>
              <a:t>，构造相应的</a:t>
            </a:r>
            <a:r>
              <a:rPr dirty="0" sz="2400" spc="-185" b="1">
                <a:latin typeface="Times New Roman"/>
                <a:cs typeface="Times New Roman"/>
              </a:rPr>
              <a:t>F</a:t>
            </a:r>
            <a:r>
              <a:rPr dirty="0" sz="2400" spc="-5" b="1">
                <a:latin typeface="Times New Roman"/>
                <a:cs typeface="Times New Roman"/>
              </a:rPr>
              <a:t>A</a:t>
            </a:r>
            <a:r>
              <a:rPr dirty="0" sz="2400" b="1">
                <a:latin typeface="Times New Roman"/>
                <a:cs typeface="Times New Roman"/>
              </a:rPr>
              <a:t>	</a:t>
            </a:r>
            <a:r>
              <a:rPr dirty="0" sz="2400" spc="-5" b="1" i="1">
                <a:latin typeface="Times New Roman"/>
                <a:cs typeface="Times New Roman"/>
              </a:rPr>
              <a:t>M</a:t>
            </a:r>
            <a:r>
              <a:rPr dirty="0" sz="2400" spc="5" b="1">
                <a:latin typeface="宋体"/>
                <a:cs typeface="宋体"/>
              </a:rPr>
              <a:t>，</a:t>
            </a:r>
            <a:r>
              <a:rPr dirty="0" sz="2400" b="1">
                <a:latin typeface="宋体"/>
                <a:cs typeface="宋体"/>
              </a:rPr>
              <a:t>使得  </a:t>
            </a:r>
            <a:r>
              <a:rPr dirty="0" sz="2400" spc="-5" b="1" i="1">
                <a:latin typeface="Times New Roman"/>
                <a:cs typeface="Times New Roman"/>
              </a:rPr>
              <a:t>L</a:t>
            </a:r>
            <a:r>
              <a:rPr dirty="0" sz="2400" spc="-5" b="1">
                <a:latin typeface="Times New Roman"/>
                <a:cs typeface="Times New Roman"/>
              </a:rPr>
              <a:t>(</a:t>
            </a:r>
            <a:r>
              <a:rPr dirty="0" sz="2400" spc="-5" b="1" i="1">
                <a:latin typeface="Times New Roman"/>
                <a:cs typeface="Times New Roman"/>
              </a:rPr>
              <a:t>M</a:t>
            </a:r>
            <a:r>
              <a:rPr dirty="0" sz="2400" spc="-5" b="1">
                <a:latin typeface="Times New Roman"/>
                <a:cs typeface="Times New Roman"/>
              </a:rPr>
              <a:t>)</a:t>
            </a:r>
            <a:r>
              <a:rPr dirty="0" sz="2400" spc="-15" b="1">
                <a:latin typeface="Times New Roman"/>
                <a:cs typeface="Times New Roman"/>
              </a:rPr>
              <a:t> </a:t>
            </a:r>
            <a:r>
              <a:rPr dirty="0" sz="2400" b="1">
                <a:latin typeface="Times New Roman"/>
                <a:cs typeface="Times New Roman"/>
              </a:rPr>
              <a:t>= </a:t>
            </a:r>
            <a:r>
              <a:rPr dirty="0" sz="2400" spc="-5" b="1" i="1">
                <a:latin typeface="Times New Roman"/>
                <a:cs typeface="Times New Roman"/>
              </a:rPr>
              <a:t>L</a:t>
            </a:r>
            <a:r>
              <a:rPr dirty="0" sz="2400" spc="-5" b="1">
                <a:latin typeface="Times New Roman"/>
                <a:cs typeface="Times New Roman"/>
              </a:rPr>
              <a:t>(</a:t>
            </a:r>
            <a:r>
              <a:rPr dirty="0" sz="2400" spc="-5" b="1" i="1">
                <a:latin typeface="Times New Roman"/>
                <a:cs typeface="Times New Roman"/>
              </a:rPr>
              <a:t>V</a:t>
            </a:r>
            <a:r>
              <a:rPr dirty="0" sz="2400" spc="-5" b="1">
                <a:latin typeface="Times New Roman"/>
                <a:cs typeface="Times New Roman"/>
              </a:rPr>
              <a:t>)</a:t>
            </a:r>
            <a:r>
              <a:rPr dirty="0" sz="2400" spc="-10" b="1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0"/>
              </a:spcBef>
            </a:pPr>
            <a:endParaRPr sz="3150">
              <a:latin typeface="宋体"/>
              <a:cs typeface="宋体"/>
            </a:endParaRPr>
          </a:p>
          <a:p>
            <a:pPr marL="2640965" marR="1901189" indent="-2003425">
              <a:lnSpc>
                <a:spcPct val="100000"/>
              </a:lnSpc>
              <a:tabLst>
                <a:tab pos="1167130" algn="l"/>
                <a:tab pos="3456304" algn="l"/>
              </a:tabLst>
            </a:pPr>
            <a:r>
              <a:rPr dirty="0" sz="2800" spc="-10" b="1">
                <a:latin typeface="Symbol"/>
                <a:cs typeface="Symbol"/>
              </a:rPr>
              <a:t></a:t>
            </a:r>
            <a:r>
              <a:rPr dirty="0" sz="2800" spc="-10">
                <a:latin typeface="Times New Roman"/>
                <a:cs typeface="Times New Roman"/>
              </a:rPr>
              <a:t>	</a:t>
            </a:r>
            <a:r>
              <a:rPr dirty="0" sz="2800" spc="-5" b="1">
                <a:latin typeface="宋体"/>
                <a:cs typeface="宋体"/>
              </a:rPr>
              <a:t>若有</a:t>
            </a:r>
            <a:r>
              <a:rPr dirty="0" sz="2800" spc="-10" b="1" i="1">
                <a:latin typeface="Times New Roman"/>
                <a:cs typeface="Times New Roman"/>
              </a:rPr>
              <a:t>∑</a:t>
            </a:r>
            <a:r>
              <a:rPr dirty="0" sz="2800" spc="-5" b="1">
                <a:latin typeface="宋体"/>
                <a:cs typeface="宋体"/>
              </a:rPr>
              <a:t>上的</a:t>
            </a:r>
            <a:r>
              <a:rPr dirty="0" sz="2800" spc="-215" b="1">
                <a:latin typeface="Times New Roman"/>
                <a:cs typeface="Times New Roman"/>
              </a:rPr>
              <a:t>F</a:t>
            </a:r>
            <a:r>
              <a:rPr dirty="0" sz="2800" spc="-5" b="1">
                <a:latin typeface="Times New Roman"/>
                <a:cs typeface="Times New Roman"/>
              </a:rPr>
              <a:t>A</a:t>
            </a:r>
            <a:r>
              <a:rPr dirty="0" sz="2800" b="1">
                <a:latin typeface="Times New Roman"/>
                <a:cs typeface="Times New Roman"/>
              </a:rPr>
              <a:t>	</a:t>
            </a:r>
            <a:r>
              <a:rPr dirty="0" sz="2800" spc="-10" b="1" i="1">
                <a:latin typeface="Times New Roman"/>
                <a:cs typeface="Times New Roman"/>
              </a:rPr>
              <a:t>M</a:t>
            </a:r>
            <a:r>
              <a:rPr dirty="0" sz="2800" spc="-5" b="1">
                <a:latin typeface="宋体"/>
                <a:cs typeface="宋体"/>
              </a:rPr>
              <a:t>，构造正规</a:t>
            </a:r>
            <a:r>
              <a:rPr dirty="0" sz="2800" spc="-15" b="1">
                <a:latin typeface="宋体"/>
                <a:cs typeface="宋体"/>
              </a:rPr>
              <a:t>式</a:t>
            </a:r>
            <a:r>
              <a:rPr dirty="0" sz="2800" spc="-10" b="1" i="1">
                <a:latin typeface="Times New Roman"/>
                <a:cs typeface="Times New Roman"/>
              </a:rPr>
              <a:t>V</a:t>
            </a:r>
            <a:r>
              <a:rPr dirty="0" sz="2800" spc="-5" b="1">
                <a:latin typeface="宋体"/>
                <a:cs typeface="宋体"/>
              </a:rPr>
              <a:t>，</a:t>
            </a:r>
            <a:r>
              <a:rPr dirty="0" sz="2800" spc="-10" b="1">
                <a:latin typeface="宋体"/>
                <a:cs typeface="宋体"/>
              </a:rPr>
              <a:t>使  </a:t>
            </a:r>
            <a:r>
              <a:rPr dirty="0" sz="2800" spc="-5" b="1" i="1">
                <a:latin typeface="Times New Roman"/>
                <a:cs typeface="Times New Roman"/>
              </a:rPr>
              <a:t>L</a:t>
            </a:r>
            <a:r>
              <a:rPr dirty="0" sz="2800" spc="-5" b="1">
                <a:latin typeface="Times New Roman"/>
                <a:cs typeface="Times New Roman"/>
              </a:rPr>
              <a:t>(</a:t>
            </a:r>
            <a:r>
              <a:rPr dirty="0" sz="2800" spc="-5" b="1" i="1">
                <a:latin typeface="Times New Roman"/>
                <a:cs typeface="Times New Roman"/>
              </a:rPr>
              <a:t>M</a:t>
            </a:r>
            <a:r>
              <a:rPr dirty="0" sz="2800" spc="-5" b="1">
                <a:latin typeface="Times New Roman"/>
                <a:cs typeface="Times New Roman"/>
              </a:rPr>
              <a:t>) =</a:t>
            </a:r>
            <a:r>
              <a:rPr dirty="0" sz="2800" spc="10" b="1">
                <a:latin typeface="Times New Roman"/>
                <a:cs typeface="Times New Roman"/>
              </a:rPr>
              <a:t> </a:t>
            </a:r>
            <a:r>
              <a:rPr dirty="0" sz="2800" spc="-5" b="1" i="1">
                <a:latin typeface="Times New Roman"/>
                <a:cs typeface="Times New Roman"/>
              </a:rPr>
              <a:t>L</a:t>
            </a:r>
            <a:r>
              <a:rPr dirty="0" sz="2800" spc="-5" b="1">
                <a:latin typeface="Times New Roman"/>
                <a:cs typeface="Times New Roman"/>
              </a:rPr>
              <a:t>(V)</a:t>
            </a:r>
            <a:r>
              <a:rPr dirty="0" sz="2800" spc="-5" b="1"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4568928" y="4118545"/>
            <a:ext cx="4575175" cy="915035"/>
          </a:xfrm>
          <a:custGeom>
            <a:avLst/>
            <a:gdLst/>
            <a:ahLst/>
            <a:cxnLst/>
            <a:rect l="l" t="t" r="r" b="b"/>
            <a:pathLst>
              <a:path w="4575175" h="915035">
                <a:moveTo>
                  <a:pt x="2935736" y="828104"/>
                </a:moveTo>
                <a:lnTo>
                  <a:pt x="1748051" y="828104"/>
                </a:lnTo>
                <a:lnTo>
                  <a:pt x="1784582" y="841722"/>
                </a:lnTo>
                <a:lnTo>
                  <a:pt x="1825035" y="854347"/>
                </a:lnTo>
                <a:lnTo>
                  <a:pt x="1869140" y="865927"/>
                </a:lnTo>
                <a:lnTo>
                  <a:pt x="1916628" y="876411"/>
                </a:lnTo>
                <a:lnTo>
                  <a:pt x="1967229" y="885746"/>
                </a:lnTo>
                <a:lnTo>
                  <a:pt x="2020674" y="893880"/>
                </a:lnTo>
                <a:lnTo>
                  <a:pt x="2076695" y="900760"/>
                </a:lnTo>
                <a:lnTo>
                  <a:pt x="2135020" y="906336"/>
                </a:lnTo>
                <a:lnTo>
                  <a:pt x="2198114" y="910721"/>
                </a:lnTo>
                <a:lnTo>
                  <a:pt x="2261286" y="913495"/>
                </a:lnTo>
                <a:lnTo>
                  <a:pt x="2324221" y="914703"/>
                </a:lnTo>
                <a:lnTo>
                  <a:pt x="2386606" y="914391"/>
                </a:lnTo>
                <a:lnTo>
                  <a:pt x="2448126" y="912606"/>
                </a:lnTo>
                <a:lnTo>
                  <a:pt x="2508466" y="909393"/>
                </a:lnTo>
                <a:lnTo>
                  <a:pt x="2567312" y="904799"/>
                </a:lnTo>
                <a:lnTo>
                  <a:pt x="2624349" y="898870"/>
                </a:lnTo>
                <a:lnTo>
                  <a:pt x="2679263" y="891651"/>
                </a:lnTo>
                <a:lnTo>
                  <a:pt x="2731739" y="883190"/>
                </a:lnTo>
                <a:lnTo>
                  <a:pt x="2781463" y="873532"/>
                </a:lnTo>
                <a:lnTo>
                  <a:pt x="2828120" y="862723"/>
                </a:lnTo>
                <a:lnTo>
                  <a:pt x="2871396" y="850809"/>
                </a:lnTo>
                <a:lnTo>
                  <a:pt x="2910977" y="837837"/>
                </a:lnTo>
                <a:lnTo>
                  <a:pt x="2935736" y="828104"/>
                </a:lnTo>
                <a:close/>
              </a:path>
              <a:path w="4575175" h="915035">
                <a:moveTo>
                  <a:pt x="3799126" y="747840"/>
                </a:moveTo>
                <a:lnTo>
                  <a:pt x="618132" y="747840"/>
                </a:lnTo>
                <a:lnTo>
                  <a:pt x="621053" y="749110"/>
                </a:lnTo>
                <a:lnTo>
                  <a:pt x="623847" y="750507"/>
                </a:lnTo>
                <a:lnTo>
                  <a:pt x="693290" y="777702"/>
                </a:lnTo>
                <a:lnTo>
                  <a:pt x="730662" y="789416"/>
                </a:lnTo>
                <a:lnTo>
                  <a:pt x="770521" y="800280"/>
                </a:lnTo>
                <a:lnTo>
                  <a:pt x="812677" y="810282"/>
                </a:lnTo>
                <a:lnTo>
                  <a:pt x="856942" y="819408"/>
                </a:lnTo>
                <a:lnTo>
                  <a:pt x="903124" y="827646"/>
                </a:lnTo>
                <a:lnTo>
                  <a:pt x="951035" y="834982"/>
                </a:lnTo>
                <a:lnTo>
                  <a:pt x="1000484" y="841405"/>
                </a:lnTo>
                <a:lnTo>
                  <a:pt x="1051282" y="846900"/>
                </a:lnTo>
                <a:lnTo>
                  <a:pt x="1103239" y="851455"/>
                </a:lnTo>
                <a:lnTo>
                  <a:pt x="1156165" y="855058"/>
                </a:lnTo>
                <a:lnTo>
                  <a:pt x="1209871" y="857694"/>
                </a:lnTo>
                <a:lnTo>
                  <a:pt x="1264166" y="859352"/>
                </a:lnTo>
                <a:lnTo>
                  <a:pt x="1318862" y="860019"/>
                </a:lnTo>
                <a:lnTo>
                  <a:pt x="1373767" y="859680"/>
                </a:lnTo>
                <a:lnTo>
                  <a:pt x="1428693" y="858325"/>
                </a:lnTo>
                <a:lnTo>
                  <a:pt x="1483450" y="855939"/>
                </a:lnTo>
                <a:lnTo>
                  <a:pt x="1537847" y="852510"/>
                </a:lnTo>
                <a:lnTo>
                  <a:pt x="1591696" y="848025"/>
                </a:lnTo>
                <a:lnTo>
                  <a:pt x="1644806" y="842471"/>
                </a:lnTo>
                <a:lnTo>
                  <a:pt x="1696988" y="835834"/>
                </a:lnTo>
                <a:lnTo>
                  <a:pt x="1748051" y="828104"/>
                </a:lnTo>
                <a:lnTo>
                  <a:pt x="2935736" y="828104"/>
                </a:lnTo>
                <a:lnTo>
                  <a:pt x="2946547" y="823853"/>
                </a:lnTo>
                <a:lnTo>
                  <a:pt x="2977793" y="808903"/>
                </a:lnTo>
                <a:lnTo>
                  <a:pt x="3004399" y="793032"/>
                </a:lnTo>
                <a:lnTo>
                  <a:pt x="3026052" y="776288"/>
                </a:lnTo>
                <a:lnTo>
                  <a:pt x="3674062" y="776288"/>
                </a:lnTo>
                <a:lnTo>
                  <a:pt x="3729301" y="765724"/>
                </a:lnTo>
                <a:lnTo>
                  <a:pt x="3779654" y="753650"/>
                </a:lnTo>
                <a:lnTo>
                  <a:pt x="3799126" y="747840"/>
                </a:lnTo>
                <a:close/>
              </a:path>
              <a:path w="4575175" h="915035">
                <a:moveTo>
                  <a:pt x="3674062" y="776288"/>
                </a:moveTo>
                <a:lnTo>
                  <a:pt x="3026052" y="776288"/>
                </a:lnTo>
                <a:lnTo>
                  <a:pt x="3075102" y="783786"/>
                </a:lnTo>
                <a:lnTo>
                  <a:pt x="3126269" y="790004"/>
                </a:lnTo>
                <a:lnTo>
                  <a:pt x="3179214" y="794909"/>
                </a:lnTo>
                <a:lnTo>
                  <a:pt x="3233598" y="798470"/>
                </a:lnTo>
                <a:lnTo>
                  <a:pt x="3289083" y="800656"/>
                </a:lnTo>
                <a:lnTo>
                  <a:pt x="3345330" y="801434"/>
                </a:lnTo>
                <a:lnTo>
                  <a:pt x="3416752" y="800474"/>
                </a:lnTo>
                <a:lnTo>
                  <a:pt x="3485822" y="797353"/>
                </a:lnTo>
                <a:lnTo>
                  <a:pt x="3552075" y="792194"/>
                </a:lnTo>
                <a:lnTo>
                  <a:pt x="3615048" y="785120"/>
                </a:lnTo>
                <a:lnTo>
                  <a:pt x="3674062" y="776288"/>
                </a:lnTo>
                <a:close/>
              </a:path>
              <a:path w="4575175" h="915035">
                <a:moveTo>
                  <a:pt x="1134229" y="80486"/>
                </a:moveTo>
                <a:lnTo>
                  <a:pt x="1081360" y="80824"/>
                </a:lnTo>
                <a:lnTo>
                  <a:pt x="1028469" y="82233"/>
                </a:lnTo>
                <a:lnTo>
                  <a:pt x="956551" y="85908"/>
                </a:lnTo>
                <a:lnTo>
                  <a:pt x="887689" y="91432"/>
                </a:lnTo>
                <a:lnTo>
                  <a:pt x="822188" y="98694"/>
                </a:lnTo>
                <a:lnTo>
                  <a:pt x="760358" y="107585"/>
                </a:lnTo>
                <a:lnTo>
                  <a:pt x="702505" y="117993"/>
                </a:lnTo>
                <a:lnTo>
                  <a:pt x="648937" y="129810"/>
                </a:lnTo>
                <a:lnTo>
                  <a:pt x="599962" y="142924"/>
                </a:lnTo>
                <a:lnTo>
                  <a:pt x="555886" y="157226"/>
                </a:lnTo>
                <a:lnTo>
                  <a:pt x="517018" y="172605"/>
                </a:lnTo>
                <a:lnTo>
                  <a:pt x="456135" y="206156"/>
                </a:lnTo>
                <a:lnTo>
                  <a:pt x="419771" y="242696"/>
                </a:lnTo>
                <a:lnTo>
                  <a:pt x="410388" y="281342"/>
                </a:lnTo>
                <a:lnTo>
                  <a:pt x="416583" y="301181"/>
                </a:lnTo>
                <a:lnTo>
                  <a:pt x="412773" y="303975"/>
                </a:lnTo>
                <a:lnTo>
                  <a:pt x="351385" y="306893"/>
                </a:lnTo>
                <a:lnTo>
                  <a:pt x="292651" y="311976"/>
                </a:lnTo>
                <a:lnTo>
                  <a:pt x="237268" y="319100"/>
                </a:lnTo>
                <a:lnTo>
                  <a:pt x="185930" y="328144"/>
                </a:lnTo>
                <a:lnTo>
                  <a:pt x="139332" y="338985"/>
                </a:lnTo>
                <a:lnTo>
                  <a:pt x="98171" y="351501"/>
                </a:lnTo>
                <a:lnTo>
                  <a:pt x="27749" y="386138"/>
                </a:lnTo>
                <a:lnTo>
                  <a:pt x="0" y="429098"/>
                </a:lnTo>
                <a:lnTo>
                  <a:pt x="6711" y="450523"/>
                </a:lnTo>
                <a:lnTo>
                  <a:pt x="58975" y="490848"/>
                </a:lnTo>
                <a:lnTo>
                  <a:pt x="103595" y="508783"/>
                </a:lnTo>
                <a:lnTo>
                  <a:pt x="159918" y="524588"/>
                </a:lnTo>
                <a:lnTo>
                  <a:pt x="227480" y="537782"/>
                </a:lnTo>
                <a:lnTo>
                  <a:pt x="167129" y="559653"/>
                </a:lnTo>
                <a:lnTo>
                  <a:pt x="126055" y="584264"/>
                </a:lnTo>
                <a:lnTo>
                  <a:pt x="105340" y="610684"/>
                </a:lnTo>
                <a:lnTo>
                  <a:pt x="106068" y="637985"/>
                </a:lnTo>
                <a:lnTo>
                  <a:pt x="141009" y="673296"/>
                </a:lnTo>
                <a:lnTo>
                  <a:pt x="209189" y="703372"/>
                </a:lnTo>
                <a:lnTo>
                  <a:pt x="253765" y="716023"/>
                </a:lnTo>
                <a:lnTo>
                  <a:pt x="304275" y="726857"/>
                </a:lnTo>
                <a:lnTo>
                  <a:pt x="359928" y="735704"/>
                </a:lnTo>
                <a:lnTo>
                  <a:pt x="419932" y="742396"/>
                </a:lnTo>
                <a:lnTo>
                  <a:pt x="483495" y="746762"/>
                </a:lnTo>
                <a:lnTo>
                  <a:pt x="549826" y="748633"/>
                </a:lnTo>
                <a:lnTo>
                  <a:pt x="618132" y="747840"/>
                </a:lnTo>
                <a:lnTo>
                  <a:pt x="3799126" y="747840"/>
                </a:lnTo>
                <a:lnTo>
                  <a:pt x="3864495" y="725368"/>
                </a:lnTo>
                <a:lnTo>
                  <a:pt x="3925093" y="692401"/>
                </a:lnTo>
                <a:lnTo>
                  <a:pt x="3957740" y="655740"/>
                </a:lnTo>
                <a:lnTo>
                  <a:pt x="3962423" y="636334"/>
                </a:lnTo>
                <a:lnTo>
                  <a:pt x="4014292" y="633755"/>
                </a:lnTo>
                <a:lnTo>
                  <a:pt x="4065160" y="630171"/>
                </a:lnTo>
                <a:lnTo>
                  <a:pt x="4114832" y="625600"/>
                </a:lnTo>
                <a:lnTo>
                  <a:pt x="4163116" y="620063"/>
                </a:lnTo>
                <a:lnTo>
                  <a:pt x="4209818" y="613579"/>
                </a:lnTo>
                <a:lnTo>
                  <a:pt x="4254744" y="606169"/>
                </a:lnTo>
                <a:lnTo>
                  <a:pt x="4297703" y="597853"/>
                </a:lnTo>
                <a:lnTo>
                  <a:pt x="4361084" y="582948"/>
                </a:lnTo>
                <a:lnTo>
                  <a:pt x="4416560" y="566511"/>
                </a:lnTo>
                <a:lnTo>
                  <a:pt x="4464031" y="548745"/>
                </a:lnTo>
                <a:lnTo>
                  <a:pt x="4503399" y="529857"/>
                </a:lnTo>
                <a:lnTo>
                  <a:pt x="4557431" y="489531"/>
                </a:lnTo>
                <a:lnTo>
                  <a:pt x="4575071" y="457154"/>
                </a:lnTo>
                <a:lnTo>
                  <a:pt x="4575071" y="425439"/>
                </a:lnTo>
                <a:lnTo>
                  <a:pt x="4543783" y="383409"/>
                </a:lnTo>
                <a:lnTo>
                  <a:pt x="4476757" y="343141"/>
                </a:lnTo>
                <a:lnTo>
                  <a:pt x="4429656" y="324295"/>
                </a:lnTo>
                <a:lnTo>
                  <a:pt x="4437060" y="319316"/>
                </a:lnTo>
                <a:lnTo>
                  <a:pt x="4470592" y="283449"/>
                </a:lnTo>
                <a:lnTo>
                  <a:pt x="4475413" y="263042"/>
                </a:lnTo>
                <a:lnTo>
                  <a:pt x="4470373" y="242979"/>
                </a:lnTo>
                <a:lnTo>
                  <a:pt x="4432600" y="204784"/>
                </a:lnTo>
                <a:lnTo>
                  <a:pt x="4361050" y="170665"/>
                </a:lnTo>
                <a:lnTo>
                  <a:pt x="4313790" y="155695"/>
                </a:lnTo>
                <a:lnTo>
                  <a:pt x="4259502" y="142419"/>
                </a:lnTo>
                <a:lnTo>
                  <a:pt x="4198659" y="131061"/>
                </a:lnTo>
                <a:lnTo>
                  <a:pt x="4131733" y="121846"/>
                </a:lnTo>
                <a:lnTo>
                  <a:pt x="4059197" y="114999"/>
                </a:lnTo>
                <a:lnTo>
                  <a:pt x="4051320" y="107125"/>
                </a:lnTo>
                <a:lnTo>
                  <a:pt x="1486050" y="107125"/>
                </a:lnTo>
                <a:lnTo>
                  <a:pt x="1439217" y="100292"/>
                </a:lnTo>
                <a:lnTo>
                  <a:pt x="1390892" y="94449"/>
                </a:lnTo>
                <a:lnTo>
                  <a:pt x="1341284" y="89608"/>
                </a:lnTo>
                <a:lnTo>
                  <a:pt x="1290604" y="85779"/>
                </a:lnTo>
                <a:lnTo>
                  <a:pt x="1239061" y="82975"/>
                </a:lnTo>
                <a:lnTo>
                  <a:pt x="1186866" y="81207"/>
                </a:lnTo>
                <a:lnTo>
                  <a:pt x="1134229" y="80486"/>
                </a:lnTo>
                <a:close/>
              </a:path>
              <a:path w="4575175" h="915035">
                <a:moveTo>
                  <a:pt x="1961547" y="25591"/>
                </a:moveTo>
                <a:lnTo>
                  <a:pt x="1903803" y="27051"/>
                </a:lnTo>
                <a:lnTo>
                  <a:pt x="1847082" y="30101"/>
                </a:lnTo>
                <a:lnTo>
                  <a:pt x="1791850" y="34703"/>
                </a:lnTo>
                <a:lnTo>
                  <a:pt x="1738573" y="40818"/>
                </a:lnTo>
                <a:lnTo>
                  <a:pt x="1687717" y="48408"/>
                </a:lnTo>
                <a:lnTo>
                  <a:pt x="1639747" y="57434"/>
                </a:lnTo>
                <a:lnTo>
                  <a:pt x="1595130" y="67857"/>
                </a:lnTo>
                <a:lnTo>
                  <a:pt x="1554331" y="79639"/>
                </a:lnTo>
                <a:lnTo>
                  <a:pt x="1517816" y="92741"/>
                </a:lnTo>
                <a:lnTo>
                  <a:pt x="1486050" y="107125"/>
                </a:lnTo>
                <a:lnTo>
                  <a:pt x="4051320" y="107125"/>
                </a:lnTo>
                <a:lnTo>
                  <a:pt x="4035928" y="91738"/>
                </a:lnTo>
                <a:lnTo>
                  <a:pt x="3998586" y="70072"/>
                </a:lnTo>
                <a:lnTo>
                  <a:pt x="3997525" y="69660"/>
                </a:lnTo>
                <a:lnTo>
                  <a:pt x="2380384" y="69660"/>
                </a:lnTo>
                <a:lnTo>
                  <a:pt x="2350279" y="62143"/>
                </a:lnTo>
                <a:lnTo>
                  <a:pt x="2284640" y="49014"/>
                </a:lnTo>
                <a:lnTo>
                  <a:pt x="2193445" y="36427"/>
                </a:lnTo>
                <a:lnTo>
                  <a:pt x="2136264" y="31139"/>
                </a:lnTo>
                <a:lnTo>
                  <a:pt x="2078244" y="27596"/>
                </a:lnTo>
                <a:lnTo>
                  <a:pt x="2019850" y="25760"/>
                </a:lnTo>
                <a:lnTo>
                  <a:pt x="1961547" y="25591"/>
                </a:lnTo>
                <a:close/>
              </a:path>
              <a:path w="4575175" h="915035">
                <a:moveTo>
                  <a:pt x="2781502" y="0"/>
                </a:moveTo>
                <a:lnTo>
                  <a:pt x="2726874" y="1288"/>
                </a:lnTo>
                <a:lnTo>
                  <a:pt x="2673407" y="4314"/>
                </a:lnTo>
                <a:lnTo>
                  <a:pt x="2621681" y="9023"/>
                </a:lnTo>
                <a:lnTo>
                  <a:pt x="2572277" y="15362"/>
                </a:lnTo>
                <a:lnTo>
                  <a:pt x="2525774" y="23279"/>
                </a:lnTo>
                <a:lnTo>
                  <a:pt x="2482753" y="32720"/>
                </a:lnTo>
                <a:lnTo>
                  <a:pt x="2443794" y="43633"/>
                </a:lnTo>
                <a:lnTo>
                  <a:pt x="2380384" y="69660"/>
                </a:lnTo>
                <a:lnTo>
                  <a:pt x="3997525" y="69660"/>
                </a:lnTo>
                <a:lnTo>
                  <a:pt x="3948147" y="50455"/>
                </a:lnTo>
                <a:lnTo>
                  <a:pt x="3944536" y="49467"/>
                </a:lnTo>
                <a:lnTo>
                  <a:pt x="3161180" y="49467"/>
                </a:lnTo>
                <a:lnTo>
                  <a:pt x="3126836" y="38578"/>
                </a:lnTo>
                <a:lnTo>
                  <a:pt x="3088266" y="28845"/>
                </a:lnTo>
                <a:lnTo>
                  <a:pt x="3045862" y="20374"/>
                </a:lnTo>
                <a:lnTo>
                  <a:pt x="3000017" y="13272"/>
                </a:lnTo>
                <a:lnTo>
                  <a:pt x="2946548" y="7083"/>
                </a:lnTo>
                <a:lnTo>
                  <a:pt x="2891919" y="2844"/>
                </a:lnTo>
                <a:lnTo>
                  <a:pt x="2836711" y="500"/>
                </a:lnTo>
                <a:lnTo>
                  <a:pt x="2781502" y="0"/>
                </a:lnTo>
                <a:close/>
              </a:path>
              <a:path w="4575175" h="915035">
                <a:moveTo>
                  <a:pt x="3537266" y="232"/>
                </a:moveTo>
                <a:lnTo>
                  <a:pt x="3484847" y="1400"/>
                </a:lnTo>
                <a:lnTo>
                  <a:pt x="3433088" y="4013"/>
                </a:lnTo>
                <a:lnTo>
                  <a:pt x="3382433" y="8060"/>
                </a:lnTo>
                <a:lnTo>
                  <a:pt x="3333323" y="13532"/>
                </a:lnTo>
                <a:lnTo>
                  <a:pt x="3286201" y="20418"/>
                </a:lnTo>
                <a:lnTo>
                  <a:pt x="3241508" y="28709"/>
                </a:lnTo>
                <a:lnTo>
                  <a:pt x="3199687" y="38395"/>
                </a:lnTo>
                <a:lnTo>
                  <a:pt x="3161180" y="49467"/>
                </a:lnTo>
                <a:lnTo>
                  <a:pt x="3944536" y="49467"/>
                </a:lnTo>
                <a:lnTo>
                  <a:pt x="3885588" y="33338"/>
                </a:lnTo>
                <a:lnTo>
                  <a:pt x="3840917" y="24116"/>
                </a:lnTo>
                <a:lnTo>
                  <a:pt x="3793813" y="16408"/>
                </a:lnTo>
                <a:lnTo>
                  <a:pt x="3744718" y="10204"/>
                </a:lnTo>
                <a:lnTo>
                  <a:pt x="3694073" y="5495"/>
                </a:lnTo>
                <a:lnTo>
                  <a:pt x="3642322" y="2270"/>
                </a:lnTo>
                <a:lnTo>
                  <a:pt x="3589906" y="519"/>
                </a:lnTo>
                <a:lnTo>
                  <a:pt x="3537266" y="232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4399660" y="5034788"/>
            <a:ext cx="50800" cy="50800"/>
          </a:xfrm>
          <a:custGeom>
            <a:avLst/>
            <a:gdLst/>
            <a:ahLst/>
            <a:cxnLst/>
            <a:rect l="l" t="t" r="r" b="b"/>
            <a:pathLst>
              <a:path w="50800" h="50800">
                <a:moveTo>
                  <a:pt x="25400" y="0"/>
                </a:moveTo>
                <a:lnTo>
                  <a:pt x="15484" y="1986"/>
                </a:lnTo>
                <a:lnTo>
                  <a:pt x="7413" y="7413"/>
                </a:lnTo>
                <a:lnTo>
                  <a:pt x="1986" y="15484"/>
                </a:lnTo>
                <a:lnTo>
                  <a:pt x="0" y="25400"/>
                </a:lnTo>
                <a:lnTo>
                  <a:pt x="1986" y="35262"/>
                </a:lnTo>
                <a:lnTo>
                  <a:pt x="7413" y="43338"/>
                </a:lnTo>
                <a:lnTo>
                  <a:pt x="15484" y="48795"/>
                </a:lnTo>
                <a:lnTo>
                  <a:pt x="25400" y="50800"/>
                </a:lnTo>
                <a:lnTo>
                  <a:pt x="35262" y="48795"/>
                </a:lnTo>
                <a:lnTo>
                  <a:pt x="43338" y="43338"/>
                </a:lnTo>
                <a:lnTo>
                  <a:pt x="48795" y="35262"/>
                </a:lnTo>
                <a:lnTo>
                  <a:pt x="50800" y="25400"/>
                </a:lnTo>
                <a:lnTo>
                  <a:pt x="48795" y="15484"/>
                </a:lnTo>
                <a:lnTo>
                  <a:pt x="43338" y="7413"/>
                </a:lnTo>
                <a:lnTo>
                  <a:pt x="35262" y="1986"/>
                </a:lnTo>
                <a:lnTo>
                  <a:pt x="254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4630420" y="4958079"/>
            <a:ext cx="101600" cy="1016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910963" y="4871339"/>
            <a:ext cx="152400" cy="152400"/>
          </a:xfrm>
          <a:prstGeom prst="rect">
            <a:avLst/>
          </a:prstGeom>
          <a:blipFill>
            <a:blip r:embed="rId8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979316" y="4118545"/>
            <a:ext cx="4164965" cy="425450"/>
          </a:xfrm>
          <a:custGeom>
            <a:avLst/>
            <a:gdLst/>
            <a:ahLst/>
            <a:cxnLst/>
            <a:rect l="l" t="t" r="r" b="b"/>
            <a:pathLst>
              <a:path w="4164965" h="425450">
                <a:moveTo>
                  <a:pt x="6194" y="301181"/>
                </a:moveTo>
                <a:lnTo>
                  <a:pt x="0" y="281342"/>
                </a:lnTo>
                <a:lnTo>
                  <a:pt x="1165" y="261811"/>
                </a:lnTo>
                <a:lnTo>
                  <a:pt x="9383" y="242696"/>
                </a:lnTo>
                <a:lnTo>
                  <a:pt x="45746" y="206156"/>
                </a:lnTo>
                <a:lnTo>
                  <a:pt x="106629" y="172605"/>
                </a:lnTo>
                <a:lnTo>
                  <a:pt x="145498" y="157226"/>
                </a:lnTo>
                <a:lnTo>
                  <a:pt x="189573" y="142924"/>
                </a:lnTo>
                <a:lnTo>
                  <a:pt x="238549" y="129810"/>
                </a:lnTo>
                <a:lnTo>
                  <a:pt x="292117" y="117993"/>
                </a:lnTo>
                <a:lnTo>
                  <a:pt x="349969" y="107585"/>
                </a:lnTo>
                <a:lnTo>
                  <a:pt x="411800" y="98694"/>
                </a:lnTo>
                <a:lnTo>
                  <a:pt x="477300" y="91432"/>
                </a:lnTo>
                <a:lnTo>
                  <a:pt x="546163" y="85908"/>
                </a:lnTo>
                <a:lnTo>
                  <a:pt x="618080" y="82233"/>
                </a:lnTo>
                <a:lnTo>
                  <a:pt x="670971" y="80824"/>
                </a:lnTo>
                <a:lnTo>
                  <a:pt x="723841" y="80486"/>
                </a:lnTo>
                <a:lnTo>
                  <a:pt x="776478" y="81207"/>
                </a:lnTo>
                <a:lnTo>
                  <a:pt x="828673" y="82975"/>
                </a:lnTo>
                <a:lnTo>
                  <a:pt x="880215" y="85779"/>
                </a:lnTo>
                <a:lnTo>
                  <a:pt x="930895" y="89608"/>
                </a:lnTo>
                <a:lnTo>
                  <a:pt x="980503" y="94449"/>
                </a:lnTo>
                <a:lnTo>
                  <a:pt x="1028829" y="100292"/>
                </a:lnTo>
                <a:lnTo>
                  <a:pt x="1075661" y="107125"/>
                </a:lnTo>
                <a:lnTo>
                  <a:pt x="1107427" y="92741"/>
                </a:lnTo>
                <a:lnTo>
                  <a:pt x="1143942" y="79639"/>
                </a:lnTo>
                <a:lnTo>
                  <a:pt x="1184741" y="67857"/>
                </a:lnTo>
                <a:lnTo>
                  <a:pt x="1229358" y="57434"/>
                </a:lnTo>
                <a:lnTo>
                  <a:pt x="1277328" y="48408"/>
                </a:lnTo>
                <a:lnTo>
                  <a:pt x="1328184" y="40818"/>
                </a:lnTo>
                <a:lnTo>
                  <a:pt x="1381461" y="34703"/>
                </a:lnTo>
                <a:lnTo>
                  <a:pt x="1436693" y="30101"/>
                </a:lnTo>
                <a:lnTo>
                  <a:pt x="1493414" y="27051"/>
                </a:lnTo>
                <a:lnTo>
                  <a:pt x="1551159" y="25591"/>
                </a:lnTo>
                <a:lnTo>
                  <a:pt x="1609461" y="25760"/>
                </a:lnTo>
                <a:lnTo>
                  <a:pt x="1667855" y="27596"/>
                </a:lnTo>
                <a:lnTo>
                  <a:pt x="1725876" y="31139"/>
                </a:lnTo>
                <a:lnTo>
                  <a:pt x="1783056" y="36427"/>
                </a:lnTo>
                <a:lnTo>
                  <a:pt x="1838931" y="43498"/>
                </a:lnTo>
                <a:lnTo>
                  <a:pt x="1907940" y="55245"/>
                </a:lnTo>
                <a:lnTo>
                  <a:pt x="1969995" y="69660"/>
                </a:lnTo>
                <a:lnTo>
                  <a:pt x="1999089" y="55964"/>
                </a:lnTo>
                <a:lnTo>
                  <a:pt x="2072364" y="32720"/>
                </a:lnTo>
                <a:lnTo>
                  <a:pt x="2115385" y="23279"/>
                </a:lnTo>
                <a:lnTo>
                  <a:pt x="2161888" y="15362"/>
                </a:lnTo>
                <a:lnTo>
                  <a:pt x="2211293" y="9023"/>
                </a:lnTo>
                <a:lnTo>
                  <a:pt x="2263019" y="4314"/>
                </a:lnTo>
                <a:lnTo>
                  <a:pt x="2316486" y="1288"/>
                </a:lnTo>
                <a:lnTo>
                  <a:pt x="2371113" y="0"/>
                </a:lnTo>
                <a:lnTo>
                  <a:pt x="2426322" y="500"/>
                </a:lnTo>
                <a:lnTo>
                  <a:pt x="2481531" y="2844"/>
                </a:lnTo>
                <a:lnTo>
                  <a:pt x="2536160" y="7083"/>
                </a:lnTo>
                <a:lnTo>
                  <a:pt x="2589628" y="13272"/>
                </a:lnTo>
                <a:lnTo>
                  <a:pt x="2635473" y="20374"/>
                </a:lnTo>
                <a:lnTo>
                  <a:pt x="2677878" y="28845"/>
                </a:lnTo>
                <a:lnTo>
                  <a:pt x="2716448" y="38578"/>
                </a:lnTo>
                <a:lnTo>
                  <a:pt x="2750791" y="49467"/>
                </a:lnTo>
                <a:lnTo>
                  <a:pt x="2789299" y="38395"/>
                </a:lnTo>
                <a:lnTo>
                  <a:pt x="2831120" y="28709"/>
                </a:lnTo>
                <a:lnTo>
                  <a:pt x="2875812" y="20418"/>
                </a:lnTo>
                <a:lnTo>
                  <a:pt x="2922934" y="13532"/>
                </a:lnTo>
                <a:lnTo>
                  <a:pt x="2972044" y="8060"/>
                </a:lnTo>
                <a:lnTo>
                  <a:pt x="3022699" y="4013"/>
                </a:lnTo>
                <a:lnTo>
                  <a:pt x="3074458" y="1400"/>
                </a:lnTo>
                <a:lnTo>
                  <a:pt x="3126878" y="232"/>
                </a:lnTo>
                <a:lnTo>
                  <a:pt x="3179517" y="519"/>
                </a:lnTo>
                <a:lnTo>
                  <a:pt x="3231933" y="2270"/>
                </a:lnTo>
                <a:lnTo>
                  <a:pt x="3283685" y="5495"/>
                </a:lnTo>
                <a:lnTo>
                  <a:pt x="3334329" y="10204"/>
                </a:lnTo>
                <a:lnTo>
                  <a:pt x="3383424" y="16408"/>
                </a:lnTo>
                <a:lnTo>
                  <a:pt x="3430528" y="24116"/>
                </a:lnTo>
                <a:lnTo>
                  <a:pt x="3475199" y="33338"/>
                </a:lnTo>
                <a:lnTo>
                  <a:pt x="3537759" y="50455"/>
                </a:lnTo>
                <a:lnTo>
                  <a:pt x="3588198" y="70072"/>
                </a:lnTo>
                <a:lnTo>
                  <a:pt x="3625540" y="91738"/>
                </a:lnTo>
                <a:lnTo>
                  <a:pt x="3648808" y="114999"/>
                </a:lnTo>
                <a:lnTo>
                  <a:pt x="3721345" y="121846"/>
                </a:lnTo>
                <a:lnTo>
                  <a:pt x="3788270" y="131061"/>
                </a:lnTo>
                <a:lnTo>
                  <a:pt x="3849113" y="142419"/>
                </a:lnTo>
                <a:lnTo>
                  <a:pt x="3903401" y="155695"/>
                </a:lnTo>
                <a:lnTo>
                  <a:pt x="3950662" y="170665"/>
                </a:lnTo>
                <a:lnTo>
                  <a:pt x="3990423" y="187103"/>
                </a:lnTo>
                <a:lnTo>
                  <a:pt x="4045556" y="223485"/>
                </a:lnTo>
                <a:lnTo>
                  <a:pt x="4065024" y="263042"/>
                </a:lnTo>
                <a:lnTo>
                  <a:pt x="4060203" y="283449"/>
                </a:lnTo>
                <a:lnTo>
                  <a:pt x="4033444" y="314277"/>
                </a:lnTo>
                <a:lnTo>
                  <a:pt x="4019267" y="324295"/>
                </a:lnTo>
                <a:lnTo>
                  <a:pt x="4066368" y="343141"/>
                </a:lnTo>
                <a:lnTo>
                  <a:pt x="4104378" y="362914"/>
                </a:lnTo>
                <a:lnTo>
                  <a:pt x="4133394" y="383409"/>
                </a:lnTo>
                <a:lnTo>
                  <a:pt x="4153516" y="404420"/>
                </a:lnTo>
                <a:lnTo>
                  <a:pt x="4164682" y="425439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568928" y="4419727"/>
            <a:ext cx="4575175" cy="614045"/>
          </a:xfrm>
          <a:custGeom>
            <a:avLst/>
            <a:gdLst/>
            <a:ahLst/>
            <a:cxnLst/>
            <a:rect l="l" t="t" r="r" b="b"/>
            <a:pathLst>
              <a:path w="4575175" h="614045">
                <a:moveTo>
                  <a:pt x="4575071" y="155973"/>
                </a:moveTo>
                <a:lnTo>
                  <a:pt x="4534565" y="208869"/>
                </a:lnTo>
                <a:lnTo>
                  <a:pt x="4464031" y="247564"/>
                </a:lnTo>
                <a:lnTo>
                  <a:pt x="4416560" y="265330"/>
                </a:lnTo>
                <a:lnTo>
                  <a:pt x="4361084" y="281767"/>
                </a:lnTo>
                <a:lnTo>
                  <a:pt x="4297703" y="296672"/>
                </a:lnTo>
                <a:lnTo>
                  <a:pt x="4254744" y="304988"/>
                </a:lnTo>
                <a:lnTo>
                  <a:pt x="4209818" y="312398"/>
                </a:lnTo>
                <a:lnTo>
                  <a:pt x="4163116" y="318882"/>
                </a:lnTo>
                <a:lnTo>
                  <a:pt x="4114832" y="324419"/>
                </a:lnTo>
                <a:lnTo>
                  <a:pt x="4065160" y="328990"/>
                </a:lnTo>
                <a:lnTo>
                  <a:pt x="4014292" y="332574"/>
                </a:lnTo>
                <a:lnTo>
                  <a:pt x="3962423" y="335153"/>
                </a:lnTo>
                <a:lnTo>
                  <a:pt x="3957740" y="354559"/>
                </a:lnTo>
                <a:lnTo>
                  <a:pt x="3925093" y="391220"/>
                </a:lnTo>
                <a:lnTo>
                  <a:pt x="3864495" y="424187"/>
                </a:lnTo>
                <a:lnTo>
                  <a:pt x="3824873" y="438976"/>
                </a:lnTo>
                <a:lnTo>
                  <a:pt x="3779654" y="452469"/>
                </a:lnTo>
                <a:lnTo>
                  <a:pt x="3729301" y="464543"/>
                </a:lnTo>
                <a:lnTo>
                  <a:pt x="3674278" y="475074"/>
                </a:lnTo>
                <a:lnTo>
                  <a:pt x="3615048" y="483939"/>
                </a:lnTo>
                <a:lnTo>
                  <a:pt x="3552075" y="491013"/>
                </a:lnTo>
                <a:lnTo>
                  <a:pt x="3485822" y="496172"/>
                </a:lnTo>
                <a:lnTo>
                  <a:pt x="3416752" y="499293"/>
                </a:lnTo>
                <a:lnTo>
                  <a:pt x="3345330" y="500253"/>
                </a:lnTo>
                <a:lnTo>
                  <a:pt x="3289083" y="499475"/>
                </a:lnTo>
                <a:lnTo>
                  <a:pt x="3233598" y="497289"/>
                </a:lnTo>
                <a:lnTo>
                  <a:pt x="3179214" y="493728"/>
                </a:lnTo>
                <a:lnTo>
                  <a:pt x="3126269" y="488823"/>
                </a:lnTo>
                <a:lnTo>
                  <a:pt x="3075102" y="482605"/>
                </a:lnTo>
                <a:lnTo>
                  <a:pt x="3026052" y="475106"/>
                </a:lnTo>
                <a:lnTo>
                  <a:pt x="3004399" y="491851"/>
                </a:lnTo>
                <a:lnTo>
                  <a:pt x="2946547" y="522672"/>
                </a:lnTo>
                <a:lnTo>
                  <a:pt x="2910977" y="536656"/>
                </a:lnTo>
                <a:lnTo>
                  <a:pt x="2871396" y="549628"/>
                </a:lnTo>
                <a:lnTo>
                  <a:pt x="2828120" y="561542"/>
                </a:lnTo>
                <a:lnTo>
                  <a:pt x="2781463" y="572351"/>
                </a:lnTo>
                <a:lnTo>
                  <a:pt x="2731739" y="582009"/>
                </a:lnTo>
                <a:lnTo>
                  <a:pt x="2679263" y="590470"/>
                </a:lnTo>
                <a:lnTo>
                  <a:pt x="2624349" y="597689"/>
                </a:lnTo>
                <a:lnTo>
                  <a:pt x="2567312" y="603618"/>
                </a:lnTo>
                <a:lnTo>
                  <a:pt x="2508466" y="608212"/>
                </a:lnTo>
                <a:lnTo>
                  <a:pt x="2448126" y="611425"/>
                </a:lnTo>
                <a:lnTo>
                  <a:pt x="2386606" y="613210"/>
                </a:lnTo>
                <a:lnTo>
                  <a:pt x="2324221" y="613522"/>
                </a:lnTo>
                <a:lnTo>
                  <a:pt x="2261286" y="612314"/>
                </a:lnTo>
                <a:lnTo>
                  <a:pt x="2198114" y="609540"/>
                </a:lnTo>
                <a:lnTo>
                  <a:pt x="2135020" y="605155"/>
                </a:lnTo>
                <a:lnTo>
                  <a:pt x="2076695" y="599579"/>
                </a:lnTo>
                <a:lnTo>
                  <a:pt x="2020674" y="592699"/>
                </a:lnTo>
                <a:lnTo>
                  <a:pt x="1967229" y="584565"/>
                </a:lnTo>
                <a:lnTo>
                  <a:pt x="1916628" y="575230"/>
                </a:lnTo>
                <a:lnTo>
                  <a:pt x="1869140" y="564746"/>
                </a:lnTo>
                <a:lnTo>
                  <a:pt x="1825035" y="553166"/>
                </a:lnTo>
                <a:lnTo>
                  <a:pt x="1784582" y="540541"/>
                </a:lnTo>
                <a:lnTo>
                  <a:pt x="1748051" y="526923"/>
                </a:lnTo>
                <a:lnTo>
                  <a:pt x="1696988" y="534653"/>
                </a:lnTo>
                <a:lnTo>
                  <a:pt x="1644806" y="541290"/>
                </a:lnTo>
                <a:lnTo>
                  <a:pt x="1591696" y="546844"/>
                </a:lnTo>
                <a:lnTo>
                  <a:pt x="1537847" y="551329"/>
                </a:lnTo>
                <a:lnTo>
                  <a:pt x="1483450" y="554758"/>
                </a:lnTo>
                <a:lnTo>
                  <a:pt x="1428693" y="557144"/>
                </a:lnTo>
                <a:lnTo>
                  <a:pt x="1373767" y="558499"/>
                </a:lnTo>
                <a:lnTo>
                  <a:pt x="1318862" y="558838"/>
                </a:lnTo>
                <a:lnTo>
                  <a:pt x="1264166" y="558171"/>
                </a:lnTo>
                <a:lnTo>
                  <a:pt x="1209871" y="556513"/>
                </a:lnTo>
                <a:lnTo>
                  <a:pt x="1156165" y="553877"/>
                </a:lnTo>
                <a:lnTo>
                  <a:pt x="1103239" y="550274"/>
                </a:lnTo>
                <a:lnTo>
                  <a:pt x="1051282" y="545719"/>
                </a:lnTo>
                <a:lnTo>
                  <a:pt x="1000484" y="540224"/>
                </a:lnTo>
                <a:lnTo>
                  <a:pt x="951035" y="533801"/>
                </a:lnTo>
                <a:lnTo>
                  <a:pt x="903124" y="526465"/>
                </a:lnTo>
                <a:lnTo>
                  <a:pt x="856942" y="518227"/>
                </a:lnTo>
                <a:lnTo>
                  <a:pt x="812677" y="509101"/>
                </a:lnTo>
                <a:lnTo>
                  <a:pt x="770521" y="499099"/>
                </a:lnTo>
                <a:lnTo>
                  <a:pt x="730662" y="488235"/>
                </a:lnTo>
                <a:lnTo>
                  <a:pt x="693290" y="476521"/>
                </a:lnTo>
                <a:lnTo>
                  <a:pt x="626768" y="450596"/>
                </a:lnTo>
                <a:lnTo>
                  <a:pt x="621053" y="447929"/>
                </a:lnTo>
                <a:lnTo>
                  <a:pt x="618132" y="446659"/>
                </a:lnTo>
                <a:lnTo>
                  <a:pt x="549826" y="447452"/>
                </a:lnTo>
                <a:lnTo>
                  <a:pt x="483495" y="445581"/>
                </a:lnTo>
                <a:lnTo>
                  <a:pt x="419932" y="441215"/>
                </a:lnTo>
                <a:lnTo>
                  <a:pt x="359928" y="434523"/>
                </a:lnTo>
                <a:lnTo>
                  <a:pt x="304275" y="425676"/>
                </a:lnTo>
                <a:lnTo>
                  <a:pt x="253765" y="414842"/>
                </a:lnTo>
                <a:lnTo>
                  <a:pt x="209189" y="402190"/>
                </a:lnTo>
                <a:lnTo>
                  <a:pt x="171340" y="387892"/>
                </a:lnTo>
                <a:lnTo>
                  <a:pt x="118988" y="355029"/>
                </a:lnTo>
                <a:lnTo>
                  <a:pt x="105340" y="309502"/>
                </a:lnTo>
                <a:lnTo>
                  <a:pt x="126055" y="283083"/>
                </a:lnTo>
                <a:lnTo>
                  <a:pt x="167129" y="258472"/>
                </a:lnTo>
                <a:lnTo>
                  <a:pt x="227480" y="236600"/>
                </a:lnTo>
                <a:lnTo>
                  <a:pt x="159918" y="223407"/>
                </a:lnTo>
                <a:lnTo>
                  <a:pt x="103595" y="207602"/>
                </a:lnTo>
                <a:lnTo>
                  <a:pt x="58975" y="189667"/>
                </a:lnTo>
                <a:lnTo>
                  <a:pt x="6711" y="149342"/>
                </a:lnTo>
                <a:lnTo>
                  <a:pt x="0" y="127917"/>
                </a:lnTo>
                <a:lnTo>
                  <a:pt x="6857" y="106294"/>
                </a:lnTo>
                <a:lnTo>
                  <a:pt x="63142" y="64389"/>
                </a:lnTo>
                <a:lnTo>
                  <a:pt x="139332" y="37804"/>
                </a:lnTo>
                <a:lnTo>
                  <a:pt x="185930" y="26963"/>
                </a:lnTo>
                <a:lnTo>
                  <a:pt x="237268" y="17919"/>
                </a:lnTo>
                <a:lnTo>
                  <a:pt x="292651" y="10795"/>
                </a:lnTo>
                <a:lnTo>
                  <a:pt x="351385" y="5712"/>
                </a:lnTo>
                <a:lnTo>
                  <a:pt x="412773" y="2793"/>
                </a:lnTo>
                <a:lnTo>
                  <a:pt x="416583" y="0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4380610" y="5015738"/>
            <a:ext cx="88900" cy="88900"/>
          </a:xfrm>
          <a:prstGeom prst="rect">
            <a:avLst/>
          </a:prstGeom>
          <a:blipFill>
            <a:blip r:embed="rId9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4611370" y="4939029"/>
            <a:ext cx="139700" cy="139700"/>
          </a:xfrm>
          <a:prstGeom prst="rect">
            <a:avLst/>
          </a:prstGeom>
          <a:blipFill>
            <a:blip r:embed="rId10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4891913" y="4852289"/>
            <a:ext cx="190500" cy="190500"/>
          </a:xfrm>
          <a:prstGeom prst="rect">
            <a:avLst/>
          </a:prstGeom>
          <a:blipFill>
            <a:blip r:embed="rId11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4801361" y="4652771"/>
            <a:ext cx="268605" cy="17780"/>
          </a:xfrm>
          <a:custGeom>
            <a:avLst/>
            <a:gdLst/>
            <a:ahLst/>
            <a:cxnLst/>
            <a:rect l="l" t="t" r="r" b="b"/>
            <a:pathLst>
              <a:path w="268604" h="17779">
                <a:moveTo>
                  <a:pt x="268097" y="16890"/>
                </a:moveTo>
                <a:lnTo>
                  <a:pt x="212051" y="17158"/>
                </a:lnTo>
                <a:lnTo>
                  <a:pt x="156627" y="15553"/>
                </a:lnTo>
                <a:lnTo>
                  <a:pt x="102416" y="12126"/>
                </a:lnTo>
                <a:lnTo>
                  <a:pt x="50010" y="6926"/>
                </a:lnTo>
                <a:lnTo>
                  <a:pt x="0" y="0"/>
                </a:lnTo>
              </a:path>
            </a:pathLst>
          </a:custGeom>
          <a:ln w="38099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5188711" y="4854194"/>
            <a:ext cx="117475" cy="8255"/>
          </a:xfrm>
          <a:custGeom>
            <a:avLst/>
            <a:gdLst/>
            <a:ahLst/>
            <a:cxnLst/>
            <a:rect l="l" t="t" r="r" b="b"/>
            <a:pathLst>
              <a:path w="117475" h="8254">
                <a:moveTo>
                  <a:pt x="117221" y="0"/>
                </a:moveTo>
                <a:lnTo>
                  <a:pt x="88707" y="2859"/>
                </a:lnTo>
                <a:lnTo>
                  <a:pt x="59610" y="5159"/>
                </a:lnTo>
                <a:lnTo>
                  <a:pt x="30013" y="6911"/>
                </a:lnTo>
                <a:lnTo>
                  <a:pt x="0" y="8127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6245986" y="4906136"/>
            <a:ext cx="71120" cy="36830"/>
          </a:xfrm>
          <a:custGeom>
            <a:avLst/>
            <a:gdLst/>
            <a:ahLst/>
            <a:cxnLst/>
            <a:rect l="l" t="t" r="r" b="b"/>
            <a:pathLst>
              <a:path w="71120" h="36829">
                <a:moveTo>
                  <a:pt x="70738" y="36830"/>
                </a:moveTo>
                <a:lnTo>
                  <a:pt x="50363" y="28021"/>
                </a:lnTo>
                <a:lnTo>
                  <a:pt x="31750" y="18938"/>
                </a:lnTo>
                <a:lnTo>
                  <a:pt x="14946" y="9594"/>
                </a:lnTo>
                <a:lnTo>
                  <a:pt x="0" y="0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595361" y="4851146"/>
            <a:ext cx="28575" cy="40640"/>
          </a:xfrm>
          <a:custGeom>
            <a:avLst/>
            <a:gdLst/>
            <a:ahLst/>
            <a:cxnLst/>
            <a:rect l="l" t="t" r="r" b="b"/>
            <a:pathLst>
              <a:path w="28575" h="40639">
                <a:moveTo>
                  <a:pt x="28194" y="0"/>
                </a:moveTo>
                <a:lnTo>
                  <a:pt x="24128" y="10239"/>
                </a:lnTo>
                <a:lnTo>
                  <a:pt x="18049" y="20383"/>
                </a:lnTo>
                <a:lnTo>
                  <a:pt x="9995" y="30432"/>
                </a:lnTo>
                <a:lnTo>
                  <a:pt x="0" y="40385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8184768" y="4601464"/>
            <a:ext cx="344170" cy="151130"/>
          </a:xfrm>
          <a:custGeom>
            <a:avLst/>
            <a:gdLst/>
            <a:ahLst/>
            <a:cxnLst/>
            <a:rect l="l" t="t" r="r" b="b"/>
            <a:pathLst>
              <a:path w="344170" h="151129">
                <a:moveTo>
                  <a:pt x="0" y="0"/>
                </a:moveTo>
                <a:lnTo>
                  <a:pt x="75754" y="11916"/>
                </a:lnTo>
                <a:lnTo>
                  <a:pt x="143500" y="26415"/>
                </a:lnTo>
                <a:lnTo>
                  <a:pt x="202563" y="43201"/>
                </a:lnTo>
                <a:lnTo>
                  <a:pt x="252269" y="61975"/>
                </a:lnTo>
                <a:lnTo>
                  <a:pt x="291944" y="82440"/>
                </a:lnTo>
                <a:lnTo>
                  <a:pt x="338505" y="127252"/>
                </a:lnTo>
                <a:lnTo>
                  <a:pt x="344042" y="151003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843136" y="4440554"/>
            <a:ext cx="153670" cy="57150"/>
          </a:xfrm>
          <a:custGeom>
            <a:avLst/>
            <a:gdLst/>
            <a:ahLst/>
            <a:cxnLst/>
            <a:rect l="l" t="t" r="r" b="b"/>
            <a:pathLst>
              <a:path w="153670" h="57150">
                <a:moveTo>
                  <a:pt x="153289" y="0"/>
                </a:moveTo>
                <a:lnTo>
                  <a:pt x="124158" y="15904"/>
                </a:lnTo>
                <a:lnTo>
                  <a:pt x="88646" y="30749"/>
                </a:lnTo>
                <a:lnTo>
                  <a:pt x="47132" y="44380"/>
                </a:lnTo>
                <a:lnTo>
                  <a:pt x="0" y="56642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8628760" y="4230370"/>
            <a:ext cx="8255" cy="27305"/>
          </a:xfrm>
          <a:custGeom>
            <a:avLst/>
            <a:gdLst/>
            <a:ahLst/>
            <a:cxnLst/>
            <a:rect l="l" t="t" r="r" b="b"/>
            <a:pathLst>
              <a:path w="8254" h="27304">
                <a:moveTo>
                  <a:pt x="0" y="0"/>
                </a:moveTo>
                <a:lnTo>
                  <a:pt x="3786" y="6669"/>
                </a:lnTo>
                <a:lnTo>
                  <a:pt x="6381" y="13350"/>
                </a:lnTo>
                <a:lnTo>
                  <a:pt x="7786" y="20056"/>
                </a:lnTo>
                <a:lnTo>
                  <a:pt x="8000" y="26796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7650226" y="4165091"/>
            <a:ext cx="78740" cy="34290"/>
          </a:xfrm>
          <a:custGeom>
            <a:avLst/>
            <a:gdLst/>
            <a:ahLst/>
            <a:cxnLst/>
            <a:rect l="l" t="t" r="r" b="b"/>
            <a:pathLst>
              <a:path w="78740" h="34289">
                <a:moveTo>
                  <a:pt x="0" y="34162"/>
                </a:moveTo>
                <a:lnTo>
                  <a:pt x="16156" y="25020"/>
                </a:lnTo>
                <a:lnTo>
                  <a:pt x="34670" y="16271"/>
                </a:lnTo>
                <a:lnTo>
                  <a:pt x="55471" y="7927"/>
                </a:lnTo>
                <a:lnTo>
                  <a:pt x="78485" y="0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916039" y="4186046"/>
            <a:ext cx="38100" cy="29845"/>
          </a:xfrm>
          <a:custGeom>
            <a:avLst/>
            <a:gdLst/>
            <a:ahLst/>
            <a:cxnLst/>
            <a:rect l="l" t="t" r="r" b="b"/>
            <a:pathLst>
              <a:path w="38100" h="29845">
                <a:moveTo>
                  <a:pt x="0" y="29463"/>
                </a:moveTo>
                <a:lnTo>
                  <a:pt x="6969" y="21842"/>
                </a:lnTo>
                <a:lnTo>
                  <a:pt x="15652" y="14398"/>
                </a:lnTo>
                <a:lnTo>
                  <a:pt x="26003" y="7121"/>
                </a:lnTo>
                <a:lnTo>
                  <a:pt x="37972" y="0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054471" y="4225416"/>
            <a:ext cx="137795" cy="28575"/>
          </a:xfrm>
          <a:custGeom>
            <a:avLst/>
            <a:gdLst/>
            <a:ahLst/>
            <a:cxnLst/>
            <a:rect l="l" t="t" r="r" b="b"/>
            <a:pathLst>
              <a:path w="137795" h="28575">
                <a:moveTo>
                  <a:pt x="0" y="0"/>
                </a:moveTo>
                <a:lnTo>
                  <a:pt x="36724" y="6286"/>
                </a:lnTo>
                <a:lnTo>
                  <a:pt x="71961" y="13144"/>
                </a:lnTo>
                <a:lnTo>
                  <a:pt x="105602" y="20573"/>
                </a:lnTo>
                <a:lnTo>
                  <a:pt x="137540" y="28574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4985511" y="4419727"/>
            <a:ext cx="24130" cy="30480"/>
          </a:xfrm>
          <a:custGeom>
            <a:avLst/>
            <a:gdLst/>
            <a:ahLst/>
            <a:cxnLst/>
            <a:rect l="l" t="t" r="r" b="b"/>
            <a:pathLst>
              <a:path w="24129" h="30479">
                <a:moveTo>
                  <a:pt x="24002" y="29972"/>
                </a:moveTo>
                <a:lnTo>
                  <a:pt x="16359" y="22592"/>
                </a:lnTo>
                <a:lnTo>
                  <a:pt x="9810" y="15128"/>
                </a:lnTo>
                <a:lnTo>
                  <a:pt x="4357" y="7594"/>
                </a:lnTo>
                <a:lnTo>
                  <a:pt x="0" y="0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405373" y="4277995"/>
            <a:ext cx="258000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拓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广</a:t>
            </a:r>
            <a:r>
              <a:rPr dirty="0" sz="3200" spc="-24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的初态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48980" y="6123938"/>
            <a:ext cx="5712460" cy="734060"/>
          </a:xfrm>
          <a:custGeom>
            <a:avLst/>
            <a:gdLst/>
            <a:ahLst/>
            <a:cxnLst/>
            <a:rect l="l" t="t" r="r" b="b"/>
            <a:pathLst>
              <a:path w="5712460" h="734059">
                <a:moveTo>
                  <a:pt x="3665043" y="668020"/>
                </a:moveTo>
                <a:lnTo>
                  <a:pt x="2180961" y="668020"/>
                </a:lnTo>
                <a:lnTo>
                  <a:pt x="2217017" y="676910"/>
                </a:lnTo>
                <a:lnTo>
                  <a:pt x="2256258" y="685800"/>
                </a:lnTo>
                <a:lnTo>
                  <a:pt x="2298511" y="693420"/>
                </a:lnTo>
                <a:lnTo>
                  <a:pt x="2343601" y="701040"/>
                </a:lnTo>
                <a:lnTo>
                  <a:pt x="2441593" y="713740"/>
                </a:lnTo>
                <a:lnTo>
                  <a:pt x="2548839" y="723900"/>
                </a:lnTo>
                <a:lnTo>
                  <a:pt x="2663942" y="731520"/>
                </a:lnTo>
                <a:lnTo>
                  <a:pt x="2728339" y="734060"/>
                </a:lnTo>
                <a:lnTo>
                  <a:pt x="3108968" y="734060"/>
                </a:lnTo>
                <a:lnTo>
                  <a:pt x="3229551" y="728980"/>
                </a:lnTo>
                <a:lnTo>
                  <a:pt x="3287231" y="723900"/>
                </a:lnTo>
                <a:lnTo>
                  <a:pt x="3343091" y="720090"/>
                </a:lnTo>
                <a:lnTo>
                  <a:pt x="3497590" y="701040"/>
                </a:lnTo>
                <a:lnTo>
                  <a:pt x="3544013" y="693420"/>
                </a:lnTo>
                <a:lnTo>
                  <a:pt x="3587540" y="685800"/>
                </a:lnTo>
                <a:lnTo>
                  <a:pt x="3627955" y="676910"/>
                </a:lnTo>
                <a:lnTo>
                  <a:pt x="3665043" y="668020"/>
                </a:lnTo>
                <a:close/>
              </a:path>
              <a:path w="5712460" h="734059">
                <a:moveTo>
                  <a:pt x="4740500" y="603250"/>
                </a:moveTo>
                <a:lnTo>
                  <a:pt x="770893" y="603250"/>
                </a:lnTo>
                <a:lnTo>
                  <a:pt x="781675" y="607060"/>
                </a:lnTo>
                <a:lnTo>
                  <a:pt x="814026" y="615950"/>
                </a:lnTo>
                <a:lnTo>
                  <a:pt x="848819" y="623570"/>
                </a:lnTo>
                <a:lnTo>
                  <a:pt x="885923" y="632460"/>
                </a:lnTo>
                <a:lnTo>
                  <a:pt x="925208" y="640080"/>
                </a:lnTo>
                <a:lnTo>
                  <a:pt x="966541" y="646430"/>
                </a:lnTo>
                <a:lnTo>
                  <a:pt x="1101523" y="665480"/>
                </a:lnTo>
                <a:lnTo>
                  <a:pt x="1149740" y="670560"/>
                </a:lnTo>
                <a:lnTo>
                  <a:pt x="1199350" y="674370"/>
                </a:lnTo>
                <a:lnTo>
                  <a:pt x="1250221" y="679450"/>
                </a:lnTo>
                <a:lnTo>
                  <a:pt x="1302224" y="683260"/>
                </a:lnTo>
                <a:lnTo>
                  <a:pt x="1463702" y="690880"/>
                </a:lnTo>
                <a:lnTo>
                  <a:pt x="1574602" y="693420"/>
                </a:lnTo>
                <a:lnTo>
                  <a:pt x="1743199" y="693420"/>
                </a:lnTo>
                <a:lnTo>
                  <a:pt x="1855564" y="690880"/>
                </a:lnTo>
                <a:lnTo>
                  <a:pt x="1966680" y="685800"/>
                </a:lnTo>
                <a:lnTo>
                  <a:pt x="2075495" y="678180"/>
                </a:lnTo>
                <a:lnTo>
                  <a:pt x="2180961" y="668020"/>
                </a:lnTo>
                <a:lnTo>
                  <a:pt x="3665043" y="668020"/>
                </a:lnTo>
                <a:lnTo>
                  <a:pt x="3698589" y="657860"/>
                </a:lnTo>
                <a:lnTo>
                  <a:pt x="3728379" y="647700"/>
                </a:lnTo>
                <a:lnTo>
                  <a:pt x="3754197" y="637540"/>
                </a:lnTo>
                <a:lnTo>
                  <a:pt x="3775827" y="626110"/>
                </a:lnTo>
                <a:lnTo>
                  <a:pt x="4590267" y="626110"/>
                </a:lnTo>
                <a:lnTo>
                  <a:pt x="4691320" y="612140"/>
                </a:lnTo>
                <a:lnTo>
                  <a:pt x="4740500" y="603250"/>
                </a:lnTo>
                <a:close/>
              </a:path>
              <a:path w="5712460" h="734059">
                <a:moveTo>
                  <a:pt x="4590267" y="626110"/>
                </a:moveTo>
                <a:lnTo>
                  <a:pt x="3775827" y="626110"/>
                </a:lnTo>
                <a:lnTo>
                  <a:pt x="3821518" y="631190"/>
                </a:lnTo>
                <a:lnTo>
                  <a:pt x="3917327" y="638810"/>
                </a:lnTo>
                <a:lnTo>
                  <a:pt x="4017852" y="643890"/>
                </a:lnTo>
                <a:lnTo>
                  <a:pt x="4121662" y="646430"/>
                </a:lnTo>
                <a:lnTo>
                  <a:pt x="4247972" y="646430"/>
                </a:lnTo>
                <a:lnTo>
                  <a:pt x="4319666" y="645160"/>
                </a:lnTo>
                <a:lnTo>
                  <a:pt x="4455985" y="637540"/>
                </a:lnTo>
                <a:lnTo>
                  <a:pt x="4580730" y="627380"/>
                </a:lnTo>
                <a:lnTo>
                  <a:pt x="4590267" y="626110"/>
                </a:lnTo>
                <a:close/>
              </a:path>
              <a:path w="5712460" h="734059">
                <a:moveTo>
                  <a:pt x="1444767" y="64770"/>
                </a:moveTo>
                <a:lnTo>
                  <a:pt x="1390867" y="64770"/>
                </a:lnTo>
                <a:lnTo>
                  <a:pt x="1336836" y="66040"/>
                </a:lnTo>
                <a:lnTo>
                  <a:pt x="1282817" y="66040"/>
                </a:lnTo>
                <a:lnTo>
                  <a:pt x="1207010" y="68580"/>
                </a:lnTo>
                <a:lnTo>
                  <a:pt x="1133862" y="72390"/>
                </a:lnTo>
                <a:lnTo>
                  <a:pt x="996458" y="82550"/>
                </a:lnTo>
                <a:lnTo>
                  <a:pt x="932662" y="88900"/>
                </a:lnTo>
                <a:lnTo>
                  <a:pt x="816026" y="104140"/>
                </a:lnTo>
                <a:lnTo>
                  <a:pt x="763645" y="113030"/>
                </a:lnTo>
                <a:lnTo>
                  <a:pt x="715527" y="121920"/>
                </a:lnTo>
                <a:lnTo>
                  <a:pt x="671903" y="132080"/>
                </a:lnTo>
                <a:lnTo>
                  <a:pt x="633000" y="142240"/>
                </a:lnTo>
                <a:lnTo>
                  <a:pt x="570280" y="166370"/>
                </a:lnTo>
                <a:lnTo>
                  <a:pt x="529199" y="190500"/>
                </a:lnTo>
                <a:lnTo>
                  <a:pt x="511592" y="215900"/>
                </a:lnTo>
                <a:lnTo>
                  <a:pt x="512165" y="229870"/>
                </a:lnTo>
                <a:lnTo>
                  <a:pt x="519293" y="243840"/>
                </a:lnTo>
                <a:lnTo>
                  <a:pt x="514493" y="245110"/>
                </a:lnTo>
                <a:lnTo>
                  <a:pt x="396717" y="250190"/>
                </a:lnTo>
                <a:lnTo>
                  <a:pt x="288097" y="257810"/>
                </a:lnTo>
                <a:lnTo>
                  <a:pt x="191913" y="270510"/>
                </a:lnTo>
                <a:lnTo>
                  <a:pt x="149510" y="278130"/>
                </a:lnTo>
                <a:lnTo>
                  <a:pt x="111447" y="285750"/>
                </a:lnTo>
                <a:lnTo>
                  <a:pt x="40647" y="308610"/>
                </a:lnTo>
                <a:lnTo>
                  <a:pt x="1897" y="336550"/>
                </a:lnTo>
                <a:lnTo>
                  <a:pt x="0" y="350520"/>
                </a:lnTo>
                <a:lnTo>
                  <a:pt x="9330" y="365760"/>
                </a:lnTo>
                <a:lnTo>
                  <a:pt x="60408" y="392430"/>
                </a:lnTo>
                <a:lnTo>
                  <a:pt x="101520" y="403860"/>
                </a:lnTo>
                <a:lnTo>
                  <a:pt x="152591" y="415290"/>
                </a:lnTo>
                <a:lnTo>
                  <a:pt x="213304" y="425450"/>
                </a:lnTo>
                <a:lnTo>
                  <a:pt x="283340" y="434340"/>
                </a:lnTo>
                <a:lnTo>
                  <a:pt x="208014" y="452120"/>
                </a:lnTo>
                <a:lnTo>
                  <a:pt x="156731" y="471170"/>
                </a:lnTo>
                <a:lnTo>
                  <a:pt x="130875" y="492760"/>
                </a:lnTo>
                <a:lnTo>
                  <a:pt x="131829" y="514350"/>
                </a:lnTo>
                <a:lnTo>
                  <a:pt x="165824" y="539750"/>
                </a:lnTo>
                <a:lnTo>
                  <a:pt x="230396" y="560070"/>
                </a:lnTo>
                <a:lnTo>
                  <a:pt x="272651" y="570230"/>
                </a:lnTo>
                <a:lnTo>
                  <a:pt x="320753" y="579120"/>
                </a:lnTo>
                <a:lnTo>
                  <a:pt x="432105" y="591820"/>
                </a:lnTo>
                <a:lnTo>
                  <a:pt x="494156" y="596900"/>
                </a:lnTo>
                <a:lnTo>
                  <a:pt x="559660" y="600710"/>
                </a:lnTo>
                <a:lnTo>
                  <a:pt x="628016" y="603250"/>
                </a:lnTo>
                <a:lnTo>
                  <a:pt x="698627" y="604520"/>
                </a:lnTo>
                <a:lnTo>
                  <a:pt x="770893" y="603250"/>
                </a:lnTo>
                <a:lnTo>
                  <a:pt x="4740500" y="603250"/>
                </a:lnTo>
                <a:lnTo>
                  <a:pt x="4785174" y="594360"/>
                </a:lnTo>
                <a:lnTo>
                  <a:pt x="4825018" y="584200"/>
                </a:lnTo>
                <a:lnTo>
                  <a:pt x="4888930" y="562610"/>
                </a:lnTo>
                <a:lnTo>
                  <a:pt x="4929654" y="538480"/>
                </a:lnTo>
                <a:lnTo>
                  <a:pt x="4944608" y="513080"/>
                </a:lnTo>
                <a:lnTo>
                  <a:pt x="5001297" y="511810"/>
                </a:lnTo>
                <a:lnTo>
                  <a:pt x="5111710" y="506730"/>
                </a:lnTo>
                <a:lnTo>
                  <a:pt x="5217098" y="499110"/>
                </a:lnTo>
                <a:lnTo>
                  <a:pt x="5316176" y="488950"/>
                </a:lnTo>
                <a:lnTo>
                  <a:pt x="5432688" y="472440"/>
                </a:lnTo>
                <a:lnTo>
                  <a:pt x="5494889" y="461010"/>
                </a:lnTo>
                <a:lnTo>
                  <a:pt x="5549464" y="448310"/>
                </a:lnTo>
                <a:lnTo>
                  <a:pt x="5596333" y="435610"/>
                </a:lnTo>
                <a:lnTo>
                  <a:pt x="5635412" y="421640"/>
                </a:lnTo>
                <a:lnTo>
                  <a:pt x="5689870" y="392430"/>
                </a:lnTo>
                <a:lnTo>
                  <a:pt x="5712179" y="363220"/>
                </a:lnTo>
                <a:lnTo>
                  <a:pt x="5711070" y="347980"/>
                </a:lnTo>
                <a:lnTo>
                  <a:pt x="5683915" y="317500"/>
                </a:lnTo>
                <a:lnTo>
                  <a:pt x="5622958" y="288290"/>
                </a:lnTo>
                <a:lnTo>
                  <a:pt x="5579597" y="275590"/>
                </a:lnTo>
                <a:lnTo>
                  <a:pt x="5527538" y="261620"/>
                </a:lnTo>
                <a:lnTo>
                  <a:pt x="5536829" y="257810"/>
                </a:lnTo>
                <a:lnTo>
                  <a:pt x="5576811" y="231140"/>
                </a:lnTo>
                <a:lnTo>
                  <a:pt x="5584287" y="217170"/>
                </a:lnTo>
                <a:lnTo>
                  <a:pt x="5582596" y="203200"/>
                </a:lnTo>
                <a:lnTo>
                  <a:pt x="5553201" y="176530"/>
                </a:lnTo>
                <a:lnTo>
                  <a:pt x="5491597" y="151130"/>
                </a:lnTo>
                <a:lnTo>
                  <a:pt x="5449646" y="139700"/>
                </a:lnTo>
                <a:lnTo>
                  <a:pt x="5400758" y="129540"/>
                </a:lnTo>
                <a:lnTo>
                  <a:pt x="5345303" y="119380"/>
                </a:lnTo>
                <a:lnTo>
                  <a:pt x="5283655" y="110490"/>
                </a:lnTo>
                <a:lnTo>
                  <a:pt x="5143261" y="97790"/>
                </a:lnTo>
                <a:lnTo>
                  <a:pt x="5065258" y="92710"/>
                </a:lnTo>
                <a:lnTo>
                  <a:pt x="5056190" y="86360"/>
                </a:lnTo>
                <a:lnTo>
                  <a:pt x="1853936" y="86360"/>
                </a:lnTo>
                <a:lnTo>
                  <a:pt x="1806279" y="82550"/>
                </a:lnTo>
                <a:lnTo>
                  <a:pt x="1757336" y="77470"/>
                </a:lnTo>
                <a:lnTo>
                  <a:pt x="1707252" y="74930"/>
                </a:lnTo>
                <a:lnTo>
                  <a:pt x="1656171" y="71120"/>
                </a:lnTo>
                <a:lnTo>
                  <a:pt x="1604238" y="68580"/>
                </a:lnTo>
                <a:lnTo>
                  <a:pt x="1444767" y="64770"/>
                </a:lnTo>
                <a:close/>
              </a:path>
              <a:path w="5712460" h="734059">
                <a:moveTo>
                  <a:pt x="2466466" y="20320"/>
                </a:moveTo>
                <a:lnTo>
                  <a:pt x="2352792" y="22860"/>
                </a:lnTo>
                <a:lnTo>
                  <a:pt x="2242755" y="27940"/>
                </a:lnTo>
                <a:lnTo>
                  <a:pt x="2138642" y="35560"/>
                </a:lnTo>
                <a:lnTo>
                  <a:pt x="2089523" y="40640"/>
                </a:lnTo>
                <a:lnTo>
                  <a:pt x="1998588" y="53340"/>
                </a:lnTo>
                <a:lnTo>
                  <a:pt x="1957343" y="60960"/>
                </a:lnTo>
                <a:lnTo>
                  <a:pt x="1919296" y="68580"/>
                </a:lnTo>
                <a:lnTo>
                  <a:pt x="1853936" y="86360"/>
                </a:lnTo>
                <a:lnTo>
                  <a:pt x="5056190" y="86360"/>
                </a:lnTo>
                <a:lnTo>
                  <a:pt x="5043495" y="77470"/>
                </a:lnTo>
                <a:lnTo>
                  <a:pt x="5010325" y="63500"/>
                </a:lnTo>
                <a:lnTo>
                  <a:pt x="4983961" y="55880"/>
                </a:lnTo>
                <a:lnTo>
                  <a:pt x="2970139" y="55880"/>
                </a:lnTo>
                <a:lnTo>
                  <a:pt x="2932595" y="50800"/>
                </a:lnTo>
                <a:lnTo>
                  <a:pt x="2892669" y="44450"/>
                </a:lnTo>
                <a:lnTo>
                  <a:pt x="2850553" y="39370"/>
                </a:lnTo>
                <a:lnTo>
                  <a:pt x="2751553" y="30480"/>
                </a:lnTo>
                <a:lnTo>
                  <a:pt x="2695576" y="26670"/>
                </a:lnTo>
                <a:lnTo>
                  <a:pt x="2581490" y="21590"/>
                </a:lnTo>
                <a:lnTo>
                  <a:pt x="2523953" y="21590"/>
                </a:lnTo>
                <a:lnTo>
                  <a:pt x="2466466" y="20320"/>
                </a:lnTo>
                <a:close/>
              </a:path>
              <a:path w="5712460" h="734059">
                <a:moveTo>
                  <a:pt x="3507424" y="0"/>
                </a:moveTo>
                <a:lnTo>
                  <a:pt x="3447876" y="0"/>
                </a:lnTo>
                <a:lnTo>
                  <a:pt x="3389054" y="1270"/>
                </a:lnTo>
                <a:lnTo>
                  <a:pt x="3331429" y="3810"/>
                </a:lnTo>
                <a:lnTo>
                  <a:pt x="3221658" y="11430"/>
                </a:lnTo>
                <a:lnTo>
                  <a:pt x="3170456" y="16510"/>
                </a:lnTo>
                <a:lnTo>
                  <a:pt x="3122338" y="22860"/>
                </a:lnTo>
                <a:lnTo>
                  <a:pt x="3077775" y="30480"/>
                </a:lnTo>
                <a:lnTo>
                  <a:pt x="3037241" y="38100"/>
                </a:lnTo>
                <a:lnTo>
                  <a:pt x="2970139" y="55880"/>
                </a:lnTo>
                <a:lnTo>
                  <a:pt x="4983961" y="55880"/>
                </a:lnTo>
                <a:lnTo>
                  <a:pt x="4966384" y="50800"/>
                </a:lnTo>
                <a:lnTo>
                  <a:pt x="4923121" y="40640"/>
                </a:lnTo>
                <a:lnTo>
                  <a:pt x="3944483" y="40640"/>
                </a:lnTo>
                <a:lnTo>
                  <a:pt x="3901605" y="31750"/>
                </a:lnTo>
                <a:lnTo>
                  <a:pt x="3853488" y="24130"/>
                </a:lnTo>
                <a:lnTo>
                  <a:pt x="3800608" y="16510"/>
                </a:lnTo>
                <a:lnTo>
                  <a:pt x="3685707" y="6350"/>
                </a:lnTo>
                <a:lnTo>
                  <a:pt x="3567226" y="1270"/>
                </a:lnTo>
                <a:lnTo>
                  <a:pt x="3507424" y="0"/>
                </a:lnTo>
                <a:close/>
              </a:path>
              <a:path w="5712460" h="734059">
                <a:moveTo>
                  <a:pt x="4435857" y="0"/>
                </a:moveTo>
                <a:lnTo>
                  <a:pt x="4273268" y="3810"/>
                </a:lnTo>
                <a:lnTo>
                  <a:pt x="4220685" y="6350"/>
                </a:lnTo>
                <a:lnTo>
                  <a:pt x="4169441" y="10160"/>
                </a:lnTo>
                <a:lnTo>
                  <a:pt x="4026937" y="25400"/>
                </a:lnTo>
                <a:lnTo>
                  <a:pt x="3984242" y="33020"/>
                </a:lnTo>
                <a:lnTo>
                  <a:pt x="3944483" y="40640"/>
                </a:lnTo>
                <a:lnTo>
                  <a:pt x="4923121" y="40640"/>
                </a:lnTo>
                <a:lnTo>
                  <a:pt x="4848723" y="26670"/>
                </a:lnTo>
                <a:lnTo>
                  <a:pt x="4802488" y="20320"/>
                </a:lnTo>
                <a:lnTo>
                  <a:pt x="4754078" y="15240"/>
                </a:lnTo>
                <a:lnTo>
                  <a:pt x="4599001" y="3810"/>
                </a:lnTo>
                <a:lnTo>
                  <a:pt x="443585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504048" y="6043561"/>
            <a:ext cx="41275" cy="41275"/>
          </a:xfrm>
          <a:custGeom>
            <a:avLst/>
            <a:gdLst/>
            <a:ahLst/>
            <a:cxnLst/>
            <a:rect l="l" t="t" r="r" b="b"/>
            <a:pathLst>
              <a:path w="41275" h="41275">
                <a:moveTo>
                  <a:pt x="20447" y="0"/>
                </a:moveTo>
                <a:lnTo>
                  <a:pt x="12483" y="1609"/>
                </a:lnTo>
                <a:lnTo>
                  <a:pt x="5984" y="5999"/>
                </a:lnTo>
                <a:lnTo>
                  <a:pt x="1605" y="12510"/>
                </a:lnTo>
                <a:lnTo>
                  <a:pt x="0" y="20485"/>
                </a:lnTo>
                <a:lnTo>
                  <a:pt x="1605" y="28461"/>
                </a:lnTo>
                <a:lnTo>
                  <a:pt x="5984" y="34977"/>
                </a:lnTo>
                <a:lnTo>
                  <a:pt x="12483" y="39371"/>
                </a:lnTo>
                <a:lnTo>
                  <a:pt x="20447" y="40982"/>
                </a:lnTo>
                <a:lnTo>
                  <a:pt x="28483" y="39371"/>
                </a:lnTo>
                <a:lnTo>
                  <a:pt x="35020" y="34977"/>
                </a:lnTo>
                <a:lnTo>
                  <a:pt x="39413" y="28461"/>
                </a:lnTo>
                <a:lnTo>
                  <a:pt x="41021" y="20485"/>
                </a:lnTo>
                <a:lnTo>
                  <a:pt x="39413" y="12510"/>
                </a:lnTo>
                <a:lnTo>
                  <a:pt x="35020" y="5999"/>
                </a:lnTo>
                <a:lnTo>
                  <a:pt x="28483" y="1609"/>
                </a:lnTo>
                <a:lnTo>
                  <a:pt x="20447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759447" y="6091326"/>
            <a:ext cx="81915" cy="81953"/>
          </a:xfrm>
          <a:prstGeom prst="rect">
            <a:avLst/>
          </a:prstGeom>
          <a:blipFill>
            <a:blip r:embed="rId1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5973953" y="6142939"/>
            <a:ext cx="122936" cy="122936"/>
          </a:xfrm>
          <a:prstGeom prst="rect">
            <a:avLst/>
          </a:prstGeom>
          <a:blipFill>
            <a:blip r:embed="rId1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660572" y="6123593"/>
            <a:ext cx="5200650" cy="734695"/>
          </a:xfrm>
          <a:custGeom>
            <a:avLst/>
            <a:gdLst/>
            <a:ahLst/>
            <a:cxnLst/>
            <a:rect l="l" t="t" r="r" b="b"/>
            <a:pathLst>
              <a:path w="5200650" h="734695">
                <a:moveTo>
                  <a:pt x="7701" y="242916"/>
                </a:moveTo>
                <a:lnTo>
                  <a:pt x="572" y="229421"/>
                </a:lnTo>
                <a:lnTo>
                  <a:pt x="0" y="216093"/>
                </a:lnTo>
                <a:lnTo>
                  <a:pt x="5754" y="202984"/>
                </a:lnTo>
                <a:lnTo>
                  <a:pt x="35327" y="177634"/>
                </a:lnTo>
                <a:lnTo>
                  <a:pt x="87457" y="153797"/>
                </a:lnTo>
                <a:lnTo>
                  <a:pt x="160310" y="131896"/>
                </a:lnTo>
                <a:lnTo>
                  <a:pt x="203935" y="121804"/>
                </a:lnTo>
                <a:lnTo>
                  <a:pt x="252052" y="112355"/>
                </a:lnTo>
                <a:lnTo>
                  <a:pt x="304433" y="103603"/>
                </a:lnTo>
                <a:lnTo>
                  <a:pt x="360849" y="95600"/>
                </a:lnTo>
                <a:lnTo>
                  <a:pt x="421069" y="88399"/>
                </a:lnTo>
                <a:lnTo>
                  <a:pt x="484866" y="82053"/>
                </a:lnTo>
                <a:lnTo>
                  <a:pt x="552009" y="76616"/>
                </a:lnTo>
                <a:lnTo>
                  <a:pt x="622269" y="72140"/>
                </a:lnTo>
                <a:lnTo>
                  <a:pt x="695418" y="68678"/>
                </a:lnTo>
                <a:lnTo>
                  <a:pt x="771225" y="66284"/>
                </a:lnTo>
                <a:lnTo>
                  <a:pt x="825243" y="65284"/>
                </a:lnTo>
                <a:lnTo>
                  <a:pt x="879274" y="64865"/>
                </a:lnTo>
                <a:lnTo>
                  <a:pt x="933175" y="65021"/>
                </a:lnTo>
                <a:lnTo>
                  <a:pt x="986799" y="65747"/>
                </a:lnTo>
                <a:lnTo>
                  <a:pt x="1040005" y="67039"/>
                </a:lnTo>
                <a:lnTo>
                  <a:pt x="1092646" y="68891"/>
                </a:lnTo>
                <a:lnTo>
                  <a:pt x="1144579" y="71298"/>
                </a:lnTo>
                <a:lnTo>
                  <a:pt x="1195660" y="74255"/>
                </a:lnTo>
                <a:lnTo>
                  <a:pt x="1245743" y="77757"/>
                </a:lnTo>
                <a:lnTo>
                  <a:pt x="1294686" y="81799"/>
                </a:lnTo>
                <a:lnTo>
                  <a:pt x="1342344" y="86376"/>
                </a:lnTo>
                <a:lnTo>
                  <a:pt x="1373139" y="77135"/>
                </a:lnTo>
                <a:lnTo>
                  <a:pt x="1445751" y="60585"/>
                </a:lnTo>
                <a:lnTo>
                  <a:pt x="1486995" y="53307"/>
                </a:lnTo>
                <a:lnTo>
                  <a:pt x="1531150" y="46714"/>
                </a:lnTo>
                <a:lnTo>
                  <a:pt x="1577931" y="40821"/>
                </a:lnTo>
                <a:lnTo>
                  <a:pt x="1627050" y="35645"/>
                </a:lnTo>
                <a:lnTo>
                  <a:pt x="1678223" y="31200"/>
                </a:lnTo>
                <a:lnTo>
                  <a:pt x="1731162" y="27502"/>
                </a:lnTo>
                <a:lnTo>
                  <a:pt x="1785583" y="24566"/>
                </a:lnTo>
                <a:lnTo>
                  <a:pt x="1841200" y="22409"/>
                </a:lnTo>
                <a:lnTo>
                  <a:pt x="1897725" y="21044"/>
                </a:lnTo>
                <a:lnTo>
                  <a:pt x="1954874" y="20489"/>
                </a:lnTo>
                <a:lnTo>
                  <a:pt x="2012360" y="20757"/>
                </a:lnTo>
                <a:lnTo>
                  <a:pt x="2069898" y="21865"/>
                </a:lnTo>
                <a:lnTo>
                  <a:pt x="2127201" y="23829"/>
                </a:lnTo>
                <a:lnTo>
                  <a:pt x="2183984" y="26663"/>
                </a:lnTo>
                <a:lnTo>
                  <a:pt x="2239960" y="30383"/>
                </a:lnTo>
                <a:lnTo>
                  <a:pt x="2294844" y="35004"/>
                </a:lnTo>
                <a:lnTo>
                  <a:pt x="2338961" y="39494"/>
                </a:lnTo>
                <a:lnTo>
                  <a:pt x="2381077" y="44529"/>
                </a:lnTo>
                <a:lnTo>
                  <a:pt x="2421003" y="50088"/>
                </a:lnTo>
                <a:lnTo>
                  <a:pt x="2458547" y="56150"/>
                </a:lnTo>
                <a:lnTo>
                  <a:pt x="2489612" y="46518"/>
                </a:lnTo>
                <a:lnTo>
                  <a:pt x="2566183" y="29749"/>
                </a:lnTo>
                <a:lnTo>
                  <a:pt x="2610745" y="22667"/>
                </a:lnTo>
                <a:lnTo>
                  <a:pt x="2658864" y="16491"/>
                </a:lnTo>
                <a:lnTo>
                  <a:pt x="2710066" y="11247"/>
                </a:lnTo>
                <a:lnTo>
                  <a:pt x="2763881" y="6965"/>
                </a:lnTo>
                <a:lnTo>
                  <a:pt x="2819836" y="3671"/>
                </a:lnTo>
                <a:lnTo>
                  <a:pt x="2877461" y="1393"/>
                </a:lnTo>
                <a:lnTo>
                  <a:pt x="2936283" y="160"/>
                </a:lnTo>
                <a:lnTo>
                  <a:pt x="2995832" y="0"/>
                </a:lnTo>
                <a:lnTo>
                  <a:pt x="3055634" y="938"/>
                </a:lnTo>
                <a:lnTo>
                  <a:pt x="3115219" y="3005"/>
                </a:lnTo>
                <a:lnTo>
                  <a:pt x="3174115" y="6227"/>
                </a:lnTo>
                <a:lnTo>
                  <a:pt x="3231850" y="10633"/>
                </a:lnTo>
                <a:lnTo>
                  <a:pt x="3289016" y="16393"/>
                </a:lnTo>
                <a:lnTo>
                  <a:pt x="3341896" y="23241"/>
                </a:lnTo>
                <a:lnTo>
                  <a:pt x="3390013" y="31103"/>
                </a:lnTo>
                <a:lnTo>
                  <a:pt x="3432891" y="39906"/>
                </a:lnTo>
                <a:lnTo>
                  <a:pt x="3472650" y="32386"/>
                </a:lnTo>
                <a:lnTo>
                  <a:pt x="3515345" y="25640"/>
                </a:lnTo>
                <a:lnTo>
                  <a:pt x="3560655" y="19674"/>
                </a:lnTo>
                <a:lnTo>
                  <a:pt x="3608263" y="14491"/>
                </a:lnTo>
                <a:lnTo>
                  <a:pt x="3657849" y="10096"/>
                </a:lnTo>
                <a:lnTo>
                  <a:pt x="3709093" y="6495"/>
                </a:lnTo>
                <a:lnTo>
                  <a:pt x="3761675" y="3691"/>
                </a:lnTo>
                <a:lnTo>
                  <a:pt x="3815278" y="1690"/>
                </a:lnTo>
                <a:lnTo>
                  <a:pt x="3869581" y="495"/>
                </a:lnTo>
                <a:lnTo>
                  <a:pt x="3924264" y="112"/>
                </a:lnTo>
                <a:lnTo>
                  <a:pt x="3979010" y="545"/>
                </a:lnTo>
                <a:lnTo>
                  <a:pt x="4033498" y="1800"/>
                </a:lnTo>
                <a:lnTo>
                  <a:pt x="4087408" y="3880"/>
                </a:lnTo>
                <a:lnTo>
                  <a:pt x="4140423" y="6790"/>
                </a:lnTo>
                <a:lnTo>
                  <a:pt x="4192222" y="10535"/>
                </a:lnTo>
                <a:lnTo>
                  <a:pt x="4242486" y="15119"/>
                </a:lnTo>
                <a:lnTo>
                  <a:pt x="4290895" y="20548"/>
                </a:lnTo>
                <a:lnTo>
                  <a:pt x="4337131" y="26825"/>
                </a:lnTo>
                <a:lnTo>
                  <a:pt x="4400713" y="37704"/>
                </a:lnTo>
                <a:lnTo>
                  <a:pt x="4454792" y="49928"/>
                </a:lnTo>
                <a:lnTo>
                  <a:pt x="4498733" y="63306"/>
                </a:lnTo>
                <a:lnTo>
                  <a:pt x="4553666" y="92764"/>
                </a:lnTo>
                <a:lnTo>
                  <a:pt x="4631668" y="97373"/>
                </a:lnTo>
                <a:lnTo>
                  <a:pt x="4704591" y="103406"/>
                </a:lnTo>
                <a:lnTo>
                  <a:pt x="4772062" y="110748"/>
                </a:lnTo>
                <a:lnTo>
                  <a:pt x="4833711" y="119286"/>
                </a:lnTo>
                <a:lnTo>
                  <a:pt x="4889165" y="128904"/>
                </a:lnTo>
                <a:lnTo>
                  <a:pt x="4938054" y="139488"/>
                </a:lnTo>
                <a:lnTo>
                  <a:pt x="4980005" y="150923"/>
                </a:lnTo>
                <a:lnTo>
                  <a:pt x="5041609" y="175891"/>
                </a:lnTo>
                <a:lnTo>
                  <a:pt x="5071004" y="202892"/>
                </a:lnTo>
                <a:lnTo>
                  <a:pt x="5072695" y="216869"/>
                </a:lnTo>
                <a:lnTo>
                  <a:pt x="5065219" y="231010"/>
                </a:lnTo>
                <a:lnTo>
                  <a:pt x="5033694" y="253457"/>
                </a:lnTo>
                <a:lnTo>
                  <a:pt x="5015946" y="261521"/>
                </a:lnTo>
                <a:lnTo>
                  <a:pt x="5068005" y="274781"/>
                </a:lnTo>
                <a:lnTo>
                  <a:pt x="5111366" y="288630"/>
                </a:lnTo>
                <a:lnTo>
                  <a:pt x="5172323" y="317652"/>
                </a:lnTo>
                <a:lnTo>
                  <a:pt x="5199478" y="347700"/>
                </a:lnTo>
                <a:lnTo>
                  <a:pt x="5200586" y="362832"/>
                </a:lnTo>
                <a:lnTo>
                  <a:pt x="5193492" y="377887"/>
                </a:lnTo>
                <a:lnTo>
                  <a:pt x="5155026" y="407324"/>
                </a:lnTo>
                <a:lnTo>
                  <a:pt x="5084740" y="435123"/>
                </a:lnTo>
                <a:lnTo>
                  <a:pt x="5037872" y="448132"/>
                </a:lnTo>
                <a:lnTo>
                  <a:pt x="4983296" y="460398"/>
                </a:lnTo>
                <a:lnTo>
                  <a:pt x="4921096" y="471811"/>
                </a:lnTo>
                <a:lnTo>
                  <a:pt x="4851354" y="482260"/>
                </a:lnTo>
                <a:lnTo>
                  <a:pt x="4804583" y="488168"/>
                </a:lnTo>
                <a:lnTo>
                  <a:pt x="4755914" y="493519"/>
                </a:lnTo>
                <a:lnTo>
                  <a:pt x="4705505" y="498301"/>
                </a:lnTo>
                <a:lnTo>
                  <a:pt x="4653520" y="502502"/>
                </a:lnTo>
                <a:lnTo>
                  <a:pt x="4600117" y="506110"/>
                </a:lnTo>
                <a:lnTo>
                  <a:pt x="4545459" y="509112"/>
                </a:lnTo>
                <a:lnTo>
                  <a:pt x="4489705" y="511495"/>
                </a:lnTo>
                <a:lnTo>
                  <a:pt x="4433016" y="513248"/>
                </a:lnTo>
                <a:lnTo>
                  <a:pt x="4428921" y="526179"/>
                </a:lnTo>
                <a:lnTo>
                  <a:pt x="4377338" y="562603"/>
                </a:lnTo>
                <a:lnTo>
                  <a:pt x="4313426" y="584355"/>
                </a:lnTo>
                <a:lnTo>
                  <a:pt x="4273581" y="594304"/>
                </a:lnTo>
                <a:lnTo>
                  <a:pt x="4228908" y="603561"/>
                </a:lnTo>
                <a:lnTo>
                  <a:pt x="4179727" y="612069"/>
                </a:lnTo>
                <a:lnTo>
                  <a:pt x="4126363" y="619773"/>
                </a:lnTo>
                <a:lnTo>
                  <a:pt x="4069137" y="626618"/>
                </a:lnTo>
                <a:lnTo>
                  <a:pt x="4008373" y="632546"/>
                </a:lnTo>
                <a:lnTo>
                  <a:pt x="3944392" y="637503"/>
                </a:lnTo>
                <a:lnTo>
                  <a:pt x="3877518" y="641432"/>
                </a:lnTo>
                <a:lnTo>
                  <a:pt x="3808073" y="644277"/>
                </a:lnTo>
                <a:lnTo>
                  <a:pt x="3736380" y="645984"/>
                </a:lnTo>
                <a:lnTo>
                  <a:pt x="3662761" y="646495"/>
                </a:lnTo>
                <a:lnTo>
                  <a:pt x="3610070" y="646101"/>
                </a:lnTo>
                <a:lnTo>
                  <a:pt x="3557843" y="645073"/>
                </a:lnTo>
                <a:lnTo>
                  <a:pt x="3506259" y="643421"/>
                </a:lnTo>
                <a:lnTo>
                  <a:pt x="3455497" y="641154"/>
                </a:lnTo>
                <a:lnTo>
                  <a:pt x="3405735" y="638281"/>
                </a:lnTo>
                <a:lnTo>
                  <a:pt x="3357151" y="634811"/>
                </a:lnTo>
                <a:lnTo>
                  <a:pt x="3309925" y="630754"/>
                </a:lnTo>
                <a:lnTo>
                  <a:pt x="3264235" y="626118"/>
                </a:lnTo>
                <a:lnTo>
                  <a:pt x="3242604" y="637232"/>
                </a:lnTo>
                <a:lnTo>
                  <a:pt x="3186997" y="658033"/>
                </a:lnTo>
                <a:lnTo>
                  <a:pt x="3116362" y="676797"/>
                </a:lnTo>
                <a:lnTo>
                  <a:pt x="3075947" y="685365"/>
                </a:lnTo>
                <a:lnTo>
                  <a:pt x="3032421" y="693363"/>
                </a:lnTo>
                <a:lnTo>
                  <a:pt x="2985998" y="700770"/>
                </a:lnTo>
                <a:lnTo>
                  <a:pt x="2936893" y="707567"/>
                </a:lnTo>
                <a:lnTo>
                  <a:pt x="2885321" y="713732"/>
                </a:lnTo>
                <a:lnTo>
                  <a:pt x="2831498" y="719246"/>
                </a:lnTo>
                <a:lnTo>
                  <a:pt x="2775639" y="724089"/>
                </a:lnTo>
                <a:lnTo>
                  <a:pt x="2717958" y="728240"/>
                </a:lnTo>
                <a:lnTo>
                  <a:pt x="2658671" y="731679"/>
                </a:lnTo>
                <a:lnTo>
                  <a:pt x="2597993" y="734385"/>
                </a:lnTo>
                <a:lnTo>
                  <a:pt x="2597376" y="734404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148980" y="6366509"/>
            <a:ext cx="2738120" cy="491490"/>
          </a:xfrm>
          <a:custGeom>
            <a:avLst/>
            <a:gdLst/>
            <a:ahLst/>
            <a:cxnLst/>
            <a:rect l="l" t="t" r="r" b="b"/>
            <a:pathLst>
              <a:path w="2738120" h="491490">
                <a:moveTo>
                  <a:pt x="2737556" y="491488"/>
                </a:moveTo>
                <a:lnTo>
                  <a:pt x="2663942" y="488196"/>
                </a:lnTo>
                <a:lnTo>
                  <a:pt x="2605496" y="484681"/>
                </a:lnTo>
                <a:lnTo>
                  <a:pt x="2548839" y="480483"/>
                </a:lnTo>
                <a:lnTo>
                  <a:pt x="2494146" y="475624"/>
                </a:lnTo>
                <a:lnTo>
                  <a:pt x="2441593" y="470129"/>
                </a:lnTo>
                <a:lnTo>
                  <a:pt x="2391353" y="464019"/>
                </a:lnTo>
                <a:lnTo>
                  <a:pt x="2343601" y="457317"/>
                </a:lnTo>
                <a:lnTo>
                  <a:pt x="2298511" y="450046"/>
                </a:lnTo>
                <a:lnTo>
                  <a:pt x="2256258" y="442229"/>
                </a:lnTo>
                <a:lnTo>
                  <a:pt x="2217017" y="433890"/>
                </a:lnTo>
                <a:lnTo>
                  <a:pt x="2180961" y="425049"/>
                </a:lnTo>
                <a:lnTo>
                  <a:pt x="2128713" y="430237"/>
                </a:lnTo>
                <a:lnTo>
                  <a:pt x="2075495" y="434827"/>
                </a:lnTo>
                <a:lnTo>
                  <a:pt x="2021441" y="438826"/>
                </a:lnTo>
                <a:lnTo>
                  <a:pt x="1966680" y="442240"/>
                </a:lnTo>
                <a:lnTo>
                  <a:pt x="1911344" y="445074"/>
                </a:lnTo>
                <a:lnTo>
                  <a:pt x="1855564" y="447333"/>
                </a:lnTo>
                <a:lnTo>
                  <a:pt x="1799472" y="449025"/>
                </a:lnTo>
                <a:lnTo>
                  <a:pt x="1743199" y="450154"/>
                </a:lnTo>
                <a:lnTo>
                  <a:pt x="1686875" y="450726"/>
                </a:lnTo>
                <a:lnTo>
                  <a:pt x="1630632" y="450748"/>
                </a:lnTo>
                <a:lnTo>
                  <a:pt x="1574602" y="450224"/>
                </a:lnTo>
                <a:lnTo>
                  <a:pt x="1518915" y="449161"/>
                </a:lnTo>
                <a:lnTo>
                  <a:pt x="1463702" y="447565"/>
                </a:lnTo>
                <a:lnTo>
                  <a:pt x="1409095" y="445440"/>
                </a:lnTo>
                <a:lnTo>
                  <a:pt x="1355225" y="442794"/>
                </a:lnTo>
                <a:lnTo>
                  <a:pt x="1302224" y="439631"/>
                </a:lnTo>
                <a:lnTo>
                  <a:pt x="1250221" y="435958"/>
                </a:lnTo>
                <a:lnTo>
                  <a:pt x="1199350" y="431780"/>
                </a:lnTo>
                <a:lnTo>
                  <a:pt x="1149740" y="427103"/>
                </a:lnTo>
                <a:lnTo>
                  <a:pt x="1101523" y="421933"/>
                </a:lnTo>
                <a:lnTo>
                  <a:pt x="1054830" y="416276"/>
                </a:lnTo>
                <a:lnTo>
                  <a:pt x="1009792" y="410137"/>
                </a:lnTo>
                <a:lnTo>
                  <a:pt x="966541" y="403522"/>
                </a:lnTo>
                <a:lnTo>
                  <a:pt x="925208" y="396437"/>
                </a:lnTo>
                <a:lnTo>
                  <a:pt x="885923" y="388888"/>
                </a:lnTo>
                <a:lnTo>
                  <a:pt x="814026" y="372419"/>
                </a:lnTo>
                <a:lnTo>
                  <a:pt x="774424" y="361353"/>
                </a:lnTo>
                <a:lnTo>
                  <a:pt x="770893" y="360260"/>
                </a:lnTo>
                <a:lnTo>
                  <a:pt x="698627" y="360957"/>
                </a:lnTo>
                <a:lnTo>
                  <a:pt x="628016" y="360098"/>
                </a:lnTo>
                <a:lnTo>
                  <a:pt x="559660" y="357766"/>
                </a:lnTo>
                <a:lnTo>
                  <a:pt x="494156" y="354043"/>
                </a:lnTo>
                <a:lnTo>
                  <a:pt x="432105" y="349014"/>
                </a:lnTo>
                <a:lnTo>
                  <a:pt x="374104" y="342761"/>
                </a:lnTo>
                <a:lnTo>
                  <a:pt x="320753" y="335366"/>
                </a:lnTo>
                <a:lnTo>
                  <a:pt x="272651" y="326914"/>
                </a:lnTo>
                <a:lnTo>
                  <a:pt x="230396" y="317487"/>
                </a:lnTo>
                <a:lnTo>
                  <a:pt x="165824" y="296040"/>
                </a:lnTo>
                <a:lnTo>
                  <a:pt x="131829" y="271691"/>
                </a:lnTo>
                <a:lnTo>
                  <a:pt x="130875" y="249652"/>
                </a:lnTo>
                <a:lnTo>
                  <a:pt x="156731" y="228339"/>
                </a:lnTo>
                <a:lnTo>
                  <a:pt x="208014" y="208493"/>
                </a:lnTo>
                <a:lnTo>
                  <a:pt x="283340" y="190855"/>
                </a:lnTo>
                <a:lnTo>
                  <a:pt x="213304" y="182324"/>
                </a:lnTo>
                <a:lnTo>
                  <a:pt x="152591" y="172330"/>
                </a:lnTo>
                <a:lnTo>
                  <a:pt x="101520" y="161087"/>
                </a:lnTo>
                <a:lnTo>
                  <a:pt x="60408" y="148811"/>
                </a:lnTo>
                <a:lnTo>
                  <a:pt x="9330" y="122015"/>
                </a:lnTo>
                <a:lnTo>
                  <a:pt x="0" y="107925"/>
                </a:lnTo>
                <a:lnTo>
                  <a:pt x="1897" y="93661"/>
                </a:lnTo>
                <a:lnTo>
                  <a:pt x="40647" y="65467"/>
                </a:lnTo>
                <a:lnTo>
                  <a:pt x="78134" y="51968"/>
                </a:lnTo>
                <a:lnTo>
                  <a:pt x="149510" y="34824"/>
                </a:lnTo>
                <a:lnTo>
                  <a:pt x="191913" y="27421"/>
                </a:lnTo>
                <a:lnTo>
                  <a:pt x="238245" y="20859"/>
                </a:lnTo>
                <a:lnTo>
                  <a:pt x="288097" y="15185"/>
                </a:lnTo>
                <a:lnTo>
                  <a:pt x="341057" y="10445"/>
                </a:lnTo>
                <a:lnTo>
                  <a:pt x="396717" y="6687"/>
                </a:lnTo>
                <a:lnTo>
                  <a:pt x="454666" y="3956"/>
                </a:lnTo>
                <a:lnTo>
                  <a:pt x="514493" y="2298"/>
                </a:lnTo>
                <a:lnTo>
                  <a:pt x="519293" y="0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7484998" y="6024511"/>
            <a:ext cx="79121" cy="79082"/>
          </a:xfrm>
          <a:prstGeom prst="rect">
            <a:avLst/>
          </a:prstGeom>
          <a:blipFill>
            <a:blip r:embed="rId1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6740397" y="6072276"/>
            <a:ext cx="120015" cy="120053"/>
          </a:xfrm>
          <a:prstGeom prst="rect">
            <a:avLst/>
          </a:prstGeom>
          <a:blipFill>
            <a:blip r:embed="rId1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5954903" y="6123889"/>
            <a:ext cx="161036" cy="161036"/>
          </a:xfrm>
          <a:prstGeom prst="rect">
            <a:avLst/>
          </a:prstGeom>
          <a:blipFill>
            <a:blip r:embed="rId1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438442" y="6554495"/>
            <a:ext cx="334645" cy="13970"/>
          </a:xfrm>
          <a:custGeom>
            <a:avLst/>
            <a:gdLst/>
            <a:ahLst/>
            <a:cxnLst/>
            <a:rect l="l" t="t" r="r" b="b"/>
            <a:pathLst>
              <a:path w="334645" h="13970">
                <a:moveTo>
                  <a:pt x="334568" y="13614"/>
                </a:moveTo>
                <a:lnTo>
                  <a:pt x="284573" y="13913"/>
                </a:lnTo>
                <a:lnTo>
                  <a:pt x="234854" y="13445"/>
                </a:lnTo>
                <a:lnTo>
                  <a:pt x="185685" y="12222"/>
                </a:lnTo>
                <a:lnTo>
                  <a:pt x="137341" y="10255"/>
                </a:lnTo>
                <a:lnTo>
                  <a:pt x="90096" y="7555"/>
                </a:lnTo>
                <a:lnTo>
                  <a:pt x="44224" y="4133"/>
                </a:lnTo>
                <a:lnTo>
                  <a:pt x="0" y="0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921829" y="6717030"/>
            <a:ext cx="146685" cy="6985"/>
          </a:xfrm>
          <a:custGeom>
            <a:avLst/>
            <a:gdLst/>
            <a:ahLst/>
            <a:cxnLst/>
            <a:rect l="l" t="t" r="r" b="b"/>
            <a:pathLst>
              <a:path w="146684" h="6984">
                <a:moveTo>
                  <a:pt x="146380" y="0"/>
                </a:moveTo>
                <a:lnTo>
                  <a:pt x="110762" y="2259"/>
                </a:lnTo>
                <a:lnTo>
                  <a:pt x="74414" y="4100"/>
                </a:lnTo>
                <a:lnTo>
                  <a:pt x="37454" y="5520"/>
                </a:lnTo>
                <a:lnTo>
                  <a:pt x="0" y="6515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/>
          <p:nvPr/>
        </p:nvSpPr>
        <p:spPr>
          <a:xfrm>
            <a:off x="2241423" y="6758875"/>
            <a:ext cx="88265" cy="29845"/>
          </a:xfrm>
          <a:custGeom>
            <a:avLst/>
            <a:gdLst/>
            <a:ahLst/>
            <a:cxnLst/>
            <a:rect l="l" t="t" r="r" b="b"/>
            <a:pathLst>
              <a:path w="88264" h="29845">
                <a:moveTo>
                  <a:pt x="88137" y="29710"/>
                </a:moveTo>
                <a:lnTo>
                  <a:pt x="62739" y="22602"/>
                </a:lnTo>
                <a:lnTo>
                  <a:pt x="39544" y="15271"/>
                </a:lnTo>
                <a:lnTo>
                  <a:pt x="18611" y="7731"/>
                </a:lnTo>
                <a:lnTo>
                  <a:pt x="0" y="0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/>
          <p:nvPr/>
        </p:nvSpPr>
        <p:spPr>
          <a:xfrm>
            <a:off x="3925442" y="6714502"/>
            <a:ext cx="35560" cy="33020"/>
          </a:xfrm>
          <a:custGeom>
            <a:avLst/>
            <a:gdLst/>
            <a:ahLst/>
            <a:cxnLst/>
            <a:rect l="l" t="t" r="r" b="b"/>
            <a:pathLst>
              <a:path w="35560" h="33020">
                <a:moveTo>
                  <a:pt x="35179" y="0"/>
                </a:moveTo>
                <a:lnTo>
                  <a:pt x="30039" y="8261"/>
                </a:lnTo>
                <a:lnTo>
                  <a:pt x="22447" y="16460"/>
                </a:lnTo>
                <a:lnTo>
                  <a:pt x="12426" y="24578"/>
                </a:lnTo>
                <a:lnTo>
                  <a:pt x="0" y="32597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/>
          <p:nvPr/>
        </p:nvSpPr>
        <p:spPr>
          <a:xfrm>
            <a:off x="4660900" y="6513068"/>
            <a:ext cx="429895" cy="121920"/>
          </a:xfrm>
          <a:custGeom>
            <a:avLst/>
            <a:gdLst/>
            <a:ahLst/>
            <a:cxnLst/>
            <a:rect l="l" t="t" r="r" b="b"/>
            <a:pathLst>
              <a:path w="429895" h="121920">
                <a:moveTo>
                  <a:pt x="0" y="0"/>
                </a:moveTo>
                <a:lnTo>
                  <a:pt x="76433" y="7522"/>
                </a:lnTo>
                <a:lnTo>
                  <a:pt x="146570" y="16407"/>
                </a:lnTo>
                <a:lnTo>
                  <a:pt x="209981" y="26531"/>
                </a:lnTo>
                <a:lnTo>
                  <a:pt x="266238" y="37773"/>
                </a:lnTo>
                <a:lnTo>
                  <a:pt x="314912" y="50011"/>
                </a:lnTo>
                <a:lnTo>
                  <a:pt x="355573" y="63121"/>
                </a:lnTo>
                <a:lnTo>
                  <a:pt x="411142" y="91470"/>
                </a:lnTo>
                <a:lnTo>
                  <a:pt x="425192" y="106465"/>
                </a:lnTo>
                <a:lnTo>
                  <a:pt x="429513" y="121843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5482590" y="6383311"/>
            <a:ext cx="191770" cy="45720"/>
          </a:xfrm>
          <a:custGeom>
            <a:avLst/>
            <a:gdLst/>
            <a:ahLst/>
            <a:cxnLst/>
            <a:rect l="l" t="t" r="r" b="b"/>
            <a:pathLst>
              <a:path w="191770" h="45720">
                <a:moveTo>
                  <a:pt x="191262" y="0"/>
                </a:moveTo>
                <a:lnTo>
                  <a:pt x="154930" y="12827"/>
                </a:lnTo>
                <a:lnTo>
                  <a:pt x="110632" y="24793"/>
                </a:lnTo>
                <a:lnTo>
                  <a:pt x="58834" y="35783"/>
                </a:lnTo>
                <a:lnTo>
                  <a:pt x="0" y="45681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215001" y="6213792"/>
            <a:ext cx="10795" cy="21590"/>
          </a:xfrm>
          <a:custGeom>
            <a:avLst/>
            <a:gdLst/>
            <a:ahLst/>
            <a:cxnLst/>
            <a:rect l="l" t="t" r="r" b="b"/>
            <a:pathLst>
              <a:path w="10795" h="21589">
                <a:moveTo>
                  <a:pt x="0" y="0"/>
                </a:moveTo>
                <a:lnTo>
                  <a:pt x="7238" y="7112"/>
                </a:lnTo>
                <a:lnTo>
                  <a:pt x="10668" y="14338"/>
                </a:lnTo>
                <a:lnTo>
                  <a:pt x="10033" y="21577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3993769" y="6161113"/>
            <a:ext cx="98425" cy="27940"/>
          </a:xfrm>
          <a:custGeom>
            <a:avLst/>
            <a:gdLst/>
            <a:ahLst/>
            <a:cxnLst/>
            <a:rect l="l" t="t" r="r" b="b"/>
            <a:pathLst>
              <a:path w="98425" h="27939">
                <a:moveTo>
                  <a:pt x="0" y="27508"/>
                </a:moveTo>
                <a:lnTo>
                  <a:pt x="20175" y="20175"/>
                </a:lnTo>
                <a:lnTo>
                  <a:pt x="43291" y="13130"/>
                </a:lnTo>
                <a:lnTo>
                  <a:pt x="69240" y="6396"/>
                </a:lnTo>
                <a:lnTo>
                  <a:pt x="97916" y="0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3077591" y="6178003"/>
            <a:ext cx="47625" cy="24130"/>
          </a:xfrm>
          <a:custGeom>
            <a:avLst/>
            <a:gdLst/>
            <a:ahLst/>
            <a:cxnLst/>
            <a:rect l="l" t="t" r="r" b="b"/>
            <a:pathLst>
              <a:path w="47625" h="24129">
                <a:moveTo>
                  <a:pt x="0" y="23736"/>
                </a:moveTo>
                <a:lnTo>
                  <a:pt x="8687" y="17614"/>
                </a:lnTo>
                <a:lnTo>
                  <a:pt x="19494" y="11606"/>
                </a:lnTo>
                <a:lnTo>
                  <a:pt x="32396" y="5728"/>
                </a:lnTo>
                <a:lnTo>
                  <a:pt x="47370" y="0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002282" y="6209791"/>
            <a:ext cx="172085" cy="23495"/>
          </a:xfrm>
          <a:custGeom>
            <a:avLst/>
            <a:gdLst/>
            <a:ahLst/>
            <a:cxnLst/>
            <a:rect l="l" t="t" r="r" b="b"/>
            <a:pathLst>
              <a:path w="172085" h="23495">
                <a:moveTo>
                  <a:pt x="0" y="0"/>
                </a:moveTo>
                <a:lnTo>
                  <a:pt x="45866" y="5062"/>
                </a:lnTo>
                <a:lnTo>
                  <a:pt x="89852" y="10598"/>
                </a:lnTo>
                <a:lnTo>
                  <a:pt x="131837" y="16591"/>
                </a:lnTo>
                <a:lnTo>
                  <a:pt x="171704" y="23025"/>
                </a:lnTo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68299" y="6366509"/>
            <a:ext cx="30480" cy="24765"/>
          </a:xfrm>
          <a:custGeom>
            <a:avLst/>
            <a:gdLst/>
            <a:ahLst/>
            <a:cxnLst/>
            <a:rect l="l" t="t" r="r" b="b"/>
            <a:pathLst>
              <a:path w="30479" h="24764">
                <a:moveTo>
                  <a:pt x="29959" y="24218"/>
                </a:moveTo>
                <a:lnTo>
                  <a:pt x="20431" y="18250"/>
                </a:lnTo>
                <a:lnTo>
                  <a:pt x="12255" y="12218"/>
                </a:lnTo>
                <a:lnTo>
                  <a:pt x="5441" y="6132"/>
                </a:lnTo>
                <a:lnTo>
                  <a:pt x="0" y="0"/>
                </a:lnTo>
              </a:path>
            </a:pathLst>
          </a:custGeom>
          <a:ln w="38099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472440" y="4792391"/>
            <a:ext cx="7682230" cy="1978025"/>
          </a:xfrm>
          <a:prstGeom prst="rect">
            <a:avLst/>
          </a:prstGeom>
        </p:spPr>
        <p:txBody>
          <a:bodyPr wrap="square" lIns="0" tIns="213995" rIns="0" bIns="0" rtlCol="0" vert="horz">
            <a:spAutoFit/>
          </a:bodyPr>
          <a:lstStyle/>
          <a:p>
            <a:pPr marL="687070" indent="-611505">
              <a:lnSpc>
                <a:spcPct val="100000"/>
              </a:lnSpc>
              <a:spcBef>
                <a:spcPts val="1685"/>
              </a:spcBef>
              <a:buFont typeface="Times New Roman"/>
              <a:buAutoNum type="arabicPlain"/>
              <a:tabLst>
                <a:tab pos="687705" algn="l"/>
                <a:tab pos="2711450" algn="l"/>
                <a:tab pos="4124325" algn="l"/>
              </a:tabLst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增加结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dirty="0" sz="2400" spc="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	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，并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从</a:t>
            </a:r>
            <a:r>
              <a:rPr dirty="0" sz="2400" spc="-5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	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引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弧到达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687070" indent="-611505">
              <a:lnSpc>
                <a:spcPct val="100000"/>
              </a:lnSpc>
              <a:spcBef>
                <a:spcPts val="1590"/>
              </a:spcBef>
              <a:buFont typeface="Times New Roman"/>
              <a:buAutoNum type="arabicPlain"/>
              <a:tabLst>
                <a:tab pos="687705" algn="l"/>
                <a:tab pos="2493645" algn="l"/>
                <a:tab pos="6884670" algn="l"/>
                <a:tab pos="7313295" algn="l"/>
              </a:tabLst>
            </a:pP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增加结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点</a:t>
            </a:r>
            <a:r>
              <a:rPr dirty="0" sz="2400" spc="-59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	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，并从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400" spc="-5" b="1">
                <a:solidFill>
                  <a:srgbClr val="FFFFFF"/>
                </a:solidFill>
                <a:latin typeface="宋体"/>
                <a:cs typeface="宋体"/>
              </a:rPr>
              <a:t>中所有状态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弧</a:t>
            </a:r>
            <a:r>
              <a:rPr dirty="0" sz="2400" spc="-58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达	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	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643255">
              <a:lnSpc>
                <a:spcPct val="100000"/>
              </a:lnSpc>
              <a:spcBef>
                <a:spcPts val="164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拓广</a:t>
            </a:r>
            <a:r>
              <a:rPr dirty="0" sz="3200" spc="-125" b="1">
                <a:solidFill>
                  <a:srgbClr val="FFFFFF"/>
                </a:solidFill>
                <a:latin typeface="Times New Roman"/>
                <a:cs typeface="Times New Roman"/>
              </a:rPr>
              <a:t>FA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的唯一终态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58" name="object 5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89782" y="29082"/>
            <a:ext cx="249935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56909" y="10033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0574" y="20574"/>
            <a:ext cx="9123426" cy="4343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574" y="435863"/>
            <a:ext cx="9123680" cy="38100"/>
          </a:xfrm>
          <a:custGeom>
            <a:avLst/>
            <a:gdLst/>
            <a:ahLst/>
            <a:cxnLst/>
            <a:rect l="l" t="t" r="r" b="b"/>
            <a:pathLst>
              <a:path w="9123680" h="38100">
                <a:moveTo>
                  <a:pt x="0" y="38100"/>
                </a:moveTo>
                <a:lnTo>
                  <a:pt x="9123425" y="38100"/>
                </a:lnTo>
                <a:lnTo>
                  <a:pt x="9123425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574" y="20574"/>
            <a:ext cx="9123680" cy="434340"/>
          </a:xfrm>
          <a:custGeom>
            <a:avLst/>
            <a:gdLst/>
            <a:ahLst/>
            <a:cxnLst/>
            <a:rect l="l" t="t" r="r" b="b"/>
            <a:pathLst>
              <a:path w="9123680" h="434340">
                <a:moveTo>
                  <a:pt x="9123426" y="0"/>
                </a:moveTo>
                <a:lnTo>
                  <a:pt x="0" y="0"/>
                </a:lnTo>
                <a:lnTo>
                  <a:pt x="0" y="434339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7942" y="46100"/>
            <a:ext cx="34194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34459" y="46100"/>
            <a:ext cx="226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8373" y="46100"/>
            <a:ext cx="1993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</a:t>
            </a:r>
            <a:r>
              <a:rPr dirty="0" sz="2000" spc="10" b="1">
                <a:solidFill>
                  <a:srgbClr val="A15100"/>
                </a:solidFill>
                <a:latin typeface="宋体"/>
                <a:cs typeface="宋体"/>
              </a:rPr>
              <a:t>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89782" y="181482"/>
            <a:ext cx="249935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256909" y="1624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118093" y="3690061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270493" y="3867150"/>
            <a:ext cx="1492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998321" y="3667709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150721" y="3844493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791461" y="3372992"/>
            <a:ext cx="19240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99FF99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084568" y="2764358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7084568" y="3895471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6108319" y="4407230"/>
            <a:ext cx="22923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25374" y="2439797"/>
            <a:ext cx="8309609" cy="2609215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270628" y="280085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22" name="object 22"/>
          <p:cNvSpPr txBox="1"/>
          <p:nvPr/>
        </p:nvSpPr>
        <p:spPr>
          <a:xfrm>
            <a:off x="4308728" y="442061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549522" y="2994482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5073522" y="265188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3663822" y="3890517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5073522" y="4137736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2822575" y="2721862"/>
            <a:ext cx="406400" cy="1273810"/>
          </a:xfrm>
          <a:prstGeom prst="rect">
            <a:avLst/>
          </a:prstGeom>
        </p:spPr>
        <p:txBody>
          <a:bodyPr wrap="square" lIns="0" tIns="22352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6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a,b</a:t>
            </a:r>
            <a:endParaRPr sz="2400">
              <a:latin typeface="Times New Roman"/>
              <a:cs typeface="Times New Roman"/>
            </a:endParaRPr>
          </a:p>
          <a:p>
            <a:pPr marL="117475">
              <a:lnSpc>
                <a:spcPct val="100000"/>
              </a:lnSpc>
              <a:spcBef>
                <a:spcPts val="193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402742" y="880948"/>
            <a:ext cx="5921375" cy="160972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571625" algn="l"/>
                <a:tab pos="2966085" algn="l"/>
              </a:tabLst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2.36:	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NFA	</a:t>
            </a:r>
            <a:r>
              <a:rPr dirty="0" sz="3200" spc="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6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如下图所示。</a:t>
            </a:r>
            <a:endParaRPr sz="32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4450">
              <a:latin typeface="宋体"/>
              <a:cs typeface="宋体"/>
            </a:endParaRPr>
          </a:p>
          <a:p>
            <a:pPr algn="r" marR="5080">
              <a:lnSpc>
                <a:spcPct val="100000"/>
              </a:lnSpc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a,b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64733" y="2768854"/>
            <a:ext cx="406400" cy="122745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4097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3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a,b</a:t>
            </a:r>
            <a:endParaRPr sz="24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6238621" y="10160"/>
            <a:ext cx="248284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20574"/>
            <a:ext cx="9144000" cy="4343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20574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78739" y="46100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915283" y="46100"/>
            <a:ext cx="226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529578" y="46100"/>
            <a:ext cx="1993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638550" y="29082"/>
            <a:ext cx="248412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638550" y="181482"/>
            <a:ext cx="248412" cy="114046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305677" y="162560"/>
            <a:ext cx="248284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93293" y="688472"/>
            <a:ext cx="8453755" cy="13055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 marR="30480">
              <a:lnSpc>
                <a:spcPct val="150000"/>
              </a:lnSpc>
              <a:spcBef>
                <a:spcPts val="95"/>
              </a:spcBef>
              <a:tabLst>
                <a:tab pos="1226820" algn="l"/>
              </a:tabLst>
            </a:pP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step2: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利用如下替换规则一逐步消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去</a:t>
            </a:r>
            <a:r>
              <a:rPr dirty="0" sz="2800" spc="-73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中的结和弧，  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并用正规式代替原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来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中的弧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标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记，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直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至只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剩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下</a:t>
            </a:r>
            <a:r>
              <a:rPr dirty="0" sz="2800" spc="-64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916418" y="1582674"/>
            <a:ext cx="562610" cy="513715"/>
          </a:xfrm>
          <a:custGeom>
            <a:avLst/>
            <a:gdLst/>
            <a:ahLst/>
            <a:cxnLst/>
            <a:rect l="l" t="t" r="r" b="b"/>
            <a:pathLst>
              <a:path w="562609" h="513714">
                <a:moveTo>
                  <a:pt x="0" y="256793"/>
                </a:moveTo>
                <a:lnTo>
                  <a:pt x="4529" y="210625"/>
                </a:lnTo>
                <a:lnTo>
                  <a:pt x="17587" y="167175"/>
                </a:lnTo>
                <a:lnTo>
                  <a:pt x="38382" y="127169"/>
                </a:lnTo>
                <a:lnTo>
                  <a:pt x="66119" y="91330"/>
                </a:lnTo>
                <a:lnTo>
                  <a:pt x="100005" y="60383"/>
                </a:lnTo>
                <a:lnTo>
                  <a:pt x="139248" y="35051"/>
                </a:lnTo>
                <a:lnTo>
                  <a:pt x="183053" y="16061"/>
                </a:lnTo>
                <a:lnTo>
                  <a:pt x="230627" y="4136"/>
                </a:lnTo>
                <a:lnTo>
                  <a:pt x="281177" y="0"/>
                </a:lnTo>
                <a:lnTo>
                  <a:pt x="331728" y="4136"/>
                </a:lnTo>
                <a:lnTo>
                  <a:pt x="379302" y="16061"/>
                </a:lnTo>
                <a:lnTo>
                  <a:pt x="423107" y="35052"/>
                </a:lnTo>
                <a:lnTo>
                  <a:pt x="462350" y="60383"/>
                </a:lnTo>
                <a:lnTo>
                  <a:pt x="496236" y="91330"/>
                </a:lnTo>
                <a:lnTo>
                  <a:pt x="523973" y="127169"/>
                </a:lnTo>
                <a:lnTo>
                  <a:pt x="544768" y="167175"/>
                </a:lnTo>
                <a:lnTo>
                  <a:pt x="557826" y="210625"/>
                </a:lnTo>
                <a:lnTo>
                  <a:pt x="562355" y="256793"/>
                </a:lnTo>
                <a:lnTo>
                  <a:pt x="557826" y="302962"/>
                </a:lnTo>
                <a:lnTo>
                  <a:pt x="544768" y="346412"/>
                </a:lnTo>
                <a:lnTo>
                  <a:pt x="523973" y="386418"/>
                </a:lnTo>
                <a:lnTo>
                  <a:pt x="496236" y="422257"/>
                </a:lnTo>
                <a:lnTo>
                  <a:pt x="462350" y="453204"/>
                </a:lnTo>
                <a:lnTo>
                  <a:pt x="423107" y="478536"/>
                </a:lnTo>
                <a:lnTo>
                  <a:pt x="379302" y="497526"/>
                </a:lnTo>
                <a:lnTo>
                  <a:pt x="331728" y="509451"/>
                </a:lnTo>
                <a:lnTo>
                  <a:pt x="281177" y="513588"/>
                </a:lnTo>
                <a:lnTo>
                  <a:pt x="230627" y="509451"/>
                </a:lnTo>
                <a:lnTo>
                  <a:pt x="183053" y="497526"/>
                </a:lnTo>
                <a:lnTo>
                  <a:pt x="139248" y="478535"/>
                </a:lnTo>
                <a:lnTo>
                  <a:pt x="100005" y="453204"/>
                </a:lnTo>
                <a:lnTo>
                  <a:pt x="66119" y="422257"/>
                </a:lnTo>
                <a:lnTo>
                  <a:pt x="38382" y="386418"/>
                </a:lnTo>
                <a:lnTo>
                  <a:pt x="17587" y="346412"/>
                </a:lnTo>
                <a:lnTo>
                  <a:pt x="4529" y="302962"/>
                </a:lnTo>
                <a:lnTo>
                  <a:pt x="0" y="25679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52806" y="2268473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3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2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3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5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3"/>
                </a:lnTo>
                <a:close/>
              </a:path>
            </a:pathLst>
          </a:custGeom>
          <a:ln w="38100">
            <a:solidFill>
              <a:srgbClr val="FF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333244" y="1391411"/>
            <a:ext cx="2059305" cy="0"/>
          </a:xfrm>
          <a:custGeom>
            <a:avLst/>
            <a:gdLst/>
            <a:ahLst/>
            <a:cxnLst/>
            <a:rect l="l" t="t" r="r" b="b"/>
            <a:pathLst>
              <a:path w="2059304" h="0">
                <a:moveTo>
                  <a:pt x="0" y="0"/>
                </a:moveTo>
                <a:lnTo>
                  <a:pt x="2058923" y="0"/>
                </a:lnTo>
              </a:path>
            </a:pathLst>
          </a:custGeom>
          <a:ln w="5715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93293" y="2182494"/>
            <a:ext cx="8492490" cy="75946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593090" algn="l"/>
              </a:tabLst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结为止。两状态弧上标记的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正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规式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即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为所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求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结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果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algn="r" marR="1470660">
              <a:lnSpc>
                <a:spcPct val="100000"/>
              </a:lnSpc>
              <a:spcBef>
                <a:spcPts val="20"/>
              </a:spcBef>
            </a:pP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1367" sz="1950" spc="3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0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1367" sz="1950" spc="22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21367" sz="195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6273546" y="2815589"/>
            <a:ext cx="472440" cy="451484"/>
          </a:xfrm>
          <a:custGeom>
            <a:avLst/>
            <a:gdLst/>
            <a:ahLst/>
            <a:cxnLst/>
            <a:rect l="l" t="t" r="r" b="b"/>
            <a:pathLst>
              <a:path w="472440" h="451485">
                <a:moveTo>
                  <a:pt x="0" y="225551"/>
                </a:moveTo>
                <a:lnTo>
                  <a:pt x="4800" y="180090"/>
                </a:lnTo>
                <a:lnTo>
                  <a:pt x="18567" y="137749"/>
                </a:lnTo>
                <a:lnTo>
                  <a:pt x="40351" y="99435"/>
                </a:lnTo>
                <a:lnTo>
                  <a:pt x="69199" y="66055"/>
                </a:lnTo>
                <a:lnTo>
                  <a:pt x="104161" y="38515"/>
                </a:lnTo>
                <a:lnTo>
                  <a:pt x="144285" y="17722"/>
                </a:lnTo>
                <a:lnTo>
                  <a:pt x="188622" y="4581"/>
                </a:lnTo>
                <a:lnTo>
                  <a:pt x="236220" y="0"/>
                </a:lnTo>
                <a:lnTo>
                  <a:pt x="283817" y="4581"/>
                </a:lnTo>
                <a:lnTo>
                  <a:pt x="328154" y="17722"/>
                </a:lnTo>
                <a:lnTo>
                  <a:pt x="368278" y="38515"/>
                </a:lnTo>
                <a:lnTo>
                  <a:pt x="403240" y="66055"/>
                </a:lnTo>
                <a:lnTo>
                  <a:pt x="432088" y="99435"/>
                </a:lnTo>
                <a:lnTo>
                  <a:pt x="453872" y="137749"/>
                </a:lnTo>
                <a:lnTo>
                  <a:pt x="467639" y="180090"/>
                </a:lnTo>
                <a:lnTo>
                  <a:pt x="472439" y="225551"/>
                </a:lnTo>
                <a:lnTo>
                  <a:pt x="467639" y="271013"/>
                </a:lnTo>
                <a:lnTo>
                  <a:pt x="453872" y="313354"/>
                </a:lnTo>
                <a:lnTo>
                  <a:pt x="432088" y="351668"/>
                </a:lnTo>
                <a:lnTo>
                  <a:pt x="403240" y="385048"/>
                </a:lnTo>
                <a:lnTo>
                  <a:pt x="368278" y="412588"/>
                </a:lnTo>
                <a:lnTo>
                  <a:pt x="328154" y="433381"/>
                </a:lnTo>
                <a:lnTo>
                  <a:pt x="283817" y="446522"/>
                </a:lnTo>
                <a:lnTo>
                  <a:pt x="236220" y="451104"/>
                </a:lnTo>
                <a:lnTo>
                  <a:pt x="188622" y="446522"/>
                </a:lnTo>
                <a:lnTo>
                  <a:pt x="144285" y="433381"/>
                </a:lnTo>
                <a:lnTo>
                  <a:pt x="104161" y="412588"/>
                </a:lnTo>
                <a:lnTo>
                  <a:pt x="69199" y="385048"/>
                </a:lnTo>
                <a:lnTo>
                  <a:pt x="40351" y="351668"/>
                </a:lnTo>
                <a:lnTo>
                  <a:pt x="18567" y="313354"/>
                </a:lnTo>
                <a:lnTo>
                  <a:pt x="4800" y="271013"/>
                </a:lnTo>
                <a:lnTo>
                  <a:pt x="0" y="22555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6383782" y="2857576"/>
            <a:ext cx="229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541514" y="2783585"/>
            <a:ext cx="472440" cy="451484"/>
          </a:xfrm>
          <a:custGeom>
            <a:avLst/>
            <a:gdLst/>
            <a:ahLst/>
            <a:cxnLst/>
            <a:rect l="l" t="t" r="r" b="b"/>
            <a:pathLst>
              <a:path w="472440" h="451485">
                <a:moveTo>
                  <a:pt x="0" y="225551"/>
                </a:moveTo>
                <a:lnTo>
                  <a:pt x="4800" y="180090"/>
                </a:lnTo>
                <a:lnTo>
                  <a:pt x="18567" y="137749"/>
                </a:lnTo>
                <a:lnTo>
                  <a:pt x="40351" y="99435"/>
                </a:lnTo>
                <a:lnTo>
                  <a:pt x="69199" y="66055"/>
                </a:lnTo>
                <a:lnTo>
                  <a:pt x="104161" y="38515"/>
                </a:lnTo>
                <a:lnTo>
                  <a:pt x="144285" y="17722"/>
                </a:lnTo>
                <a:lnTo>
                  <a:pt x="188622" y="4581"/>
                </a:lnTo>
                <a:lnTo>
                  <a:pt x="236219" y="0"/>
                </a:lnTo>
                <a:lnTo>
                  <a:pt x="283817" y="4581"/>
                </a:lnTo>
                <a:lnTo>
                  <a:pt x="328154" y="17722"/>
                </a:lnTo>
                <a:lnTo>
                  <a:pt x="368278" y="38515"/>
                </a:lnTo>
                <a:lnTo>
                  <a:pt x="403240" y="66055"/>
                </a:lnTo>
                <a:lnTo>
                  <a:pt x="432088" y="99435"/>
                </a:lnTo>
                <a:lnTo>
                  <a:pt x="453872" y="137749"/>
                </a:lnTo>
                <a:lnTo>
                  <a:pt x="467639" y="180090"/>
                </a:lnTo>
                <a:lnTo>
                  <a:pt x="472439" y="225551"/>
                </a:lnTo>
                <a:lnTo>
                  <a:pt x="467639" y="271013"/>
                </a:lnTo>
                <a:lnTo>
                  <a:pt x="453872" y="313354"/>
                </a:lnTo>
                <a:lnTo>
                  <a:pt x="432088" y="351668"/>
                </a:lnTo>
                <a:lnTo>
                  <a:pt x="403240" y="385048"/>
                </a:lnTo>
                <a:lnTo>
                  <a:pt x="368278" y="412588"/>
                </a:lnTo>
                <a:lnTo>
                  <a:pt x="328154" y="433381"/>
                </a:lnTo>
                <a:lnTo>
                  <a:pt x="283817" y="446522"/>
                </a:lnTo>
                <a:lnTo>
                  <a:pt x="236219" y="451103"/>
                </a:lnTo>
                <a:lnTo>
                  <a:pt x="188622" y="446522"/>
                </a:lnTo>
                <a:lnTo>
                  <a:pt x="144285" y="433381"/>
                </a:lnTo>
                <a:lnTo>
                  <a:pt x="104161" y="412588"/>
                </a:lnTo>
                <a:lnTo>
                  <a:pt x="69199" y="385048"/>
                </a:lnTo>
                <a:lnTo>
                  <a:pt x="40351" y="351668"/>
                </a:lnTo>
                <a:lnTo>
                  <a:pt x="18567" y="313354"/>
                </a:lnTo>
                <a:lnTo>
                  <a:pt x="4800" y="271013"/>
                </a:lnTo>
                <a:lnTo>
                  <a:pt x="0" y="22555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7652384" y="2826258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745985" y="2974848"/>
            <a:ext cx="829310" cy="114300"/>
          </a:xfrm>
          <a:custGeom>
            <a:avLst/>
            <a:gdLst/>
            <a:ahLst/>
            <a:cxnLst/>
            <a:rect l="l" t="t" r="r" b="b"/>
            <a:pathLst>
              <a:path w="829309" h="114300">
                <a:moveTo>
                  <a:pt x="714756" y="0"/>
                </a:moveTo>
                <a:lnTo>
                  <a:pt x="714756" y="114300"/>
                </a:lnTo>
                <a:lnTo>
                  <a:pt x="790956" y="76200"/>
                </a:lnTo>
                <a:lnTo>
                  <a:pt x="733806" y="76200"/>
                </a:lnTo>
                <a:lnTo>
                  <a:pt x="733806" y="38100"/>
                </a:lnTo>
                <a:lnTo>
                  <a:pt x="790956" y="38100"/>
                </a:lnTo>
                <a:lnTo>
                  <a:pt x="714756" y="0"/>
                </a:lnTo>
                <a:close/>
              </a:path>
              <a:path w="829309" h="114300">
                <a:moveTo>
                  <a:pt x="71475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14756" y="76200"/>
                </a:lnTo>
                <a:lnTo>
                  <a:pt x="714756" y="38100"/>
                </a:lnTo>
                <a:close/>
              </a:path>
              <a:path w="829309" h="114300">
                <a:moveTo>
                  <a:pt x="790956" y="38100"/>
                </a:moveTo>
                <a:lnTo>
                  <a:pt x="733806" y="38100"/>
                </a:lnTo>
                <a:lnTo>
                  <a:pt x="733806" y="76200"/>
                </a:lnTo>
                <a:lnTo>
                  <a:pt x="790956" y="76200"/>
                </a:lnTo>
                <a:lnTo>
                  <a:pt x="829056" y="57150"/>
                </a:lnTo>
                <a:lnTo>
                  <a:pt x="79095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6919341" y="3666871"/>
            <a:ext cx="50355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000" spc="8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-1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000" spc="-1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7088505" y="3814698"/>
            <a:ext cx="418465" cy="22860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320675" algn="l"/>
              </a:tabLst>
            </a:pPr>
            <a:r>
              <a:rPr dirty="0" sz="1300" spc="1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1300" spc="15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300" spc="1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6307073" y="3871721"/>
            <a:ext cx="472440" cy="449580"/>
          </a:xfrm>
          <a:custGeom>
            <a:avLst/>
            <a:gdLst/>
            <a:ahLst/>
            <a:cxnLst/>
            <a:rect l="l" t="t" r="r" b="b"/>
            <a:pathLst>
              <a:path w="472440" h="449579">
                <a:moveTo>
                  <a:pt x="0" y="224789"/>
                </a:moveTo>
                <a:lnTo>
                  <a:pt x="4800" y="179470"/>
                </a:lnTo>
                <a:lnTo>
                  <a:pt x="18567" y="137267"/>
                </a:lnTo>
                <a:lnTo>
                  <a:pt x="40351" y="99082"/>
                </a:lnTo>
                <a:lnTo>
                  <a:pt x="69199" y="65817"/>
                </a:lnTo>
                <a:lnTo>
                  <a:pt x="104161" y="38375"/>
                </a:lnTo>
                <a:lnTo>
                  <a:pt x="144285" y="17656"/>
                </a:lnTo>
                <a:lnTo>
                  <a:pt x="188622" y="4564"/>
                </a:lnTo>
                <a:lnTo>
                  <a:pt x="236220" y="0"/>
                </a:lnTo>
                <a:lnTo>
                  <a:pt x="283817" y="4564"/>
                </a:lnTo>
                <a:lnTo>
                  <a:pt x="328154" y="17656"/>
                </a:lnTo>
                <a:lnTo>
                  <a:pt x="368278" y="38375"/>
                </a:lnTo>
                <a:lnTo>
                  <a:pt x="403240" y="65817"/>
                </a:lnTo>
                <a:lnTo>
                  <a:pt x="432088" y="99082"/>
                </a:lnTo>
                <a:lnTo>
                  <a:pt x="453872" y="137267"/>
                </a:lnTo>
                <a:lnTo>
                  <a:pt x="467639" y="179470"/>
                </a:lnTo>
                <a:lnTo>
                  <a:pt x="472440" y="224789"/>
                </a:lnTo>
                <a:lnTo>
                  <a:pt x="467639" y="270109"/>
                </a:lnTo>
                <a:lnTo>
                  <a:pt x="453872" y="312312"/>
                </a:lnTo>
                <a:lnTo>
                  <a:pt x="432088" y="350497"/>
                </a:lnTo>
                <a:lnTo>
                  <a:pt x="403240" y="383762"/>
                </a:lnTo>
                <a:lnTo>
                  <a:pt x="368278" y="411204"/>
                </a:lnTo>
                <a:lnTo>
                  <a:pt x="328154" y="431923"/>
                </a:lnTo>
                <a:lnTo>
                  <a:pt x="283817" y="445015"/>
                </a:lnTo>
                <a:lnTo>
                  <a:pt x="236220" y="449579"/>
                </a:lnTo>
                <a:lnTo>
                  <a:pt x="188622" y="445015"/>
                </a:lnTo>
                <a:lnTo>
                  <a:pt x="144285" y="431923"/>
                </a:lnTo>
                <a:lnTo>
                  <a:pt x="104161" y="411204"/>
                </a:lnTo>
                <a:lnTo>
                  <a:pt x="69199" y="383762"/>
                </a:lnTo>
                <a:lnTo>
                  <a:pt x="40351" y="350497"/>
                </a:lnTo>
                <a:lnTo>
                  <a:pt x="18567" y="312312"/>
                </a:lnTo>
                <a:lnTo>
                  <a:pt x="4800" y="270109"/>
                </a:lnTo>
                <a:lnTo>
                  <a:pt x="0" y="22478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6417055" y="3914013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7575042" y="3839717"/>
            <a:ext cx="472440" cy="451484"/>
          </a:xfrm>
          <a:custGeom>
            <a:avLst/>
            <a:gdLst/>
            <a:ahLst/>
            <a:cxnLst/>
            <a:rect l="l" t="t" r="r" b="b"/>
            <a:pathLst>
              <a:path w="472440" h="451485">
                <a:moveTo>
                  <a:pt x="0" y="225551"/>
                </a:moveTo>
                <a:lnTo>
                  <a:pt x="4800" y="180090"/>
                </a:lnTo>
                <a:lnTo>
                  <a:pt x="18567" y="137749"/>
                </a:lnTo>
                <a:lnTo>
                  <a:pt x="40351" y="99435"/>
                </a:lnTo>
                <a:lnTo>
                  <a:pt x="69199" y="66055"/>
                </a:lnTo>
                <a:lnTo>
                  <a:pt x="104161" y="38515"/>
                </a:lnTo>
                <a:lnTo>
                  <a:pt x="144285" y="17722"/>
                </a:lnTo>
                <a:lnTo>
                  <a:pt x="188622" y="4581"/>
                </a:lnTo>
                <a:lnTo>
                  <a:pt x="236219" y="0"/>
                </a:lnTo>
                <a:lnTo>
                  <a:pt x="283817" y="4581"/>
                </a:lnTo>
                <a:lnTo>
                  <a:pt x="328154" y="17722"/>
                </a:lnTo>
                <a:lnTo>
                  <a:pt x="368278" y="38515"/>
                </a:lnTo>
                <a:lnTo>
                  <a:pt x="403240" y="66055"/>
                </a:lnTo>
                <a:lnTo>
                  <a:pt x="432088" y="99435"/>
                </a:lnTo>
                <a:lnTo>
                  <a:pt x="453872" y="137749"/>
                </a:lnTo>
                <a:lnTo>
                  <a:pt x="467639" y="180090"/>
                </a:lnTo>
                <a:lnTo>
                  <a:pt x="472439" y="225551"/>
                </a:lnTo>
                <a:lnTo>
                  <a:pt x="467639" y="271013"/>
                </a:lnTo>
                <a:lnTo>
                  <a:pt x="453872" y="313354"/>
                </a:lnTo>
                <a:lnTo>
                  <a:pt x="432088" y="351668"/>
                </a:lnTo>
                <a:lnTo>
                  <a:pt x="403240" y="385048"/>
                </a:lnTo>
                <a:lnTo>
                  <a:pt x="368278" y="412588"/>
                </a:lnTo>
                <a:lnTo>
                  <a:pt x="328154" y="433381"/>
                </a:lnTo>
                <a:lnTo>
                  <a:pt x="283817" y="446522"/>
                </a:lnTo>
                <a:lnTo>
                  <a:pt x="236219" y="451103"/>
                </a:lnTo>
                <a:lnTo>
                  <a:pt x="188622" y="446522"/>
                </a:lnTo>
                <a:lnTo>
                  <a:pt x="144285" y="433381"/>
                </a:lnTo>
                <a:lnTo>
                  <a:pt x="104161" y="412588"/>
                </a:lnTo>
                <a:lnTo>
                  <a:pt x="69199" y="385048"/>
                </a:lnTo>
                <a:lnTo>
                  <a:pt x="40351" y="351668"/>
                </a:lnTo>
                <a:lnTo>
                  <a:pt x="18567" y="313354"/>
                </a:lnTo>
                <a:lnTo>
                  <a:pt x="4800" y="271013"/>
                </a:lnTo>
                <a:lnTo>
                  <a:pt x="0" y="22555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685913" y="3882390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779514" y="4029455"/>
            <a:ext cx="829310" cy="114300"/>
          </a:xfrm>
          <a:custGeom>
            <a:avLst/>
            <a:gdLst/>
            <a:ahLst/>
            <a:cxnLst/>
            <a:rect l="l" t="t" r="r" b="b"/>
            <a:pathLst>
              <a:path w="829309" h="114300">
                <a:moveTo>
                  <a:pt x="714755" y="0"/>
                </a:moveTo>
                <a:lnTo>
                  <a:pt x="714755" y="114300"/>
                </a:lnTo>
                <a:lnTo>
                  <a:pt x="790955" y="76200"/>
                </a:lnTo>
                <a:lnTo>
                  <a:pt x="733805" y="76200"/>
                </a:lnTo>
                <a:lnTo>
                  <a:pt x="733805" y="38100"/>
                </a:lnTo>
                <a:lnTo>
                  <a:pt x="790955" y="38100"/>
                </a:lnTo>
                <a:lnTo>
                  <a:pt x="714755" y="0"/>
                </a:lnTo>
                <a:close/>
              </a:path>
              <a:path w="829309" h="114300">
                <a:moveTo>
                  <a:pt x="71475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14755" y="76200"/>
                </a:lnTo>
                <a:lnTo>
                  <a:pt x="714755" y="38100"/>
                </a:lnTo>
                <a:close/>
              </a:path>
              <a:path w="829309" h="114300">
                <a:moveTo>
                  <a:pt x="790955" y="38100"/>
                </a:moveTo>
                <a:lnTo>
                  <a:pt x="733805" y="38100"/>
                </a:lnTo>
                <a:lnTo>
                  <a:pt x="733805" y="76200"/>
                </a:lnTo>
                <a:lnTo>
                  <a:pt x="790955" y="76200"/>
                </a:lnTo>
                <a:lnTo>
                  <a:pt x="829055" y="57150"/>
                </a:lnTo>
                <a:lnTo>
                  <a:pt x="79095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6930517" y="4803775"/>
            <a:ext cx="10287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spc="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1367" sz="1950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000" spc="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1367" sz="1950" spc="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000" spc="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000" spc="-6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1367" sz="1950" spc="7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baseline="-21367" sz="19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6307073" y="5042153"/>
            <a:ext cx="466725" cy="445134"/>
          </a:xfrm>
          <a:custGeom>
            <a:avLst/>
            <a:gdLst/>
            <a:ahLst/>
            <a:cxnLst/>
            <a:rect l="l" t="t" r="r" b="b"/>
            <a:pathLst>
              <a:path w="466725" h="445135">
                <a:moveTo>
                  <a:pt x="0" y="222504"/>
                </a:moveTo>
                <a:lnTo>
                  <a:pt x="4737" y="177647"/>
                </a:lnTo>
                <a:lnTo>
                  <a:pt x="18323" y="135874"/>
                </a:lnTo>
                <a:lnTo>
                  <a:pt x="39821" y="98077"/>
                </a:lnTo>
                <a:lnTo>
                  <a:pt x="68294" y="65151"/>
                </a:lnTo>
                <a:lnTo>
                  <a:pt x="102803" y="37986"/>
                </a:lnTo>
                <a:lnTo>
                  <a:pt x="142410" y="17478"/>
                </a:lnTo>
                <a:lnTo>
                  <a:pt x="186179" y="4518"/>
                </a:lnTo>
                <a:lnTo>
                  <a:pt x="233172" y="0"/>
                </a:lnTo>
                <a:lnTo>
                  <a:pt x="280164" y="4518"/>
                </a:lnTo>
                <a:lnTo>
                  <a:pt x="323933" y="17478"/>
                </a:lnTo>
                <a:lnTo>
                  <a:pt x="363540" y="37986"/>
                </a:lnTo>
                <a:lnTo>
                  <a:pt x="398049" y="65151"/>
                </a:lnTo>
                <a:lnTo>
                  <a:pt x="426522" y="98077"/>
                </a:lnTo>
                <a:lnTo>
                  <a:pt x="448020" y="135874"/>
                </a:lnTo>
                <a:lnTo>
                  <a:pt x="461606" y="177647"/>
                </a:lnTo>
                <a:lnTo>
                  <a:pt x="466344" y="222504"/>
                </a:lnTo>
                <a:lnTo>
                  <a:pt x="461606" y="267360"/>
                </a:lnTo>
                <a:lnTo>
                  <a:pt x="448020" y="309133"/>
                </a:lnTo>
                <a:lnTo>
                  <a:pt x="426522" y="346930"/>
                </a:lnTo>
                <a:lnTo>
                  <a:pt x="398049" y="379857"/>
                </a:lnTo>
                <a:lnTo>
                  <a:pt x="363540" y="407021"/>
                </a:lnTo>
                <a:lnTo>
                  <a:pt x="323933" y="427529"/>
                </a:lnTo>
                <a:lnTo>
                  <a:pt x="280164" y="440489"/>
                </a:lnTo>
                <a:lnTo>
                  <a:pt x="233172" y="445008"/>
                </a:lnTo>
                <a:lnTo>
                  <a:pt x="186179" y="440489"/>
                </a:lnTo>
                <a:lnTo>
                  <a:pt x="142410" y="427529"/>
                </a:lnTo>
                <a:lnTo>
                  <a:pt x="102803" y="407021"/>
                </a:lnTo>
                <a:lnTo>
                  <a:pt x="68294" y="379856"/>
                </a:lnTo>
                <a:lnTo>
                  <a:pt x="39821" y="346930"/>
                </a:lnTo>
                <a:lnTo>
                  <a:pt x="18323" y="309133"/>
                </a:lnTo>
                <a:lnTo>
                  <a:pt x="4737" y="267360"/>
                </a:lnTo>
                <a:lnTo>
                  <a:pt x="0" y="222504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8100821" y="5026914"/>
            <a:ext cx="466725" cy="445134"/>
          </a:xfrm>
          <a:custGeom>
            <a:avLst/>
            <a:gdLst/>
            <a:ahLst/>
            <a:cxnLst/>
            <a:rect l="l" t="t" r="r" b="b"/>
            <a:pathLst>
              <a:path w="466725" h="445135">
                <a:moveTo>
                  <a:pt x="0" y="222504"/>
                </a:moveTo>
                <a:lnTo>
                  <a:pt x="4737" y="177647"/>
                </a:lnTo>
                <a:lnTo>
                  <a:pt x="18323" y="135874"/>
                </a:lnTo>
                <a:lnTo>
                  <a:pt x="39821" y="98077"/>
                </a:lnTo>
                <a:lnTo>
                  <a:pt x="68294" y="65151"/>
                </a:lnTo>
                <a:lnTo>
                  <a:pt x="102803" y="37986"/>
                </a:lnTo>
                <a:lnTo>
                  <a:pt x="142410" y="17478"/>
                </a:lnTo>
                <a:lnTo>
                  <a:pt x="186179" y="4518"/>
                </a:lnTo>
                <a:lnTo>
                  <a:pt x="233172" y="0"/>
                </a:lnTo>
                <a:lnTo>
                  <a:pt x="280164" y="4518"/>
                </a:lnTo>
                <a:lnTo>
                  <a:pt x="323933" y="17478"/>
                </a:lnTo>
                <a:lnTo>
                  <a:pt x="363540" y="37986"/>
                </a:lnTo>
                <a:lnTo>
                  <a:pt x="398049" y="65150"/>
                </a:lnTo>
                <a:lnTo>
                  <a:pt x="426522" y="98077"/>
                </a:lnTo>
                <a:lnTo>
                  <a:pt x="448020" y="135874"/>
                </a:lnTo>
                <a:lnTo>
                  <a:pt x="461606" y="177647"/>
                </a:lnTo>
                <a:lnTo>
                  <a:pt x="466344" y="222504"/>
                </a:lnTo>
                <a:lnTo>
                  <a:pt x="461606" y="267360"/>
                </a:lnTo>
                <a:lnTo>
                  <a:pt x="448020" y="309133"/>
                </a:lnTo>
                <a:lnTo>
                  <a:pt x="426522" y="346930"/>
                </a:lnTo>
                <a:lnTo>
                  <a:pt x="398049" y="379857"/>
                </a:lnTo>
                <a:lnTo>
                  <a:pt x="363540" y="407021"/>
                </a:lnTo>
                <a:lnTo>
                  <a:pt x="323933" y="427529"/>
                </a:lnTo>
                <a:lnTo>
                  <a:pt x="280164" y="440489"/>
                </a:lnTo>
                <a:lnTo>
                  <a:pt x="233172" y="445008"/>
                </a:lnTo>
                <a:lnTo>
                  <a:pt x="186179" y="440489"/>
                </a:lnTo>
                <a:lnTo>
                  <a:pt x="142410" y="427529"/>
                </a:lnTo>
                <a:lnTo>
                  <a:pt x="102803" y="407021"/>
                </a:lnTo>
                <a:lnTo>
                  <a:pt x="68294" y="379856"/>
                </a:lnTo>
                <a:lnTo>
                  <a:pt x="39821" y="346930"/>
                </a:lnTo>
                <a:lnTo>
                  <a:pt x="18323" y="309133"/>
                </a:lnTo>
                <a:lnTo>
                  <a:pt x="4737" y="267360"/>
                </a:lnTo>
                <a:lnTo>
                  <a:pt x="0" y="222504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8192516" y="5068951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779514" y="5201411"/>
            <a:ext cx="1343025" cy="114300"/>
          </a:xfrm>
          <a:custGeom>
            <a:avLst/>
            <a:gdLst/>
            <a:ahLst/>
            <a:cxnLst/>
            <a:rect l="l" t="t" r="r" b="b"/>
            <a:pathLst>
              <a:path w="1343025" h="114300">
                <a:moveTo>
                  <a:pt x="1228343" y="0"/>
                </a:moveTo>
                <a:lnTo>
                  <a:pt x="1228343" y="114300"/>
                </a:lnTo>
                <a:lnTo>
                  <a:pt x="1304543" y="76200"/>
                </a:lnTo>
                <a:lnTo>
                  <a:pt x="1247393" y="76200"/>
                </a:lnTo>
                <a:lnTo>
                  <a:pt x="1247393" y="38100"/>
                </a:lnTo>
                <a:lnTo>
                  <a:pt x="1304543" y="38100"/>
                </a:lnTo>
                <a:lnTo>
                  <a:pt x="1228343" y="0"/>
                </a:lnTo>
                <a:close/>
              </a:path>
              <a:path w="1343025" h="114300">
                <a:moveTo>
                  <a:pt x="122834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228343" y="76200"/>
                </a:lnTo>
                <a:lnTo>
                  <a:pt x="1228343" y="38100"/>
                </a:lnTo>
                <a:close/>
              </a:path>
              <a:path w="1343025" h="114300">
                <a:moveTo>
                  <a:pt x="1304543" y="38100"/>
                </a:moveTo>
                <a:lnTo>
                  <a:pt x="1247393" y="38100"/>
                </a:lnTo>
                <a:lnTo>
                  <a:pt x="1247393" y="76200"/>
                </a:lnTo>
                <a:lnTo>
                  <a:pt x="1304543" y="76200"/>
                </a:lnTo>
                <a:lnTo>
                  <a:pt x="1342643" y="57150"/>
                </a:lnTo>
                <a:lnTo>
                  <a:pt x="130454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1860042" y="2902457"/>
            <a:ext cx="472440" cy="449580"/>
          </a:xfrm>
          <a:custGeom>
            <a:avLst/>
            <a:gdLst/>
            <a:ahLst/>
            <a:cxnLst/>
            <a:rect l="l" t="t" r="r" b="b"/>
            <a:pathLst>
              <a:path w="472439" h="449579">
                <a:moveTo>
                  <a:pt x="0" y="224789"/>
                </a:moveTo>
                <a:lnTo>
                  <a:pt x="4800" y="179470"/>
                </a:lnTo>
                <a:lnTo>
                  <a:pt x="18567" y="137267"/>
                </a:lnTo>
                <a:lnTo>
                  <a:pt x="40351" y="99082"/>
                </a:lnTo>
                <a:lnTo>
                  <a:pt x="69199" y="65817"/>
                </a:lnTo>
                <a:lnTo>
                  <a:pt x="104161" y="38375"/>
                </a:lnTo>
                <a:lnTo>
                  <a:pt x="144285" y="17656"/>
                </a:lnTo>
                <a:lnTo>
                  <a:pt x="188622" y="4564"/>
                </a:lnTo>
                <a:lnTo>
                  <a:pt x="236219" y="0"/>
                </a:lnTo>
                <a:lnTo>
                  <a:pt x="283817" y="4564"/>
                </a:lnTo>
                <a:lnTo>
                  <a:pt x="328154" y="17656"/>
                </a:lnTo>
                <a:lnTo>
                  <a:pt x="368278" y="38375"/>
                </a:lnTo>
                <a:lnTo>
                  <a:pt x="403240" y="65817"/>
                </a:lnTo>
                <a:lnTo>
                  <a:pt x="432088" y="99082"/>
                </a:lnTo>
                <a:lnTo>
                  <a:pt x="453872" y="137267"/>
                </a:lnTo>
                <a:lnTo>
                  <a:pt x="467639" y="179470"/>
                </a:lnTo>
                <a:lnTo>
                  <a:pt x="472439" y="224789"/>
                </a:lnTo>
                <a:lnTo>
                  <a:pt x="467639" y="270109"/>
                </a:lnTo>
                <a:lnTo>
                  <a:pt x="453872" y="312312"/>
                </a:lnTo>
                <a:lnTo>
                  <a:pt x="432088" y="350497"/>
                </a:lnTo>
                <a:lnTo>
                  <a:pt x="403240" y="383762"/>
                </a:lnTo>
                <a:lnTo>
                  <a:pt x="368278" y="411204"/>
                </a:lnTo>
                <a:lnTo>
                  <a:pt x="328154" y="431923"/>
                </a:lnTo>
                <a:lnTo>
                  <a:pt x="283817" y="445015"/>
                </a:lnTo>
                <a:lnTo>
                  <a:pt x="236219" y="449579"/>
                </a:lnTo>
                <a:lnTo>
                  <a:pt x="188622" y="445015"/>
                </a:lnTo>
                <a:lnTo>
                  <a:pt x="144285" y="431923"/>
                </a:lnTo>
                <a:lnTo>
                  <a:pt x="104161" y="411204"/>
                </a:lnTo>
                <a:lnTo>
                  <a:pt x="69199" y="383762"/>
                </a:lnTo>
                <a:lnTo>
                  <a:pt x="40351" y="350497"/>
                </a:lnTo>
                <a:lnTo>
                  <a:pt x="18567" y="312312"/>
                </a:lnTo>
                <a:lnTo>
                  <a:pt x="4800" y="270109"/>
                </a:lnTo>
                <a:lnTo>
                  <a:pt x="0" y="224789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2958845" y="2887217"/>
            <a:ext cx="472440" cy="449580"/>
          </a:xfrm>
          <a:custGeom>
            <a:avLst/>
            <a:gdLst/>
            <a:ahLst/>
            <a:cxnLst/>
            <a:rect l="l" t="t" r="r" b="b"/>
            <a:pathLst>
              <a:path w="472439" h="449579">
                <a:moveTo>
                  <a:pt x="0" y="224790"/>
                </a:moveTo>
                <a:lnTo>
                  <a:pt x="4800" y="179470"/>
                </a:lnTo>
                <a:lnTo>
                  <a:pt x="18567" y="137267"/>
                </a:lnTo>
                <a:lnTo>
                  <a:pt x="40351" y="99082"/>
                </a:lnTo>
                <a:lnTo>
                  <a:pt x="69199" y="65817"/>
                </a:lnTo>
                <a:lnTo>
                  <a:pt x="104161" y="38375"/>
                </a:lnTo>
                <a:lnTo>
                  <a:pt x="144285" y="17656"/>
                </a:lnTo>
                <a:lnTo>
                  <a:pt x="188622" y="4564"/>
                </a:lnTo>
                <a:lnTo>
                  <a:pt x="236220" y="0"/>
                </a:lnTo>
                <a:lnTo>
                  <a:pt x="283817" y="4564"/>
                </a:lnTo>
                <a:lnTo>
                  <a:pt x="328154" y="17656"/>
                </a:lnTo>
                <a:lnTo>
                  <a:pt x="368278" y="38375"/>
                </a:lnTo>
                <a:lnTo>
                  <a:pt x="403240" y="65817"/>
                </a:lnTo>
                <a:lnTo>
                  <a:pt x="432088" y="99082"/>
                </a:lnTo>
                <a:lnTo>
                  <a:pt x="453872" y="137267"/>
                </a:lnTo>
                <a:lnTo>
                  <a:pt x="467639" y="179470"/>
                </a:lnTo>
                <a:lnTo>
                  <a:pt x="472440" y="224790"/>
                </a:lnTo>
                <a:lnTo>
                  <a:pt x="467639" y="270109"/>
                </a:lnTo>
                <a:lnTo>
                  <a:pt x="453872" y="312312"/>
                </a:lnTo>
                <a:lnTo>
                  <a:pt x="432088" y="350497"/>
                </a:lnTo>
                <a:lnTo>
                  <a:pt x="403240" y="383762"/>
                </a:lnTo>
                <a:lnTo>
                  <a:pt x="368278" y="411204"/>
                </a:lnTo>
                <a:lnTo>
                  <a:pt x="328154" y="431923"/>
                </a:lnTo>
                <a:lnTo>
                  <a:pt x="283817" y="445015"/>
                </a:lnTo>
                <a:lnTo>
                  <a:pt x="236220" y="449580"/>
                </a:lnTo>
                <a:lnTo>
                  <a:pt x="188622" y="445015"/>
                </a:lnTo>
                <a:lnTo>
                  <a:pt x="144285" y="431923"/>
                </a:lnTo>
                <a:lnTo>
                  <a:pt x="104161" y="411204"/>
                </a:lnTo>
                <a:lnTo>
                  <a:pt x="69199" y="383762"/>
                </a:lnTo>
                <a:lnTo>
                  <a:pt x="40351" y="350497"/>
                </a:lnTo>
                <a:lnTo>
                  <a:pt x="18567" y="312312"/>
                </a:lnTo>
                <a:lnTo>
                  <a:pt x="4800" y="270109"/>
                </a:lnTo>
                <a:lnTo>
                  <a:pt x="0" y="22479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3068573" y="2929254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332482" y="3060192"/>
            <a:ext cx="640080" cy="114300"/>
          </a:xfrm>
          <a:custGeom>
            <a:avLst/>
            <a:gdLst/>
            <a:ahLst/>
            <a:cxnLst/>
            <a:rect l="l" t="t" r="r" b="b"/>
            <a:pathLst>
              <a:path w="640080" h="114300">
                <a:moveTo>
                  <a:pt x="525780" y="0"/>
                </a:moveTo>
                <a:lnTo>
                  <a:pt x="525780" y="114300"/>
                </a:lnTo>
                <a:lnTo>
                  <a:pt x="601980" y="76200"/>
                </a:lnTo>
                <a:lnTo>
                  <a:pt x="544830" y="76200"/>
                </a:lnTo>
                <a:lnTo>
                  <a:pt x="544830" y="38100"/>
                </a:lnTo>
                <a:lnTo>
                  <a:pt x="601980" y="38100"/>
                </a:lnTo>
                <a:lnTo>
                  <a:pt x="525780" y="0"/>
                </a:lnTo>
                <a:close/>
              </a:path>
              <a:path w="640080" h="114300">
                <a:moveTo>
                  <a:pt x="52578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25780" y="76200"/>
                </a:lnTo>
                <a:lnTo>
                  <a:pt x="525780" y="38100"/>
                </a:lnTo>
                <a:close/>
              </a:path>
              <a:path w="640080" h="114300">
                <a:moveTo>
                  <a:pt x="601980" y="38100"/>
                </a:moveTo>
                <a:lnTo>
                  <a:pt x="544830" y="38100"/>
                </a:lnTo>
                <a:lnTo>
                  <a:pt x="544830" y="76200"/>
                </a:lnTo>
                <a:lnTo>
                  <a:pt x="601980" y="76200"/>
                </a:lnTo>
                <a:lnTo>
                  <a:pt x="640080" y="57150"/>
                </a:lnTo>
                <a:lnTo>
                  <a:pt x="60198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2418079" y="2736342"/>
            <a:ext cx="1506855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05"/>
              </a:spcBef>
              <a:tabLst>
                <a:tab pos="1201420" algn="l"/>
              </a:tabLst>
            </a:pPr>
            <a:r>
              <a:rPr dirty="0" sz="2000" spc="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1367" sz="1950" spc="7" b="1">
                <a:solidFill>
                  <a:srgbClr val="FFFFFF"/>
                </a:solidFill>
                <a:latin typeface="Times New Roman"/>
                <a:cs typeface="Times New Roman"/>
              </a:rPr>
              <a:t>1	</a:t>
            </a:r>
            <a:r>
              <a:rPr dirty="0" sz="2000" spc="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1367" sz="1950" spc="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21367" sz="195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4091178" y="2867405"/>
            <a:ext cx="474345" cy="449580"/>
          </a:xfrm>
          <a:custGeom>
            <a:avLst/>
            <a:gdLst/>
            <a:ahLst/>
            <a:cxnLst/>
            <a:rect l="l" t="t" r="r" b="b"/>
            <a:pathLst>
              <a:path w="474345" h="449579">
                <a:moveTo>
                  <a:pt x="0" y="224790"/>
                </a:moveTo>
                <a:lnTo>
                  <a:pt x="4812" y="179470"/>
                </a:lnTo>
                <a:lnTo>
                  <a:pt x="18615" y="137267"/>
                </a:lnTo>
                <a:lnTo>
                  <a:pt x="40458" y="99082"/>
                </a:lnTo>
                <a:lnTo>
                  <a:pt x="69389" y="65817"/>
                </a:lnTo>
                <a:lnTo>
                  <a:pt x="104458" y="38375"/>
                </a:lnTo>
                <a:lnTo>
                  <a:pt x="144714" y="17656"/>
                </a:lnTo>
                <a:lnTo>
                  <a:pt x="189205" y="4564"/>
                </a:lnTo>
                <a:lnTo>
                  <a:pt x="236982" y="0"/>
                </a:lnTo>
                <a:lnTo>
                  <a:pt x="284758" y="4564"/>
                </a:lnTo>
                <a:lnTo>
                  <a:pt x="329249" y="17656"/>
                </a:lnTo>
                <a:lnTo>
                  <a:pt x="369505" y="38375"/>
                </a:lnTo>
                <a:lnTo>
                  <a:pt x="404574" y="65817"/>
                </a:lnTo>
                <a:lnTo>
                  <a:pt x="433505" y="99082"/>
                </a:lnTo>
                <a:lnTo>
                  <a:pt x="455348" y="137267"/>
                </a:lnTo>
                <a:lnTo>
                  <a:pt x="469151" y="179470"/>
                </a:lnTo>
                <a:lnTo>
                  <a:pt x="473963" y="224790"/>
                </a:lnTo>
                <a:lnTo>
                  <a:pt x="469151" y="270109"/>
                </a:lnTo>
                <a:lnTo>
                  <a:pt x="455348" y="312312"/>
                </a:lnTo>
                <a:lnTo>
                  <a:pt x="433505" y="350497"/>
                </a:lnTo>
                <a:lnTo>
                  <a:pt x="404574" y="383762"/>
                </a:lnTo>
                <a:lnTo>
                  <a:pt x="369505" y="411204"/>
                </a:lnTo>
                <a:lnTo>
                  <a:pt x="329249" y="431923"/>
                </a:lnTo>
                <a:lnTo>
                  <a:pt x="284758" y="445015"/>
                </a:lnTo>
                <a:lnTo>
                  <a:pt x="236982" y="449580"/>
                </a:lnTo>
                <a:lnTo>
                  <a:pt x="189205" y="445015"/>
                </a:lnTo>
                <a:lnTo>
                  <a:pt x="144714" y="431923"/>
                </a:lnTo>
                <a:lnTo>
                  <a:pt x="104458" y="411204"/>
                </a:lnTo>
                <a:lnTo>
                  <a:pt x="69389" y="383762"/>
                </a:lnTo>
                <a:lnTo>
                  <a:pt x="40458" y="350497"/>
                </a:lnTo>
                <a:lnTo>
                  <a:pt x="18615" y="312312"/>
                </a:lnTo>
                <a:lnTo>
                  <a:pt x="4812" y="270109"/>
                </a:lnTo>
                <a:lnTo>
                  <a:pt x="0" y="224790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3466338" y="3040379"/>
            <a:ext cx="638810" cy="114300"/>
          </a:xfrm>
          <a:custGeom>
            <a:avLst/>
            <a:gdLst/>
            <a:ahLst/>
            <a:cxnLst/>
            <a:rect l="l" t="t" r="r" b="b"/>
            <a:pathLst>
              <a:path w="638810" h="114300">
                <a:moveTo>
                  <a:pt x="524256" y="0"/>
                </a:moveTo>
                <a:lnTo>
                  <a:pt x="524256" y="114300"/>
                </a:lnTo>
                <a:lnTo>
                  <a:pt x="600456" y="76200"/>
                </a:lnTo>
                <a:lnTo>
                  <a:pt x="543306" y="76200"/>
                </a:lnTo>
                <a:lnTo>
                  <a:pt x="543306" y="38100"/>
                </a:lnTo>
                <a:lnTo>
                  <a:pt x="600456" y="38100"/>
                </a:lnTo>
                <a:lnTo>
                  <a:pt x="524256" y="0"/>
                </a:lnTo>
                <a:close/>
              </a:path>
              <a:path w="638810" h="114300">
                <a:moveTo>
                  <a:pt x="52425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24256" y="76200"/>
                </a:lnTo>
                <a:lnTo>
                  <a:pt x="524256" y="38100"/>
                </a:lnTo>
                <a:close/>
              </a:path>
              <a:path w="638810" h="114300">
                <a:moveTo>
                  <a:pt x="600456" y="38100"/>
                </a:moveTo>
                <a:lnTo>
                  <a:pt x="543306" y="38100"/>
                </a:lnTo>
                <a:lnTo>
                  <a:pt x="543306" y="76200"/>
                </a:lnTo>
                <a:lnTo>
                  <a:pt x="600456" y="76200"/>
                </a:lnTo>
                <a:lnTo>
                  <a:pt x="638556" y="57150"/>
                </a:lnTo>
                <a:lnTo>
                  <a:pt x="60045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327401" y="3893565"/>
            <a:ext cx="1108075" cy="286385"/>
          </a:xfrm>
          <a:custGeom>
            <a:avLst/>
            <a:gdLst/>
            <a:ahLst/>
            <a:cxnLst/>
            <a:rect l="l" t="t" r="r" b="b"/>
            <a:pathLst>
              <a:path w="1108075" h="286385">
                <a:moveTo>
                  <a:pt x="1009108" y="224983"/>
                </a:moveTo>
                <a:lnTo>
                  <a:pt x="984123" y="253237"/>
                </a:lnTo>
                <a:lnTo>
                  <a:pt x="1107567" y="286130"/>
                </a:lnTo>
                <a:lnTo>
                  <a:pt x="1088015" y="237616"/>
                </a:lnTo>
                <a:lnTo>
                  <a:pt x="1023874" y="237616"/>
                </a:lnTo>
                <a:lnTo>
                  <a:pt x="1009108" y="224983"/>
                </a:lnTo>
                <a:close/>
              </a:path>
              <a:path w="1108075" h="286385">
                <a:moveTo>
                  <a:pt x="1034376" y="196407"/>
                </a:moveTo>
                <a:lnTo>
                  <a:pt x="1009108" y="224983"/>
                </a:lnTo>
                <a:lnTo>
                  <a:pt x="1023874" y="237616"/>
                </a:lnTo>
                <a:lnTo>
                  <a:pt x="1048639" y="208533"/>
                </a:lnTo>
                <a:lnTo>
                  <a:pt x="1034376" y="196407"/>
                </a:lnTo>
                <a:close/>
              </a:path>
              <a:path w="1108075" h="286385">
                <a:moveTo>
                  <a:pt x="1059814" y="167639"/>
                </a:moveTo>
                <a:lnTo>
                  <a:pt x="1034376" y="196407"/>
                </a:lnTo>
                <a:lnTo>
                  <a:pt x="1048639" y="208533"/>
                </a:lnTo>
                <a:lnTo>
                  <a:pt x="1023874" y="237616"/>
                </a:lnTo>
                <a:lnTo>
                  <a:pt x="1088015" y="237616"/>
                </a:lnTo>
                <a:lnTo>
                  <a:pt x="1059814" y="167639"/>
                </a:lnTo>
                <a:close/>
              </a:path>
              <a:path w="1108075" h="286385">
                <a:moveTo>
                  <a:pt x="736970" y="38099"/>
                </a:moveTo>
                <a:lnTo>
                  <a:pt x="506349" y="38099"/>
                </a:lnTo>
                <a:lnTo>
                  <a:pt x="542544" y="39750"/>
                </a:lnTo>
                <a:lnTo>
                  <a:pt x="578866" y="43179"/>
                </a:lnTo>
                <a:lnTo>
                  <a:pt x="651510" y="55117"/>
                </a:lnTo>
                <a:lnTo>
                  <a:pt x="724027" y="74040"/>
                </a:lnTo>
                <a:lnTo>
                  <a:pt x="795782" y="99821"/>
                </a:lnTo>
                <a:lnTo>
                  <a:pt x="831215" y="115188"/>
                </a:lnTo>
                <a:lnTo>
                  <a:pt x="866140" y="132333"/>
                </a:lnTo>
                <a:lnTo>
                  <a:pt x="900557" y="151129"/>
                </a:lnTo>
                <a:lnTo>
                  <a:pt x="934593" y="171703"/>
                </a:lnTo>
                <a:lnTo>
                  <a:pt x="967994" y="193801"/>
                </a:lnTo>
                <a:lnTo>
                  <a:pt x="1000125" y="217296"/>
                </a:lnTo>
                <a:lnTo>
                  <a:pt x="1009108" y="224983"/>
                </a:lnTo>
                <a:lnTo>
                  <a:pt x="1034376" y="196407"/>
                </a:lnTo>
                <a:lnTo>
                  <a:pt x="990473" y="163067"/>
                </a:lnTo>
                <a:lnTo>
                  <a:pt x="955675" y="139953"/>
                </a:lnTo>
                <a:lnTo>
                  <a:pt x="920242" y="118490"/>
                </a:lnTo>
                <a:lnTo>
                  <a:pt x="884428" y="98932"/>
                </a:lnTo>
                <a:lnTo>
                  <a:pt x="847979" y="81025"/>
                </a:lnTo>
                <a:lnTo>
                  <a:pt x="810895" y="64896"/>
                </a:lnTo>
                <a:lnTo>
                  <a:pt x="773811" y="50545"/>
                </a:lnTo>
                <a:lnTo>
                  <a:pt x="736970" y="38099"/>
                </a:lnTo>
                <a:close/>
              </a:path>
              <a:path w="1108075" h="286385">
                <a:moveTo>
                  <a:pt x="508127" y="0"/>
                </a:moveTo>
                <a:lnTo>
                  <a:pt x="432816" y="1904"/>
                </a:lnTo>
                <a:lnTo>
                  <a:pt x="358775" y="11048"/>
                </a:lnTo>
                <a:lnTo>
                  <a:pt x="286512" y="27558"/>
                </a:lnTo>
                <a:lnTo>
                  <a:pt x="216789" y="51688"/>
                </a:lnTo>
                <a:lnTo>
                  <a:pt x="149987" y="83057"/>
                </a:lnTo>
                <a:lnTo>
                  <a:pt x="86741" y="122173"/>
                </a:lnTo>
                <a:lnTo>
                  <a:pt x="27686" y="168655"/>
                </a:lnTo>
                <a:lnTo>
                  <a:pt x="0" y="194944"/>
                </a:lnTo>
                <a:lnTo>
                  <a:pt x="26162" y="222630"/>
                </a:lnTo>
                <a:lnTo>
                  <a:pt x="52197" y="197992"/>
                </a:lnTo>
                <a:lnTo>
                  <a:pt x="79375" y="175132"/>
                </a:lnTo>
                <a:lnTo>
                  <a:pt x="137033" y="134619"/>
                </a:lnTo>
                <a:lnTo>
                  <a:pt x="198247" y="101345"/>
                </a:lnTo>
                <a:lnTo>
                  <a:pt x="262890" y="75056"/>
                </a:lnTo>
                <a:lnTo>
                  <a:pt x="329946" y="55752"/>
                </a:lnTo>
                <a:lnTo>
                  <a:pt x="399415" y="43560"/>
                </a:lnTo>
                <a:lnTo>
                  <a:pt x="470408" y="38226"/>
                </a:lnTo>
                <a:lnTo>
                  <a:pt x="736970" y="38099"/>
                </a:lnTo>
                <a:lnTo>
                  <a:pt x="736219" y="37845"/>
                </a:lnTo>
                <a:lnTo>
                  <a:pt x="698246" y="27050"/>
                </a:lnTo>
                <a:lnTo>
                  <a:pt x="660273" y="18160"/>
                </a:lnTo>
                <a:lnTo>
                  <a:pt x="622300" y="10921"/>
                </a:lnTo>
                <a:lnTo>
                  <a:pt x="584200" y="5460"/>
                </a:lnTo>
                <a:lnTo>
                  <a:pt x="546100" y="1904"/>
                </a:lnTo>
                <a:lnTo>
                  <a:pt x="50812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2734055" y="4420870"/>
            <a:ext cx="304800" cy="29972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1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0833" sz="1800" spc="-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20833" sz="1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2699257" y="3500120"/>
            <a:ext cx="330200" cy="33083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spc="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1367" sz="1950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baseline="-21367" sz="195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1876805" y="3896105"/>
            <a:ext cx="474345" cy="451484"/>
          </a:xfrm>
          <a:custGeom>
            <a:avLst/>
            <a:gdLst/>
            <a:ahLst/>
            <a:cxnLst/>
            <a:rect l="l" t="t" r="r" b="b"/>
            <a:pathLst>
              <a:path w="474344" h="451485">
                <a:moveTo>
                  <a:pt x="0" y="225552"/>
                </a:moveTo>
                <a:lnTo>
                  <a:pt x="4812" y="180090"/>
                </a:lnTo>
                <a:lnTo>
                  <a:pt x="18615" y="137749"/>
                </a:lnTo>
                <a:lnTo>
                  <a:pt x="40458" y="99435"/>
                </a:lnTo>
                <a:lnTo>
                  <a:pt x="69389" y="66055"/>
                </a:lnTo>
                <a:lnTo>
                  <a:pt x="104458" y="38515"/>
                </a:lnTo>
                <a:lnTo>
                  <a:pt x="144714" y="17722"/>
                </a:lnTo>
                <a:lnTo>
                  <a:pt x="189205" y="4581"/>
                </a:lnTo>
                <a:lnTo>
                  <a:pt x="236981" y="0"/>
                </a:lnTo>
                <a:lnTo>
                  <a:pt x="284758" y="4581"/>
                </a:lnTo>
                <a:lnTo>
                  <a:pt x="329249" y="17722"/>
                </a:lnTo>
                <a:lnTo>
                  <a:pt x="369505" y="38515"/>
                </a:lnTo>
                <a:lnTo>
                  <a:pt x="404574" y="66055"/>
                </a:lnTo>
                <a:lnTo>
                  <a:pt x="433505" y="99435"/>
                </a:lnTo>
                <a:lnTo>
                  <a:pt x="455348" y="137749"/>
                </a:lnTo>
                <a:lnTo>
                  <a:pt x="469151" y="180090"/>
                </a:lnTo>
                <a:lnTo>
                  <a:pt x="473963" y="225552"/>
                </a:lnTo>
                <a:lnTo>
                  <a:pt x="469151" y="271013"/>
                </a:lnTo>
                <a:lnTo>
                  <a:pt x="455348" y="313354"/>
                </a:lnTo>
                <a:lnTo>
                  <a:pt x="433505" y="351668"/>
                </a:lnTo>
                <a:lnTo>
                  <a:pt x="404574" y="385048"/>
                </a:lnTo>
                <a:lnTo>
                  <a:pt x="369505" y="412588"/>
                </a:lnTo>
                <a:lnTo>
                  <a:pt x="329249" y="433381"/>
                </a:lnTo>
                <a:lnTo>
                  <a:pt x="284758" y="446522"/>
                </a:lnTo>
                <a:lnTo>
                  <a:pt x="236981" y="451104"/>
                </a:lnTo>
                <a:lnTo>
                  <a:pt x="189205" y="446522"/>
                </a:lnTo>
                <a:lnTo>
                  <a:pt x="144714" y="433381"/>
                </a:lnTo>
                <a:lnTo>
                  <a:pt x="104458" y="412588"/>
                </a:lnTo>
                <a:lnTo>
                  <a:pt x="69389" y="385048"/>
                </a:lnTo>
                <a:lnTo>
                  <a:pt x="40458" y="351668"/>
                </a:lnTo>
                <a:lnTo>
                  <a:pt x="18615" y="313354"/>
                </a:lnTo>
                <a:lnTo>
                  <a:pt x="4812" y="271013"/>
                </a:lnTo>
                <a:lnTo>
                  <a:pt x="0" y="22555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987423" y="3939285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/>
          <p:nvPr/>
        </p:nvSpPr>
        <p:spPr>
          <a:xfrm>
            <a:off x="3417570" y="3934205"/>
            <a:ext cx="472440" cy="451484"/>
          </a:xfrm>
          <a:custGeom>
            <a:avLst/>
            <a:gdLst/>
            <a:ahLst/>
            <a:cxnLst/>
            <a:rect l="l" t="t" r="r" b="b"/>
            <a:pathLst>
              <a:path w="472439" h="451485">
                <a:moveTo>
                  <a:pt x="0" y="225552"/>
                </a:moveTo>
                <a:lnTo>
                  <a:pt x="4800" y="180090"/>
                </a:lnTo>
                <a:lnTo>
                  <a:pt x="18567" y="137749"/>
                </a:lnTo>
                <a:lnTo>
                  <a:pt x="40351" y="99435"/>
                </a:lnTo>
                <a:lnTo>
                  <a:pt x="69199" y="66055"/>
                </a:lnTo>
                <a:lnTo>
                  <a:pt x="104161" y="38515"/>
                </a:lnTo>
                <a:lnTo>
                  <a:pt x="144285" y="17722"/>
                </a:lnTo>
                <a:lnTo>
                  <a:pt x="188622" y="4581"/>
                </a:lnTo>
                <a:lnTo>
                  <a:pt x="236219" y="0"/>
                </a:lnTo>
                <a:lnTo>
                  <a:pt x="283817" y="4581"/>
                </a:lnTo>
                <a:lnTo>
                  <a:pt x="328154" y="17722"/>
                </a:lnTo>
                <a:lnTo>
                  <a:pt x="368278" y="38515"/>
                </a:lnTo>
                <a:lnTo>
                  <a:pt x="403240" y="66055"/>
                </a:lnTo>
                <a:lnTo>
                  <a:pt x="432088" y="99435"/>
                </a:lnTo>
                <a:lnTo>
                  <a:pt x="453872" y="137749"/>
                </a:lnTo>
                <a:lnTo>
                  <a:pt x="467639" y="180090"/>
                </a:lnTo>
                <a:lnTo>
                  <a:pt x="472439" y="225552"/>
                </a:lnTo>
                <a:lnTo>
                  <a:pt x="467639" y="271013"/>
                </a:lnTo>
                <a:lnTo>
                  <a:pt x="453872" y="313354"/>
                </a:lnTo>
                <a:lnTo>
                  <a:pt x="432088" y="351668"/>
                </a:lnTo>
                <a:lnTo>
                  <a:pt x="403240" y="385048"/>
                </a:lnTo>
                <a:lnTo>
                  <a:pt x="368278" y="412588"/>
                </a:lnTo>
                <a:lnTo>
                  <a:pt x="328154" y="433381"/>
                </a:lnTo>
                <a:lnTo>
                  <a:pt x="283817" y="446522"/>
                </a:lnTo>
                <a:lnTo>
                  <a:pt x="236219" y="451104"/>
                </a:lnTo>
                <a:lnTo>
                  <a:pt x="188622" y="446522"/>
                </a:lnTo>
                <a:lnTo>
                  <a:pt x="144285" y="433381"/>
                </a:lnTo>
                <a:lnTo>
                  <a:pt x="104161" y="412588"/>
                </a:lnTo>
                <a:lnTo>
                  <a:pt x="69199" y="385048"/>
                </a:lnTo>
                <a:lnTo>
                  <a:pt x="40351" y="351668"/>
                </a:lnTo>
                <a:lnTo>
                  <a:pt x="18567" y="313354"/>
                </a:lnTo>
                <a:lnTo>
                  <a:pt x="4800" y="271013"/>
                </a:lnTo>
                <a:lnTo>
                  <a:pt x="0" y="225552"/>
                </a:lnTo>
                <a:close/>
              </a:path>
            </a:pathLst>
          </a:custGeom>
          <a:ln w="38099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 txBox="1"/>
          <p:nvPr/>
        </p:nvSpPr>
        <p:spPr>
          <a:xfrm>
            <a:off x="3527552" y="3977385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/>
          <p:nvPr/>
        </p:nvSpPr>
        <p:spPr>
          <a:xfrm>
            <a:off x="2326004" y="4159122"/>
            <a:ext cx="1105535" cy="299720"/>
          </a:xfrm>
          <a:custGeom>
            <a:avLst/>
            <a:gdLst/>
            <a:ahLst/>
            <a:cxnLst/>
            <a:rect l="l" t="t" r="r" b="b"/>
            <a:pathLst>
              <a:path w="1105535" h="299720">
                <a:moveTo>
                  <a:pt x="26288" y="0"/>
                </a:moveTo>
                <a:lnTo>
                  <a:pt x="30733" y="57022"/>
                </a:lnTo>
                <a:lnTo>
                  <a:pt x="62992" y="85216"/>
                </a:lnTo>
                <a:lnTo>
                  <a:pt x="96138" y="111887"/>
                </a:lnTo>
                <a:lnTo>
                  <a:pt x="130175" y="136651"/>
                </a:lnTo>
                <a:lnTo>
                  <a:pt x="164845" y="159893"/>
                </a:lnTo>
                <a:lnTo>
                  <a:pt x="200151" y="181101"/>
                </a:lnTo>
                <a:lnTo>
                  <a:pt x="235965" y="200787"/>
                </a:lnTo>
                <a:lnTo>
                  <a:pt x="272288" y="218566"/>
                </a:lnTo>
                <a:lnTo>
                  <a:pt x="309118" y="234822"/>
                </a:lnTo>
                <a:lnTo>
                  <a:pt x="346328" y="249046"/>
                </a:lnTo>
                <a:lnTo>
                  <a:pt x="383794" y="261619"/>
                </a:lnTo>
                <a:lnTo>
                  <a:pt x="421639" y="272414"/>
                </a:lnTo>
                <a:lnTo>
                  <a:pt x="459486" y="281431"/>
                </a:lnTo>
                <a:lnTo>
                  <a:pt x="497586" y="288670"/>
                </a:lnTo>
                <a:lnTo>
                  <a:pt x="535558" y="294131"/>
                </a:lnTo>
                <a:lnTo>
                  <a:pt x="573532" y="297688"/>
                </a:lnTo>
                <a:lnTo>
                  <a:pt x="611505" y="299465"/>
                </a:lnTo>
                <a:lnTo>
                  <a:pt x="649096" y="299465"/>
                </a:lnTo>
                <a:lnTo>
                  <a:pt x="723645" y="294004"/>
                </a:lnTo>
                <a:lnTo>
                  <a:pt x="796670" y="281304"/>
                </a:lnTo>
                <a:lnTo>
                  <a:pt x="866046" y="261493"/>
                </a:lnTo>
                <a:lnTo>
                  <a:pt x="613282" y="261493"/>
                </a:lnTo>
                <a:lnTo>
                  <a:pt x="577088" y="259841"/>
                </a:lnTo>
                <a:lnTo>
                  <a:pt x="504697" y="251332"/>
                </a:lnTo>
                <a:lnTo>
                  <a:pt x="432053" y="235712"/>
                </a:lnTo>
                <a:lnTo>
                  <a:pt x="360044" y="213613"/>
                </a:lnTo>
                <a:lnTo>
                  <a:pt x="324484" y="199897"/>
                </a:lnTo>
                <a:lnTo>
                  <a:pt x="289051" y="184403"/>
                </a:lnTo>
                <a:lnTo>
                  <a:pt x="254253" y="167385"/>
                </a:lnTo>
                <a:lnTo>
                  <a:pt x="219709" y="148589"/>
                </a:lnTo>
                <a:lnTo>
                  <a:pt x="185927" y="128143"/>
                </a:lnTo>
                <a:lnTo>
                  <a:pt x="152526" y="105918"/>
                </a:lnTo>
                <a:lnTo>
                  <a:pt x="120014" y="82168"/>
                </a:lnTo>
                <a:lnTo>
                  <a:pt x="88137" y="56641"/>
                </a:lnTo>
                <a:lnTo>
                  <a:pt x="57022" y="29463"/>
                </a:lnTo>
                <a:lnTo>
                  <a:pt x="26288" y="0"/>
                </a:lnTo>
                <a:close/>
              </a:path>
              <a:path w="1105535" h="299720">
                <a:moveTo>
                  <a:pt x="1004589" y="148694"/>
                </a:moveTo>
                <a:lnTo>
                  <a:pt x="951610" y="182752"/>
                </a:lnTo>
                <a:lnTo>
                  <a:pt x="888745" y="212470"/>
                </a:lnTo>
                <a:lnTo>
                  <a:pt x="822959" y="235203"/>
                </a:lnTo>
                <a:lnTo>
                  <a:pt x="754761" y="250825"/>
                </a:lnTo>
                <a:lnTo>
                  <a:pt x="684657" y="259587"/>
                </a:lnTo>
                <a:lnTo>
                  <a:pt x="613282" y="261493"/>
                </a:lnTo>
                <a:lnTo>
                  <a:pt x="866046" y="261493"/>
                </a:lnTo>
                <a:lnTo>
                  <a:pt x="902081" y="248157"/>
                </a:lnTo>
                <a:lnTo>
                  <a:pt x="968756" y="216662"/>
                </a:lnTo>
                <a:lnTo>
                  <a:pt x="1028926" y="177984"/>
                </a:lnTo>
                <a:lnTo>
                  <a:pt x="1004589" y="148694"/>
                </a:lnTo>
                <a:close/>
              </a:path>
              <a:path w="1105535" h="299720">
                <a:moveTo>
                  <a:pt x="1085464" y="136778"/>
                </a:moveTo>
                <a:lnTo>
                  <a:pt x="1021080" y="136778"/>
                </a:lnTo>
                <a:lnTo>
                  <a:pt x="1043305" y="167639"/>
                </a:lnTo>
                <a:lnTo>
                  <a:pt x="1028926" y="177984"/>
                </a:lnTo>
                <a:lnTo>
                  <a:pt x="1054099" y="208279"/>
                </a:lnTo>
                <a:lnTo>
                  <a:pt x="1085464" y="136778"/>
                </a:lnTo>
                <a:close/>
              </a:path>
              <a:path w="1105535" h="299720">
                <a:moveTo>
                  <a:pt x="1021080" y="136778"/>
                </a:moveTo>
                <a:lnTo>
                  <a:pt x="1004589" y="148694"/>
                </a:lnTo>
                <a:lnTo>
                  <a:pt x="1028926" y="177984"/>
                </a:lnTo>
                <a:lnTo>
                  <a:pt x="1043305" y="167639"/>
                </a:lnTo>
                <a:lnTo>
                  <a:pt x="1021080" y="136778"/>
                </a:lnTo>
                <a:close/>
              </a:path>
              <a:path w="1105535" h="299720">
                <a:moveTo>
                  <a:pt x="1105408" y="91312"/>
                </a:moveTo>
                <a:lnTo>
                  <a:pt x="981074" y="120395"/>
                </a:lnTo>
                <a:lnTo>
                  <a:pt x="1004589" y="148694"/>
                </a:lnTo>
                <a:lnTo>
                  <a:pt x="1021080" y="136778"/>
                </a:lnTo>
                <a:lnTo>
                  <a:pt x="1085464" y="136778"/>
                </a:lnTo>
                <a:lnTo>
                  <a:pt x="1105408" y="9131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2394204" y="4928692"/>
            <a:ext cx="330200" cy="33147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2000" spc="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1367" sz="1950" spc="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baseline="-21367" sz="195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841754" y="5133594"/>
            <a:ext cx="474345" cy="451484"/>
          </a:xfrm>
          <a:custGeom>
            <a:avLst/>
            <a:gdLst/>
            <a:ahLst/>
            <a:cxnLst/>
            <a:rect l="l" t="t" r="r" b="b"/>
            <a:pathLst>
              <a:path w="474344" h="451485">
                <a:moveTo>
                  <a:pt x="0" y="225551"/>
                </a:moveTo>
                <a:lnTo>
                  <a:pt x="4812" y="180090"/>
                </a:lnTo>
                <a:lnTo>
                  <a:pt x="18615" y="137749"/>
                </a:lnTo>
                <a:lnTo>
                  <a:pt x="40458" y="99435"/>
                </a:lnTo>
                <a:lnTo>
                  <a:pt x="69389" y="66055"/>
                </a:lnTo>
                <a:lnTo>
                  <a:pt x="104458" y="38515"/>
                </a:lnTo>
                <a:lnTo>
                  <a:pt x="144714" y="17722"/>
                </a:lnTo>
                <a:lnTo>
                  <a:pt x="189205" y="4581"/>
                </a:lnTo>
                <a:lnTo>
                  <a:pt x="236981" y="0"/>
                </a:lnTo>
                <a:lnTo>
                  <a:pt x="284758" y="4581"/>
                </a:lnTo>
                <a:lnTo>
                  <a:pt x="329249" y="17722"/>
                </a:lnTo>
                <a:lnTo>
                  <a:pt x="369505" y="38515"/>
                </a:lnTo>
                <a:lnTo>
                  <a:pt x="404574" y="66055"/>
                </a:lnTo>
                <a:lnTo>
                  <a:pt x="433505" y="99435"/>
                </a:lnTo>
                <a:lnTo>
                  <a:pt x="455348" y="137749"/>
                </a:lnTo>
                <a:lnTo>
                  <a:pt x="469151" y="180090"/>
                </a:lnTo>
                <a:lnTo>
                  <a:pt x="473963" y="225551"/>
                </a:lnTo>
                <a:lnTo>
                  <a:pt x="469151" y="271013"/>
                </a:lnTo>
                <a:lnTo>
                  <a:pt x="455348" y="313354"/>
                </a:lnTo>
                <a:lnTo>
                  <a:pt x="433505" y="351668"/>
                </a:lnTo>
                <a:lnTo>
                  <a:pt x="404574" y="385048"/>
                </a:lnTo>
                <a:lnTo>
                  <a:pt x="369505" y="412588"/>
                </a:lnTo>
                <a:lnTo>
                  <a:pt x="329249" y="433381"/>
                </a:lnTo>
                <a:lnTo>
                  <a:pt x="284758" y="446522"/>
                </a:lnTo>
                <a:lnTo>
                  <a:pt x="236981" y="451103"/>
                </a:lnTo>
                <a:lnTo>
                  <a:pt x="189205" y="446522"/>
                </a:lnTo>
                <a:lnTo>
                  <a:pt x="144714" y="433381"/>
                </a:lnTo>
                <a:lnTo>
                  <a:pt x="104458" y="412588"/>
                </a:lnTo>
                <a:lnTo>
                  <a:pt x="69389" y="385048"/>
                </a:lnTo>
                <a:lnTo>
                  <a:pt x="40458" y="351668"/>
                </a:lnTo>
                <a:lnTo>
                  <a:pt x="18615" y="313354"/>
                </a:lnTo>
                <a:lnTo>
                  <a:pt x="4812" y="271013"/>
                </a:lnTo>
                <a:lnTo>
                  <a:pt x="0" y="22555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1952370" y="5175961"/>
            <a:ext cx="229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2940557" y="5116829"/>
            <a:ext cx="474345" cy="451484"/>
          </a:xfrm>
          <a:custGeom>
            <a:avLst/>
            <a:gdLst/>
            <a:ahLst/>
            <a:cxnLst/>
            <a:rect l="l" t="t" r="r" b="b"/>
            <a:pathLst>
              <a:path w="474345" h="451485">
                <a:moveTo>
                  <a:pt x="236981" y="0"/>
                </a:moveTo>
                <a:lnTo>
                  <a:pt x="189205" y="4581"/>
                </a:lnTo>
                <a:lnTo>
                  <a:pt x="144714" y="17722"/>
                </a:lnTo>
                <a:lnTo>
                  <a:pt x="104458" y="38515"/>
                </a:lnTo>
                <a:lnTo>
                  <a:pt x="69389" y="66055"/>
                </a:lnTo>
                <a:lnTo>
                  <a:pt x="40458" y="99435"/>
                </a:lnTo>
                <a:lnTo>
                  <a:pt x="18615" y="137749"/>
                </a:lnTo>
                <a:lnTo>
                  <a:pt x="4812" y="180090"/>
                </a:lnTo>
                <a:lnTo>
                  <a:pt x="0" y="225552"/>
                </a:lnTo>
                <a:lnTo>
                  <a:pt x="4812" y="271013"/>
                </a:lnTo>
                <a:lnTo>
                  <a:pt x="18615" y="313354"/>
                </a:lnTo>
                <a:lnTo>
                  <a:pt x="40458" y="351668"/>
                </a:lnTo>
                <a:lnTo>
                  <a:pt x="69389" y="385048"/>
                </a:lnTo>
                <a:lnTo>
                  <a:pt x="104458" y="412588"/>
                </a:lnTo>
                <a:lnTo>
                  <a:pt x="144714" y="433381"/>
                </a:lnTo>
                <a:lnTo>
                  <a:pt x="189205" y="446522"/>
                </a:lnTo>
                <a:lnTo>
                  <a:pt x="236981" y="451104"/>
                </a:lnTo>
                <a:lnTo>
                  <a:pt x="284758" y="446522"/>
                </a:lnTo>
                <a:lnTo>
                  <a:pt x="329249" y="433381"/>
                </a:lnTo>
                <a:lnTo>
                  <a:pt x="369505" y="412588"/>
                </a:lnTo>
                <a:lnTo>
                  <a:pt x="404574" y="385048"/>
                </a:lnTo>
                <a:lnTo>
                  <a:pt x="433505" y="351668"/>
                </a:lnTo>
                <a:lnTo>
                  <a:pt x="455348" y="313354"/>
                </a:lnTo>
                <a:lnTo>
                  <a:pt x="469151" y="271013"/>
                </a:lnTo>
                <a:lnTo>
                  <a:pt x="473964" y="225552"/>
                </a:lnTo>
                <a:lnTo>
                  <a:pt x="469151" y="180090"/>
                </a:lnTo>
                <a:lnTo>
                  <a:pt x="455348" y="137749"/>
                </a:lnTo>
                <a:lnTo>
                  <a:pt x="433505" y="99435"/>
                </a:lnTo>
                <a:lnTo>
                  <a:pt x="404574" y="66055"/>
                </a:lnTo>
                <a:lnTo>
                  <a:pt x="369505" y="38515"/>
                </a:lnTo>
                <a:lnTo>
                  <a:pt x="329249" y="17722"/>
                </a:lnTo>
                <a:lnTo>
                  <a:pt x="284758" y="4581"/>
                </a:lnTo>
                <a:lnTo>
                  <a:pt x="236981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2940557" y="5116829"/>
            <a:ext cx="474345" cy="451484"/>
          </a:xfrm>
          <a:custGeom>
            <a:avLst/>
            <a:gdLst/>
            <a:ahLst/>
            <a:cxnLst/>
            <a:rect l="l" t="t" r="r" b="b"/>
            <a:pathLst>
              <a:path w="474345" h="451485">
                <a:moveTo>
                  <a:pt x="0" y="225552"/>
                </a:moveTo>
                <a:lnTo>
                  <a:pt x="4812" y="180090"/>
                </a:lnTo>
                <a:lnTo>
                  <a:pt x="18615" y="137749"/>
                </a:lnTo>
                <a:lnTo>
                  <a:pt x="40458" y="99435"/>
                </a:lnTo>
                <a:lnTo>
                  <a:pt x="69389" y="66055"/>
                </a:lnTo>
                <a:lnTo>
                  <a:pt x="104458" y="38515"/>
                </a:lnTo>
                <a:lnTo>
                  <a:pt x="144714" y="17722"/>
                </a:lnTo>
                <a:lnTo>
                  <a:pt x="189205" y="4581"/>
                </a:lnTo>
                <a:lnTo>
                  <a:pt x="236981" y="0"/>
                </a:lnTo>
                <a:lnTo>
                  <a:pt x="284758" y="4581"/>
                </a:lnTo>
                <a:lnTo>
                  <a:pt x="329249" y="17722"/>
                </a:lnTo>
                <a:lnTo>
                  <a:pt x="369505" y="38515"/>
                </a:lnTo>
                <a:lnTo>
                  <a:pt x="404574" y="66055"/>
                </a:lnTo>
                <a:lnTo>
                  <a:pt x="433505" y="99435"/>
                </a:lnTo>
                <a:lnTo>
                  <a:pt x="455348" y="137749"/>
                </a:lnTo>
                <a:lnTo>
                  <a:pt x="469151" y="180090"/>
                </a:lnTo>
                <a:lnTo>
                  <a:pt x="473964" y="225552"/>
                </a:lnTo>
                <a:lnTo>
                  <a:pt x="469151" y="271013"/>
                </a:lnTo>
                <a:lnTo>
                  <a:pt x="455348" y="313354"/>
                </a:lnTo>
                <a:lnTo>
                  <a:pt x="433505" y="351668"/>
                </a:lnTo>
                <a:lnTo>
                  <a:pt x="404574" y="385048"/>
                </a:lnTo>
                <a:lnTo>
                  <a:pt x="369505" y="412588"/>
                </a:lnTo>
                <a:lnTo>
                  <a:pt x="329249" y="433381"/>
                </a:lnTo>
                <a:lnTo>
                  <a:pt x="284758" y="446522"/>
                </a:lnTo>
                <a:lnTo>
                  <a:pt x="236981" y="451104"/>
                </a:lnTo>
                <a:lnTo>
                  <a:pt x="189205" y="446522"/>
                </a:lnTo>
                <a:lnTo>
                  <a:pt x="144714" y="433381"/>
                </a:lnTo>
                <a:lnTo>
                  <a:pt x="104458" y="412588"/>
                </a:lnTo>
                <a:lnTo>
                  <a:pt x="69389" y="385048"/>
                </a:lnTo>
                <a:lnTo>
                  <a:pt x="40458" y="351668"/>
                </a:lnTo>
                <a:lnTo>
                  <a:pt x="18615" y="313354"/>
                </a:lnTo>
                <a:lnTo>
                  <a:pt x="4812" y="271013"/>
                </a:lnTo>
                <a:lnTo>
                  <a:pt x="0" y="22555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 txBox="1"/>
          <p:nvPr/>
        </p:nvSpPr>
        <p:spPr>
          <a:xfrm>
            <a:off x="3022980" y="5160391"/>
            <a:ext cx="330200" cy="90296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064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1625"/>
              </a:spcBef>
            </a:pPr>
            <a:r>
              <a:rPr dirty="0" sz="2000" spc="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1367" sz="1950" spc="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21367" sz="1950">
              <a:latin typeface="Times New Roman"/>
              <a:cs typeface="Times New Roman"/>
            </a:endParaRPr>
          </a:p>
        </p:txBody>
      </p:sp>
      <p:sp>
        <p:nvSpPr>
          <p:cNvPr id="54" name="object 54"/>
          <p:cNvSpPr/>
          <p:nvPr/>
        </p:nvSpPr>
        <p:spPr>
          <a:xfrm>
            <a:off x="2315717" y="5291328"/>
            <a:ext cx="640080" cy="114300"/>
          </a:xfrm>
          <a:custGeom>
            <a:avLst/>
            <a:gdLst/>
            <a:ahLst/>
            <a:cxnLst/>
            <a:rect l="l" t="t" r="r" b="b"/>
            <a:pathLst>
              <a:path w="640080" h="114300">
                <a:moveTo>
                  <a:pt x="525780" y="0"/>
                </a:moveTo>
                <a:lnTo>
                  <a:pt x="525780" y="114300"/>
                </a:lnTo>
                <a:lnTo>
                  <a:pt x="601980" y="76200"/>
                </a:lnTo>
                <a:lnTo>
                  <a:pt x="544830" y="76200"/>
                </a:lnTo>
                <a:lnTo>
                  <a:pt x="544830" y="38100"/>
                </a:lnTo>
                <a:lnTo>
                  <a:pt x="601980" y="38100"/>
                </a:lnTo>
                <a:lnTo>
                  <a:pt x="525780" y="0"/>
                </a:lnTo>
                <a:close/>
              </a:path>
              <a:path w="640080" h="114300">
                <a:moveTo>
                  <a:pt x="52578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25780" y="76200"/>
                </a:lnTo>
                <a:lnTo>
                  <a:pt x="525780" y="38100"/>
                </a:lnTo>
                <a:close/>
              </a:path>
              <a:path w="640080" h="114300">
                <a:moveTo>
                  <a:pt x="601980" y="38100"/>
                </a:moveTo>
                <a:lnTo>
                  <a:pt x="544830" y="38100"/>
                </a:lnTo>
                <a:lnTo>
                  <a:pt x="544830" y="76200"/>
                </a:lnTo>
                <a:lnTo>
                  <a:pt x="601980" y="76200"/>
                </a:lnTo>
                <a:lnTo>
                  <a:pt x="640080" y="57150"/>
                </a:lnTo>
                <a:lnTo>
                  <a:pt x="60198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 txBox="1"/>
          <p:nvPr/>
        </p:nvSpPr>
        <p:spPr>
          <a:xfrm>
            <a:off x="3526535" y="4967478"/>
            <a:ext cx="3302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000" spc="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1367" sz="1950" spc="7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baseline="-21367" sz="195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4074414" y="5098541"/>
            <a:ext cx="472440" cy="451484"/>
          </a:xfrm>
          <a:custGeom>
            <a:avLst/>
            <a:gdLst/>
            <a:ahLst/>
            <a:cxnLst/>
            <a:rect l="l" t="t" r="r" b="b"/>
            <a:pathLst>
              <a:path w="472439" h="451485">
                <a:moveTo>
                  <a:pt x="0" y="225551"/>
                </a:moveTo>
                <a:lnTo>
                  <a:pt x="4800" y="180090"/>
                </a:lnTo>
                <a:lnTo>
                  <a:pt x="18567" y="137749"/>
                </a:lnTo>
                <a:lnTo>
                  <a:pt x="40351" y="99435"/>
                </a:lnTo>
                <a:lnTo>
                  <a:pt x="69199" y="66055"/>
                </a:lnTo>
                <a:lnTo>
                  <a:pt x="104161" y="38515"/>
                </a:lnTo>
                <a:lnTo>
                  <a:pt x="144285" y="17722"/>
                </a:lnTo>
                <a:lnTo>
                  <a:pt x="188622" y="4581"/>
                </a:lnTo>
                <a:lnTo>
                  <a:pt x="236220" y="0"/>
                </a:lnTo>
                <a:lnTo>
                  <a:pt x="283817" y="4581"/>
                </a:lnTo>
                <a:lnTo>
                  <a:pt x="328154" y="17722"/>
                </a:lnTo>
                <a:lnTo>
                  <a:pt x="368278" y="38515"/>
                </a:lnTo>
                <a:lnTo>
                  <a:pt x="403240" y="66055"/>
                </a:lnTo>
                <a:lnTo>
                  <a:pt x="432088" y="99435"/>
                </a:lnTo>
                <a:lnTo>
                  <a:pt x="453872" y="137749"/>
                </a:lnTo>
                <a:lnTo>
                  <a:pt x="467639" y="180090"/>
                </a:lnTo>
                <a:lnTo>
                  <a:pt x="472439" y="225551"/>
                </a:lnTo>
                <a:lnTo>
                  <a:pt x="467639" y="271013"/>
                </a:lnTo>
                <a:lnTo>
                  <a:pt x="453872" y="313354"/>
                </a:lnTo>
                <a:lnTo>
                  <a:pt x="432088" y="351668"/>
                </a:lnTo>
                <a:lnTo>
                  <a:pt x="403240" y="385048"/>
                </a:lnTo>
                <a:lnTo>
                  <a:pt x="368278" y="412588"/>
                </a:lnTo>
                <a:lnTo>
                  <a:pt x="328154" y="433381"/>
                </a:lnTo>
                <a:lnTo>
                  <a:pt x="283817" y="446522"/>
                </a:lnTo>
                <a:lnTo>
                  <a:pt x="236220" y="451103"/>
                </a:lnTo>
                <a:lnTo>
                  <a:pt x="188622" y="446522"/>
                </a:lnTo>
                <a:lnTo>
                  <a:pt x="144285" y="433381"/>
                </a:lnTo>
                <a:lnTo>
                  <a:pt x="104161" y="412588"/>
                </a:lnTo>
                <a:lnTo>
                  <a:pt x="69199" y="385048"/>
                </a:lnTo>
                <a:lnTo>
                  <a:pt x="40351" y="351668"/>
                </a:lnTo>
                <a:lnTo>
                  <a:pt x="18567" y="313354"/>
                </a:lnTo>
                <a:lnTo>
                  <a:pt x="4800" y="271013"/>
                </a:lnTo>
                <a:lnTo>
                  <a:pt x="0" y="22555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4184650" y="5141467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3449573" y="5273040"/>
            <a:ext cx="637540" cy="114300"/>
          </a:xfrm>
          <a:custGeom>
            <a:avLst/>
            <a:gdLst/>
            <a:ahLst/>
            <a:cxnLst/>
            <a:rect l="l" t="t" r="r" b="b"/>
            <a:pathLst>
              <a:path w="637539" h="114300">
                <a:moveTo>
                  <a:pt x="522731" y="0"/>
                </a:moveTo>
                <a:lnTo>
                  <a:pt x="522731" y="114300"/>
                </a:lnTo>
                <a:lnTo>
                  <a:pt x="598931" y="76200"/>
                </a:lnTo>
                <a:lnTo>
                  <a:pt x="541781" y="76200"/>
                </a:lnTo>
                <a:lnTo>
                  <a:pt x="541781" y="38100"/>
                </a:lnTo>
                <a:lnTo>
                  <a:pt x="598931" y="38100"/>
                </a:lnTo>
                <a:lnTo>
                  <a:pt x="522731" y="0"/>
                </a:lnTo>
                <a:close/>
              </a:path>
              <a:path w="637539" h="114300">
                <a:moveTo>
                  <a:pt x="52273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22731" y="76200"/>
                </a:lnTo>
                <a:lnTo>
                  <a:pt x="522731" y="38100"/>
                </a:lnTo>
                <a:close/>
              </a:path>
              <a:path w="637539" h="114300">
                <a:moveTo>
                  <a:pt x="598931" y="38100"/>
                </a:moveTo>
                <a:lnTo>
                  <a:pt x="541781" y="38100"/>
                </a:lnTo>
                <a:lnTo>
                  <a:pt x="541781" y="76200"/>
                </a:lnTo>
                <a:lnTo>
                  <a:pt x="598931" y="76200"/>
                </a:lnTo>
                <a:lnTo>
                  <a:pt x="637031" y="57150"/>
                </a:lnTo>
                <a:lnTo>
                  <a:pt x="59893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/>
          <p:nvPr/>
        </p:nvSpPr>
        <p:spPr>
          <a:xfrm>
            <a:off x="4202429" y="2910332"/>
            <a:ext cx="1758314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824865" algn="l"/>
              </a:tabLst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	</a:t>
            </a:r>
            <a:r>
              <a:rPr dirty="0" baseline="1157" sz="3600" b="1">
                <a:solidFill>
                  <a:srgbClr val="FFFFFF"/>
                </a:solidFill>
                <a:latin typeface="宋体"/>
                <a:cs typeface="宋体"/>
              </a:rPr>
              <a:t>替换为</a:t>
            </a:r>
            <a:endParaRPr baseline="1157" sz="3600">
              <a:latin typeface="宋体"/>
              <a:cs typeface="宋体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5032628" y="5085664"/>
            <a:ext cx="159448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377950" algn="l"/>
              </a:tabLst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替换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4981702" y="3970731"/>
            <a:ext cx="716280" cy="30035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1800" b="1">
                <a:solidFill>
                  <a:srgbClr val="FFFFFF"/>
                </a:solidFill>
                <a:latin typeface="宋体"/>
                <a:cs typeface="宋体"/>
              </a:rPr>
              <a:t>替换为</a:t>
            </a:r>
            <a:endParaRPr sz="1800">
              <a:latin typeface="宋体"/>
              <a:cs typeface="宋体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786485" y="2955112"/>
            <a:ext cx="141224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195705" algn="l"/>
              </a:tabLst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baseline="2314" sz="36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baseline="2314" sz="36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803249" y="3975938"/>
            <a:ext cx="38227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837082" y="5148453"/>
            <a:ext cx="3822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(3)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3265170" y="6221679"/>
            <a:ext cx="247205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替</a:t>
            </a:r>
            <a:r>
              <a:rPr dirty="0" sz="3200" spc="-83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换</a:t>
            </a:r>
            <a:r>
              <a:rPr dirty="0" sz="3200" spc="-819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规</a:t>
            </a:r>
            <a:r>
              <a:rPr dirty="0" sz="3200" spc="-83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spc="-81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一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6" name="object 66"/>
          <p:cNvSpPr/>
          <p:nvPr/>
        </p:nvSpPr>
        <p:spPr>
          <a:xfrm>
            <a:off x="2990088" y="5519928"/>
            <a:ext cx="391160" cy="296545"/>
          </a:xfrm>
          <a:custGeom>
            <a:avLst/>
            <a:gdLst/>
            <a:ahLst/>
            <a:cxnLst/>
            <a:rect l="l" t="t" r="r" b="b"/>
            <a:pathLst>
              <a:path w="391160" h="296545">
                <a:moveTo>
                  <a:pt x="38100" y="0"/>
                </a:moveTo>
                <a:lnTo>
                  <a:pt x="0" y="1524"/>
                </a:lnTo>
                <a:lnTo>
                  <a:pt x="1016" y="27432"/>
                </a:lnTo>
                <a:lnTo>
                  <a:pt x="3810" y="54356"/>
                </a:lnTo>
                <a:lnTo>
                  <a:pt x="14859" y="106718"/>
                </a:lnTo>
                <a:lnTo>
                  <a:pt x="32004" y="155854"/>
                </a:lnTo>
                <a:lnTo>
                  <a:pt x="54482" y="200050"/>
                </a:lnTo>
                <a:lnTo>
                  <a:pt x="81406" y="237820"/>
                </a:lnTo>
                <a:lnTo>
                  <a:pt x="112394" y="268033"/>
                </a:lnTo>
                <a:lnTo>
                  <a:pt x="146938" y="288302"/>
                </a:lnTo>
                <a:lnTo>
                  <a:pt x="184785" y="296113"/>
                </a:lnTo>
                <a:lnTo>
                  <a:pt x="194437" y="295732"/>
                </a:lnTo>
                <a:lnTo>
                  <a:pt x="232029" y="285038"/>
                </a:lnTo>
                <a:lnTo>
                  <a:pt x="266319" y="262318"/>
                </a:lnTo>
                <a:lnTo>
                  <a:pt x="271034" y="258051"/>
                </a:lnTo>
                <a:lnTo>
                  <a:pt x="186689" y="258051"/>
                </a:lnTo>
                <a:lnTo>
                  <a:pt x="180848" y="257886"/>
                </a:lnTo>
                <a:lnTo>
                  <a:pt x="143001" y="243230"/>
                </a:lnTo>
                <a:lnTo>
                  <a:pt x="111379" y="214426"/>
                </a:lnTo>
                <a:lnTo>
                  <a:pt x="87756" y="181521"/>
                </a:lnTo>
                <a:lnTo>
                  <a:pt x="67563" y="142087"/>
                </a:lnTo>
                <a:lnTo>
                  <a:pt x="51816" y="97688"/>
                </a:lnTo>
                <a:lnTo>
                  <a:pt x="41656" y="50292"/>
                </a:lnTo>
                <a:lnTo>
                  <a:pt x="38988" y="25908"/>
                </a:lnTo>
                <a:lnTo>
                  <a:pt x="38100" y="0"/>
                </a:lnTo>
                <a:close/>
              </a:path>
              <a:path w="391160" h="296545">
                <a:moveTo>
                  <a:pt x="312184" y="121622"/>
                </a:moveTo>
                <a:lnTo>
                  <a:pt x="294894" y="161861"/>
                </a:lnTo>
                <a:lnTo>
                  <a:pt x="273176" y="197993"/>
                </a:lnTo>
                <a:lnTo>
                  <a:pt x="242188" y="232791"/>
                </a:lnTo>
                <a:lnTo>
                  <a:pt x="204469" y="255066"/>
                </a:lnTo>
                <a:lnTo>
                  <a:pt x="186689" y="258051"/>
                </a:lnTo>
                <a:lnTo>
                  <a:pt x="271034" y="258051"/>
                </a:lnTo>
                <a:lnTo>
                  <a:pt x="303149" y="221488"/>
                </a:lnTo>
                <a:lnTo>
                  <a:pt x="328167" y="180467"/>
                </a:lnTo>
                <a:lnTo>
                  <a:pt x="348234" y="133896"/>
                </a:lnTo>
                <a:lnTo>
                  <a:pt x="348614" y="132981"/>
                </a:lnTo>
                <a:lnTo>
                  <a:pt x="349123" y="131076"/>
                </a:lnTo>
                <a:lnTo>
                  <a:pt x="350933" y="122859"/>
                </a:lnTo>
                <a:lnTo>
                  <a:pt x="311912" y="122859"/>
                </a:lnTo>
                <a:lnTo>
                  <a:pt x="312184" y="121622"/>
                </a:lnTo>
                <a:close/>
              </a:path>
              <a:path w="391160" h="296545">
                <a:moveTo>
                  <a:pt x="380612" y="92303"/>
                </a:moveTo>
                <a:lnTo>
                  <a:pt x="318642" y="92303"/>
                </a:lnTo>
                <a:lnTo>
                  <a:pt x="355853" y="100533"/>
                </a:lnTo>
                <a:lnTo>
                  <a:pt x="351986" y="118084"/>
                </a:lnTo>
                <a:lnTo>
                  <a:pt x="390651" y="124320"/>
                </a:lnTo>
                <a:lnTo>
                  <a:pt x="380612" y="92303"/>
                </a:lnTo>
                <a:close/>
              </a:path>
              <a:path w="391160" h="296545">
                <a:moveTo>
                  <a:pt x="312800" y="120040"/>
                </a:moveTo>
                <a:lnTo>
                  <a:pt x="312184" y="121622"/>
                </a:lnTo>
                <a:lnTo>
                  <a:pt x="311912" y="122859"/>
                </a:lnTo>
                <a:lnTo>
                  <a:pt x="312800" y="120040"/>
                </a:lnTo>
                <a:close/>
              </a:path>
              <a:path w="391160" h="296545">
                <a:moveTo>
                  <a:pt x="351555" y="120040"/>
                </a:moveTo>
                <a:lnTo>
                  <a:pt x="312800" y="120040"/>
                </a:lnTo>
                <a:lnTo>
                  <a:pt x="311912" y="122859"/>
                </a:lnTo>
                <a:lnTo>
                  <a:pt x="350933" y="122859"/>
                </a:lnTo>
                <a:lnTo>
                  <a:pt x="351555" y="120040"/>
                </a:lnTo>
                <a:close/>
              </a:path>
              <a:path w="391160" h="296545">
                <a:moveTo>
                  <a:pt x="314302" y="112008"/>
                </a:moveTo>
                <a:lnTo>
                  <a:pt x="312184" y="121622"/>
                </a:lnTo>
                <a:lnTo>
                  <a:pt x="312800" y="120040"/>
                </a:lnTo>
                <a:lnTo>
                  <a:pt x="351555" y="120040"/>
                </a:lnTo>
                <a:lnTo>
                  <a:pt x="351986" y="118084"/>
                </a:lnTo>
                <a:lnTo>
                  <a:pt x="314302" y="112008"/>
                </a:lnTo>
                <a:close/>
              </a:path>
              <a:path w="391160" h="296545">
                <a:moveTo>
                  <a:pt x="318642" y="92303"/>
                </a:moveTo>
                <a:lnTo>
                  <a:pt x="314302" y="112008"/>
                </a:lnTo>
                <a:lnTo>
                  <a:pt x="351986" y="118084"/>
                </a:lnTo>
                <a:lnTo>
                  <a:pt x="355853" y="100533"/>
                </a:lnTo>
                <a:lnTo>
                  <a:pt x="318642" y="92303"/>
                </a:lnTo>
                <a:close/>
              </a:path>
              <a:path w="391160" h="296545">
                <a:moveTo>
                  <a:pt x="352425" y="2413"/>
                </a:moveTo>
                <a:lnTo>
                  <a:pt x="277875" y="106133"/>
                </a:lnTo>
                <a:lnTo>
                  <a:pt x="314302" y="112008"/>
                </a:lnTo>
                <a:lnTo>
                  <a:pt x="318642" y="92303"/>
                </a:lnTo>
                <a:lnTo>
                  <a:pt x="380612" y="92303"/>
                </a:lnTo>
                <a:lnTo>
                  <a:pt x="352425" y="241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20574"/>
            <a:ext cx="9144000" cy="434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20574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46100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6529578" y="46100"/>
            <a:ext cx="1993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/>
          <p:nvPr/>
        </p:nvSpPr>
        <p:spPr>
          <a:xfrm>
            <a:off x="7849361" y="5148834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0" y="257556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6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7921117" y="5200650"/>
            <a:ext cx="3524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735061" y="5054346"/>
            <a:ext cx="710565" cy="704215"/>
          </a:xfrm>
          <a:custGeom>
            <a:avLst/>
            <a:gdLst/>
            <a:ahLst/>
            <a:cxnLst/>
            <a:rect l="l" t="t" r="r" b="b"/>
            <a:pathLst>
              <a:path w="710565" h="704214">
                <a:moveTo>
                  <a:pt x="0" y="352043"/>
                </a:moveTo>
                <a:lnTo>
                  <a:pt x="3242" y="304271"/>
                </a:lnTo>
                <a:lnTo>
                  <a:pt x="12685" y="258453"/>
                </a:lnTo>
                <a:lnTo>
                  <a:pt x="27908" y="215009"/>
                </a:lnTo>
                <a:lnTo>
                  <a:pt x="48485" y="174356"/>
                </a:lnTo>
                <a:lnTo>
                  <a:pt x="73995" y="136916"/>
                </a:lnTo>
                <a:lnTo>
                  <a:pt x="104013" y="103108"/>
                </a:lnTo>
                <a:lnTo>
                  <a:pt x="138116" y="73350"/>
                </a:lnTo>
                <a:lnTo>
                  <a:pt x="175880" y="48062"/>
                </a:lnTo>
                <a:lnTo>
                  <a:pt x="216884" y="27664"/>
                </a:lnTo>
                <a:lnTo>
                  <a:pt x="260702" y="12574"/>
                </a:lnTo>
                <a:lnTo>
                  <a:pt x="306913" y="3213"/>
                </a:lnTo>
                <a:lnTo>
                  <a:pt x="355092" y="0"/>
                </a:lnTo>
                <a:lnTo>
                  <a:pt x="403270" y="3213"/>
                </a:lnTo>
                <a:lnTo>
                  <a:pt x="449481" y="12574"/>
                </a:lnTo>
                <a:lnTo>
                  <a:pt x="493299" y="27664"/>
                </a:lnTo>
                <a:lnTo>
                  <a:pt x="534303" y="48062"/>
                </a:lnTo>
                <a:lnTo>
                  <a:pt x="572067" y="73350"/>
                </a:lnTo>
                <a:lnTo>
                  <a:pt x="606171" y="103108"/>
                </a:lnTo>
                <a:lnTo>
                  <a:pt x="636188" y="136916"/>
                </a:lnTo>
                <a:lnTo>
                  <a:pt x="661698" y="174356"/>
                </a:lnTo>
                <a:lnTo>
                  <a:pt x="682275" y="215009"/>
                </a:lnTo>
                <a:lnTo>
                  <a:pt x="697498" y="258453"/>
                </a:lnTo>
                <a:lnTo>
                  <a:pt x="706941" y="304271"/>
                </a:lnTo>
                <a:lnTo>
                  <a:pt x="710184" y="352043"/>
                </a:lnTo>
                <a:lnTo>
                  <a:pt x="706941" y="399813"/>
                </a:lnTo>
                <a:lnTo>
                  <a:pt x="697498" y="445629"/>
                </a:lnTo>
                <a:lnTo>
                  <a:pt x="682275" y="489073"/>
                </a:lnTo>
                <a:lnTo>
                  <a:pt x="661698" y="529725"/>
                </a:lnTo>
                <a:lnTo>
                  <a:pt x="636188" y="567165"/>
                </a:lnTo>
                <a:lnTo>
                  <a:pt x="606171" y="600975"/>
                </a:lnTo>
                <a:lnTo>
                  <a:pt x="572067" y="630733"/>
                </a:lnTo>
                <a:lnTo>
                  <a:pt x="534303" y="656022"/>
                </a:lnTo>
                <a:lnTo>
                  <a:pt x="493299" y="676422"/>
                </a:lnTo>
                <a:lnTo>
                  <a:pt x="449481" y="691512"/>
                </a:lnTo>
                <a:lnTo>
                  <a:pt x="403270" y="700874"/>
                </a:lnTo>
                <a:lnTo>
                  <a:pt x="355092" y="704087"/>
                </a:lnTo>
                <a:lnTo>
                  <a:pt x="306913" y="700874"/>
                </a:lnTo>
                <a:lnTo>
                  <a:pt x="260702" y="691512"/>
                </a:lnTo>
                <a:lnTo>
                  <a:pt x="216884" y="676422"/>
                </a:lnTo>
                <a:lnTo>
                  <a:pt x="175880" y="656022"/>
                </a:lnTo>
                <a:lnTo>
                  <a:pt x="138116" y="630733"/>
                </a:lnTo>
                <a:lnTo>
                  <a:pt x="104013" y="600975"/>
                </a:lnTo>
                <a:lnTo>
                  <a:pt x="73995" y="567165"/>
                </a:lnTo>
                <a:lnTo>
                  <a:pt x="48485" y="529725"/>
                </a:lnTo>
                <a:lnTo>
                  <a:pt x="27908" y="489073"/>
                </a:lnTo>
                <a:lnTo>
                  <a:pt x="12685" y="445629"/>
                </a:lnTo>
                <a:lnTo>
                  <a:pt x="3242" y="399813"/>
                </a:lnTo>
                <a:lnTo>
                  <a:pt x="0" y="352043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2448305" y="5127497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247650" y="0"/>
                </a:moveTo>
                <a:lnTo>
                  <a:pt x="203133" y="4136"/>
                </a:lnTo>
                <a:lnTo>
                  <a:pt x="161234" y="16061"/>
                </a:lnTo>
                <a:lnTo>
                  <a:pt x="122653" y="35052"/>
                </a:lnTo>
                <a:lnTo>
                  <a:pt x="88089" y="60383"/>
                </a:lnTo>
                <a:lnTo>
                  <a:pt x="58242" y="91330"/>
                </a:lnTo>
                <a:lnTo>
                  <a:pt x="33810" y="127169"/>
                </a:lnTo>
                <a:lnTo>
                  <a:pt x="15492" y="167175"/>
                </a:lnTo>
                <a:lnTo>
                  <a:pt x="3989" y="210625"/>
                </a:lnTo>
                <a:lnTo>
                  <a:pt x="0" y="256793"/>
                </a:lnTo>
                <a:lnTo>
                  <a:pt x="3989" y="302962"/>
                </a:lnTo>
                <a:lnTo>
                  <a:pt x="15492" y="346412"/>
                </a:lnTo>
                <a:lnTo>
                  <a:pt x="33810" y="386418"/>
                </a:lnTo>
                <a:lnTo>
                  <a:pt x="58242" y="422257"/>
                </a:lnTo>
                <a:lnTo>
                  <a:pt x="88089" y="453204"/>
                </a:lnTo>
                <a:lnTo>
                  <a:pt x="122653" y="478536"/>
                </a:lnTo>
                <a:lnTo>
                  <a:pt x="161234" y="497526"/>
                </a:lnTo>
                <a:lnTo>
                  <a:pt x="203133" y="509451"/>
                </a:lnTo>
                <a:lnTo>
                  <a:pt x="247650" y="513588"/>
                </a:lnTo>
                <a:lnTo>
                  <a:pt x="292166" y="509451"/>
                </a:lnTo>
                <a:lnTo>
                  <a:pt x="334065" y="497526"/>
                </a:lnTo>
                <a:lnTo>
                  <a:pt x="372646" y="478536"/>
                </a:lnTo>
                <a:lnTo>
                  <a:pt x="407210" y="453204"/>
                </a:lnTo>
                <a:lnTo>
                  <a:pt x="437057" y="422257"/>
                </a:lnTo>
                <a:lnTo>
                  <a:pt x="461489" y="386418"/>
                </a:lnTo>
                <a:lnTo>
                  <a:pt x="479807" y="346412"/>
                </a:lnTo>
                <a:lnTo>
                  <a:pt x="491310" y="302962"/>
                </a:lnTo>
                <a:lnTo>
                  <a:pt x="495300" y="256793"/>
                </a:lnTo>
                <a:lnTo>
                  <a:pt x="491310" y="210625"/>
                </a:lnTo>
                <a:lnTo>
                  <a:pt x="479807" y="167175"/>
                </a:lnTo>
                <a:lnTo>
                  <a:pt x="461489" y="127169"/>
                </a:lnTo>
                <a:lnTo>
                  <a:pt x="437057" y="91330"/>
                </a:lnTo>
                <a:lnTo>
                  <a:pt x="407210" y="60383"/>
                </a:lnTo>
                <a:lnTo>
                  <a:pt x="372646" y="35052"/>
                </a:lnTo>
                <a:lnTo>
                  <a:pt x="334065" y="16061"/>
                </a:lnTo>
                <a:lnTo>
                  <a:pt x="292166" y="4136"/>
                </a:lnTo>
                <a:lnTo>
                  <a:pt x="247650" y="0"/>
                </a:lnTo>
                <a:close/>
              </a:path>
            </a:pathLst>
          </a:custGeom>
          <a:solidFill>
            <a:srgbClr val="00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448305" y="5127497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3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2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1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3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5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593975" y="514629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5697473" y="4292346"/>
            <a:ext cx="550545" cy="550545"/>
          </a:xfrm>
          <a:custGeom>
            <a:avLst/>
            <a:gdLst/>
            <a:ahLst/>
            <a:cxnLst/>
            <a:rect l="l" t="t" r="r" b="b"/>
            <a:pathLst>
              <a:path w="550545" h="550545">
                <a:moveTo>
                  <a:pt x="275081" y="0"/>
                </a:moveTo>
                <a:lnTo>
                  <a:pt x="225643" y="4432"/>
                </a:lnTo>
                <a:lnTo>
                  <a:pt x="179109" y="17213"/>
                </a:lnTo>
                <a:lnTo>
                  <a:pt x="136256" y="37563"/>
                </a:lnTo>
                <a:lnTo>
                  <a:pt x="97863" y="64706"/>
                </a:lnTo>
                <a:lnTo>
                  <a:pt x="64706" y="97863"/>
                </a:lnTo>
                <a:lnTo>
                  <a:pt x="37563" y="136256"/>
                </a:lnTo>
                <a:lnTo>
                  <a:pt x="17213" y="179109"/>
                </a:lnTo>
                <a:lnTo>
                  <a:pt x="4432" y="225643"/>
                </a:lnTo>
                <a:lnTo>
                  <a:pt x="0" y="275081"/>
                </a:lnTo>
                <a:lnTo>
                  <a:pt x="4432" y="324520"/>
                </a:lnTo>
                <a:lnTo>
                  <a:pt x="17213" y="371054"/>
                </a:lnTo>
                <a:lnTo>
                  <a:pt x="37563" y="413907"/>
                </a:lnTo>
                <a:lnTo>
                  <a:pt x="64706" y="452300"/>
                </a:lnTo>
                <a:lnTo>
                  <a:pt x="97863" y="485457"/>
                </a:lnTo>
                <a:lnTo>
                  <a:pt x="136256" y="512600"/>
                </a:lnTo>
                <a:lnTo>
                  <a:pt x="179109" y="532950"/>
                </a:lnTo>
                <a:lnTo>
                  <a:pt x="225643" y="545731"/>
                </a:lnTo>
                <a:lnTo>
                  <a:pt x="275081" y="550163"/>
                </a:lnTo>
                <a:lnTo>
                  <a:pt x="324520" y="545731"/>
                </a:lnTo>
                <a:lnTo>
                  <a:pt x="371054" y="532950"/>
                </a:lnTo>
                <a:lnTo>
                  <a:pt x="413907" y="512600"/>
                </a:lnTo>
                <a:lnTo>
                  <a:pt x="452300" y="485457"/>
                </a:lnTo>
                <a:lnTo>
                  <a:pt x="485457" y="452300"/>
                </a:lnTo>
                <a:lnTo>
                  <a:pt x="512600" y="413907"/>
                </a:lnTo>
                <a:lnTo>
                  <a:pt x="532950" y="371054"/>
                </a:lnTo>
                <a:lnTo>
                  <a:pt x="545731" y="324520"/>
                </a:lnTo>
                <a:lnTo>
                  <a:pt x="550163" y="275081"/>
                </a:lnTo>
                <a:lnTo>
                  <a:pt x="545731" y="225643"/>
                </a:lnTo>
                <a:lnTo>
                  <a:pt x="532950" y="179109"/>
                </a:lnTo>
                <a:lnTo>
                  <a:pt x="512600" y="136256"/>
                </a:lnTo>
                <a:lnTo>
                  <a:pt x="485457" y="97863"/>
                </a:lnTo>
                <a:lnTo>
                  <a:pt x="452300" y="64706"/>
                </a:lnTo>
                <a:lnTo>
                  <a:pt x="413907" y="37563"/>
                </a:lnTo>
                <a:lnTo>
                  <a:pt x="371054" y="17213"/>
                </a:lnTo>
                <a:lnTo>
                  <a:pt x="324520" y="4432"/>
                </a:lnTo>
                <a:lnTo>
                  <a:pt x="275081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5697473" y="4292346"/>
            <a:ext cx="550545" cy="550545"/>
          </a:xfrm>
          <a:custGeom>
            <a:avLst/>
            <a:gdLst/>
            <a:ahLst/>
            <a:cxnLst/>
            <a:rect l="l" t="t" r="r" b="b"/>
            <a:pathLst>
              <a:path w="550545" h="550545">
                <a:moveTo>
                  <a:pt x="0" y="275081"/>
                </a:moveTo>
                <a:lnTo>
                  <a:pt x="4432" y="225643"/>
                </a:lnTo>
                <a:lnTo>
                  <a:pt x="17213" y="179109"/>
                </a:lnTo>
                <a:lnTo>
                  <a:pt x="37563" y="136256"/>
                </a:lnTo>
                <a:lnTo>
                  <a:pt x="64706" y="97863"/>
                </a:lnTo>
                <a:lnTo>
                  <a:pt x="97863" y="64706"/>
                </a:lnTo>
                <a:lnTo>
                  <a:pt x="136256" y="37563"/>
                </a:lnTo>
                <a:lnTo>
                  <a:pt x="179109" y="17213"/>
                </a:lnTo>
                <a:lnTo>
                  <a:pt x="225643" y="4432"/>
                </a:lnTo>
                <a:lnTo>
                  <a:pt x="275081" y="0"/>
                </a:lnTo>
                <a:lnTo>
                  <a:pt x="324520" y="4432"/>
                </a:lnTo>
                <a:lnTo>
                  <a:pt x="371054" y="17213"/>
                </a:lnTo>
                <a:lnTo>
                  <a:pt x="413907" y="37563"/>
                </a:lnTo>
                <a:lnTo>
                  <a:pt x="452300" y="64706"/>
                </a:lnTo>
                <a:lnTo>
                  <a:pt x="485457" y="97863"/>
                </a:lnTo>
                <a:lnTo>
                  <a:pt x="512600" y="136256"/>
                </a:lnTo>
                <a:lnTo>
                  <a:pt x="532950" y="179109"/>
                </a:lnTo>
                <a:lnTo>
                  <a:pt x="545731" y="225643"/>
                </a:lnTo>
                <a:lnTo>
                  <a:pt x="550163" y="275081"/>
                </a:lnTo>
                <a:lnTo>
                  <a:pt x="545731" y="324520"/>
                </a:lnTo>
                <a:lnTo>
                  <a:pt x="532950" y="371054"/>
                </a:lnTo>
                <a:lnTo>
                  <a:pt x="512600" y="413907"/>
                </a:lnTo>
                <a:lnTo>
                  <a:pt x="485457" y="452300"/>
                </a:lnTo>
                <a:lnTo>
                  <a:pt x="452300" y="485457"/>
                </a:lnTo>
                <a:lnTo>
                  <a:pt x="413907" y="512600"/>
                </a:lnTo>
                <a:lnTo>
                  <a:pt x="371054" y="532950"/>
                </a:lnTo>
                <a:lnTo>
                  <a:pt x="324520" y="545731"/>
                </a:lnTo>
                <a:lnTo>
                  <a:pt x="275081" y="550163"/>
                </a:lnTo>
                <a:lnTo>
                  <a:pt x="225643" y="545731"/>
                </a:lnTo>
                <a:lnTo>
                  <a:pt x="179109" y="532950"/>
                </a:lnTo>
                <a:lnTo>
                  <a:pt x="136256" y="512600"/>
                </a:lnTo>
                <a:lnTo>
                  <a:pt x="97863" y="485457"/>
                </a:lnTo>
                <a:lnTo>
                  <a:pt x="64706" y="452300"/>
                </a:lnTo>
                <a:lnTo>
                  <a:pt x="37563" y="413907"/>
                </a:lnTo>
                <a:lnTo>
                  <a:pt x="17213" y="371054"/>
                </a:lnTo>
                <a:lnTo>
                  <a:pt x="4432" y="324520"/>
                </a:lnTo>
                <a:lnTo>
                  <a:pt x="0" y="27508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5870194" y="4328871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5811773" y="5948934"/>
            <a:ext cx="550545" cy="551815"/>
          </a:xfrm>
          <a:custGeom>
            <a:avLst/>
            <a:gdLst/>
            <a:ahLst/>
            <a:cxnLst/>
            <a:rect l="l" t="t" r="r" b="b"/>
            <a:pathLst>
              <a:path w="550545" h="551814">
                <a:moveTo>
                  <a:pt x="275081" y="0"/>
                </a:moveTo>
                <a:lnTo>
                  <a:pt x="225643" y="4444"/>
                </a:lnTo>
                <a:lnTo>
                  <a:pt x="179109" y="17256"/>
                </a:lnTo>
                <a:lnTo>
                  <a:pt x="136256" y="37659"/>
                </a:lnTo>
                <a:lnTo>
                  <a:pt x="97863" y="64873"/>
                </a:lnTo>
                <a:lnTo>
                  <a:pt x="64706" y="98119"/>
                </a:lnTo>
                <a:lnTo>
                  <a:pt x="37563" y="136618"/>
                </a:lnTo>
                <a:lnTo>
                  <a:pt x="17213" y="179591"/>
                </a:lnTo>
                <a:lnTo>
                  <a:pt x="4432" y="226259"/>
                </a:lnTo>
                <a:lnTo>
                  <a:pt x="0" y="275843"/>
                </a:lnTo>
                <a:lnTo>
                  <a:pt x="4432" y="325428"/>
                </a:lnTo>
                <a:lnTo>
                  <a:pt x="17213" y="372096"/>
                </a:lnTo>
                <a:lnTo>
                  <a:pt x="37563" y="415069"/>
                </a:lnTo>
                <a:lnTo>
                  <a:pt x="64706" y="453568"/>
                </a:lnTo>
                <a:lnTo>
                  <a:pt x="97863" y="486814"/>
                </a:lnTo>
                <a:lnTo>
                  <a:pt x="136256" y="514028"/>
                </a:lnTo>
                <a:lnTo>
                  <a:pt x="179109" y="534431"/>
                </a:lnTo>
                <a:lnTo>
                  <a:pt x="225643" y="547243"/>
                </a:lnTo>
                <a:lnTo>
                  <a:pt x="275081" y="551687"/>
                </a:lnTo>
                <a:lnTo>
                  <a:pt x="324520" y="547243"/>
                </a:lnTo>
                <a:lnTo>
                  <a:pt x="371054" y="534431"/>
                </a:lnTo>
                <a:lnTo>
                  <a:pt x="413907" y="514028"/>
                </a:lnTo>
                <a:lnTo>
                  <a:pt x="452300" y="486814"/>
                </a:lnTo>
                <a:lnTo>
                  <a:pt x="485457" y="453568"/>
                </a:lnTo>
                <a:lnTo>
                  <a:pt x="512600" y="415069"/>
                </a:lnTo>
                <a:lnTo>
                  <a:pt x="532950" y="372096"/>
                </a:lnTo>
                <a:lnTo>
                  <a:pt x="545731" y="325428"/>
                </a:lnTo>
                <a:lnTo>
                  <a:pt x="550163" y="275843"/>
                </a:lnTo>
                <a:lnTo>
                  <a:pt x="545731" y="226259"/>
                </a:lnTo>
                <a:lnTo>
                  <a:pt x="532950" y="179591"/>
                </a:lnTo>
                <a:lnTo>
                  <a:pt x="512600" y="136618"/>
                </a:lnTo>
                <a:lnTo>
                  <a:pt x="485457" y="98119"/>
                </a:lnTo>
                <a:lnTo>
                  <a:pt x="452300" y="64873"/>
                </a:lnTo>
                <a:lnTo>
                  <a:pt x="413907" y="37659"/>
                </a:lnTo>
                <a:lnTo>
                  <a:pt x="371054" y="17256"/>
                </a:lnTo>
                <a:lnTo>
                  <a:pt x="324520" y="4444"/>
                </a:lnTo>
                <a:lnTo>
                  <a:pt x="275081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5811773" y="5948934"/>
            <a:ext cx="550545" cy="551815"/>
          </a:xfrm>
          <a:custGeom>
            <a:avLst/>
            <a:gdLst/>
            <a:ahLst/>
            <a:cxnLst/>
            <a:rect l="l" t="t" r="r" b="b"/>
            <a:pathLst>
              <a:path w="550545" h="551814">
                <a:moveTo>
                  <a:pt x="0" y="275843"/>
                </a:moveTo>
                <a:lnTo>
                  <a:pt x="4432" y="226259"/>
                </a:lnTo>
                <a:lnTo>
                  <a:pt x="17213" y="179591"/>
                </a:lnTo>
                <a:lnTo>
                  <a:pt x="37563" y="136618"/>
                </a:lnTo>
                <a:lnTo>
                  <a:pt x="64706" y="98119"/>
                </a:lnTo>
                <a:lnTo>
                  <a:pt x="97863" y="64873"/>
                </a:lnTo>
                <a:lnTo>
                  <a:pt x="136256" y="37659"/>
                </a:lnTo>
                <a:lnTo>
                  <a:pt x="179109" y="17256"/>
                </a:lnTo>
                <a:lnTo>
                  <a:pt x="225643" y="4444"/>
                </a:lnTo>
                <a:lnTo>
                  <a:pt x="275081" y="0"/>
                </a:lnTo>
                <a:lnTo>
                  <a:pt x="324520" y="4444"/>
                </a:lnTo>
                <a:lnTo>
                  <a:pt x="371054" y="17256"/>
                </a:lnTo>
                <a:lnTo>
                  <a:pt x="413907" y="37659"/>
                </a:lnTo>
                <a:lnTo>
                  <a:pt x="452300" y="64873"/>
                </a:lnTo>
                <a:lnTo>
                  <a:pt x="485457" y="98119"/>
                </a:lnTo>
                <a:lnTo>
                  <a:pt x="512600" y="136618"/>
                </a:lnTo>
                <a:lnTo>
                  <a:pt x="532950" y="179591"/>
                </a:lnTo>
                <a:lnTo>
                  <a:pt x="545731" y="226259"/>
                </a:lnTo>
                <a:lnTo>
                  <a:pt x="550163" y="275843"/>
                </a:lnTo>
                <a:lnTo>
                  <a:pt x="545731" y="325428"/>
                </a:lnTo>
                <a:lnTo>
                  <a:pt x="532950" y="372096"/>
                </a:lnTo>
                <a:lnTo>
                  <a:pt x="512600" y="415069"/>
                </a:lnTo>
                <a:lnTo>
                  <a:pt x="485457" y="453568"/>
                </a:lnTo>
                <a:lnTo>
                  <a:pt x="452300" y="486814"/>
                </a:lnTo>
                <a:lnTo>
                  <a:pt x="413907" y="514028"/>
                </a:lnTo>
                <a:lnTo>
                  <a:pt x="371054" y="534431"/>
                </a:lnTo>
                <a:lnTo>
                  <a:pt x="324520" y="547243"/>
                </a:lnTo>
                <a:lnTo>
                  <a:pt x="275081" y="551687"/>
                </a:lnTo>
                <a:lnTo>
                  <a:pt x="225643" y="547243"/>
                </a:lnTo>
                <a:lnTo>
                  <a:pt x="179109" y="534431"/>
                </a:lnTo>
                <a:lnTo>
                  <a:pt x="136256" y="514028"/>
                </a:lnTo>
                <a:lnTo>
                  <a:pt x="97863" y="486814"/>
                </a:lnTo>
                <a:lnTo>
                  <a:pt x="64706" y="453568"/>
                </a:lnTo>
                <a:lnTo>
                  <a:pt x="37563" y="415069"/>
                </a:lnTo>
                <a:lnTo>
                  <a:pt x="17213" y="372096"/>
                </a:lnTo>
                <a:lnTo>
                  <a:pt x="4432" y="325428"/>
                </a:lnTo>
                <a:lnTo>
                  <a:pt x="0" y="27584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939542" y="4581778"/>
            <a:ext cx="2758440" cy="633095"/>
          </a:xfrm>
          <a:custGeom>
            <a:avLst/>
            <a:gdLst/>
            <a:ahLst/>
            <a:cxnLst/>
            <a:rect l="l" t="t" r="r" b="b"/>
            <a:pathLst>
              <a:path w="2758440" h="633095">
                <a:moveTo>
                  <a:pt x="2567757" y="37191"/>
                </a:moveTo>
                <a:lnTo>
                  <a:pt x="0" y="595630"/>
                </a:lnTo>
                <a:lnTo>
                  <a:pt x="8127" y="632968"/>
                </a:lnTo>
                <a:lnTo>
                  <a:pt x="2575836" y="74414"/>
                </a:lnTo>
                <a:lnTo>
                  <a:pt x="2567757" y="37191"/>
                </a:lnTo>
                <a:close/>
              </a:path>
              <a:path w="2758440" h="633095">
                <a:moveTo>
                  <a:pt x="2725838" y="33147"/>
                </a:moveTo>
                <a:lnTo>
                  <a:pt x="2586355" y="33147"/>
                </a:lnTo>
                <a:lnTo>
                  <a:pt x="2594483" y="70358"/>
                </a:lnTo>
                <a:lnTo>
                  <a:pt x="2575836" y="74414"/>
                </a:lnTo>
                <a:lnTo>
                  <a:pt x="2583942" y="111760"/>
                </a:lnTo>
                <a:lnTo>
                  <a:pt x="2725838" y="33147"/>
                </a:lnTo>
                <a:close/>
              </a:path>
              <a:path w="2758440" h="633095">
                <a:moveTo>
                  <a:pt x="2586355" y="33147"/>
                </a:moveTo>
                <a:lnTo>
                  <a:pt x="2567757" y="37191"/>
                </a:lnTo>
                <a:lnTo>
                  <a:pt x="2575836" y="74414"/>
                </a:lnTo>
                <a:lnTo>
                  <a:pt x="2594483" y="70358"/>
                </a:lnTo>
                <a:lnTo>
                  <a:pt x="2586355" y="33147"/>
                </a:lnTo>
                <a:close/>
              </a:path>
              <a:path w="2758440" h="633095">
                <a:moveTo>
                  <a:pt x="2559685" y="0"/>
                </a:moveTo>
                <a:lnTo>
                  <a:pt x="2567757" y="37191"/>
                </a:lnTo>
                <a:lnTo>
                  <a:pt x="2586355" y="33147"/>
                </a:lnTo>
                <a:lnTo>
                  <a:pt x="2725838" y="33147"/>
                </a:lnTo>
                <a:lnTo>
                  <a:pt x="2757932" y="15367"/>
                </a:lnTo>
                <a:lnTo>
                  <a:pt x="255968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2939160" y="5464047"/>
            <a:ext cx="2872740" cy="724535"/>
          </a:xfrm>
          <a:custGeom>
            <a:avLst/>
            <a:gdLst/>
            <a:ahLst/>
            <a:cxnLst/>
            <a:rect l="l" t="t" r="r" b="b"/>
            <a:pathLst>
              <a:path w="2872740" h="724535">
                <a:moveTo>
                  <a:pt x="2682962" y="687127"/>
                </a:moveTo>
                <a:lnTo>
                  <a:pt x="2673985" y="724166"/>
                </a:lnTo>
                <a:lnTo>
                  <a:pt x="2872613" y="713485"/>
                </a:lnTo>
                <a:lnTo>
                  <a:pt x="2835235" y="691629"/>
                </a:lnTo>
                <a:lnTo>
                  <a:pt x="2701543" y="691629"/>
                </a:lnTo>
                <a:lnTo>
                  <a:pt x="2682962" y="687127"/>
                </a:lnTo>
                <a:close/>
              </a:path>
              <a:path w="2872740" h="724535">
                <a:moveTo>
                  <a:pt x="2691933" y="650113"/>
                </a:moveTo>
                <a:lnTo>
                  <a:pt x="2682962" y="687127"/>
                </a:lnTo>
                <a:lnTo>
                  <a:pt x="2701543" y="691629"/>
                </a:lnTo>
                <a:lnTo>
                  <a:pt x="2710434" y="654596"/>
                </a:lnTo>
                <a:lnTo>
                  <a:pt x="2691933" y="650113"/>
                </a:lnTo>
                <a:close/>
              </a:path>
              <a:path w="2872740" h="724535">
                <a:moveTo>
                  <a:pt x="2700909" y="613079"/>
                </a:moveTo>
                <a:lnTo>
                  <a:pt x="2691933" y="650113"/>
                </a:lnTo>
                <a:lnTo>
                  <a:pt x="2710434" y="654596"/>
                </a:lnTo>
                <a:lnTo>
                  <a:pt x="2701543" y="691629"/>
                </a:lnTo>
                <a:lnTo>
                  <a:pt x="2835235" y="691629"/>
                </a:lnTo>
                <a:lnTo>
                  <a:pt x="2700909" y="613079"/>
                </a:lnTo>
                <a:close/>
              </a:path>
              <a:path w="2872740" h="724535">
                <a:moveTo>
                  <a:pt x="8889" y="0"/>
                </a:moveTo>
                <a:lnTo>
                  <a:pt x="0" y="37083"/>
                </a:lnTo>
                <a:lnTo>
                  <a:pt x="2682962" y="687127"/>
                </a:lnTo>
                <a:lnTo>
                  <a:pt x="2691933" y="650113"/>
                </a:lnTo>
                <a:lnTo>
                  <a:pt x="888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988434" y="4539488"/>
            <a:ext cx="324485" cy="295275"/>
          </a:xfrm>
          <a:custGeom>
            <a:avLst/>
            <a:gdLst/>
            <a:ahLst/>
            <a:cxnLst/>
            <a:rect l="l" t="t" r="r" b="b"/>
            <a:pathLst>
              <a:path w="324485" h="295275">
                <a:moveTo>
                  <a:pt x="62894" y="73660"/>
                </a:moveTo>
                <a:lnTo>
                  <a:pt x="11302" y="73660"/>
                </a:lnTo>
                <a:lnTo>
                  <a:pt x="14986" y="75184"/>
                </a:lnTo>
                <a:lnTo>
                  <a:pt x="17652" y="76200"/>
                </a:lnTo>
                <a:lnTo>
                  <a:pt x="19303" y="77978"/>
                </a:lnTo>
                <a:lnTo>
                  <a:pt x="19938" y="80772"/>
                </a:lnTo>
                <a:lnTo>
                  <a:pt x="20700" y="83819"/>
                </a:lnTo>
                <a:lnTo>
                  <a:pt x="20827" y="89916"/>
                </a:lnTo>
                <a:lnTo>
                  <a:pt x="12700" y="290322"/>
                </a:lnTo>
                <a:lnTo>
                  <a:pt x="29700" y="293727"/>
                </a:lnTo>
                <a:lnTo>
                  <a:pt x="45831" y="295179"/>
                </a:lnTo>
                <a:lnTo>
                  <a:pt x="61081" y="294679"/>
                </a:lnTo>
                <a:lnTo>
                  <a:pt x="75437" y="292226"/>
                </a:lnTo>
                <a:lnTo>
                  <a:pt x="93128" y="285819"/>
                </a:lnTo>
                <a:lnTo>
                  <a:pt x="95217" y="284480"/>
                </a:lnTo>
                <a:lnTo>
                  <a:pt x="65404" y="284480"/>
                </a:lnTo>
                <a:lnTo>
                  <a:pt x="60198" y="283972"/>
                </a:lnTo>
                <a:lnTo>
                  <a:pt x="54101" y="281939"/>
                </a:lnTo>
                <a:lnTo>
                  <a:pt x="57657" y="197104"/>
                </a:lnTo>
                <a:lnTo>
                  <a:pt x="58398" y="185294"/>
                </a:lnTo>
                <a:lnTo>
                  <a:pt x="69247" y="151130"/>
                </a:lnTo>
                <a:lnTo>
                  <a:pt x="59816" y="151130"/>
                </a:lnTo>
                <a:lnTo>
                  <a:pt x="62894" y="73660"/>
                </a:lnTo>
                <a:close/>
              </a:path>
              <a:path w="324485" h="295275">
                <a:moveTo>
                  <a:pt x="144083" y="144906"/>
                </a:moveTo>
                <a:lnTo>
                  <a:pt x="85216" y="144906"/>
                </a:lnTo>
                <a:lnTo>
                  <a:pt x="89915" y="145923"/>
                </a:lnTo>
                <a:lnTo>
                  <a:pt x="94487" y="149225"/>
                </a:lnTo>
                <a:lnTo>
                  <a:pt x="107743" y="187610"/>
                </a:lnTo>
                <a:lnTo>
                  <a:pt x="108040" y="197104"/>
                </a:lnTo>
                <a:lnTo>
                  <a:pt x="108022" y="200215"/>
                </a:lnTo>
                <a:lnTo>
                  <a:pt x="102050" y="241472"/>
                </a:lnTo>
                <a:lnTo>
                  <a:pt x="83819" y="276225"/>
                </a:lnTo>
                <a:lnTo>
                  <a:pt x="65404" y="284480"/>
                </a:lnTo>
                <a:lnTo>
                  <a:pt x="95217" y="284480"/>
                </a:lnTo>
                <a:lnTo>
                  <a:pt x="134365" y="244475"/>
                </a:lnTo>
                <a:lnTo>
                  <a:pt x="149828" y="200215"/>
                </a:lnTo>
                <a:lnTo>
                  <a:pt x="150903" y="177788"/>
                </a:lnTo>
                <a:lnTo>
                  <a:pt x="147574" y="155194"/>
                </a:lnTo>
                <a:lnTo>
                  <a:pt x="144662" y="146099"/>
                </a:lnTo>
                <a:lnTo>
                  <a:pt x="144083" y="144906"/>
                </a:lnTo>
                <a:close/>
              </a:path>
              <a:path w="324485" h="295275">
                <a:moveTo>
                  <a:pt x="105193" y="115435"/>
                </a:moveTo>
                <a:lnTo>
                  <a:pt x="69056" y="136080"/>
                </a:lnTo>
                <a:lnTo>
                  <a:pt x="59816" y="151130"/>
                </a:lnTo>
                <a:lnTo>
                  <a:pt x="69247" y="151130"/>
                </a:lnTo>
                <a:lnTo>
                  <a:pt x="72643" y="147955"/>
                </a:lnTo>
                <a:lnTo>
                  <a:pt x="85216" y="144906"/>
                </a:lnTo>
                <a:lnTo>
                  <a:pt x="144083" y="144906"/>
                </a:lnTo>
                <a:lnTo>
                  <a:pt x="140668" y="137874"/>
                </a:lnTo>
                <a:lnTo>
                  <a:pt x="135554" y="130530"/>
                </a:lnTo>
                <a:lnTo>
                  <a:pt x="129286" y="124079"/>
                </a:lnTo>
                <a:lnTo>
                  <a:pt x="122096" y="119054"/>
                </a:lnTo>
                <a:lnTo>
                  <a:pt x="114061" y="116173"/>
                </a:lnTo>
                <a:lnTo>
                  <a:pt x="105193" y="115435"/>
                </a:lnTo>
                <a:close/>
              </a:path>
              <a:path w="324485" h="295275">
                <a:moveTo>
                  <a:pt x="64135" y="42418"/>
                </a:moveTo>
                <a:lnTo>
                  <a:pt x="53975" y="44957"/>
                </a:lnTo>
                <a:lnTo>
                  <a:pt x="126" y="68580"/>
                </a:lnTo>
                <a:lnTo>
                  <a:pt x="0" y="75818"/>
                </a:lnTo>
                <a:lnTo>
                  <a:pt x="6350" y="73913"/>
                </a:lnTo>
                <a:lnTo>
                  <a:pt x="11302" y="73660"/>
                </a:lnTo>
                <a:lnTo>
                  <a:pt x="62894" y="73660"/>
                </a:lnTo>
                <a:lnTo>
                  <a:pt x="64135" y="42418"/>
                </a:lnTo>
                <a:close/>
              </a:path>
              <a:path w="324485" h="295275">
                <a:moveTo>
                  <a:pt x="236122" y="31242"/>
                </a:moveTo>
                <a:lnTo>
                  <a:pt x="184530" y="31242"/>
                </a:lnTo>
                <a:lnTo>
                  <a:pt x="188213" y="32766"/>
                </a:lnTo>
                <a:lnTo>
                  <a:pt x="190880" y="33781"/>
                </a:lnTo>
                <a:lnTo>
                  <a:pt x="192404" y="35687"/>
                </a:lnTo>
                <a:lnTo>
                  <a:pt x="193166" y="38354"/>
                </a:lnTo>
                <a:lnTo>
                  <a:pt x="193928" y="41529"/>
                </a:lnTo>
                <a:lnTo>
                  <a:pt x="194055" y="47625"/>
                </a:lnTo>
                <a:lnTo>
                  <a:pt x="185800" y="247904"/>
                </a:lnTo>
                <a:lnTo>
                  <a:pt x="202874" y="251309"/>
                </a:lnTo>
                <a:lnTo>
                  <a:pt x="219043" y="252761"/>
                </a:lnTo>
                <a:lnTo>
                  <a:pt x="234307" y="252261"/>
                </a:lnTo>
                <a:lnTo>
                  <a:pt x="248665" y="249809"/>
                </a:lnTo>
                <a:lnTo>
                  <a:pt x="266356" y="243401"/>
                </a:lnTo>
                <a:lnTo>
                  <a:pt x="268445" y="242062"/>
                </a:lnTo>
                <a:lnTo>
                  <a:pt x="238632" y="242062"/>
                </a:lnTo>
                <a:lnTo>
                  <a:pt x="233425" y="241554"/>
                </a:lnTo>
                <a:lnTo>
                  <a:pt x="227329" y="239522"/>
                </a:lnTo>
                <a:lnTo>
                  <a:pt x="230886" y="154812"/>
                </a:lnTo>
                <a:lnTo>
                  <a:pt x="231572" y="142930"/>
                </a:lnTo>
                <a:lnTo>
                  <a:pt x="242480" y="108712"/>
                </a:lnTo>
                <a:lnTo>
                  <a:pt x="233044" y="108712"/>
                </a:lnTo>
                <a:lnTo>
                  <a:pt x="236122" y="31242"/>
                </a:lnTo>
                <a:close/>
              </a:path>
              <a:path w="324485" h="295275">
                <a:moveTo>
                  <a:pt x="317289" y="102488"/>
                </a:moveTo>
                <a:lnTo>
                  <a:pt x="258444" y="102488"/>
                </a:lnTo>
                <a:lnTo>
                  <a:pt x="263143" y="103631"/>
                </a:lnTo>
                <a:lnTo>
                  <a:pt x="267715" y="106806"/>
                </a:lnTo>
                <a:lnTo>
                  <a:pt x="280955" y="145256"/>
                </a:lnTo>
                <a:lnTo>
                  <a:pt x="281266" y="154812"/>
                </a:lnTo>
                <a:lnTo>
                  <a:pt x="281250" y="157845"/>
                </a:lnTo>
                <a:lnTo>
                  <a:pt x="275153" y="199110"/>
                </a:lnTo>
                <a:lnTo>
                  <a:pt x="257048" y="233934"/>
                </a:lnTo>
                <a:lnTo>
                  <a:pt x="238632" y="242062"/>
                </a:lnTo>
                <a:lnTo>
                  <a:pt x="268445" y="242062"/>
                </a:lnTo>
                <a:lnTo>
                  <a:pt x="307593" y="202056"/>
                </a:lnTo>
                <a:lnTo>
                  <a:pt x="323056" y="157845"/>
                </a:lnTo>
                <a:lnTo>
                  <a:pt x="324131" y="135423"/>
                </a:lnTo>
                <a:lnTo>
                  <a:pt x="320801" y="112775"/>
                </a:lnTo>
                <a:lnTo>
                  <a:pt x="317848" y="103631"/>
                </a:lnTo>
                <a:lnTo>
                  <a:pt x="317289" y="102488"/>
                </a:lnTo>
                <a:close/>
              </a:path>
              <a:path w="324485" h="295275">
                <a:moveTo>
                  <a:pt x="278421" y="73017"/>
                </a:moveTo>
                <a:lnTo>
                  <a:pt x="242284" y="93662"/>
                </a:lnTo>
                <a:lnTo>
                  <a:pt x="233044" y="108712"/>
                </a:lnTo>
                <a:lnTo>
                  <a:pt x="242480" y="108712"/>
                </a:lnTo>
                <a:lnTo>
                  <a:pt x="245872" y="105537"/>
                </a:lnTo>
                <a:lnTo>
                  <a:pt x="258444" y="102488"/>
                </a:lnTo>
                <a:lnTo>
                  <a:pt x="317289" y="102488"/>
                </a:lnTo>
                <a:lnTo>
                  <a:pt x="313848" y="95456"/>
                </a:lnTo>
                <a:lnTo>
                  <a:pt x="308729" y="88112"/>
                </a:lnTo>
                <a:lnTo>
                  <a:pt x="302513" y="81661"/>
                </a:lnTo>
                <a:lnTo>
                  <a:pt x="295324" y="76636"/>
                </a:lnTo>
                <a:lnTo>
                  <a:pt x="287289" y="73755"/>
                </a:lnTo>
                <a:lnTo>
                  <a:pt x="278421" y="73017"/>
                </a:lnTo>
                <a:close/>
              </a:path>
              <a:path w="324485" h="295275">
                <a:moveTo>
                  <a:pt x="237362" y="0"/>
                </a:moveTo>
                <a:lnTo>
                  <a:pt x="227202" y="2539"/>
                </a:lnTo>
                <a:lnTo>
                  <a:pt x="173354" y="26162"/>
                </a:lnTo>
                <a:lnTo>
                  <a:pt x="173227" y="33400"/>
                </a:lnTo>
                <a:lnTo>
                  <a:pt x="179450" y="31495"/>
                </a:lnTo>
                <a:lnTo>
                  <a:pt x="184530" y="31242"/>
                </a:lnTo>
                <a:lnTo>
                  <a:pt x="236122" y="31242"/>
                </a:lnTo>
                <a:lnTo>
                  <a:pt x="2373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4605645" y="5649195"/>
            <a:ext cx="362585" cy="208279"/>
          </a:xfrm>
          <a:custGeom>
            <a:avLst/>
            <a:gdLst/>
            <a:ahLst/>
            <a:cxnLst/>
            <a:rect l="l" t="t" r="r" b="b"/>
            <a:pathLst>
              <a:path w="362585" h="208279">
                <a:moveTo>
                  <a:pt x="312595" y="148380"/>
                </a:moveTo>
                <a:lnTo>
                  <a:pt x="267725" y="148380"/>
                </a:lnTo>
                <a:lnTo>
                  <a:pt x="260028" y="161639"/>
                </a:lnTo>
                <a:lnTo>
                  <a:pt x="247956" y="189541"/>
                </a:lnTo>
                <a:lnTo>
                  <a:pt x="248548" y="193833"/>
                </a:lnTo>
                <a:lnTo>
                  <a:pt x="272458" y="207719"/>
                </a:lnTo>
                <a:lnTo>
                  <a:pt x="280378" y="207637"/>
                </a:lnTo>
                <a:lnTo>
                  <a:pt x="317540" y="189464"/>
                </a:lnTo>
                <a:lnTo>
                  <a:pt x="299729" y="189464"/>
                </a:lnTo>
                <a:lnTo>
                  <a:pt x="296427" y="188652"/>
                </a:lnTo>
                <a:lnTo>
                  <a:pt x="295538" y="187902"/>
                </a:lnTo>
                <a:lnTo>
                  <a:pt x="294776" y="186670"/>
                </a:lnTo>
                <a:lnTo>
                  <a:pt x="294141" y="185426"/>
                </a:lnTo>
                <a:lnTo>
                  <a:pt x="293887" y="184130"/>
                </a:lnTo>
                <a:lnTo>
                  <a:pt x="294268" y="182784"/>
                </a:lnTo>
                <a:lnTo>
                  <a:pt x="294395" y="181997"/>
                </a:lnTo>
                <a:lnTo>
                  <a:pt x="294987" y="180625"/>
                </a:lnTo>
                <a:lnTo>
                  <a:pt x="295665" y="179190"/>
                </a:lnTo>
                <a:lnTo>
                  <a:pt x="302269" y="166363"/>
                </a:lnTo>
                <a:lnTo>
                  <a:pt x="312595" y="148380"/>
                </a:lnTo>
                <a:close/>
              </a:path>
              <a:path w="362585" h="208279">
                <a:moveTo>
                  <a:pt x="284138" y="41884"/>
                </a:moveTo>
                <a:lnTo>
                  <a:pt x="239176" y="57143"/>
                </a:lnTo>
                <a:lnTo>
                  <a:pt x="202828" y="89973"/>
                </a:lnTo>
                <a:lnTo>
                  <a:pt x="179022" y="128892"/>
                </a:lnTo>
                <a:lnTo>
                  <a:pt x="173294" y="157493"/>
                </a:lnTo>
                <a:lnTo>
                  <a:pt x="173694" y="163785"/>
                </a:lnTo>
                <a:lnTo>
                  <a:pt x="202320" y="191433"/>
                </a:lnTo>
                <a:lnTo>
                  <a:pt x="210448" y="190531"/>
                </a:lnTo>
                <a:lnTo>
                  <a:pt x="249624" y="165576"/>
                </a:lnTo>
                <a:lnTo>
                  <a:pt x="231149" y="165576"/>
                </a:lnTo>
                <a:lnTo>
                  <a:pt x="223783" y="163785"/>
                </a:lnTo>
                <a:lnTo>
                  <a:pt x="221878" y="161931"/>
                </a:lnTo>
                <a:lnTo>
                  <a:pt x="220608" y="158819"/>
                </a:lnTo>
                <a:lnTo>
                  <a:pt x="219211" y="155708"/>
                </a:lnTo>
                <a:lnTo>
                  <a:pt x="237702" y="107220"/>
                </a:lnTo>
                <a:lnTo>
                  <a:pt x="266186" y="69665"/>
                </a:lnTo>
                <a:lnTo>
                  <a:pt x="290204" y="53384"/>
                </a:lnTo>
                <a:lnTo>
                  <a:pt x="307663" y="53384"/>
                </a:lnTo>
                <a:lnTo>
                  <a:pt x="306841" y="52152"/>
                </a:lnTo>
                <a:lnTo>
                  <a:pt x="303920" y="47567"/>
                </a:lnTo>
                <a:lnTo>
                  <a:pt x="299348" y="44519"/>
                </a:lnTo>
                <a:lnTo>
                  <a:pt x="292998" y="43008"/>
                </a:lnTo>
                <a:lnTo>
                  <a:pt x="284138" y="41884"/>
                </a:lnTo>
                <a:close/>
              </a:path>
              <a:path w="362585" h="208279">
                <a:moveTo>
                  <a:pt x="324367" y="173297"/>
                </a:moveTo>
                <a:lnTo>
                  <a:pt x="315629" y="180805"/>
                </a:lnTo>
                <a:lnTo>
                  <a:pt x="310524" y="184816"/>
                </a:lnTo>
                <a:lnTo>
                  <a:pt x="303412" y="188448"/>
                </a:lnTo>
                <a:lnTo>
                  <a:pt x="299729" y="189464"/>
                </a:lnTo>
                <a:lnTo>
                  <a:pt x="317540" y="189464"/>
                </a:lnTo>
                <a:lnTo>
                  <a:pt x="321000" y="186494"/>
                </a:lnTo>
                <a:lnTo>
                  <a:pt x="329574" y="177755"/>
                </a:lnTo>
                <a:lnTo>
                  <a:pt x="324367" y="173297"/>
                </a:lnTo>
                <a:close/>
              </a:path>
              <a:path w="362585" h="208279">
                <a:moveTo>
                  <a:pt x="139345" y="106495"/>
                </a:moveTo>
                <a:lnTo>
                  <a:pt x="94497" y="106495"/>
                </a:lnTo>
                <a:lnTo>
                  <a:pt x="86625" y="120059"/>
                </a:lnTo>
                <a:lnTo>
                  <a:pt x="74645" y="147986"/>
                </a:lnTo>
                <a:lnTo>
                  <a:pt x="75193" y="151949"/>
                </a:lnTo>
                <a:lnTo>
                  <a:pt x="77860" y="156076"/>
                </a:lnTo>
                <a:lnTo>
                  <a:pt x="80400" y="160204"/>
                </a:lnTo>
                <a:lnTo>
                  <a:pt x="84845" y="163048"/>
                </a:lnTo>
                <a:lnTo>
                  <a:pt x="91322" y="164598"/>
                </a:lnTo>
                <a:lnTo>
                  <a:pt x="99157" y="165834"/>
                </a:lnTo>
                <a:lnTo>
                  <a:pt x="107039" y="165752"/>
                </a:lnTo>
                <a:lnTo>
                  <a:pt x="144185" y="147580"/>
                </a:lnTo>
                <a:lnTo>
                  <a:pt x="126374" y="147580"/>
                </a:lnTo>
                <a:lnTo>
                  <a:pt x="123072" y="146767"/>
                </a:lnTo>
                <a:lnTo>
                  <a:pt x="122183" y="146018"/>
                </a:lnTo>
                <a:lnTo>
                  <a:pt x="121548" y="144786"/>
                </a:lnTo>
                <a:lnTo>
                  <a:pt x="120786" y="143541"/>
                </a:lnTo>
                <a:lnTo>
                  <a:pt x="120532" y="142246"/>
                </a:lnTo>
                <a:lnTo>
                  <a:pt x="120913" y="140900"/>
                </a:lnTo>
                <a:lnTo>
                  <a:pt x="121040" y="140112"/>
                </a:lnTo>
                <a:lnTo>
                  <a:pt x="121632" y="138741"/>
                </a:lnTo>
                <a:lnTo>
                  <a:pt x="122310" y="137306"/>
                </a:lnTo>
                <a:lnTo>
                  <a:pt x="129041" y="124479"/>
                </a:lnTo>
                <a:lnTo>
                  <a:pt x="139345" y="106495"/>
                </a:lnTo>
                <a:close/>
              </a:path>
              <a:path w="362585" h="208279">
                <a:moveTo>
                  <a:pt x="307663" y="53384"/>
                </a:moveTo>
                <a:lnTo>
                  <a:pt x="290204" y="53384"/>
                </a:lnTo>
                <a:lnTo>
                  <a:pt x="293760" y="54222"/>
                </a:lnTo>
                <a:lnTo>
                  <a:pt x="297189" y="55073"/>
                </a:lnTo>
                <a:lnTo>
                  <a:pt x="299602" y="57143"/>
                </a:lnTo>
                <a:lnTo>
                  <a:pt x="300999" y="60432"/>
                </a:lnTo>
                <a:lnTo>
                  <a:pt x="302609" y="64709"/>
                </a:lnTo>
                <a:lnTo>
                  <a:pt x="302650" y="72066"/>
                </a:lnTo>
                <a:lnTo>
                  <a:pt x="300364" y="81172"/>
                </a:lnTo>
                <a:lnTo>
                  <a:pt x="281648" y="119912"/>
                </a:lnTo>
                <a:lnTo>
                  <a:pt x="250596" y="154020"/>
                </a:lnTo>
                <a:lnTo>
                  <a:pt x="231149" y="165576"/>
                </a:lnTo>
                <a:lnTo>
                  <a:pt x="249624" y="165576"/>
                </a:lnTo>
                <a:lnTo>
                  <a:pt x="254297" y="161584"/>
                </a:lnTo>
                <a:lnTo>
                  <a:pt x="267725" y="148380"/>
                </a:lnTo>
                <a:lnTo>
                  <a:pt x="312595" y="148380"/>
                </a:lnTo>
                <a:lnTo>
                  <a:pt x="355217" y="74148"/>
                </a:lnTo>
                <a:lnTo>
                  <a:pt x="310524" y="74148"/>
                </a:lnTo>
                <a:lnTo>
                  <a:pt x="311032" y="64052"/>
                </a:lnTo>
                <a:lnTo>
                  <a:pt x="309955" y="57143"/>
                </a:lnTo>
                <a:lnTo>
                  <a:pt x="309856" y="56673"/>
                </a:lnTo>
                <a:lnTo>
                  <a:pt x="307663" y="53384"/>
                </a:lnTo>
                <a:close/>
              </a:path>
              <a:path w="362585" h="208279">
                <a:moveTo>
                  <a:pt x="110839" y="0"/>
                </a:moveTo>
                <a:lnTo>
                  <a:pt x="65893" y="15259"/>
                </a:lnTo>
                <a:lnTo>
                  <a:pt x="29473" y="48088"/>
                </a:lnTo>
                <a:lnTo>
                  <a:pt x="5774" y="87007"/>
                </a:lnTo>
                <a:lnTo>
                  <a:pt x="0" y="116357"/>
                </a:lnTo>
                <a:lnTo>
                  <a:pt x="341" y="121900"/>
                </a:lnTo>
                <a:lnTo>
                  <a:pt x="29092" y="149548"/>
                </a:lnTo>
                <a:lnTo>
                  <a:pt x="37093" y="148647"/>
                </a:lnTo>
                <a:lnTo>
                  <a:pt x="76337" y="123691"/>
                </a:lnTo>
                <a:lnTo>
                  <a:pt x="57794" y="123691"/>
                </a:lnTo>
                <a:lnTo>
                  <a:pt x="50428" y="121900"/>
                </a:lnTo>
                <a:lnTo>
                  <a:pt x="48523" y="120059"/>
                </a:lnTo>
                <a:lnTo>
                  <a:pt x="47253" y="116935"/>
                </a:lnTo>
                <a:lnTo>
                  <a:pt x="45856" y="113823"/>
                </a:lnTo>
                <a:lnTo>
                  <a:pt x="64365" y="65335"/>
                </a:lnTo>
                <a:lnTo>
                  <a:pt x="92831" y="27781"/>
                </a:lnTo>
                <a:lnTo>
                  <a:pt x="116976" y="11499"/>
                </a:lnTo>
                <a:lnTo>
                  <a:pt x="134403" y="11499"/>
                </a:lnTo>
                <a:lnTo>
                  <a:pt x="130692" y="5683"/>
                </a:lnTo>
                <a:lnTo>
                  <a:pt x="125993" y="2635"/>
                </a:lnTo>
                <a:lnTo>
                  <a:pt x="119770" y="1123"/>
                </a:lnTo>
                <a:lnTo>
                  <a:pt x="110839" y="0"/>
                </a:lnTo>
                <a:close/>
              </a:path>
              <a:path w="362585" h="208279">
                <a:moveTo>
                  <a:pt x="151012" y="131413"/>
                </a:moveTo>
                <a:lnTo>
                  <a:pt x="142274" y="138921"/>
                </a:lnTo>
                <a:lnTo>
                  <a:pt x="137169" y="142932"/>
                </a:lnTo>
                <a:lnTo>
                  <a:pt x="130184" y="146577"/>
                </a:lnTo>
                <a:lnTo>
                  <a:pt x="126374" y="147580"/>
                </a:lnTo>
                <a:lnTo>
                  <a:pt x="144185" y="147580"/>
                </a:lnTo>
                <a:lnTo>
                  <a:pt x="147645" y="144610"/>
                </a:lnTo>
                <a:lnTo>
                  <a:pt x="156219" y="135870"/>
                </a:lnTo>
                <a:lnTo>
                  <a:pt x="151012" y="131413"/>
                </a:lnTo>
                <a:close/>
              </a:path>
              <a:path w="362585" h="208279">
                <a:moveTo>
                  <a:pt x="134403" y="11499"/>
                </a:moveTo>
                <a:lnTo>
                  <a:pt x="116976" y="11499"/>
                </a:lnTo>
                <a:lnTo>
                  <a:pt x="123834" y="13188"/>
                </a:lnTo>
                <a:lnTo>
                  <a:pt x="126247" y="15259"/>
                </a:lnTo>
                <a:lnTo>
                  <a:pt x="127644" y="18548"/>
                </a:lnTo>
                <a:lnTo>
                  <a:pt x="129422" y="23272"/>
                </a:lnTo>
                <a:lnTo>
                  <a:pt x="129295" y="30194"/>
                </a:lnTo>
                <a:lnTo>
                  <a:pt x="108295" y="78028"/>
                </a:lnTo>
                <a:lnTo>
                  <a:pt x="77241" y="112135"/>
                </a:lnTo>
                <a:lnTo>
                  <a:pt x="57794" y="123691"/>
                </a:lnTo>
                <a:lnTo>
                  <a:pt x="76337" y="123691"/>
                </a:lnTo>
                <a:lnTo>
                  <a:pt x="81014" y="119699"/>
                </a:lnTo>
                <a:lnTo>
                  <a:pt x="94497" y="106495"/>
                </a:lnTo>
                <a:lnTo>
                  <a:pt x="139345" y="106495"/>
                </a:lnTo>
                <a:lnTo>
                  <a:pt x="181870" y="32277"/>
                </a:lnTo>
                <a:lnTo>
                  <a:pt x="137169" y="32277"/>
                </a:lnTo>
                <a:lnTo>
                  <a:pt x="137677" y="22167"/>
                </a:lnTo>
                <a:lnTo>
                  <a:pt x="136600" y="15259"/>
                </a:lnTo>
                <a:lnTo>
                  <a:pt x="136502" y="14789"/>
                </a:lnTo>
                <a:lnTo>
                  <a:pt x="134403" y="11499"/>
                </a:lnTo>
                <a:close/>
              </a:path>
              <a:path w="362585" h="208279">
                <a:moveTo>
                  <a:pt x="321573" y="54895"/>
                </a:moveTo>
                <a:lnTo>
                  <a:pt x="310524" y="74148"/>
                </a:lnTo>
                <a:lnTo>
                  <a:pt x="355217" y="74148"/>
                </a:lnTo>
                <a:lnTo>
                  <a:pt x="362086" y="62185"/>
                </a:lnTo>
                <a:lnTo>
                  <a:pt x="321573" y="54895"/>
                </a:lnTo>
                <a:close/>
              </a:path>
              <a:path w="362585" h="208279">
                <a:moveTo>
                  <a:pt x="148218" y="13011"/>
                </a:moveTo>
                <a:lnTo>
                  <a:pt x="137169" y="32277"/>
                </a:lnTo>
                <a:lnTo>
                  <a:pt x="181870" y="32277"/>
                </a:lnTo>
                <a:lnTo>
                  <a:pt x="188731" y="20300"/>
                </a:lnTo>
                <a:lnTo>
                  <a:pt x="148218" y="13011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478942" y="3261182"/>
            <a:ext cx="5717540" cy="82867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用规则</a:t>
            </a:r>
            <a:r>
              <a:rPr dirty="0" u="heavy" sz="28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(1)</a:t>
            </a:r>
            <a:r>
              <a:rPr dirty="0" u="heavy" sz="28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消去</a:t>
            </a: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1</a:t>
            </a:r>
            <a:r>
              <a:rPr dirty="0" u="heavy" sz="28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结和</a:t>
            </a:r>
            <a:r>
              <a:rPr dirty="0" u="heavy" sz="28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3</a:t>
            </a:r>
            <a:r>
              <a:rPr dirty="0" u="heavy" sz="2800" spc="-1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结</a:t>
            </a:r>
            <a:endParaRPr sz="2800">
              <a:latin typeface="宋体"/>
              <a:cs typeface="宋体"/>
            </a:endParaRPr>
          </a:p>
          <a:p>
            <a:pPr algn="r" marR="5080">
              <a:lnSpc>
                <a:spcPct val="100000"/>
              </a:lnSpc>
              <a:spcBef>
                <a:spcPts val="8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a,b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5882132" y="5155050"/>
            <a:ext cx="406400" cy="1283970"/>
          </a:xfrm>
          <a:prstGeom prst="rect">
            <a:avLst/>
          </a:prstGeom>
        </p:spPr>
        <p:txBody>
          <a:bodyPr wrap="square" lIns="0" tIns="2279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9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a,b</a:t>
            </a:r>
            <a:endParaRPr sz="2400">
              <a:latin typeface="Times New Roman"/>
              <a:cs typeface="Times New Roman"/>
            </a:endParaRPr>
          </a:p>
          <a:p>
            <a:pPr marL="114935">
              <a:lnSpc>
                <a:spcPct val="100000"/>
              </a:lnSpc>
              <a:spcBef>
                <a:spcPts val="197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724662" y="5127497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3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2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1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3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5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3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801623" y="5178297"/>
            <a:ext cx="3416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6912991" y="4274947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912991" y="5405424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6285484" y="4664583"/>
            <a:ext cx="1449705" cy="547370"/>
          </a:xfrm>
          <a:custGeom>
            <a:avLst/>
            <a:gdLst/>
            <a:ahLst/>
            <a:cxnLst/>
            <a:rect l="l" t="t" r="r" b="b"/>
            <a:pathLst>
              <a:path w="1449704" h="547370">
                <a:moveTo>
                  <a:pt x="1335475" y="511131"/>
                </a:moveTo>
                <a:lnTo>
                  <a:pt x="1322705" y="546989"/>
                </a:lnTo>
                <a:lnTo>
                  <a:pt x="1449577" y="531495"/>
                </a:lnTo>
                <a:lnTo>
                  <a:pt x="1436166" y="517525"/>
                </a:lnTo>
                <a:lnTo>
                  <a:pt x="1353439" y="517525"/>
                </a:lnTo>
                <a:lnTo>
                  <a:pt x="1335475" y="511131"/>
                </a:lnTo>
                <a:close/>
              </a:path>
              <a:path w="1449704" h="547370">
                <a:moveTo>
                  <a:pt x="1348277" y="475183"/>
                </a:moveTo>
                <a:lnTo>
                  <a:pt x="1335475" y="511131"/>
                </a:lnTo>
                <a:lnTo>
                  <a:pt x="1353439" y="517525"/>
                </a:lnTo>
                <a:lnTo>
                  <a:pt x="1366265" y="481584"/>
                </a:lnTo>
                <a:lnTo>
                  <a:pt x="1348277" y="475183"/>
                </a:lnTo>
                <a:close/>
              </a:path>
              <a:path w="1449704" h="547370">
                <a:moveTo>
                  <a:pt x="1361059" y="439293"/>
                </a:moveTo>
                <a:lnTo>
                  <a:pt x="1348277" y="475183"/>
                </a:lnTo>
                <a:lnTo>
                  <a:pt x="1366265" y="481584"/>
                </a:lnTo>
                <a:lnTo>
                  <a:pt x="1353439" y="517525"/>
                </a:lnTo>
                <a:lnTo>
                  <a:pt x="1436166" y="517525"/>
                </a:lnTo>
                <a:lnTo>
                  <a:pt x="1361059" y="439293"/>
                </a:lnTo>
                <a:close/>
              </a:path>
              <a:path w="1449704" h="547370">
                <a:moveTo>
                  <a:pt x="12700" y="0"/>
                </a:moveTo>
                <a:lnTo>
                  <a:pt x="0" y="35814"/>
                </a:lnTo>
                <a:lnTo>
                  <a:pt x="1335475" y="511131"/>
                </a:lnTo>
                <a:lnTo>
                  <a:pt x="1348277" y="475183"/>
                </a:lnTo>
                <a:lnTo>
                  <a:pt x="12700" y="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398767" y="5616892"/>
            <a:ext cx="1336675" cy="578485"/>
          </a:xfrm>
          <a:custGeom>
            <a:avLst/>
            <a:gdLst/>
            <a:ahLst/>
            <a:cxnLst/>
            <a:rect l="l" t="t" r="r" b="b"/>
            <a:pathLst>
              <a:path w="1336675" h="578485">
                <a:moveTo>
                  <a:pt x="1223397" y="35202"/>
                </a:moveTo>
                <a:lnTo>
                  <a:pt x="0" y="543052"/>
                </a:lnTo>
                <a:lnTo>
                  <a:pt x="14605" y="578231"/>
                </a:lnTo>
                <a:lnTo>
                  <a:pt x="1238003" y="70392"/>
                </a:lnTo>
                <a:lnTo>
                  <a:pt x="1223397" y="35202"/>
                </a:lnTo>
                <a:close/>
              </a:path>
              <a:path w="1336675" h="578485">
                <a:moveTo>
                  <a:pt x="1319900" y="27876"/>
                </a:moveTo>
                <a:lnTo>
                  <a:pt x="1241043" y="27876"/>
                </a:lnTo>
                <a:lnTo>
                  <a:pt x="1255649" y="63068"/>
                </a:lnTo>
                <a:lnTo>
                  <a:pt x="1238003" y="70392"/>
                </a:lnTo>
                <a:lnTo>
                  <a:pt x="1252601" y="105562"/>
                </a:lnTo>
                <a:lnTo>
                  <a:pt x="1319900" y="27876"/>
                </a:lnTo>
                <a:close/>
              </a:path>
              <a:path w="1336675" h="578485">
                <a:moveTo>
                  <a:pt x="1241043" y="27876"/>
                </a:moveTo>
                <a:lnTo>
                  <a:pt x="1223397" y="35202"/>
                </a:lnTo>
                <a:lnTo>
                  <a:pt x="1238003" y="70392"/>
                </a:lnTo>
                <a:lnTo>
                  <a:pt x="1255649" y="63068"/>
                </a:lnTo>
                <a:lnTo>
                  <a:pt x="1241043" y="27876"/>
                </a:lnTo>
                <a:close/>
              </a:path>
              <a:path w="1336675" h="578485">
                <a:moveTo>
                  <a:pt x="1208786" y="0"/>
                </a:moveTo>
                <a:lnTo>
                  <a:pt x="1223397" y="35202"/>
                </a:lnTo>
                <a:lnTo>
                  <a:pt x="1241043" y="27876"/>
                </a:lnTo>
                <a:lnTo>
                  <a:pt x="1319900" y="27876"/>
                </a:lnTo>
                <a:lnTo>
                  <a:pt x="1336293" y="8953"/>
                </a:lnTo>
                <a:lnTo>
                  <a:pt x="1208786" y="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1219961" y="5326379"/>
            <a:ext cx="1228725" cy="114300"/>
          </a:xfrm>
          <a:custGeom>
            <a:avLst/>
            <a:gdLst/>
            <a:ahLst/>
            <a:cxnLst/>
            <a:rect l="l" t="t" r="r" b="b"/>
            <a:pathLst>
              <a:path w="1228725" h="114300">
                <a:moveTo>
                  <a:pt x="1114044" y="0"/>
                </a:moveTo>
                <a:lnTo>
                  <a:pt x="1114044" y="114300"/>
                </a:lnTo>
                <a:lnTo>
                  <a:pt x="1190244" y="76200"/>
                </a:lnTo>
                <a:lnTo>
                  <a:pt x="1133094" y="76200"/>
                </a:lnTo>
                <a:lnTo>
                  <a:pt x="1133094" y="38100"/>
                </a:lnTo>
                <a:lnTo>
                  <a:pt x="1190244" y="38100"/>
                </a:lnTo>
                <a:lnTo>
                  <a:pt x="1114044" y="0"/>
                </a:lnTo>
                <a:close/>
              </a:path>
              <a:path w="1228725" h="114300">
                <a:moveTo>
                  <a:pt x="11140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114044" y="76200"/>
                </a:lnTo>
                <a:lnTo>
                  <a:pt x="1114044" y="38100"/>
                </a:lnTo>
                <a:close/>
              </a:path>
              <a:path w="1228725" h="114300">
                <a:moveTo>
                  <a:pt x="1190244" y="38100"/>
                </a:moveTo>
                <a:lnTo>
                  <a:pt x="1133094" y="38100"/>
                </a:lnTo>
                <a:lnTo>
                  <a:pt x="1133094" y="76200"/>
                </a:lnTo>
                <a:lnTo>
                  <a:pt x="1190244" y="76200"/>
                </a:lnTo>
                <a:lnTo>
                  <a:pt x="1228344" y="57150"/>
                </a:lnTo>
                <a:lnTo>
                  <a:pt x="1190244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740154" y="4984191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2503423" y="4314570"/>
            <a:ext cx="406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a,b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5759196" y="4043807"/>
            <a:ext cx="445770" cy="311150"/>
          </a:xfrm>
          <a:custGeom>
            <a:avLst/>
            <a:gdLst/>
            <a:ahLst/>
            <a:cxnLst/>
            <a:rect l="l" t="t" r="r" b="b"/>
            <a:pathLst>
              <a:path w="445770" h="311150">
                <a:moveTo>
                  <a:pt x="368826" y="201713"/>
                </a:moveTo>
                <a:lnTo>
                  <a:pt x="332993" y="207645"/>
                </a:lnTo>
                <a:lnTo>
                  <a:pt x="408050" y="311150"/>
                </a:lnTo>
                <a:lnTo>
                  <a:pt x="435614" y="221869"/>
                </a:lnTo>
                <a:lnTo>
                  <a:pt x="374014" y="221869"/>
                </a:lnTo>
                <a:lnTo>
                  <a:pt x="368826" y="201713"/>
                </a:lnTo>
                <a:close/>
              </a:path>
              <a:path w="445770" h="311150">
                <a:moveTo>
                  <a:pt x="212725" y="0"/>
                </a:moveTo>
                <a:lnTo>
                  <a:pt x="170179" y="7874"/>
                </a:lnTo>
                <a:lnTo>
                  <a:pt x="130809" y="28702"/>
                </a:lnTo>
                <a:lnTo>
                  <a:pt x="94868" y="60198"/>
                </a:lnTo>
                <a:lnTo>
                  <a:pt x="63626" y="99822"/>
                </a:lnTo>
                <a:lnTo>
                  <a:pt x="37464" y="146304"/>
                </a:lnTo>
                <a:lnTo>
                  <a:pt x="17399" y="197866"/>
                </a:lnTo>
                <a:lnTo>
                  <a:pt x="4571" y="252984"/>
                </a:lnTo>
                <a:lnTo>
                  <a:pt x="0" y="308737"/>
                </a:lnTo>
                <a:lnTo>
                  <a:pt x="38100" y="310261"/>
                </a:lnTo>
                <a:lnTo>
                  <a:pt x="39242" y="283210"/>
                </a:lnTo>
                <a:lnTo>
                  <a:pt x="42290" y="257556"/>
                </a:lnTo>
                <a:lnTo>
                  <a:pt x="54101" y="207899"/>
                </a:lnTo>
                <a:lnTo>
                  <a:pt x="72389" y="161417"/>
                </a:lnTo>
                <a:lnTo>
                  <a:pt x="96012" y="119888"/>
                </a:lnTo>
                <a:lnTo>
                  <a:pt x="123698" y="85217"/>
                </a:lnTo>
                <a:lnTo>
                  <a:pt x="153415" y="59309"/>
                </a:lnTo>
                <a:lnTo>
                  <a:pt x="191896" y="41021"/>
                </a:lnTo>
                <a:lnTo>
                  <a:pt x="214375" y="38100"/>
                </a:lnTo>
                <a:lnTo>
                  <a:pt x="308347" y="38100"/>
                </a:lnTo>
                <a:lnTo>
                  <a:pt x="304926" y="35306"/>
                </a:lnTo>
                <a:lnTo>
                  <a:pt x="265811" y="11430"/>
                </a:lnTo>
                <a:lnTo>
                  <a:pt x="223519" y="381"/>
                </a:lnTo>
                <a:lnTo>
                  <a:pt x="212725" y="0"/>
                </a:lnTo>
                <a:close/>
              </a:path>
              <a:path w="445770" h="311150">
                <a:moveTo>
                  <a:pt x="406571" y="195464"/>
                </a:moveTo>
                <a:lnTo>
                  <a:pt x="368826" y="201713"/>
                </a:lnTo>
                <a:lnTo>
                  <a:pt x="374014" y="221869"/>
                </a:lnTo>
                <a:lnTo>
                  <a:pt x="410971" y="212344"/>
                </a:lnTo>
                <a:lnTo>
                  <a:pt x="406571" y="195464"/>
                </a:lnTo>
                <a:close/>
              </a:path>
              <a:path w="445770" h="311150">
                <a:moveTo>
                  <a:pt x="445769" y="188976"/>
                </a:moveTo>
                <a:lnTo>
                  <a:pt x="406571" y="195464"/>
                </a:lnTo>
                <a:lnTo>
                  <a:pt x="410971" y="212344"/>
                </a:lnTo>
                <a:lnTo>
                  <a:pt x="374014" y="221869"/>
                </a:lnTo>
                <a:lnTo>
                  <a:pt x="435614" y="221869"/>
                </a:lnTo>
                <a:lnTo>
                  <a:pt x="445769" y="188976"/>
                </a:lnTo>
                <a:close/>
              </a:path>
              <a:path w="445770" h="311150">
                <a:moveTo>
                  <a:pt x="364571" y="185185"/>
                </a:moveTo>
                <a:lnTo>
                  <a:pt x="368826" y="201713"/>
                </a:lnTo>
                <a:lnTo>
                  <a:pt x="406571" y="195464"/>
                </a:lnTo>
                <a:lnTo>
                  <a:pt x="404150" y="186182"/>
                </a:lnTo>
                <a:lnTo>
                  <a:pt x="364998" y="186182"/>
                </a:lnTo>
                <a:lnTo>
                  <a:pt x="364571" y="185185"/>
                </a:lnTo>
                <a:close/>
              </a:path>
              <a:path w="445770" h="311150">
                <a:moveTo>
                  <a:pt x="364108" y="183388"/>
                </a:moveTo>
                <a:lnTo>
                  <a:pt x="364571" y="185185"/>
                </a:lnTo>
                <a:lnTo>
                  <a:pt x="364998" y="186182"/>
                </a:lnTo>
                <a:lnTo>
                  <a:pt x="364108" y="183388"/>
                </a:lnTo>
                <a:close/>
              </a:path>
              <a:path w="445770" h="311150">
                <a:moveTo>
                  <a:pt x="403422" y="183388"/>
                </a:moveTo>
                <a:lnTo>
                  <a:pt x="364108" y="183388"/>
                </a:lnTo>
                <a:lnTo>
                  <a:pt x="364998" y="186182"/>
                </a:lnTo>
                <a:lnTo>
                  <a:pt x="404150" y="186182"/>
                </a:lnTo>
                <a:lnTo>
                  <a:pt x="403422" y="183388"/>
                </a:lnTo>
                <a:close/>
              </a:path>
              <a:path w="445770" h="311150">
                <a:moveTo>
                  <a:pt x="308347" y="38100"/>
                </a:moveTo>
                <a:lnTo>
                  <a:pt x="214375" y="38100"/>
                </a:lnTo>
                <a:lnTo>
                  <a:pt x="221868" y="38481"/>
                </a:lnTo>
                <a:lnTo>
                  <a:pt x="228980" y="39624"/>
                </a:lnTo>
                <a:lnTo>
                  <a:pt x="266826" y="54991"/>
                </a:lnTo>
                <a:lnTo>
                  <a:pt x="296925" y="78867"/>
                </a:lnTo>
                <a:lnTo>
                  <a:pt x="331928" y="121666"/>
                </a:lnTo>
                <a:lnTo>
                  <a:pt x="355218" y="163322"/>
                </a:lnTo>
                <a:lnTo>
                  <a:pt x="364571" y="185185"/>
                </a:lnTo>
                <a:lnTo>
                  <a:pt x="364108" y="183388"/>
                </a:lnTo>
                <a:lnTo>
                  <a:pt x="403422" y="183388"/>
                </a:lnTo>
                <a:lnTo>
                  <a:pt x="400938" y="173863"/>
                </a:lnTo>
                <a:lnTo>
                  <a:pt x="400684" y="172974"/>
                </a:lnTo>
                <a:lnTo>
                  <a:pt x="400430" y="171958"/>
                </a:lnTo>
                <a:lnTo>
                  <a:pt x="376476" y="121539"/>
                </a:lnTo>
                <a:lnTo>
                  <a:pt x="347471" y="78232"/>
                </a:lnTo>
                <a:lnTo>
                  <a:pt x="313943" y="42672"/>
                </a:lnTo>
                <a:lnTo>
                  <a:pt x="308347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2502407" y="4880864"/>
            <a:ext cx="407670" cy="304800"/>
          </a:xfrm>
          <a:custGeom>
            <a:avLst/>
            <a:gdLst/>
            <a:ahLst/>
            <a:cxnLst/>
            <a:rect l="l" t="t" r="r" b="b"/>
            <a:pathLst>
              <a:path w="407669" h="304800">
                <a:moveTo>
                  <a:pt x="330367" y="194887"/>
                </a:moveTo>
                <a:lnTo>
                  <a:pt x="294259" y="200533"/>
                </a:lnTo>
                <a:lnTo>
                  <a:pt x="368300" y="304673"/>
                </a:lnTo>
                <a:lnTo>
                  <a:pt x="396950" y="214884"/>
                </a:lnTo>
                <a:lnTo>
                  <a:pt x="335025" y="214884"/>
                </a:lnTo>
                <a:lnTo>
                  <a:pt x="330367" y="194887"/>
                </a:lnTo>
                <a:close/>
              </a:path>
              <a:path w="407669" h="304800">
                <a:moveTo>
                  <a:pt x="192912" y="0"/>
                </a:moveTo>
                <a:lnTo>
                  <a:pt x="153543" y="7874"/>
                </a:lnTo>
                <a:lnTo>
                  <a:pt x="117602" y="28575"/>
                </a:lnTo>
                <a:lnTo>
                  <a:pt x="85217" y="59562"/>
                </a:lnTo>
                <a:lnTo>
                  <a:pt x="57023" y="98425"/>
                </a:lnTo>
                <a:lnTo>
                  <a:pt x="33655" y="143637"/>
                </a:lnTo>
                <a:lnTo>
                  <a:pt x="15621" y="194056"/>
                </a:lnTo>
                <a:lnTo>
                  <a:pt x="4064" y="248031"/>
                </a:lnTo>
                <a:lnTo>
                  <a:pt x="0" y="302260"/>
                </a:lnTo>
                <a:lnTo>
                  <a:pt x="38100" y="303784"/>
                </a:lnTo>
                <a:lnTo>
                  <a:pt x="39116" y="277241"/>
                </a:lnTo>
                <a:lnTo>
                  <a:pt x="41910" y="252094"/>
                </a:lnTo>
                <a:lnTo>
                  <a:pt x="52578" y="203327"/>
                </a:lnTo>
                <a:lnTo>
                  <a:pt x="69087" y="157734"/>
                </a:lnTo>
                <a:lnTo>
                  <a:pt x="90169" y="117093"/>
                </a:lnTo>
                <a:lnTo>
                  <a:pt x="115062" y="83185"/>
                </a:lnTo>
                <a:lnTo>
                  <a:pt x="148462" y="53340"/>
                </a:lnTo>
                <a:lnTo>
                  <a:pt x="188341" y="38227"/>
                </a:lnTo>
                <a:lnTo>
                  <a:pt x="194564" y="37973"/>
                </a:lnTo>
                <a:lnTo>
                  <a:pt x="280852" y="37973"/>
                </a:lnTo>
                <a:lnTo>
                  <a:pt x="277494" y="34925"/>
                </a:lnTo>
                <a:lnTo>
                  <a:pt x="241935" y="11430"/>
                </a:lnTo>
                <a:lnTo>
                  <a:pt x="202819" y="381"/>
                </a:lnTo>
                <a:lnTo>
                  <a:pt x="192912" y="0"/>
                </a:lnTo>
                <a:close/>
              </a:path>
              <a:path w="407669" h="304800">
                <a:moveTo>
                  <a:pt x="368211" y="188970"/>
                </a:moveTo>
                <a:lnTo>
                  <a:pt x="330367" y="194887"/>
                </a:lnTo>
                <a:lnTo>
                  <a:pt x="335025" y="214884"/>
                </a:lnTo>
                <a:lnTo>
                  <a:pt x="372237" y="206248"/>
                </a:lnTo>
                <a:lnTo>
                  <a:pt x="368211" y="188970"/>
                </a:lnTo>
                <a:close/>
              </a:path>
              <a:path w="407669" h="304800">
                <a:moveTo>
                  <a:pt x="407162" y="182880"/>
                </a:moveTo>
                <a:lnTo>
                  <a:pt x="368211" y="188970"/>
                </a:lnTo>
                <a:lnTo>
                  <a:pt x="372237" y="206248"/>
                </a:lnTo>
                <a:lnTo>
                  <a:pt x="335025" y="214884"/>
                </a:lnTo>
                <a:lnTo>
                  <a:pt x="396950" y="214884"/>
                </a:lnTo>
                <a:lnTo>
                  <a:pt x="407162" y="182880"/>
                </a:lnTo>
                <a:close/>
              </a:path>
              <a:path w="407669" h="304800">
                <a:moveTo>
                  <a:pt x="326933" y="180148"/>
                </a:moveTo>
                <a:lnTo>
                  <a:pt x="330367" y="194887"/>
                </a:lnTo>
                <a:lnTo>
                  <a:pt x="368211" y="188970"/>
                </a:lnTo>
                <a:lnTo>
                  <a:pt x="366585" y="181991"/>
                </a:lnTo>
                <a:lnTo>
                  <a:pt x="327660" y="181991"/>
                </a:lnTo>
                <a:lnTo>
                  <a:pt x="326933" y="180148"/>
                </a:lnTo>
                <a:close/>
              </a:path>
              <a:path w="407669" h="304800">
                <a:moveTo>
                  <a:pt x="326771" y="179450"/>
                </a:moveTo>
                <a:lnTo>
                  <a:pt x="326933" y="180148"/>
                </a:lnTo>
                <a:lnTo>
                  <a:pt x="327660" y="181991"/>
                </a:lnTo>
                <a:lnTo>
                  <a:pt x="326771" y="179450"/>
                </a:lnTo>
                <a:close/>
              </a:path>
              <a:path w="407669" h="304800">
                <a:moveTo>
                  <a:pt x="365993" y="179450"/>
                </a:moveTo>
                <a:lnTo>
                  <a:pt x="326771" y="179450"/>
                </a:lnTo>
                <a:lnTo>
                  <a:pt x="327660" y="181991"/>
                </a:lnTo>
                <a:lnTo>
                  <a:pt x="366585" y="181991"/>
                </a:lnTo>
                <a:lnTo>
                  <a:pt x="365993" y="179450"/>
                </a:lnTo>
                <a:close/>
              </a:path>
              <a:path w="407669" h="304800">
                <a:moveTo>
                  <a:pt x="280852" y="37973"/>
                </a:moveTo>
                <a:lnTo>
                  <a:pt x="194564" y="37973"/>
                </a:lnTo>
                <a:lnTo>
                  <a:pt x="201041" y="38354"/>
                </a:lnTo>
                <a:lnTo>
                  <a:pt x="207264" y="39497"/>
                </a:lnTo>
                <a:lnTo>
                  <a:pt x="246761" y="59055"/>
                </a:lnTo>
                <a:lnTo>
                  <a:pt x="286004" y="100837"/>
                </a:lnTo>
                <a:lnTo>
                  <a:pt x="308864" y="138430"/>
                </a:lnTo>
                <a:lnTo>
                  <a:pt x="326933" y="180148"/>
                </a:lnTo>
                <a:lnTo>
                  <a:pt x="326771" y="179450"/>
                </a:lnTo>
                <a:lnTo>
                  <a:pt x="365993" y="179450"/>
                </a:lnTo>
                <a:lnTo>
                  <a:pt x="363981" y="170815"/>
                </a:lnTo>
                <a:lnTo>
                  <a:pt x="363474" y="169037"/>
                </a:lnTo>
                <a:lnTo>
                  <a:pt x="363093" y="168148"/>
                </a:lnTo>
                <a:lnTo>
                  <a:pt x="353314" y="143256"/>
                </a:lnTo>
                <a:lnTo>
                  <a:pt x="329565" y="97662"/>
                </a:lnTo>
                <a:lnTo>
                  <a:pt x="301498" y="58928"/>
                </a:lnTo>
                <a:lnTo>
                  <a:pt x="285750" y="42418"/>
                </a:lnTo>
                <a:lnTo>
                  <a:pt x="280852" y="3797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5873496" y="5701969"/>
            <a:ext cx="445770" cy="311150"/>
          </a:xfrm>
          <a:custGeom>
            <a:avLst/>
            <a:gdLst/>
            <a:ahLst/>
            <a:cxnLst/>
            <a:rect l="l" t="t" r="r" b="b"/>
            <a:pathLst>
              <a:path w="445770" h="311150">
                <a:moveTo>
                  <a:pt x="368830" y="201708"/>
                </a:moveTo>
                <a:lnTo>
                  <a:pt x="332993" y="207645"/>
                </a:lnTo>
                <a:lnTo>
                  <a:pt x="408050" y="311073"/>
                </a:lnTo>
                <a:lnTo>
                  <a:pt x="435605" y="221869"/>
                </a:lnTo>
                <a:lnTo>
                  <a:pt x="374014" y="221869"/>
                </a:lnTo>
                <a:lnTo>
                  <a:pt x="368830" y="201708"/>
                </a:lnTo>
                <a:close/>
              </a:path>
              <a:path w="445770" h="311150">
                <a:moveTo>
                  <a:pt x="212725" y="0"/>
                </a:moveTo>
                <a:lnTo>
                  <a:pt x="170179" y="7848"/>
                </a:lnTo>
                <a:lnTo>
                  <a:pt x="130809" y="28689"/>
                </a:lnTo>
                <a:lnTo>
                  <a:pt x="94868" y="60198"/>
                </a:lnTo>
                <a:lnTo>
                  <a:pt x="63626" y="99834"/>
                </a:lnTo>
                <a:lnTo>
                  <a:pt x="37464" y="146240"/>
                </a:lnTo>
                <a:lnTo>
                  <a:pt x="17399" y="197866"/>
                </a:lnTo>
                <a:lnTo>
                  <a:pt x="4571" y="252984"/>
                </a:lnTo>
                <a:lnTo>
                  <a:pt x="0" y="308648"/>
                </a:lnTo>
                <a:lnTo>
                  <a:pt x="38100" y="310248"/>
                </a:lnTo>
                <a:lnTo>
                  <a:pt x="39242" y="283108"/>
                </a:lnTo>
                <a:lnTo>
                  <a:pt x="42290" y="257517"/>
                </a:lnTo>
                <a:lnTo>
                  <a:pt x="54101" y="207860"/>
                </a:lnTo>
                <a:lnTo>
                  <a:pt x="72389" y="161378"/>
                </a:lnTo>
                <a:lnTo>
                  <a:pt x="96012" y="119773"/>
                </a:lnTo>
                <a:lnTo>
                  <a:pt x="123698" y="85115"/>
                </a:lnTo>
                <a:lnTo>
                  <a:pt x="153415" y="59283"/>
                </a:lnTo>
                <a:lnTo>
                  <a:pt x="191896" y="40970"/>
                </a:lnTo>
                <a:lnTo>
                  <a:pt x="214375" y="38061"/>
                </a:lnTo>
                <a:lnTo>
                  <a:pt x="308360" y="38061"/>
                </a:lnTo>
                <a:lnTo>
                  <a:pt x="304926" y="35242"/>
                </a:lnTo>
                <a:lnTo>
                  <a:pt x="265811" y="11404"/>
                </a:lnTo>
                <a:lnTo>
                  <a:pt x="223519" y="381"/>
                </a:lnTo>
                <a:lnTo>
                  <a:pt x="212725" y="0"/>
                </a:lnTo>
                <a:close/>
              </a:path>
              <a:path w="445770" h="311150">
                <a:moveTo>
                  <a:pt x="406569" y="195457"/>
                </a:moveTo>
                <a:lnTo>
                  <a:pt x="368830" y="201708"/>
                </a:lnTo>
                <a:lnTo>
                  <a:pt x="374014" y="221869"/>
                </a:lnTo>
                <a:lnTo>
                  <a:pt x="410971" y="212331"/>
                </a:lnTo>
                <a:lnTo>
                  <a:pt x="406569" y="195457"/>
                </a:lnTo>
                <a:close/>
              </a:path>
              <a:path w="445770" h="311150">
                <a:moveTo>
                  <a:pt x="445769" y="188963"/>
                </a:moveTo>
                <a:lnTo>
                  <a:pt x="406569" y="195457"/>
                </a:lnTo>
                <a:lnTo>
                  <a:pt x="410971" y="212331"/>
                </a:lnTo>
                <a:lnTo>
                  <a:pt x="374014" y="221869"/>
                </a:lnTo>
                <a:lnTo>
                  <a:pt x="435605" y="221869"/>
                </a:lnTo>
                <a:lnTo>
                  <a:pt x="445769" y="188963"/>
                </a:lnTo>
                <a:close/>
              </a:path>
              <a:path w="445770" h="311150">
                <a:moveTo>
                  <a:pt x="364553" y="185076"/>
                </a:moveTo>
                <a:lnTo>
                  <a:pt x="368830" y="201708"/>
                </a:lnTo>
                <a:lnTo>
                  <a:pt x="406569" y="195457"/>
                </a:lnTo>
                <a:lnTo>
                  <a:pt x="404132" y="186118"/>
                </a:lnTo>
                <a:lnTo>
                  <a:pt x="364998" y="186118"/>
                </a:lnTo>
                <a:lnTo>
                  <a:pt x="364553" y="185076"/>
                </a:lnTo>
                <a:close/>
              </a:path>
              <a:path w="445770" h="311150">
                <a:moveTo>
                  <a:pt x="364108" y="183349"/>
                </a:moveTo>
                <a:lnTo>
                  <a:pt x="364553" y="185076"/>
                </a:lnTo>
                <a:lnTo>
                  <a:pt x="364998" y="186118"/>
                </a:lnTo>
                <a:lnTo>
                  <a:pt x="364108" y="183349"/>
                </a:lnTo>
                <a:close/>
              </a:path>
              <a:path w="445770" h="311150">
                <a:moveTo>
                  <a:pt x="403410" y="183349"/>
                </a:moveTo>
                <a:lnTo>
                  <a:pt x="364108" y="183349"/>
                </a:lnTo>
                <a:lnTo>
                  <a:pt x="364998" y="186118"/>
                </a:lnTo>
                <a:lnTo>
                  <a:pt x="404132" y="186118"/>
                </a:lnTo>
                <a:lnTo>
                  <a:pt x="403410" y="183349"/>
                </a:lnTo>
                <a:close/>
              </a:path>
              <a:path w="445770" h="311150">
                <a:moveTo>
                  <a:pt x="308360" y="38061"/>
                </a:moveTo>
                <a:lnTo>
                  <a:pt x="214375" y="38061"/>
                </a:lnTo>
                <a:lnTo>
                  <a:pt x="221868" y="38442"/>
                </a:lnTo>
                <a:lnTo>
                  <a:pt x="228980" y="39585"/>
                </a:lnTo>
                <a:lnTo>
                  <a:pt x="266826" y="55003"/>
                </a:lnTo>
                <a:lnTo>
                  <a:pt x="296925" y="78803"/>
                </a:lnTo>
                <a:lnTo>
                  <a:pt x="331850" y="121450"/>
                </a:lnTo>
                <a:lnTo>
                  <a:pt x="355218" y="163220"/>
                </a:lnTo>
                <a:lnTo>
                  <a:pt x="364553" y="185076"/>
                </a:lnTo>
                <a:lnTo>
                  <a:pt x="364108" y="183349"/>
                </a:lnTo>
                <a:lnTo>
                  <a:pt x="403410" y="183349"/>
                </a:lnTo>
                <a:lnTo>
                  <a:pt x="400430" y="171932"/>
                </a:lnTo>
                <a:lnTo>
                  <a:pt x="376554" y="121678"/>
                </a:lnTo>
                <a:lnTo>
                  <a:pt x="347384" y="78130"/>
                </a:lnTo>
                <a:lnTo>
                  <a:pt x="313943" y="42646"/>
                </a:lnTo>
                <a:lnTo>
                  <a:pt x="308360" y="38061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8168767" y="1950211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8321420" y="2126995"/>
            <a:ext cx="1492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049223" y="1927986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201623" y="2104770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42007" y="1632280"/>
            <a:ext cx="19304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99FF99"/>
                </a:solidFill>
                <a:latin typeface="Times New Roman"/>
                <a:cs typeface="Times New Roman"/>
              </a:rPr>
              <a:t>ε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135114" y="1024509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35114" y="2155062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6158865" y="2667381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75665" y="699134"/>
            <a:ext cx="8309609" cy="2609468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4321302" y="106083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359402" y="268020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3600069" y="125463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124450" y="911733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3714369" y="215010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124450" y="2398014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873501" y="982171"/>
            <a:ext cx="406400" cy="1273810"/>
          </a:xfrm>
          <a:prstGeom prst="rect">
            <a:avLst/>
          </a:prstGeom>
        </p:spPr>
        <p:txBody>
          <a:bodyPr wrap="square" lIns="0" tIns="22288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75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a,b</a:t>
            </a:r>
            <a:endParaRPr sz="2400">
              <a:latin typeface="Times New Roman"/>
              <a:cs typeface="Times New Roman"/>
            </a:endParaRPr>
          </a:p>
          <a:p>
            <a:pPr marL="116839">
              <a:lnSpc>
                <a:spcPct val="100000"/>
              </a:lnSpc>
              <a:spcBef>
                <a:spcPts val="193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3915283" y="46100"/>
            <a:ext cx="2459355" cy="7042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5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  <a:p>
            <a:pPr algn="r" marR="5080">
              <a:lnSpc>
                <a:spcPct val="100000"/>
              </a:lnSpc>
              <a:spcBef>
                <a:spcPts val="65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a,b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5915405" y="1028826"/>
            <a:ext cx="406400" cy="122682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41605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73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a,b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96773" y="5289803"/>
            <a:ext cx="628015" cy="114300"/>
          </a:xfrm>
          <a:custGeom>
            <a:avLst/>
            <a:gdLst/>
            <a:ahLst/>
            <a:cxnLst/>
            <a:rect l="l" t="t" r="r" b="b"/>
            <a:pathLst>
              <a:path w="628015" h="114300">
                <a:moveTo>
                  <a:pt x="513588" y="0"/>
                </a:moveTo>
                <a:lnTo>
                  <a:pt x="513588" y="114300"/>
                </a:lnTo>
                <a:lnTo>
                  <a:pt x="589788" y="76200"/>
                </a:lnTo>
                <a:lnTo>
                  <a:pt x="532638" y="76200"/>
                </a:lnTo>
                <a:lnTo>
                  <a:pt x="532638" y="38100"/>
                </a:lnTo>
                <a:lnTo>
                  <a:pt x="589788" y="38100"/>
                </a:lnTo>
                <a:lnTo>
                  <a:pt x="513588" y="0"/>
                </a:lnTo>
                <a:close/>
              </a:path>
              <a:path w="628015" h="114300">
                <a:moveTo>
                  <a:pt x="5135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13588" y="76200"/>
                </a:lnTo>
                <a:lnTo>
                  <a:pt x="513588" y="38100"/>
                </a:lnTo>
                <a:close/>
              </a:path>
              <a:path w="628015" h="114300">
                <a:moveTo>
                  <a:pt x="589788" y="38100"/>
                </a:moveTo>
                <a:lnTo>
                  <a:pt x="532638" y="38100"/>
                </a:lnTo>
                <a:lnTo>
                  <a:pt x="532638" y="76200"/>
                </a:lnTo>
                <a:lnTo>
                  <a:pt x="589788" y="76200"/>
                </a:lnTo>
                <a:lnTo>
                  <a:pt x="627888" y="57150"/>
                </a:lnTo>
                <a:lnTo>
                  <a:pt x="589788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10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89782" y="29082"/>
            <a:ext cx="249935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56909" y="10033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0574" y="20574"/>
            <a:ext cx="9123426" cy="4343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574" y="435863"/>
            <a:ext cx="9123680" cy="38100"/>
          </a:xfrm>
          <a:custGeom>
            <a:avLst/>
            <a:gdLst/>
            <a:ahLst/>
            <a:cxnLst/>
            <a:rect l="l" t="t" r="r" b="b"/>
            <a:pathLst>
              <a:path w="9123680" h="38100">
                <a:moveTo>
                  <a:pt x="0" y="38100"/>
                </a:moveTo>
                <a:lnTo>
                  <a:pt x="9123425" y="38100"/>
                </a:lnTo>
                <a:lnTo>
                  <a:pt x="9123425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574" y="20574"/>
            <a:ext cx="9123680" cy="434340"/>
          </a:xfrm>
          <a:custGeom>
            <a:avLst/>
            <a:gdLst/>
            <a:ahLst/>
            <a:cxnLst/>
            <a:rect l="l" t="t" r="r" b="b"/>
            <a:pathLst>
              <a:path w="9123680" h="434340">
                <a:moveTo>
                  <a:pt x="9123426" y="0"/>
                </a:moveTo>
                <a:lnTo>
                  <a:pt x="0" y="0"/>
                </a:lnTo>
                <a:lnTo>
                  <a:pt x="0" y="434339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7942" y="46100"/>
            <a:ext cx="34194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34459" y="46100"/>
            <a:ext cx="226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8373" y="46100"/>
            <a:ext cx="1993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</a:t>
            </a:r>
            <a:r>
              <a:rPr dirty="0" sz="2000" spc="10" b="1">
                <a:solidFill>
                  <a:srgbClr val="A15100"/>
                </a:solidFill>
                <a:latin typeface="宋体"/>
                <a:cs typeface="宋体"/>
              </a:rPr>
              <a:t>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89782" y="181482"/>
            <a:ext cx="249935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256909" y="162432"/>
            <a:ext cx="249809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18794" y="3583940"/>
            <a:ext cx="302514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用规则</a:t>
            </a: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(</a:t>
            </a:r>
            <a:r>
              <a:rPr dirty="0" u="heavy" sz="28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3)</a:t>
            </a: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消去</a:t>
            </a: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2,</a:t>
            </a:r>
            <a:r>
              <a:rPr dirty="0" u="heavy" sz="28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4</a:t>
            </a:r>
            <a:r>
              <a:rPr dirty="0" u="heavy" sz="2800" spc="-1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结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826502" y="1948433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19">
                <a:moveTo>
                  <a:pt x="0" y="257555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5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5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898892" y="1999234"/>
            <a:ext cx="3524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712202" y="1853945"/>
            <a:ext cx="710565" cy="704215"/>
          </a:xfrm>
          <a:custGeom>
            <a:avLst/>
            <a:gdLst/>
            <a:ahLst/>
            <a:cxnLst/>
            <a:rect l="l" t="t" r="r" b="b"/>
            <a:pathLst>
              <a:path w="710565" h="704214">
                <a:moveTo>
                  <a:pt x="0" y="352043"/>
                </a:moveTo>
                <a:lnTo>
                  <a:pt x="3242" y="304271"/>
                </a:lnTo>
                <a:lnTo>
                  <a:pt x="12685" y="258453"/>
                </a:lnTo>
                <a:lnTo>
                  <a:pt x="27908" y="215009"/>
                </a:lnTo>
                <a:lnTo>
                  <a:pt x="48485" y="174356"/>
                </a:lnTo>
                <a:lnTo>
                  <a:pt x="73995" y="136916"/>
                </a:lnTo>
                <a:lnTo>
                  <a:pt x="104013" y="103108"/>
                </a:lnTo>
                <a:lnTo>
                  <a:pt x="138116" y="73350"/>
                </a:lnTo>
                <a:lnTo>
                  <a:pt x="175880" y="48062"/>
                </a:lnTo>
                <a:lnTo>
                  <a:pt x="216884" y="27664"/>
                </a:lnTo>
                <a:lnTo>
                  <a:pt x="260702" y="12574"/>
                </a:lnTo>
                <a:lnTo>
                  <a:pt x="306913" y="3213"/>
                </a:lnTo>
                <a:lnTo>
                  <a:pt x="355092" y="0"/>
                </a:lnTo>
                <a:lnTo>
                  <a:pt x="403270" y="3213"/>
                </a:lnTo>
                <a:lnTo>
                  <a:pt x="449481" y="12574"/>
                </a:lnTo>
                <a:lnTo>
                  <a:pt x="493299" y="27664"/>
                </a:lnTo>
                <a:lnTo>
                  <a:pt x="534303" y="48062"/>
                </a:lnTo>
                <a:lnTo>
                  <a:pt x="572067" y="73350"/>
                </a:lnTo>
                <a:lnTo>
                  <a:pt x="606171" y="103108"/>
                </a:lnTo>
                <a:lnTo>
                  <a:pt x="636188" y="136916"/>
                </a:lnTo>
                <a:lnTo>
                  <a:pt x="661698" y="174356"/>
                </a:lnTo>
                <a:lnTo>
                  <a:pt x="682275" y="215009"/>
                </a:lnTo>
                <a:lnTo>
                  <a:pt x="697498" y="258453"/>
                </a:lnTo>
                <a:lnTo>
                  <a:pt x="706941" y="304271"/>
                </a:lnTo>
                <a:lnTo>
                  <a:pt x="710183" y="352043"/>
                </a:lnTo>
                <a:lnTo>
                  <a:pt x="706941" y="399816"/>
                </a:lnTo>
                <a:lnTo>
                  <a:pt x="697498" y="445634"/>
                </a:lnTo>
                <a:lnTo>
                  <a:pt x="682275" y="489078"/>
                </a:lnTo>
                <a:lnTo>
                  <a:pt x="661698" y="529731"/>
                </a:lnTo>
                <a:lnTo>
                  <a:pt x="636188" y="567171"/>
                </a:lnTo>
                <a:lnTo>
                  <a:pt x="606170" y="600979"/>
                </a:lnTo>
                <a:lnTo>
                  <a:pt x="572067" y="630737"/>
                </a:lnTo>
                <a:lnTo>
                  <a:pt x="534303" y="656025"/>
                </a:lnTo>
                <a:lnTo>
                  <a:pt x="493299" y="676423"/>
                </a:lnTo>
                <a:lnTo>
                  <a:pt x="449481" y="691513"/>
                </a:lnTo>
                <a:lnTo>
                  <a:pt x="403270" y="700874"/>
                </a:lnTo>
                <a:lnTo>
                  <a:pt x="355092" y="704088"/>
                </a:lnTo>
                <a:lnTo>
                  <a:pt x="306913" y="700874"/>
                </a:lnTo>
                <a:lnTo>
                  <a:pt x="260702" y="691513"/>
                </a:lnTo>
                <a:lnTo>
                  <a:pt x="216884" y="676423"/>
                </a:lnTo>
                <a:lnTo>
                  <a:pt x="175880" y="656025"/>
                </a:lnTo>
                <a:lnTo>
                  <a:pt x="138116" y="630737"/>
                </a:lnTo>
                <a:lnTo>
                  <a:pt x="104013" y="600979"/>
                </a:lnTo>
                <a:lnTo>
                  <a:pt x="73995" y="567171"/>
                </a:lnTo>
                <a:lnTo>
                  <a:pt x="48485" y="529731"/>
                </a:lnTo>
                <a:lnTo>
                  <a:pt x="27908" y="489078"/>
                </a:lnTo>
                <a:lnTo>
                  <a:pt x="12685" y="445634"/>
                </a:lnTo>
                <a:lnTo>
                  <a:pt x="3242" y="399816"/>
                </a:lnTo>
                <a:lnTo>
                  <a:pt x="0" y="352043"/>
                </a:lnTo>
                <a:close/>
              </a:path>
            </a:pathLst>
          </a:custGeom>
          <a:ln w="38099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2426970" y="1927098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247650" y="0"/>
                </a:moveTo>
                <a:lnTo>
                  <a:pt x="203133" y="4136"/>
                </a:lnTo>
                <a:lnTo>
                  <a:pt x="161234" y="16061"/>
                </a:lnTo>
                <a:lnTo>
                  <a:pt x="122653" y="35052"/>
                </a:lnTo>
                <a:lnTo>
                  <a:pt x="88089" y="60383"/>
                </a:lnTo>
                <a:lnTo>
                  <a:pt x="58242" y="91330"/>
                </a:lnTo>
                <a:lnTo>
                  <a:pt x="33810" y="127169"/>
                </a:lnTo>
                <a:lnTo>
                  <a:pt x="15492" y="167175"/>
                </a:lnTo>
                <a:lnTo>
                  <a:pt x="3989" y="210625"/>
                </a:lnTo>
                <a:lnTo>
                  <a:pt x="0" y="256793"/>
                </a:lnTo>
                <a:lnTo>
                  <a:pt x="3989" y="302962"/>
                </a:lnTo>
                <a:lnTo>
                  <a:pt x="15492" y="346412"/>
                </a:lnTo>
                <a:lnTo>
                  <a:pt x="33810" y="386418"/>
                </a:lnTo>
                <a:lnTo>
                  <a:pt x="58242" y="422257"/>
                </a:lnTo>
                <a:lnTo>
                  <a:pt x="88089" y="453204"/>
                </a:lnTo>
                <a:lnTo>
                  <a:pt x="122653" y="478536"/>
                </a:lnTo>
                <a:lnTo>
                  <a:pt x="161234" y="497526"/>
                </a:lnTo>
                <a:lnTo>
                  <a:pt x="203133" y="509451"/>
                </a:lnTo>
                <a:lnTo>
                  <a:pt x="247650" y="513588"/>
                </a:lnTo>
                <a:lnTo>
                  <a:pt x="292166" y="509451"/>
                </a:lnTo>
                <a:lnTo>
                  <a:pt x="334065" y="497526"/>
                </a:lnTo>
                <a:lnTo>
                  <a:pt x="372646" y="478536"/>
                </a:lnTo>
                <a:lnTo>
                  <a:pt x="407210" y="453204"/>
                </a:lnTo>
                <a:lnTo>
                  <a:pt x="437057" y="422257"/>
                </a:lnTo>
                <a:lnTo>
                  <a:pt x="461489" y="386418"/>
                </a:lnTo>
                <a:lnTo>
                  <a:pt x="479807" y="346412"/>
                </a:lnTo>
                <a:lnTo>
                  <a:pt x="491310" y="302962"/>
                </a:lnTo>
                <a:lnTo>
                  <a:pt x="495300" y="256793"/>
                </a:lnTo>
                <a:lnTo>
                  <a:pt x="491310" y="210625"/>
                </a:lnTo>
                <a:lnTo>
                  <a:pt x="479807" y="167175"/>
                </a:lnTo>
                <a:lnTo>
                  <a:pt x="461489" y="127169"/>
                </a:lnTo>
                <a:lnTo>
                  <a:pt x="437057" y="91330"/>
                </a:lnTo>
                <a:lnTo>
                  <a:pt x="407210" y="60383"/>
                </a:lnTo>
                <a:lnTo>
                  <a:pt x="372646" y="35052"/>
                </a:lnTo>
                <a:lnTo>
                  <a:pt x="334065" y="16061"/>
                </a:lnTo>
                <a:lnTo>
                  <a:pt x="292166" y="4136"/>
                </a:lnTo>
                <a:lnTo>
                  <a:pt x="247650" y="0"/>
                </a:lnTo>
                <a:close/>
              </a:path>
            </a:pathLst>
          </a:custGeom>
          <a:solidFill>
            <a:srgbClr val="00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2426970" y="1927098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3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2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3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5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571750" y="194500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5674614" y="1091946"/>
            <a:ext cx="550545" cy="550545"/>
          </a:xfrm>
          <a:custGeom>
            <a:avLst/>
            <a:gdLst/>
            <a:ahLst/>
            <a:cxnLst/>
            <a:rect l="l" t="t" r="r" b="b"/>
            <a:pathLst>
              <a:path w="550545" h="550544">
                <a:moveTo>
                  <a:pt x="275082" y="0"/>
                </a:moveTo>
                <a:lnTo>
                  <a:pt x="225643" y="4432"/>
                </a:lnTo>
                <a:lnTo>
                  <a:pt x="179109" y="17213"/>
                </a:lnTo>
                <a:lnTo>
                  <a:pt x="136256" y="37563"/>
                </a:lnTo>
                <a:lnTo>
                  <a:pt x="97863" y="64706"/>
                </a:lnTo>
                <a:lnTo>
                  <a:pt x="64706" y="97863"/>
                </a:lnTo>
                <a:lnTo>
                  <a:pt x="37563" y="136256"/>
                </a:lnTo>
                <a:lnTo>
                  <a:pt x="17213" y="179109"/>
                </a:lnTo>
                <a:lnTo>
                  <a:pt x="4432" y="225643"/>
                </a:lnTo>
                <a:lnTo>
                  <a:pt x="0" y="275081"/>
                </a:lnTo>
                <a:lnTo>
                  <a:pt x="4432" y="324520"/>
                </a:lnTo>
                <a:lnTo>
                  <a:pt x="17213" y="371054"/>
                </a:lnTo>
                <a:lnTo>
                  <a:pt x="37563" y="413907"/>
                </a:lnTo>
                <a:lnTo>
                  <a:pt x="64706" y="452300"/>
                </a:lnTo>
                <a:lnTo>
                  <a:pt x="97863" y="485457"/>
                </a:lnTo>
                <a:lnTo>
                  <a:pt x="136256" y="512600"/>
                </a:lnTo>
                <a:lnTo>
                  <a:pt x="179109" y="532950"/>
                </a:lnTo>
                <a:lnTo>
                  <a:pt x="225643" y="545731"/>
                </a:lnTo>
                <a:lnTo>
                  <a:pt x="275082" y="550163"/>
                </a:lnTo>
                <a:lnTo>
                  <a:pt x="324520" y="545731"/>
                </a:lnTo>
                <a:lnTo>
                  <a:pt x="371054" y="532950"/>
                </a:lnTo>
                <a:lnTo>
                  <a:pt x="413907" y="512600"/>
                </a:lnTo>
                <a:lnTo>
                  <a:pt x="452300" y="485457"/>
                </a:lnTo>
                <a:lnTo>
                  <a:pt x="485457" y="452300"/>
                </a:lnTo>
                <a:lnTo>
                  <a:pt x="512600" y="413907"/>
                </a:lnTo>
                <a:lnTo>
                  <a:pt x="532950" y="371054"/>
                </a:lnTo>
                <a:lnTo>
                  <a:pt x="545731" y="324520"/>
                </a:lnTo>
                <a:lnTo>
                  <a:pt x="550163" y="275081"/>
                </a:lnTo>
                <a:lnTo>
                  <a:pt x="545731" y="225643"/>
                </a:lnTo>
                <a:lnTo>
                  <a:pt x="532950" y="179109"/>
                </a:lnTo>
                <a:lnTo>
                  <a:pt x="512600" y="136256"/>
                </a:lnTo>
                <a:lnTo>
                  <a:pt x="485457" y="97863"/>
                </a:lnTo>
                <a:lnTo>
                  <a:pt x="452300" y="64706"/>
                </a:lnTo>
                <a:lnTo>
                  <a:pt x="413907" y="37563"/>
                </a:lnTo>
                <a:lnTo>
                  <a:pt x="371054" y="17213"/>
                </a:lnTo>
                <a:lnTo>
                  <a:pt x="324520" y="4432"/>
                </a:lnTo>
                <a:lnTo>
                  <a:pt x="275082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674614" y="1091946"/>
            <a:ext cx="550545" cy="550545"/>
          </a:xfrm>
          <a:custGeom>
            <a:avLst/>
            <a:gdLst/>
            <a:ahLst/>
            <a:cxnLst/>
            <a:rect l="l" t="t" r="r" b="b"/>
            <a:pathLst>
              <a:path w="550545" h="550544">
                <a:moveTo>
                  <a:pt x="0" y="275081"/>
                </a:moveTo>
                <a:lnTo>
                  <a:pt x="4432" y="225643"/>
                </a:lnTo>
                <a:lnTo>
                  <a:pt x="17213" y="179109"/>
                </a:lnTo>
                <a:lnTo>
                  <a:pt x="37563" y="136256"/>
                </a:lnTo>
                <a:lnTo>
                  <a:pt x="64706" y="97863"/>
                </a:lnTo>
                <a:lnTo>
                  <a:pt x="97863" y="64706"/>
                </a:lnTo>
                <a:lnTo>
                  <a:pt x="136256" y="37563"/>
                </a:lnTo>
                <a:lnTo>
                  <a:pt x="179109" y="17213"/>
                </a:lnTo>
                <a:lnTo>
                  <a:pt x="225643" y="4432"/>
                </a:lnTo>
                <a:lnTo>
                  <a:pt x="275082" y="0"/>
                </a:lnTo>
                <a:lnTo>
                  <a:pt x="324520" y="4432"/>
                </a:lnTo>
                <a:lnTo>
                  <a:pt x="371054" y="17213"/>
                </a:lnTo>
                <a:lnTo>
                  <a:pt x="413907" y="37563"/>
                </a:lnTo>
                <a:lnTo>
                  <a:pt x="452300" y="64706"/>
                </a:lnTo>
                <a:lnTo>
                  <a:pt x="485457" y="97863"/>
                </a:lnTo>
                <a:lnTo>
                  <a:pt x="512600" y="136256"/>
                </a:lnTo>
                <a:lnTo>
                  <a:pt x="532950" y="179109"/>
                </a:lnTo>
                <a:lnTo>
                  <a:pt x="545731" y="225643"/>
                </a:lnTo>
                <a:lnTo>
                  <a:pt x="550163" y="275081"/>
                </a:lnTo>
                <a:lnTo>
                  <a:pt x="545731" y="324520"/>
                </a:lnTo>
                <a:lnTo>
                  <a:pt x="532950" y="371054"/>
                </a:lnTo>
                <a:lnTo>
                  <a:pt x="512600" y="413907"/>
                </a:lnTo>
                <a:lnTo>
                  <a:pt x="485457" y="452300"/>
                </a:lnTo>
                <a:lnTo>
                  <a:pt x="452300" y="485457"/>
                </a:lnTo>
                <a:lnTo>
                  <a:pt x="413907" y="512600"/>
                </a:lnTo>
                <a:lnTo>
                  <a:pt x="371054" y="532950"/>
                </a:lnTo>
                <a:lnTo>
                  <a:pt x="324520" y="545731"/>
                </a:lnTo>
                <a:lnTo>
                  <a:pt x="275082" y="550163"/>
                </a:lnTo>
                <a:lnTo>
                  <a:pt x="225643" y="545731"/>
                </a:lnTo>
                <a:lnTo>
                  <a:pt x="179109" y="532950"/>
                </a:lnTo>
                <a:lnTo>
                  <a:pt x="136256" y="512600"/>
                </a:lnTo>
                <a:lnTo>
                  <a:pt x="97863" y="485457"/>
                </a:lnTo>
                <a:lnTo>
                  <a:pt x="64706" y="452300"/>
                </a:lnTo>
                <a:lnTo>
                  <a:pt x="37563" y="413907"/>
                </a:lnTo>
                <a:lnTo>
                  <a:pt x="17213" y="371054"/>
                </a:lnTo>
                <a:lnTo>
                  <a:pt x="4432" y="324520"/>
                </a:lnTo>
                <a:lnTo>
                  <a:pt x="0" y="27508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5847969" y="1128141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5788914" y="2748533"/>
            <a:ext cx="550545" cy="551815"/>
          </a:xfrm>
          <a:custGeom>
            <a:avLst/>
            <a:gdLst/>
            <a:ahLst/>
            <a:cxnLst/>
            <a:rect l="l" t="t" r="r" b="b"/>
            <a:pathLst>
              <a:path w="550545" h="551814">
                <a:moveTo>
                  <a:pt x="275082" y="0"/>
                </a:moveTo>
                <a:lnTo>
                  <a:pt x="225643" y="4442"/>
                </a:lnTo>
                <a:lnTo>
                  <a:pt x="179109" y="17251"/>
                </a:lnTo>
                <a:lnTo>
                  <a:pt x="136256" y="37648"/>
                </a:lnTo>
                <a:lnTo>
                  <a:pt x="97863" y="64856"/>
                </a:lnTo>
                <a:lnTo>
                  <a:pt x="64706" y="98098"/>
                </a:lnTo>
                <a:lnTo>
                  <a:pt x="37563" y="136595"/>
                </a:lnTo>
                <a:lnTo>
                  <a:pt x="17213" y="179570"/>
                </a:lnTo>
                <a:lnTo>
                  <a:pt x="4432" y="226246"/>
                </a:lnTo>
                <a:lnTo>
                  <a:pt x="0" y="275843"/>
                </a:lnTo>
                <a:lnTo>
                  <a:pt x="4432" y="325441"/>
                </a:lnTo>
                <a:lnTo>
                  <a:pt x="17213" y="372117"/>
                </a:lnTo>
                <a:lnTo>
                  <a:pt x="37563" y="415092"/>
                </a:lnTo>
                <a:lnTo>
                  <a:pt x="64706" y="453589"/>
                </a:lnTo>
                <a:lnTo>
                  <a:pt x="97863" y="486831"/>
                </a:lnTo>
                <a:lnTo>
                  <a:pt x="136256" y="514039"/>
                </a:lnTo>
                <a:lnTo>
                  <a:pt x="179109" y="534436"/>
                </a:lnTo>
                <a:lnTo>
                  <a:pt x="225643" y="547245"/>
                </a:lnTo>
                <a:lnTo>
                  <a:pt x="275082" y="551688"/>
                </a:lnTo>
                <a:lnTo>
                  <a:pt x="324520" y="547245"/>
                </a:lnTo>
                <a:lnTo>
                  <a:pt x="371054" y="534436"/>
                </a:lnTo>
                <a:lnTo>
                  <a:pt x="413907" y="514039"/>
                </a:lnTo>
                <a:lnTo>
                  <a:pt x="452300" y="486831"/>
                </a:lnTo>
                <a:lnTo>
                  <a:pt x="485457" y="453589"/>
                </a:lnTo>
                <a:lnTo>
                  <a:pt x="512600" y="415092"/>
                </a:lnTo>
                <a:lnTo>
                  <a:pt x="532950" y="372117"/>
                </a:lnTo>
                <a:lnTo>
                  <a:pt x="545731" y="325441"/>
                </a:lnTo>
                <a:lnTo>
                  <a:pt x="550163" y="275843"/>
                </a:lnTo>
                <a:lnTo>
                  <a:pt x="545731" y="226246"/>
                </a:lnTo>
                <a:lnTo>
                  <a:pt x="532950" y="179570"/>
                </a:lnTo>
                <a:lnTo>
                  <a:pt x="512600" y="136595"/>
                </a:lnTo>
                <a:lnTo>
                  <a:pt x="485457" y="98098"/>
                </a:lnTo>
                <a:lnTo>
                  <a:pt x="452300" y="64856"/>
                </a:lnTo>
                <a:lnTo>
                  <a:pt x="413907" y="37648"/>
                </a:lnTo>
                <a:lnTo>
                  <a:pt x="371054" y="17251"/>
                </a:lnTo>
                <a:lnTo>
                  <a:pt x="324520" y="4442"/>
                </a:lnTo>
                <a:lnTo>
                  <a:pt x="275082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788914" y="2748533"/>
            <a:ext cx="550545" cy="551815"/>
          </a:xfrm>
          <a:custGeom>
            <a:avLst/>
            <a:gdLst/>
            <a:ahLst/>
            <a:cxnLst/>
            <a:rect l="l" t="t" r="r" b="b"/>
            <a:pathLst>
              <a:path w="550545" h="551814">
                <a:moveTo>
                  <a:pt x="0" y="275843"/>
                </a:moveTo>
                <a:lnTo>
                  <a:pt x="4432" y="226246"/>
                </a:lnTo>
                <a:lnTo>
                  <a:pt x="17213" y="179570"/>
                </a:lnTo>
                <a:lnTo>
                  <a:pt x="37563" y="136595"/>
                </a:lnTo>
                <a:lnTo>
                  <a:pt x="64706" y="98098"/>
                </a:lnTo>
                <a:lnTo>
                  <a:pt x="97863" y="64856"/>
                </a:lnTo>
                <a:lnTo>
                  <a:pt x="136256" y="37648"/>
                </a:lnTo>
                <a:lnTo>
                  <a:pt x="179109" y="17251"/>
                </a:lnTo>
                <a:lnTo>
                  <a:pt x="225643" y="4442"/>
                </a:lnTo>
                <a:lnTo>
                  <a:pt x="275082" y="0"/>
                </a:lnTo>
                <a:lnTo>
                  <a:pt x="324520" y="4442"/>
                </a:lnTo>
                <a:lnTo>
                  <a:pt x="371054" y="17251"/>
                </a:lnTo>
                <a:lnTo>
                  <a:pt x="413907" y="37648"/>
                </a:lnTo>
                <a:lnTo>
                  <a:pt x="452300" y="64856"/>
                </a:lnTo>
                <a:lnTo>
                  <a:pt x="485457" y="98098"/>
                </a:lnTo>
                <a:lnTo>
                  <a:pt x="512600" y="136595"/>
                </a:lnTo>
                <a:lnTo>
                  <a:pt x="532950" y="179570"/>
                </a:lnTo>
                <a:lnTo>
                  <a:pt x="545731" y="226246"/>
                </a:lnTo>
                <a:lnTo>
                  <a:pt x="550163" y="275843"/>
                </a:lnTo>
                <a:lnTo>
                  <a:pt x="545731" y="325441"/>
                </a:lnTo>
                <a:lnTo>
                  <a:pt x="532950" y="372117"/>
                </a:lnTo>
                <a:lnTo>
                  <a:pt x="512600" y="415092"/>
                </a:lnTo>
                <a:lnTo>
                  <a:pt x="485457" y="453589"/>
                </a:lnTo>
                <a:lnTo>
                  <a:pt x="452300" y="486831"/>
                </a:lnTo>
                <a:lnTo>
                  <a:pt x="413907" y="514039"/>
                </a:lnTo>
                <a:lnTo>
                  <a:pt x="371054" y="534436"/>
                </a:lnTo>
                <a:lnTo>
                  <a:pt x="324520" y="547245"/>
                </a:lnTo>
                <a:lnTo>
                  <a:pt x="275082" y="551688"/>
                </a:lnTo>
                <a:lnTo>
                  <a:pt x="225643" y="547245"/>
                </a:lnTo>
                <a:lnTo>
                  <a:pt x="179109" y="534436"/>
                </a:lnTo>
                <a:lnTo>
                  <a:pt x="136256" y="514039"/>
                </a:lnTo>
                <a:lnTo>
                  <a:pt x="97863" y="486831"/>
                </a:lnTo>
                <a:lnTo>
                  <a:pt x="64706" y="453589"/>
                </a:lnTo>
                <a:lnTo>
                  <a:pt x="37563" y="415092"/>
                </a:lnTo>
                <a:lnTo>
                  <a:pt x="17213" y="372117"/>
                </a:lnTo>
                <a:lnTo>
                  <a:pt x="4432" y="325441"/>
                </a:lnTo>
                <a:lnTo>
                  <a:pt x="0" y="27584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2918205" y="1381378"/>
            <a:ext cx="2756535" cy="633095"/>
          </a:xfrm>
          <a:custGeom>
            <a:avLst/>
            <a:gdLst/>
            <a:ahLst/>
            <a:cxnLst/>
            <a:rect l="l" t="t" r="r" b="b"/>
            <a:pathLst>
              <a:path w="2756535" h="633094">
                <a:moveTo>
                  <a:pt x="2566233" y="37193"/>
                </a:moveTo>
                <a:lnTo>
                  <a:pt x="0" y="595630"/>
                </a:lnTo>
                <a:lnTo>
                  <a:pt x="8127" y="632968"/>
                </a:lnTo>
                <a:lnTo>
                  <a:pt x="2574338" y="74536"/>
                </a:lnTo>
                <a:lnTo>
                  <a:pt x="2566233" y="37193"/>
                </a:lnTo>
                <a:close/>
              </a:path>
              <a:path w="2756535" h="633094">
                <a:moveTo>
                  <a:pt x="2724314" y="33147"/>
                </a:moveTo>
                <a:lnTo>
                  <a:pt x="2584831" y="33147"/>
                </a:lnTo>
                <a:lnTo>
                  <a:pt x="2592959" y="70485"/>
                </a:lnTo>
                <a:lnTo>
                  <a:pt x="2574338" y="74536"/>
                </a:lnTo>
                <a:lnTo>
                  <a:pt x="2582418" y="111760"/>
                </a:lnTo>
                <a:lnTo>
                  <a:pt x="2724314" y="33147"/>
                </a:lnTo>
                <a:close/>
              </a:path>
              <a:path w="2756535" h="633094">
                <a:moveTo>
                  <a:pt x="2584831" y="33147"/>
                </a:moveTo>
                <a:lnTo>
                  <a:pt x="2566233" y="37193"/>
                </a:lnTo>
                <a:lnTo>
                  <a:pt x="2574338" y="74536"/>
                </a:lnTo>
                <a:lnTo>
                  <a:pt x="2592959" y="70485"/>
                </a:lnTo>
                <a:lnTo>
                  <a:pt x="2584831" y="33147"/>
                </a:lnTo>
                <a:close/>
              </a:path>
              <a:path w="2756535" h="633094">
                <a:moveTo>
                  <a:pt x="2558160" y="0"/>
                </a:moveTo>
                <a:lnTo>
                  <a:pt x="2566233" y="37193"/>
                </a:lnTo>
                <a:lnTo>
                  <a:pt x="2584831" y="33147"/>
                </a:lnTo>
                <a:lnTo>
                  <a:pt x="2724314" y="33147"/>
                </a:lnTo>
                <a:lnTo>
                  <a:pt x="2756408" y="15367"/>
                </a:lnTo>
                <a:lnTo>
                  <a:pt x="255816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917825" y="2263648"/>
            <a:ext cx="2871470" cy="724535"/>
          </a:xfrm>
          <a:custGeom>
            <a:avLst/>
            <a:gdLst/>
            <a:ahLst/>
            <a:cxnLst/>
            <a:rect l="l" t="t" r="r" b="b"/>
            <a:pathLst>
              <a:path w="2871470" h="724535">
                <a:moveTo>
                  <a:pt x="2681430" y="687135"/>
                </a:moveTo>
                <a:lnTo>
                  <a:pt x="2672461" y="724153"/>
                </a:lnTo>
                <a:lnTo>
                  <a:pt x="2871089" y="713486"/>
                </a:lnTo>
                <a:lnTo>
                  <a:pt x="2833752" y="691641"/>
                </a:lnTo>
                <a:lnTo>
                  <a:pt x="2700020" y="691641"/>
                </a:lnTo>
                <a:lnTo>
                  <a:pt x="2681430" y="687135"/>
                </a:lnTo>
                <a:close/>
              </a:path>
              <a:path w="2871470" h="724535">
                <a:moveTo>
                  <a:pt x="2690409" y="650073"/>
                </a:moveTo>
                <a:lnTo>
                  <a:pt x="2681430" y="687135"/>
                </a:lnTo>
                <a:lnTo>
                  <a:pt x="2700020" y="691641"/>
                </a:lnTo>
                <a:lnTo>
                  <a:pt x="2708910" y="654557"/>
                </a:lnTo>
                <a:lnTo>
                  <a:pt x="2690409" y="650073"/>
                </a:lnTo>
                <a:close/>
              </a:path>
              <a:path w="2871470" h="724535">
                <a:moveTo>
                  <a:pt x="2699385" y="613028"/>
                </a:moveTo>
                <a:lnTo>
                  <a:pt x="2690409" y="650073"/>
                </a:lnTo>
                <a:lnTo>
                  <a:pt x="2708910" y="654557"/>
                </a:lnTo>
                <a:lnTo>
                  <a:pt x="2700020" y="691641"/>
                </a:lnTo>
                <a:lnTo>
                  <a:pt x="2833752" y="691641"/>
                </a:lnTo>
                <a:lnTo>
                  <a:pt x="2699385" y="613028"/>
                </a:lnTo>
                <a:close/>
              </a:path>
              <a:path w="2871470" h="724535">
                <a:moveTo>
                  <a:pt x="8889" y="0"/>
                </a:moveTo>
                <a:lnTo>
                  <a:pt x="0" y="37084"/>
                </a:lnTo>
                <a:lnTo>
                  <a:pt x="2681430" y="687135"/>
                </a:lnTo>
                <a:lnTo>
                  <a:pt x="2690409" y="650073"/>
                </a:lnTo>
                <a:lnTo>
                  <a:pt x="8889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3966209" y="1339088"/>
            <a:ext cx="324485" cy="295275"/>
          </a:xfrm>
          <a:custGeom>
            <a:avLst/>
            <a:gdLst/>
            <a:ahLst/>
            <a:cxnLst/>
            <a:rect l="l" t="t" r="r" b="b"/>
            <a:pathLst>
              <a:path w="324485" h="295275">
                <a:moveTo>
                  <a:pt x="62894" y="73660"/>
                </a:moveTo>
                <a:lnTo>
                  <a:pt x="11302" y="73660"/>
                </a:lnTo>
                <a:lnTo>
                  <a:pt x="14986" y="75184"/>
                </a:lnTo>
                <a:lnTo>
                  <a:pt x="17652" y="76200"/>
                </a:lnTo>
                <a:lnTo>
                  <a:pt x="19303" y="77977"/>
                </a:lnTo>
                <a:lnTo>
                  <a:pt x="19938" y="80772"/>
                </a:lnTo>
                <a:lnTo>
                  <a:pt x="20700" y="83820"/>
                </a:lnTo>
                <a:lnTo>
                  <a:pt x="20827" y="89915"/>
                </a:lnTo>
                <a:lnTo>
                  <a:pt x="12700" y="290322"/>
                </a:lnTo>
                <a:lnTo>
                  <a:pt x="29700" y="293727"/>
                </a:lnTo>
                <a:lnTo>
                  <a:pt x="45831" y="295179"/>
                </a:lnTo>
                <a:lnTo>
                  <a:pt x="61081" y="294679"/>
                </a:lnTo>
                <a:lnTo>
                  <a:pt x="75437" y="292226"/>
                </a:lnTo>
                <a:lnTo>
                  <a:pt x="93128" y="285819"/>
                </a:lnTo>
                <a:lnTo>
                  <a:pt x="95217" y="284479"/>
                </a:lnTo>
                <a:lnTo>
                  <a:pt x="65404" y="284479"/>
                </a:lnTo>
                <a:lnTo>
                  <a:pt x="60198" y="283972"/>
                </a:lnTo>
                <a:lnTo>
                  <a:pt x="54101" y="281939"/>
                </a:lnTo>
                <a:lnTo>
                  <a:pt x="57657" y="197103"/>
                </a:lnTo>
                <a:lnTo>
                  <a:pt x="58398" y="185294"/>
                </a:lnTo>
                <a:lnTo>
                  <a:pt x="69247" y="151129"/>
                </a:lnTo>
                <a:lnTo>
                  <a:pt x="59816" y="151129"/>
                </a:lnTo>
                <a:lnTo>
                  <a:pt x="62894" y="73660"/>
                </a:lnTo>
                <a:close/>
              </a:path>
              <a:path w="324485" h="295275">
                <a:moveTo>
                  <a:pt x="144083" y="144907"/>
                </a:moveTo>
                <a:lnTo>
                  <a:pt x="85216" y="144907"/>
                </a:lnTo>
                <a:lnTo>
                  <a:pt x="89915" y="145923"/>
                </a:lnTo>
                <a:lnTo>
                  <a:pt x="94487" y="149225"/>
                </a:lnTo>
                <a:lnTo>
                  <a:pt x="107743" y="187610"/>
                </a:lnTo>
                <a:lnTo>
                  <a:pt x="108040" y="197103"/>
                </a:lnTo>
                <a:lnTo>
                  <a:pt x="108022" y="200215"/>
                </a:lnTo>
                <a:lnTo>
                  <a:pt x="102050" y="241472"/>
                </a:lnTo>
                <a:lnTo>
                  <a:pt x="83819" y="276225"/>
                </a:lnTo>
                <a:lnTo>
                  <a:pt x="65404" y="284479"/>
                </a:lnTo>
                <a:lnTo>
                  <a:pt x="95217" y="284479"/>
                </a:lnTo>
                <a:lnTo>
                  <a:pt x="134365" y="244475"/>
                </a:lnTo>
                <a:lnTo>
                  <a:pt x="149828" y="200215"/>
                </a:lnTo>
                <a:lnTo>
                  <a:pt x="150903" y="177788"/>
                </a:lnTo>
                <a:lnTo>
                  <a:pt x="147574" y="155194"/>
                </a:lnTo>
                <a:lnTo>
                  <a:pt x="144662" y="146099"/>
                </a:lnTo>
                <a:lnTo>
                  <a:pt x="144083" y="144907"/>
                </a:lnTo>
                <a:close/>
              </a:path>
              <a:path w="324485" h="295275">
                <a:moveTo>
                  <a:pt x="105193" y="115435"/>
                </a:moveTo>
                <a:lnTo>
                  <a:pt x="69056" y="136080"/>
                </a:lnTo>
                <a:lnTo>
                  <a:pt x="59816" y="151129"/>
                </a:lnTo>
                <a:lnTo>
                  <a:pt x="69247" y="151129"/>
                </a:lnTo>
                <a:lnTo>
                  <a:pt x="72643" y="147954"/>
                </a:lnTo>
                <a:lnTo>
                  <a:pt x="85216" y="144907"/>
                </a:lnTo>
                <a:lnTo>
                  <a:pt x="144083" y="144907"/>
                </a:lnTo>
                <a:lnTo>
                  <a:pt x="140668" y="137874"/>
                </a:lnTo>
                <a:lnTo>
                  <a:pt x="135554" y="130530"/>
                </a:lnTo>
                <a:lnTo>
                  <a:pt x="129286" y="124078"/>
                </a:lnTo>
                <a:lnTo>
                  <a:pt x="122096" y="119054"/>
                </a:lnTo>
                <a:lnTo>
                  <a:pt x="114061" y="116173"/>
                </a:lnTo>
                <a:lnTo>
                  <a:pt x="105193" y="115435"/>
                </a:lnTo>
                <a:close/>
              </a:path>
              <a:path w="324485" h="295275">
                <a:moveTo>
                  <a:pt x="64135" y="42417"/>
                </a:moveTo>
                <a:lnTo>
                  <a:pt x="53975" y="44831"/>
                </a:lnTo>
                <a:lnTo>
                  <a:pt x="126" y="68579"/>
                </a:lnTo>
                <a:lnTo>
                  <a:pt x="0" y="75819"/>
                </a:lnTo>
                <a:lnTo>
                  <a:pt x="6350" y="73913"/>
                </a:lnTo>
                <a:lnTo>
                  <a:pt x="11302" y="73660"/>
                </a:lnTo>
                <a:lnTo>
                  <a:pt x="62894" y="73660"/>
                </a:lnTo>
                <a:lnTo>
                  <a:pt x="64135" y="42417"/>
                </a:lnTo>
                <a:close/>
              </a:path>
              <a:path w="324485" h="295275">
                <a:moveTo>
                  <a:pt x="236122" y="31241"/>
                </a:moveTo>
                <a:lnTo>
                  <a:pt x="184530" y="31241"/>
                </a:lnTo>
                <a:lnTo>
                  <a:pt x="188213" y="32765"/>
                </a:lnTo>
                <a:lnTo>
                  <a:pt x="190880" y="33782"/>
                </a:lnTo>
                <a:lnTo>
                  <a:pt x="192404" y="35687"/>
                </a:lnTo>
                <a:lnTo>
                  <a:pt x="193166" y="38353"/>
                </a:lnTo>
                <a:lnTo>
                  <a:pt x="193928" y="41528"/>
                </a:lnTo>
                <a:lnTo>
                  <a:pt x="194055" y="47625"/>
                </a:lnTo>
                <a:lnTo>
                  <a:pt x="185800" y="247903"/>
                </a:lnTo>
                <a:lnTo>
                  <a:pt x="202874" y="251309"/>
                </a:lnTo>
                <a:lnTo>
                  <a:pt x="219043" y="252761"/>
                </a:lnTo>
                <a:lnTo>
                  <a:pt x="234307" y="252261"/>
                </a:lnTo>
                <a:lnTo>
                  <a:pt x="248665" y="249809"/>
                </a:lnTo>
                <a:lnTo>
                  <a:pt x="266356" y="243401"/>
                </a:lnTo>
                <a:lnTo>
                  <a:pt x="268445" y="242062"/>
                </a:lnTo>
                <a:lnTo>
                  <a:pt x="238632" y="242062"/>
                </a:lnTo>
                <a:lnTo>
                  <a:pt x="233425" y="241553"/>
                </a:lnTo>
                <a:lnTo>
                  <a:pt x="227329" y="239522"/>
                </a:lnTo>
                <a:lnTo>
                  <a:pt x="230886" y="154812"/>
                </a:lnTo>
                <a:lnTo>
                  <a:pt x="231572" y="142930"/>
                </a:lnTo>
                <a:lnTo>
                  <a:pt x="242480" y="108712"/>
                </a:lnTo>
                <a:lnTo>
                  <a:pt x="233044" y="108712"/>
                </a:lnTo>
                <a:lnTo>
                  <a:pt x="236122" y="31241"/>
                </a:lnTo>
                <a:close/>
              </a:path>
              <a:path w="324485" h="295275">
                <a:moveTo>
                  <a:pt x="317289" y="102488"/>
                </a:moveTo>
                <a:lnTo>
                  <a:pt x="258444" y="102488"/>
                </a:lnTo>
                <a:lnTo>
                  <a:pt x="263143" y="103632"/>
                </a:lnTo>
                <a:lnTo>
                  <a:pt x="267715" y="106807"/>
                </a:lnTo>
                <a:lnTo>
                  <a:pt x="280955" y="145256"/>
                </a:lnTo>
                <a:lnTo>
                  <a:pt x="281266" y="154812"/>
                </a:lnTo>
                <a:lnTo>
                  <a:pt x="281250" y="157845"/>
                </a:lnTo>
                <a:lnTo>
                  <a:pt x="275153" y="199110"/>
                </a:lnTo>
                <a:lnTo>
                  <a:pt x="257048" y="233934"/>
                </a:lnTo>
                <a:lnTo>
                  <a:pt x="238632" y="242062"/>
                </a:lnTo>
                <a:lnTo>
                  <a:pt x="268445" y="242062"/>
                </a:lnTo>
                <a:lnTo>
                  <a:pt x="307593" y="202057"/>
                </a:lnTo>
                <a:lnTo>
                  <a:pt x="323056" y="157845"/>
                </a:lnTo>
                <a:lnTo>
                  <a:pt x="324131" y="135423"/>
                </a:lnTo>
                <a:lnTo>
                  <a:pt x="320801" y="112775"/>
                </a:lnTo>
                <a:lnTo>
                  <a:pt x="317848" y="103632"/>
                </a:lnTo>
                <a:lnTo>
                  <a:pt x="317289" y="102488"/>
                </a:lnTo>
                <a:close/>
              </a:path>
              <a:path w="324485" h="295275">
                <a:moveTo>
                  <a:pt x="278421" y="73017"/>
                </a:moveTo>
                <a:lnTo>
                  <a:pt x="242284" y="93662"/>
                </a:lnTo>
                <a:lnTo>
                  <a:pt x="233044" y="108712"/>
                </a:lnTo>
                <a:lnTo>
                  <a:pt x="242480" y="108712"/>
                </a:lnTo>
                <a:lnTo>
                  <a:pt x="245872" y="105537"/>
                </a:lnTo>
                <a:lnTo>
                  <a:pt x="258444" y="102488"/>
                </a:lnTo>
                <a:lnTo>
                  <a:pt x="317289" y="102488"/>
                </a:lnTo>
                <a:lnTo>
                  <a:pt x="313848" y="95456"/>
                </a:lnTo>
                <a:lnTo>
                  <a:pt x="308729" y="88112"/>
                </a:lnTo>
                <a:lnTo>
                  <a:pt x="302513" y="81661"/>
                </a:lnTo>
                <a:lnTo>
                  <a:pt x="295324" y="76636"/>
                </a:lnTo>
                <a:lnTo>
                  <a:pt x="287289" y="73755"/>
                </a:lnTo>
                <a:lnTo>
                  <a:pt x="278421" y="73017"/>
                </a:lnTo>
                <a:close/>
              </a:path>
              <a:path w="324485" h="295275">
                <a:moveTo>
                  <a:pt x="237362" y="0"/>
                </a:moveTo>
                <a:lnTo>
                  <a:pt x="227202" y="2539"/>
                </a:lnTo>
                <a:lnTo>
                  <a:pt x="173354" y="26162"/>
                </a:lnTo>
                <a:lnTo>
                  <a:pt x="173227" y="33400"/>
                </a:lnTo>
                <a:lnTo>
                  <a:pt x="179450" y="31496"/>
                </a:lnTo>
                <a:lnTo>
                  <a:pt x="184530" y="31241"/>
                </a:lnTo>
                <a:lnTo>
                  <a:pt x="236122" y="31241"/>
                </a:lnTo>
                <a:lnTo>
                  <a:pt x="2373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583418" y="2448810"/>
            <a:ext cx="362585" cy="208279"/>
          </a:xfrm>
          <a:custGeom>
            <a:avLst/>
            <a:gdLst/>
            <a:ahLst/>
            <a:cxnLst/>
            <a:rect l="l" t="t" r="r" b="b"/>
            <a:pathLst>
              <a:path w="362585" h="208280">
                <a:moveTo>
                  <a:pt x="312617" y="148339"/>
                </a:moveTo>
                <a:lnTo>
                  <a:pt x="267727" y="148339"/>
                </a:lnTo>
                <a:lnTo>
                  <a:pt x="260002" y="161674"/>
                </a:lnTo>
                <a:lnTo>
                  <a:pt x="247950" y="189487"/>
                </a:lnTo>
                <a:lnTo>
                  <a:pt x="248550" y="193805"/>
                </a:lnTo>
                <a:lnTo>
                  <a:pt x="272460" y="207744"/>
                </a:lnTo>
                <a:lnTo>
                  <a:pt x="280380" y="207648"/>
                </a:lnTo>
                <a:lnTo>
                  <a:pt x="317457" y="189487"/>
                </a:lnTo>
                <a:lnTo>
                  <a:pt x="299731" y="189487"/>
                </a:lnTo>
                <a:lnTo>
                  <a:pt x="297445" y="188852"/>
                </a:lnTo>
                <a:lnTo>
                  <a:pt x="293889" y="184153"/>
                </a:lnTo>
                <a:lnTo>
                  <a:pt x="294270" y="182756"/>
                </a:lnTo>
                <a:lnTo>
                  <a:pt x="294397" y="181994"/>
                </a:lnTo>
                <a:lnTo>
                  <a:pt x="294969" y="180597"/>
                </a:lnTo>
                <a:lnTo>
                  <a:pt x="296452" y="177676"/>
                </a:lnTo>
                <a:lnTo>
                  <a:pt x="302271" y="166373"/>
                </a:lnTo>
                <a:lnTo>
                  <a:pt x="312617" y="148339"/>
                </a:lnTo>
                <a:close/>
              </a:path>
              <a:path w="362585" h="208280">
                <a:moveTo>
                  <a:pt x="284140" y="41838"/>
                </a:moveTo>
                <a:lnTo>
                  <a:pt x="239144" y="57153"/>
                </a:lnTo>
                <a:lnTo>
                  <a:pt x="202830" y="89919"/>
                </a:lnTo>
                <a:lnTo>
                  <a:pt x="179024" y="128853"/>
                </a:lnTo>
                <a:lnTo>
                  <a:pt x="173297" y="157485"/>
                </a:lnTo>
                <a:lnTo>
                  <a:pt x="173701" y="163833"/>
                </a:lnTo>
                <a:lnTo>
                  <a:pt x="202322" y="191392"/>
                </a:lnTo>
                <a:lnTo>
                  <a:pt x="210450" y="190503"/>
                </a:lnTo>
                <a:lnTo>
                  <a:pt x="249523" y="165611"/>
                </a:lnTo>
                <a:lnTo>
                  <a:pt x="231151" y="165611"/>
                </a:lnTo>
                <a:lnTo>
                  <a:pt x="226071" y="164341"/>
                </a:lnTo>
                <a:lnTo>
                  <a:pt x="223785" y="163706"/>
                </a:lnTo>
                <a:lnTo>
                  <a:pt x="221880" y="161928"/>
                </a:lnTo>
                <a:lnTo>
                  <a:pt x="220610" y="158753"/>
                </a:lnTo>
                <a:lnTo>
                  <a:pt x="219213" y="155705"/>
                </a:lnTo>
                <a:lnTo>
                  <a:pt x="237704" y="107249"/>
                </a:lnTo>
                <a:lnTo>
                  <a:pt x="266187" y="69647"/>
                </a:lnTo>
                <a:lnTo>
                  <a:pt x="290206" y="53343"/>
                </a:lnTo>
                <a:lnTo>
                  <a:pt x="307690" y="53343"/>
                </a:lnTo>
                <a:lnTo>
                  <a:pt x="306843" y="52073"/>
                </a:lnTo>
                <a:lnTo>
                  <a:pt x="303922" y="47501"/>
                </a:lnTo>
                <a:lnTo>
                  <a:pt x="299350" y="44453"/>
                </a:lnTo>
                <a:lnTo>
                  <a:pt x="293000" y="42929"/>
                </a:lnTo>
                <a:lnTo>
                  <a:pt x="284140" y="41838"/>
                </a:lnTo>
                <a:close/>
              </a:path>
              <a:path w="362585" h="208280">
                <a:moveTo>
                  <a:pt x="324369" y="173231"/>
                </a:moveTo>
                <a:lnTo>
                  <a:pt x="315638" y="180772"/>
                </a:lnTo>
                <a:lnTo>
                  <a:pt x="310526" y="184788"/>
                </a:lnTo>
                <a:lnTo>
                  <a:pt x="308494" y="185804"/>
                </a:lnTo>
                <a:lnTo>
                  <a:pt x="303414" y="188471"/>
                </a:lnTo>
                <a:lnTo>
                  <a:pt x="299731" y="189487"/>
                </a:lnTo>
                <a:lnTo>
                  <a:pt x="317457" y="189487"/>
                </a:lnTo>
                <a:lnTo>
                  <a:pt x="321002" y="186437"/>
                </a:lnTo>
                <a:lnTo>
                  <a:pt x="329576" y="177676"/>
                </a:lnTo>
                <a:lnTo>
                  <a:pt x="324369" y="173231"/>
                </a:lnTo>
                <a:close/>
              </a:path>
              <a:path w="362585" h="208280">
                <a:moveTo>
                  <a:pt x="139380" y="106429"/>
                </a:moveTo>
                <a:lnTo>
                  <a:pt x="94499" y="106429"/>
                </a:lnTo>
                <a:lnTo>
                  <a:pt x="86628" y="120018"/>
                </a:lnTo>
                <a:lnTo>
                  <a:pt x="74648" y="147958"/>
                </a:lnTo>
                <a:lnTo>
                  <a:pt x="75195" y="151895"/>
                </a:lnTo>
                <a:lnTo>
                  <a:pt x="77862" y="156086"/>
                </a:lnTo>
                <a:lnTo>
                  <a:pt x="80402" y="160150"/>
                </a:lnTo>
                <a:lnTo>
                  <a:pt x="84847" y="163071"/>
                </a:lnTo>
                <a:lnTo>
                  <a:pt x="91324" y="164595"/>
                </a:lnTo>
                <a:lnTo>
                  <a:pt x="99158" y="165836"/>
                </a:lnTo>
                <a:lnTo>
                  <a:pt x="107040" y="165754"/>
                </a:lnTo>
                <a:lnTo>
                  <a:pt x="144155" y="147577"/>
                </a:lnTo>
                <a:lnTo>
                  <a:pt x="126376" y="147577"/>
                </a:lnTo>
                <a:lnTo>
                  <a:pt x="124090" y="146942"/>
                </a:lnTo>
                <a:lnTo>
                  <a:pt x="123074" y="146688"/>
                </a:lnTo>
                <a:lnTo>
                  <a:pt x="122185" y="146053"/>
                </a:lnTo>
                <a:lnTo>
                  <a:pt x="121550" y="144783"/>
                </a:lnTo>
                <a:lnTo>
                  <a:pt x="120788" y="143513"/>
                </a:lnTo>
                <a:lnTo>
                  <a:pt x="120534" y="142243"/>
                </a:lnTo>
                <a:lnTo>
                  <a:pt x="120915" y="140846"/>
                </a:lnTo>
                <a:lnTo>
                  <a:pt x="121042" y="140084"/>
                </a:lnTo>
                <a:lnTo>
                  <a:pt x="122312" y="137290"/>
                </a:lnTo>
                <a:lnTo>
                  <a:pt x="129043" y="124463"/>
                </a:lnTo>
                <a:lnTo>
                  <a:pt x="139380" y="106429"/>
                </a:lnTo>
                <a:close/>
              </a:path>
              <a:path w="362585" h="208280">
                <a:moveTo>
                  <a:pt x="307690" y="53343"/>
                </a:moveTo>
                <a:lnTo>
                  <a:pt x="290206" y="53343"/>
                </a:lnTo>
                <a:lnTo>
                  <a:pt x="293762" y="54232"/>
                </a:lnTo>
                <a:lnTo>
                  <a:pt x="297191" y="54994"/>
                </a:lnTo>
                <a:lnTo>
                  <a:pt x="299604" y="57153"/>
                </a:lnTo>
                <a:lnTo>
                  <a:pt x="301001" y="60455"/>
                </a:lnTo>
                <a:lnTo>
                  <a:pt x="302593" y="64662"/>
                </a:lnTo>
                <a:lnTo>
                  <a:pt x="302652" y="72012"/>
                </a:lnTo>
                <a:lnTo>
                  <a:pt x="300366" y="81156"/>
                </a:lnTo>
                <a:lnTo>
                  <a:pt x="281650" y="119893"/>
                </a:lnTo>
                <a:lnTo>
                  <a:pt x="250598" y="154003"/>
                </a:lnTo>
                <a:lnTo>
                  <a:pt x="231151" y="165611"/>
                </a:lnTo>
                <a:lnTo>
                  <a:pt x="249523" y="165611"/>
                </a:lnTo>
                <a:lnTo>
                  <a:pt x="254299" y="161532"/>
                </a:lnTo>
                <a:lnTo>
                  <a:pt x="267727" y="148339"/>
                </a:lnTo>
                <a:lnTo>
                  <a:pt x="312617" y="148339"/>
                </a:lnTo>
                <a:lnTo>
                  <a:pt x="355167" y="74171"/>
                </a:lnTo>
                <a:lnTo>
                  <a:pt x="310526" y="74171"/>
                </a:lnTo>
                <a:lnTo>
                  <a:pt x="311034" y="64011"/>
                </a:lnTo>
                <a:lnTo>
                  <a:pt x="309891" y="56645"/>
                </a:lnTo>
                <a:lnTo>
                  <a:pt x="307690" y="53343"/>
                </a:lnTo>
                <a:close/>
              </a:path>
              <a:path w="362585" h="208280">
                <a:moveTo>
                  <a:pt x="110840" y="0"/>
                </a:moveTo>
                <a:lnTo>
                  <a:pt x="65860" y="15243"/>
                </a:lnTo>
                <a:lnTo>
                  <a:pt x="29475" y="48009"/>
                </a:lnTo>
                <a:lnTo>
                  <a:pt x="5776" y="86961"/>
                </a:lnTo>
                <a:lnTo>
                  <a:pt x="0" y="116304"/>
                </a:lnTo>
                <a:lnTo>
                  <a:pt x="345" y="121923"/>
                </a:lnTo>
                <a:lnTo>
                  <a:pt x="29094" y="149482"/>
                </a:lnTo>
                <a:lnTo>
                  <a:pt x="37095" y="148593"/>
                </a:lnTo>
                <a:lnTo>
                  <a:pt x="76331" y="123701"/>
                </a:lnTo>
                <a:lnTo>
                  <a:pt x="57796" y="123701"/>
                </a:lnTo>
                <a:lnTo>
                  <a:pt x="52716" y="122431"/>
                </a:lnTo>
                <a:lnTo>
                  <a:pt x="50430" y="121923"/>
                </a:lnTo>
                <a:lnTo>
                  <a:pt x="48525" y="120018"/>
                </a:lnTo>
                <a:lnTo>
                  <a:pt x="47255" y="116970"/>
                </a:lnTo>
                <a:lnTo>
                  <a:pt x="45858" y="113795"/>
                </a:lnTo>
                <a:lnTo>
                  <a:pt x="64366" y="65339"/>
                </a:lnTo>
                <a:lnTo>
                  <a:pt x="92832" y="27785"/>
                </a:lnTo>
                <a:lnTo>
                  <a:pt x="116978" y="11433"/>
                </a:lnTo>
                <a:lnTo>
                  <a:pt x="134345" y="11433"/>
                </a:lnTo>
                <a:lnTo>
                  <a:pt x="130694" y="5718"/>
                </a:lnTo>
                <a:lnTo>
                  <a:pt x="125995" y="2670"/>
                </a:lnTo>
                <a:lnTo>
                  <a:pt x="119772" y="1146"/>
                </a:lnTo>
                <a:lnTo>
                  <a:pt x="110840" y="0"/>
                </a:lnTo>
                <a:close/>
              </a:path>
              <a:path w="362585" h="208280">
                <a:moveTo>
                  <a:pt x="151014" y="131448"/>
                </a:moveTo>
                <a:lnTo>
                  <a:pt x="126376" y="147577"/>
                </a:lnTo>
                <a:lnTo>
                  <a:pt x="144155" y="147577"/>
                </a:lnTo>
                <a:lnTo>
                  <a:pt x="147647" y="144583"/>
                </a:lnTo>
                <a:lnTo>
                  <a:pt x="156221" y="135893"/>
                </a:lnTo>
                <a:lnTo>
                  <a:pt x="151014" y="131448"/>
                </a:lnTo>
                <a:close/>
              </a:path>
              <a:path w="362585" h="208280">
                <a:moveTo>
                  <a:pt x="134345" y="11433"/>
                </a:moveTo>
                <a:lnTo>
                  <a:pt x="116978" y="11433"/>
                </a:lnTo>
                <a:lnTo>
                  <a:pt x="123836" y="13211"/>
                </a:lnTo>
                <a:lnTo>
                  <a:pt x="126249" y="15243"/>
                </a:lnTo>
                <a:lnTo>
                  <a:pt x="127646" y="18545"/>
                </a:lnTo>
                <a:lnTo>
                  <a:pt x="129424" y="23244"/>
                </a:lnTo>
                <a:lnTo>
                  <a:pt x="129297" y="30229"/>
                </a:lnTo>
                <a:lnTo>
                  <a:pt x="108296" y="77983"/>
                </a:lnTo>
                <a:lnTo>
                  <a:pt x="77243" y="112111"/>
                </a:lnTo>
                <a:lnTo>
                  <a:pt x="57796" y="123701"/>
                </a:lnTo>
                <a:lnTo>
                  <a:pt x="76331" y="123701"/>
                </a:lnTo>
                <a:lnTo>
                  <a:pt x="81015" y="119693"/>
                </a:lnTo>
                <a:lnTo>
                  <a:pt x="94499" y="106429"/>
                </a:lnTo>
                <a:lnTo>
                  <a:pt x="139380" y="106429"/>
                </a:lnTo>
                <a:lnTo>
                  <a:pt x="181891" y="32261"/>
                </a:lnTo>
                <a:lnTo>
                  <a:pt x="137171" y="32261"/>
                </a:lnTo>
                <a:lnTo>
                  <a:pt x="137679" y="22101"/>
                </a:lnTo>
                <a:lnTo>
                  <a:pt x="136536" y="14862"/>
                </a:lnTo>
                <a:lnTo>
                  <a:pt x="134345" y="11433"/>
                </a:lnTo>
                <a:close/>
              </a:path>
              <a:path w="362585" h="208280">
                <a:moveTo>
                  <a:pt x="321575" y="54867"/>
                </a:moveTo>
                <a:lnTo>
                  <a:pt x="310526" y="74171"/>
                </a:lnTo>
                <a:lnTo>
                  <a:pt x="355167" y="74171"/>
                </a:lnTo>
                <a:lnTo>
                  <a:pt x="362088" y="62106"/>
                </a:lnTo>
                <a:lnTo>
                  <a:pt x="321575" y="54867"/>
                </a:lnTo>
                <a:close/>
              </a:path>
              <a:path w="362585" h="208280">
                <a:moveTo>
                  <a:pt x="148220" y="12957"/>
                </a:moveTo>
                <a:lnTo>
                  <a:pt x="137171" y="32261"/>
                </a:lnTo>
                <a:lnTo>
                  <a:pt x="181891" y="32261"/>
                </a:lnTo>
                <a:lnTo>
                  <a:pt x="188733" y="20323"/>
                </a:lnTo>
                <a:lnTo>
                  <a:pt x="148220" y="1295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5767832" y="497204"/>
            <a:ext cx="406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5896483" y="2167204"/>
            <a:ext cx="406400" cy="107061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a,b</a:t>
            </a:r>
            <a:endParaRPr sz="2400">
              <a:latin typeface="Times New Roman"/>
              <a:cs typeface="Times New Roman"/>
            </a:endParaRPr>
          </a:p>
          <a:p>
            <a:pPr marL="78105">
              <a:lnSpc>
                <a:spcPct val="100000"/>
              </a:lnSpc>
              <a:spcBef>
                <a:spcPts val="198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01801" y="1927098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3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2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3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5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3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779373" y="1977009"/>
            <a:ext cx="3416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6890766" y="1073658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6890766" y="2203780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6264147" y="1464183"/>
            <a:ext cx="1448435" cy="547370"/>
          </a:xfrm>
          <a:custGeom>
            <a:avLst/>
            <a:gdLst/>
            <a:ahLst/>
            <a:cxnLst/>
            <a:rect l="l" t="t" r="r" b="b"/>
            <a:pathLst>
              <a:path w="1448434" h="547369">
                <a:moveTo>
                  <a:pt x="1333953" y="511124"/>
                </a:moveTo>
                <a:lnTo>
                  <a:pt x="1321180" y="546988"/>
                </a:lnTo>
                <a:lnTo>
                  <a:pt x="1448053" y="531494"/>
                </a:lnTo>
                <a:lnTo>
                  <a:pt x="1434642" y="517525"/>
                </a:lnTo>
                <a:lnTo>
                  <a:pt x="1351915" y="517525"/>
                </a:lnTo>
                <a:lnTo>
                  <a:pt x="1333953" y="511124"/>
                </a:lnTo>
                <a:close/>
              </a:path>
              <a:path w="1448434" h="547369">
                <a:moveTo>
                  <a:pt x="1346755" y="475177"/>
                </a:moveTo>
                <a:lnTo>
                  <a:pt x="1333953" y="511124"/>
                </a:lnTo>
                <a:lnTo>
                  <a:pt x="1351915" y="517525"/>
                </a:lnTo>
                <a:lnTo>
                  <a:pt x="1364742" y="481583"/>
                </a:lnTo>
                <a:lnTo>
                  <a:pt x="1346755" y="475177"/>
                </a:lnTo>
                <a:close/>
              </a:path>
              <a:path w="1448434" h="547369">
                <a:moveTo>
                  <a:pt x="1359534" y="439292"/>
                </a:moveTo>
                <a:lnTo>
                  <a:pt x="1346755" y="475177"/>
                </a:lnTo>
                <a:lnTo>
                  <a:pt x="1364742" y="481583"/>
                </a:lnTo>
                <a:lnTo>
                  <a:pt x="1351915" y="517525"/>
                </a:lnTo>
                <a:lnTo>
                  <a:pt x="1434642" y="517525"/>
                </a:lnTo>
                <a:lnTo>
                  <a:pt x="1359534" y="439292"/>
                </a:lnTo>
                <a:close/>
              </a:path>
              <a:path w="1448434" h="547369">
                <a:moveTo>
                  <a:pt x="12700" y="0"/>
                </a:moveTo>
                <a:lnTo>
                  <a:pt x="0" y="35813"/>
                </a:lnTo>
                <a:lnTo>
                  <a:pt x="1333953" y="511124"/>
                </a:lnTo>
                <a:lnTo>
                  <a:pt x="1346755" y="475177"/>
                </a:lnTo>
                <a:lnTo>
                  <a:pt x="12700" y="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377432" y="2416555"/>
            <a:ext cx="1334770" cy="578485"/>
          </a:xfrm>
          <a:custGeom>
            <a:avLst/>
            <a:gdLst/>
            <a:ahLst/>
            <a:cxnLst/>
            <a:rect l="l" t="t" r="r" b="b"/>
            <a:pathLst>
              <a:path w="1334770" h="578485">
                <a:moveTo>
                  <a:pt x="1221892" y="35138"/>
                </a:moveTo>
                <a:lnTo>
                  <a:pt x="0" y="542925"/>
                </a:lnTo>
                <a:lnTo>
                  <a:pt x="14731" y="578231"/>
                </a:lnTo>
                <a:lnTo>
                  <a:pt x="1236534" y="70304"/>
                </a:lnTo>
                <a:lnTo>
                  <a:pt x="1221892" y="35138"/>
                </a:lnTo>
                <a:close/>
              </a:path>
              <a:path w="1334770" h="578485">
                <a:moveTo>
                  <a:pt x="1318408" y="27813"/>
                </a:moveTo>
                <a:lnTo>
                  <a:pt x="1239519" y="27813"/>
                </a:lnTo>
                <a:lnTo>
                  <a:pt x="1254124" y="62992"/>
                </a:lnTo>
                <a:lnTo>
                  <a:pt x="1236534" y="70304"/>
                </a:lnTo>
                <a:lnTo>
                  <a:pt x="1251203" y="105537"/>
                </a:lnTo>
                <a:lnTo>
                  <a:pt x="1318408" y="27813"/>
                </a:lnTo>
                <a:close/>
              </a:path>
              <a:path w="1334770" h="578485">
                <a:moveTo>
                  <a:pt x="1239519" y="27813"/>
                </a:moveTo>
                <a:lnTo>
                  <a:pt x="1221892" y="35138"/>
                </a:lnTo>
                <a:lnTo>
                  <a:pt x="1236534" y="70304"/>
                </a:lnTo>
                <a:lnTo>
                  <a:pt x="1254124" y="62992"/>
                </a:lnTo>
                <a:lnTo>
                  <a:pt x="1239519" y="27813"/>
                </a:lnTo>
                <a:close/>
              </a:path>
              <a:path w="1334770" h="578485">
                <a:moveTo>
                  <a:pt x="1207262" y="0"/>
                </a:moveTo>
                <a:lnTo>
                  <a:pt x="1221892" y="35138"/>
                </a:lnTo>
                <a:lnTo>
                  <a:pt x="1239519" y="27813"/>
                </a:lnTo>
                <a:lnTo>
                  <a:pt x="1318408" y="27813"/>
                </a:lnTo>
                <a:lnTo>
                  <a:pt x="1334769" y="8890"/>
                </a:lnTo>
                <a:lnTo>
                  <a:pt x="1207262" y="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197102" y="2125979"/>
            <a:ext cx="1229995" cy="114300"/>
          </a:xfrm>
          <a:custGeom>
            <a:avLst/>
            <a:gdLst/>
            <a:ahLst/>
            <a:cxnLst/>
            <a:rect l="l" t="t" r="r" b="b"/>
            <a:pathLst>
              <a:path w="1229995" h="114300">
                <a:moveTo>
                  <a:pt x="1115567" y="0"/>
                </a:moveTo>
                <a:lnTo>
                  <a:pt x="1115567" y="114300"/>
                </a:lnTo>
                <a:lnTo>
                  <a:pt x="1191767" y="76200"/>
                </a:lnTo>
                <a:lnTo>
                  <a:pt x="1134617" y="76200"/>
                </a:lnTo>
                <a:lnTo>
                  <a:pt x="1134617" y="38100"/>
                </a:lnTo>
                <a:lnTo>
                  <a:pt x="1191767" y="38100"/>
                </a:lnTo>
                <a:lnTo>
                  <a:pt x="1115567" y="0"/>
                </a:lnTo>
                <a:close/>
              </a:path>
              <a:path w="1229995" h="114300">
                <a:moveTo>
                  <a:pt x="111556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115567" y="76200"/>
                </a:lnTo>
                <a:lnTo>
                  <a:pt x="1115567" y="38100"/>
                </a:lnTo>
                <a:close/>
              </a:path>
              <a:path w="1229995" h="114300">
                <a:moveTo>
                  <a:pt x="1191767" y="38100"/>
                </a:moveTo>
                <a:lnTo>
                  <a:pt x="1134617" y="38100"/>
                </a:lnTo>
                <a:lnTo>
                  <a:pt x="1134617" y="76200"/>
                </a:lnTo>
                <a:lnTo>
                  <a:pt x="1191767" y="76200"/>
                </a:lnTo>
                <a:lnTo>
                  <a:pt x="1229867" y="57150"/>
                </a:lnTo>
                <a:lnTo>
                  <a:pt x="1191767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717929" y="1783461"/>
            <a:ext cx="1714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99FF99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2481198" y="1113282"/>
            <a:ext cx="4064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a,b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736335" y="843407"/>
            <a:ext cx="445770" cy="311150"/>
          </a:xfrm>
          <a:custGeom>
            <a:avLst/>
            <a:gdLst/>
            <a:ahLst/>
            <a:cxnLst/>
            <a:rect l="l" t="t" r="r" b="b"/>
            <a:pathLst>
              <a:path w="445770" h="311150">
                <a:moveTo>
                  <a:pt x="368826" y="201713"/>
                </a:moveTo>
                <a:lnTo>
                  <a:pt x="332993" y="207644"/>
                </a:lnTo>
                <a:lnTo>
                  <a:pt x="408050" y="311150"/>
                </a:lnTo>
                <a:lnTo>
                  <a:pt x="435614" y="221868"/>
                </a:lnTo>
                <a:lnTo>
                  <a:pt x="374014" y="221868"/>
                </a:lnTo>
                <a:lnTo>
                  <a:pt x="368826" y="201713"/>
                </a:lnTo>
                <a:close/>
              </a:path>
              <a:path w="445770" h="311150">
                <a:moveTo>
                  <a:pt x="212725" y="0"/>
                </a:moveTo>
                <a:lnTo>
                  <a:pt x="170179" y="7746"/>
                </a:lnTo>
                <a:lnTo>
                  <a:pt x="130810" y="28701"/>
                </a:lnTo>
                <a:lnTo>
                  <a:pt x="94868" y="60197"/>
                </a:lnTo>
                <a:lnTo>
                  <a:pt x="63626" y="99821"/>
                </a:lnTo>
                <a:lnTo>
                  <a:pt x="37464" y="146176"/>
                </a:lnTo>
                <a:lnTo>
                  <a:pt x="17399" y="197865"/>
                </a:lnTo>
                <a:lnTo>
                  <a:pt x="4572" y="252983"/>
                </a:lnTo>
                <a:lnTo>
                  <a:pt x="0" y="308737"/>
                </a:lnTo>
                <a:lnTo>
                  <a:pt x="38100" y="310260"/>
                </a:lnTo>
                <a:lnTo>
                  <a:pt x="39242" y="283082"/>
                </a:lnTo>
                <a:lnTo>
                  <a:pt x="42290" y="257555"/>
                </a:lnTo>
                <a:lnTo>
                  <a:pt x="54147" y="207644"/>
                </a:lnTo>
                <a:lnTo>
                  <a:pt x="72389" y="161289"/>
                </a:lnTo>
                <a:lnTo>
                  <a:pt x="96012" y="119760"/>
                </a:lnTo>
                <a:lnTo>
                  <a:pt x="123698" y="85089"/>
                </a:lnTo>
                <a:lnTo>
                  <a:pt x="153415" y="59181"/>
                </a:lnTo>
                <a:lnTo>
                  <a:pt x="191897" y="40893"/>
                </a:lnTo>
                <a:lnTo>
                  <a:pt x="214375" y="37972"/>
                </a:lnTo>
                <a:lnTo>
                  <a:pt x="308347" y="37972"/>
                </a:lnTo>
                <a:lnTo>
                  <a:pt x="304926" y="35178"/>
                </a:lnTo>
                <a:lnTo>
                  <a:pt x="265811" y="11302"/>
                </a:lnTo>
                <a:lnTo>
                  <a:pt x="223519" y="380"/>
                </a:lnTo>
                <a:lnTo>
                  <a:pt x="212725" y="0"/>
                </a:lnTo>
                <a:close/>
              </a:path>
              <a:path w="445770" h="311150">
                <a:moveTo>
                  <a:pt x="406571" y="195464"/>
                </a:moveTo>
                <a:lnTo>
                  <a:pt x="368826" y="201713"/>
                </a:lnTo>
                <a:lnTo>
                  <a:pt x="374014" y="221868"/>
                </a:lnTo>
                <a:lnTo>
                  <a:pt x="410972" y="212343"/>
                </a:lnTo>
                <a:lnTo>
                  <a:pt x="406571" y="195464"/>
                </a:lnTo>
                <a:close/>
              </a:path>
              <a:path w="445770" h="311150">
                <a:moveTo>
                  <a:pt x="445769" y="188975"/>
                </a:moveTo>
                <a:lnTo>
                  <a:pt x="406571" y="195464"/>
                </a:lnTo>
                <a:lnTo>
                  <a:pt x="410972" y="212343"/>
                </a:lnTo>
                <a:lnTo>
                  <a:pt x="374014" y="221868"/>
                </a:lnTo>
                <a:lnTo>
                  <a:pt x="435614" y="221868"/>
                </a:lnTo>
                <a:lnTo>
                  <a:pt x="445769" y="188975"/>
                </a:lnTo>
                <a:close/>
              </a:path>
              <a:path w="445770" h="311150">
                <a:moveTo>
                  <a:pt x="364568" y="185171"/>
                </a:moveTo>
                <a:lnTo>
                  <a:pt x="368826" y="201713"/>
                </a:lnTo>
                <a:lnTo>
                  <a:pt x="406571" y="195464"/>
                </a:lnTo>
                <a:lnTo>
                  <a:pt x="404150" y="186181"/>
                </a:lnTo>
                <a:lnTo>
                  <a:pt x="364998" y="186181"/>
                </a:lnTo>
                <a:lnTo>
                  <a:pt x="364568" y="185171"/>
                </a:lnTo>
                <a:close/>
              </a:path>
              <a:path w="445770" h="311150">
                <a:moveTo>
                  <a:pt x="364109" y="183387"/>
                </a:moveTo>
                <a:lnTo>
                  <a:pt x="364568" y="185171"/>
                </a:lnTo>
                <a:lnTo>
                  <a:pt x="364998" y="186181"/>
                </a:lnTo>
                <a:lnTo>
                  <a:pt x="364109" y="183387"/>
                </a:lnTo>
                <a:close/>
              </a:path>
              <a:path w="445770" h="311150">
                <a:moveTo>
                  <a:pt x="403422" y="183387"/>
                </a:moveTo>
                <a:lnTo>
                  <a:pt x="364109" y="183387"/>
                </a:lnTo>
                <a:lnTo>
                  <a:pt x="364998" y="186181"/>
                </a:lnTo>
                <a:lnTo>
                  <a:pt x="404150" y="186181"/>
                </a:lnTo>
                <a:lnTo>
                  <a:pt x="403422" y="183387"/>
                </a:lnTo>
                <a:close/>
              </a:path>
              <a:path w="445770" h="311150">
                <a:moveTo>
                  <a:pt x="308347" y="37972"/>
                </a:moveTo>
                <a:lnTo>
                  <a:pt x="214375" y="37972"/>
                </a:lnTo>
                <a:lnTo>
                  <a:pt x="221868" y="38353"/>
                </a:lnTo>
                <a:lnTo>
                  <a:pt x="228980" y="39496"/>
                </a:lnTo>
                <a:lnTo>
                  <a:pt x="266826" y="54990"/>
                </a:lnTo>
                <a:lnTo>
                  <a:pt x="296925" y="78739"/>
                </a:lnTo>
                <a:lnTo>
                  <a:pt x="331850" y="121412"/>
                </a:lnTo>
                <a:lnTo>
                  <a:pt x="355218" y="163194"/>
                </a:lnTo>
                <a:lnTo>
                  <a:pt x="364568" y="185171"/>
                </a:lnTo>
                <a:lnTo>
                  <a:pt x="364109" y="183387"/>
                </a:lnTo>
                <a:lnTo>
                  <a:pt x="403422" y="183387"/>
                </a:lnTo>
                <a:lnTo>
                  <a:pt x="400938" y="173862"/>
                </a:lnTo>
                <a:lnTo>
                  <a:pt x="400685" y="172973"/>
                </a:lnTo>
                <a:lnTo>
                  <a:pt x="400430" y="171957"/>
                </a:lnTo>
                <a:lnTo>
                  <a:pt x="376554" y="121665"/>
                </a:lnTo>
                <a:lnTo>
                  <a:pt x="347472" y="78231"/>
                </a:lnTo>
                <a:lnTo>
                  <a:pt x="313943" y="42544"/>
                </a:lnTo>
                <a:lnTo>
                  <a:pt x="308347" y="3797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2481072" y="1678685"/>
            <a:ext cx="407670" cy="305435"/>
          </a:xfrm>
          <a:custGeom>
            <a:avLst/>
            <a:gdLst/>
            <a:ahLst/>
            <a:cxnLst/>
            <a:rect l="l" t="t" r="r" b="b"/>
            <a:pathLst>
              <a:path w="407669" h="305435">
                <a:moveTo>
                  <a:pt x="330436" y="195130"/>
                </a:moveTo>
                <a:lnTo>
                  <a:pt x="294258" y="200787"/>
                </a:lnTo>
                <a:lnTo>
                  <a:pt x="368300" y="304926"/>
                </a:lnTo>
                <a:lnTo>
                  <a:pt x="396950" y="215137"/>
                </a:lnTo>
                <a:lnTo>
                  <a:pt x="335152" y="215137"/>
                </a:lnTo>
                <a:lnTo>
                  <a:pt x="330436" y="195130"/>
                </a:lnTo>
                <a:close/>
              </a:path>
              <a:path w="407669" h="305435">
                <a:moveTo>
                  <a:pt x="192912" y="0"/>
                </a:moveTo>
                <a:lnTo>
                  <a:pt x="153542" y="8000"/>
                </a:lnTo>
                <a:lnTo>
                  <a:pt x="117601" y="28701"/>
                </a:lnTo>
                <a:lnTo>
                  <a:pt x="85216" y="59689"/>
                </a:lnTo>
                <a:lnTo>
                  <a:pt x="57022" y="98551"/>
                </a:lnTo>
                <a:lnTo>
                  <a:pt x="33654" y="143890"/>
                </a:lnTo>
                <a:lnTo>
                  <a:pt x="15620" y="194183"/>
                </a:lnTo>
                <a:lnTo>
                  <a:pt x="4063" y="248158"/>
                </a:lnTo>
                <a:lnTo>
                  <a:pt x="0" y="302513"/>
                </a:lnTo>
                <a:lnTo>
                  <a:pt x="38100" y="304038"/>
                </a:lnTo>
                <a:lnTo>
                  <a:pt x="39115" y="277494"/>
                </a:lnTo>
                <a:lnTo>
                  <a:pt x="41909" y="252222"/>
                </a:lnTo>
                <a:lnTo>
                  <a:pt x="52577" y="203580"/>
                </a:lnTo>
                <a:lnTo>
                  <a:pt x="69087" y="157861"/>
                </a:lnTo>
                <a:lnTo>
                  <a:pt x="90169" y="117221"/>
                </a:lnTo>
                <a:lnTo>
                  <a:pt x="115061" y="83438"/>
                </a:lnTo>
                <a:lnTo>
                  <a:pt x="148335" y="53593"/>
                </a:lnTo>
                <a:lnTo>
                  <a:pt x="188340" y="38226"/>
                </a:lnTo>
                <a:lnTo>
                  <a:pt x="194563" y="38100"/>
                </a:lnTo>
                <a:lnTo>
                  <a:pt x="280852" y="38100"/>
                </a:lnTo>
                <a:lnTo>
                  <a:pt x="277494" y="35051"/>
                </a:lnTo>
                <a:lnTo>
                  <a:pt x="241934" y="11556"/>
                </a:lnTo>
                <a:lnTo>
                  <a:pt x="202819" y="380"/>
                </a:lnTo>
                <a:lnTo>
                  <a:pt x="192912" y="0"/>
                </a:lnTo>
                <a:close/>
              </a:path>
              <a:path w="407669" h="305435">
                <a:moveTo>
                  <a:pt x="368225" y="189221"/>
                </a:moveTo>
                <a:lnTo>
                  <a:pt x="330436" y="195130"/>
                </a:lnTo>
                <a:lnTo>
                  <a:pt x="335152" y="215137"/>
                </a:lnTo>
                <a:lnTo>
                  <a:pt x="372236" y="206501"/>
                </a:lnTo>
                <a:lnTo>
                  <a:pt x="368225" y="189221"/>
                </a:lnTo>
                <a:close/>
              </a:path>
              <a:path w="407669" h="305435">
                <a:moveTo>
                  <a:pt x="407161" y="183134"/>
                </a:moveTo>
                <a:lnTo>
                  <a:pt x="368225" y="189221"/>
                </a:lnTo>
                <a:lnTo>
                  <a:pt x="372236" y="206501"/>
                </a:lnTo>
                <a:lnTo>
                  <a:pt x="335152" y="215137"/>
                </a:lnTo>
                <a:lnTo>
                  <a:pt x="396950" y="215137"/>
                </a:lnTo>
                <a:lnTo>
                  <a:pt x="407161" y="183134"/>
                </a:lnTo>
                <a:close/>
              </a:path>
              <a:path w="407669" h="305435">
                <a:moveTo>
                  <a:pt x="327007" y="180579"/>
                </a:moveTo>
                <a:lnTo>
                  <a:pt x="330436" y="195130"/>
                </a:lnTo>
                <a:lnTo>
                  <a:pt x="368225" y="189221"/>
                </a:lnTo>
                <a:lnTo>
                  <a:pt x="366605" y="182244"/>
                </a:lnTo>
                <a:lnTo>
                  <a:pt x="327659" y="182244"/>
                </a:lnTo>
                <a:lnTo>
                  <a:pt x="327007" y="180579"/>
                </a:lnTo>
                <a:close/>
              </a:path>
              <a:path w="407669" h="305435">
                <a:moveTo>
                  <a:pt x="326770" y="179577"/>
                </a:moveTo>
                <a:lnTo>
                  <a:pt x="327007" y="180579"/>
                </a:lnTo>
                <a:lnTo>
                  <a:pt x="327659" y="182244"/>
                </a:lnTo>
                <a:lnTo>
                  <a:pt x="326770" y="179577"/>
                </a:lnTo>
                <a:close/>
              </a:path>
              <a:path w="407669" h="305435">
                <a:moveTo>
                  <a:pt x="365986" y="179577"/>
                </a:moveTo>
                <a:lnTo>
                  <a:pt x="326770" y="179577"/>
                </a:lnTo>
                <a:lnTo>
                  <a:pt x="327659" y="182244"/>
                </a:lnTo>
                <a:lnTo>
                  <a:pt x="366605" y="182244"/>
                </a:lnTo>
                <a:lnTo>
                  <a:pt x="365986" y="179577"/>
                </a:lnTo>
                <a:close/>
              </a:path>
              <a:path w="407669" h="305435">
                <a:moveTo>
                  <a:pt x="280852" y="38100"/>
                </a:moveTo>
                <a:lnTo>
                  <a:pt x="194563" y="38100"/>
                </a:lnTo>
                <a:lnTo>
                  <a:pt x="201040" y="38480"/>
                </a:lnTo>
                <a:lnTo>
                  <a:pt x="207263" y="39497"/>
                </a:lnTo>
                <a:lnTo>
                  <a:pt x="246760" y="59054"/>
                </a:lnTo>
                <a:lnTo>
                  <a:pt x="286003" y="100964"/>
                </a:lnTo>
                <a:lnTo>
                  <a:pt x="308863" y="138556"/>
                </a:lnTo>
                <a:lnTo>
                  <a:pt x="327007" y="180579"/>
                </a:lnTo>
                <a:lnTo>
                  <a:pt x="326770" y="179577"/>
                </a:lnTo>
                <a:lnTo>
                  <a:pt x="365986" y="179577"/>
                </a:lnTo>
                <a:lnTo>
                  <a:pt x="363981" y="170941"/>
                </a:lnTo>
                <a:lnTo>
                  <a:pt x="363473" y="169163"/>
                </a:lnTo>
                <a:lnTo>
                  <a:pt x="363092" y="168275"/>
                </a:lnTo>
                <a:lnTo>
                  <a:pt x="353313" y="143383"/>
                </a:lnTo>
                <a:lnTo>
                  <a:pt x="329564" y="97916"/>
                </a:lnTo>
                <a:lnTo>
                  <a:pt x="301497" y="59054"/>
                </a:lnTo>
                <a:lnTo>
                  <a:pt x="285750" y="42544"/>
                </a:lnTo>
                <a:lnTo>
                  <a:pt x="28085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/>
          <p:nvPr/>
        </p:nvSpPr>
        <p:spPr>
          <a:xfrm>
            <a:off x="5850635" y="2501519"/>
            <a:ext cx="445770" cy="311150"/>
          </a:xfrm>
          <a:custGeom>
            <a:avLst/>
            <a:gdLst/>
            <a:ahLst/>
            <a:cxnLst/>
            <a:rect l="l" t="t" r="r" b="b"/>
            <a:pathLst>
              <a:path w="445770" h="311150">
                <a:moveTo>
                  <a:pt x="368826" y="201713"/>
                </a:moveTo>
                <a:lnTo>
                  <a:pt x="332993" y="207644"/>
                </a:lnTo>
                <a:lnTo>
                  <a:pt x="408050" y="311150"/>
                </a:lnTo>
                <a:lnTo>
                  <a:pt x="435614" y="221868"/>
                </a:lnTo>
                <a:lnTo>
                  <a:pt x="374014" y="221868"/>
                </a:lnTo>
                <a:lnTo>
                  <a:pt x="368826" y="201713"/>
                </a:lnTo>
                <a:close/>
              </a:path>
              <a:path w="445770" h="311150">
                <a:moveTo>
                  <a:pt x="212725" y="0"/>
                </a:moveTo>
                <a:lnTo>
                  <a:pt x="170179" y="7746"/>
                </a:lnTo>
                <a:lnTo>
                  <a:pt x="130810" y="28701"/>
                </a:lnTo>
                <a:lnTo>
                  <a:pt x="94868" y="60197"/>
                </a:lnTo>
                <a:lnTo>
                  <a:pt x="63626" y="99821"/>
                </a:lnTo>
                <a:lnTo>
                  <a:pt x="37464" y="146176"/>
                </a:lnTo>
                <a:lnTo>
                  <a:pt x="17399" y="197865"/>
                </a:lnTo>
                <a:lnTo>
                  <a:pt x="4572" y="252983"/>
                </a:lnTo>
                <a:lnTo>
                  <a:pt x="0" y="308736"/>
                </a:lnTo>
                <a:lnTo>
                  <a:pt x="38100" y="310260"/>
                </a:lnTo>
                <a:lnTo>
                  <a:pt x="39242" y="283082"/>
                </a:lnTo>
                <a:lnTo>
                  <a:pt x="42290" y="257555"/>
                </a:lnTo>
                <a:lnTo>
                  <a:pt x="54147" y="207644"/>
                </a:lnTo>
                <a:lnTo>
                  <a:pt x="72389" y="161289"/>
                </a:lnTo>
                <a:lnTo>
                  <a:pt x="96012" y="119760"/>
                </a:lnTo>
                <a:lnTo>
                  <a:pt x="123698" y="85089"/>
                </a:lnTo>
                <a:lnTo>
                  <a:pt x="153415" y="59181"/>
                </a:lnTo>
                <a:lnTo>
                  <a:pt x="191897" y="40893"/>
                </a:lnTo>
                <a:lnTo>
                  <a:pt x="214375" y="37972"/>
                </a:lnTo>
                <a:lnTo>
                  <a:pt x="308347" y="37972"/>
                </a:lnTo>
                <a:lnTo>
                  <a:pt x="304926" y="35178"/>
                </a:lnTo>
                <a:lnTo>
                  <a:pt x="265811" y="11302"/>
                </a:lnTo>
                <a:lnTo>
                  <a:pt x="223519" y="380"/>
                </a:lnTo>
                <a:lnTo>
                  <a:pt x="212725" y="0"/>
                </a:lnTo>
                <a:close/>
              </a:path>
              <a:path w="445770" h="311150">
                <a:moveTo>
                  <a:pt x="406571" y="195464"/>
                </a:moveTo>
                <a:lnTo>
                  <a:pt x="368826" y="201713"/>
                </a:lnTo>
                <a:lnTo>
                  <a:pt x="374014" y="221868"/>
                </a:lnTo>
                <a:lnTo>
                  <a:pt x="410972" y="212343"/>
                </a:lnTo>
                <a:lnTo>
                  <a:pt x="406571" y="195464"/>
                </a:lnTo>
                <a:close/>
              </a:path>
              <a:path w="445770" h="311150">
                <a:moveTo>
                  <a:pt x="445769" y="188975"/>
                </a:moveTo>
                <a:lnTo>
                  <a:pt x="406571" y="195464"/>
                </a:lnTo>
                <a:lnTo>
                  <a:pt x="410972" y="212343"/>
                </a:lnTo>
                <a:lnTo>
                  <a:pt x="374014" y="221868"/>
                </a:lnTo>
                <a:lnTo>
                  <a:pt x="435614" y="221868"/>
                </a:lnTo>
                <a:lnTo>
                  <a:pt x="445769" y="188975"/>
                </a:lnTo>
                <a:close/>
              </a:path>
              <a:path w="445770" h="311150">
                <a:moveTo>
                  <a:pt x="364568" y="185171"/>
                </a:moveTo>
                <a:lnTo>
                  <a:pt x="368826" y="201713"/>
                </a:lnTo>
                <a:lnTo>
                  <a:pt x="406571" y="195464"/>
                </a:lnTo>
                <a:lnTo>
                  <a:pt x="404150" y="186181"/>
                </a:lnTo>
                <a:lnTo>
                  <a:pt x="364998" y="186181"/>
                </a:lnTo>
                <a:lnTo>
                  <a:pt x="364568" y="185171"/>
                </a:lnTo>
                <a:close/>
              </a:path>
              <a:path w="445770" h="311150">
                <a:moveTo>
                  <a:pt x="364109" y="183387"/>
                </a:moveTo>
                <a:lnTo>
                  <a:pt x="364568" y="185171"/>
                </a:lnTo>
                <a:lnTo>
                  <a:pt x="364998" y="186181"/>
                </a:lnTo>
                <a:lnTo>
                  <a:pt x="364109" y="183387"/>
                </a:lnTo>
                <a:close/>
              </a:path>
              <a:path w="445770" h="311150">
                <a:moveTo>
                  <a:pt x="403422" y="183387"/>
                </a:moveTo>
                <a:lnTo>
                  <a:pt x="364109" y="183387"/>
                </a:lnTo>
                <a:lnTo>
                  <a:pt x="364998" y="186181"/>
                </a:lnTo>
                <a:lnTo>
                  <a:pt x="404150" y="186181"/>
                </a:lnTo>
                <a:lnTo>
                  <a:pt x="403422" y="183387"/>
                </a:lnTo>
                <a:close/>
              </a:path>
              <a:path w="445770" h="311150">
                <a:moveTo>
                  <a:pt x="308347" y="37972"/>
                </a:moveTo>
                <a:lnTo>
                  <a:pt x="214375" y="37972"/>
                </a:lnTo>
                <a:lnTo>
                  <a:pt x="221868" y="38353"/>
                </a:lnTo>
                <a:lnTo>
                  <a:pt x="228980" y="39496"/>
                </a:lnTo>
                <a:lnTo>
                  <a:pt x="266826" y="54990"/>
                </a:lnTo>
                <a:lnTo>
                  <a:pt x="296925" y="78739"/>
                </a:lnTo>
                <a:lnTo>
                  <a:pt x="331850" y="121411"/>
                </a:lnTo>
                <a:lnTo>
                  <a:pt x="355218" y="163194"/>
                </a:lnTo>
                <a:lnTo>
                  <a:pt x="364568" y="185171"/>
                </a:lnTo>
                <a:lnTo>
                  <a:pt x="364109" y="183387"/>
                </a:lnTo>
                <a:lnTo>
                  <a:pt x="403422" y="183387"/>
                </a:lnTo>
                <a:lnTo>
                  <a:pt x="400938" y="173862"/>
                </a:lnTo>
                <a:lnTo>
                  <a:pt x="400685" y="172973"/>
                </a:lnTo>
                <a:lnTo>
                  <a:pt x="400430" y="171957"/>
                </a:lnTo>
                <a:lnTo>
                  <a:pt x="376554" y="121665"/>
                </a:lnTo>
                <a:lnTo>
                  <a:pt x="347472" y="78231"/>
                </a:lnTo>
                <a:lnTo>
                  <a:pt x="313943" y="42544"/>
                </a:lnTo>
                <a:lnTo>
                  <a:pt x="308347" y="3797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7922514" y="5087873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4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1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4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5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4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7994268" y="5101539"/>
            <a:ext cx="3524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7808214" y="4991861"/>
            <a:ext cx="710565" cy="706120"/>
          </a:xfrm>
          <a:custGeom>
            <a:avLst/>
            <a:gdLst/>
            <a:ahLst/>
            <a:cxnLst/>
            <a:rect l="l" t="t" r="r" b="b"/>
            <a:pathLst>
              <a:path w="710565" h="706120">
                <a:moveTo>
                  <a:pt x="0" y="352806"/>
                </a:moveTo>
                <a:lnTo>
                  <a:pt x="3242" y="304938"/>
                </a:lnTo>
                <a:lnTo>
                  <a:pt x="12685" y="259027"/>
                </a:lnTo>
                <a:lnTo>
                  <a:pt x="27908" y="215491"/>
                </a:lnTo>
                <a:lnTo>
                  <a:pt x="48485" y="174752"/>
                </a:lnTo>
                <a:lnTo>
                  <a:pt x="73995" y="137230"/>
                </a:lnTo>
                <a:lnTo>
                  <a:pt x="104013" y="103346"/>
                </a:lnTo>
                <a:lnTo>
                  <a:pt x="138116" y="73521"/>
                </a:lnTo>
                <a:lnTo>
                  <a:pt x="175880" y="48175"/>
                </a:lnTo>
                <a:lnTo>
                  <a:pt x="216884" y="27729"/>
                </a:lnTo>
                <a:lnTo>
                  <a:pt x="260702" y="12604"/>
                </a:lnTo>
                <a:lnTo>
                  <a:pt x="306913" y="3221"/>
                </a:lnTo>
                <a:lnTo>
                  <a:pt x="355091" y="0"/>
                </a:lnTo>
                <a:lnTo>
                  <a:pt x="403270" y="3221"/>
                </a:lnTo>
                <a:lnTo>
                  <a:pt x="449481" y="12604"/>
                </a:lnTo>
                <a:lnTo>
                  <a:pt x="493299" y="27729"/>
                </a:lnTo>
                <a:lnTo>
                  <a:pt x="534303" y="48175"/>
                </a:lnTo>
                <a:lnTo>
                  <a:pt x="572067" y="73521"/>
                </a:lnTo>
                <a:lnTo>
                  <a:pt x="606170" y="103346"/>
                </a:lnTo>
                <a:lnTo>
                  <a:pt x="636188" y="137230"/>
                </a:lnTo>
                <a:lnTo>
                  <a:pt x="661698" y="174751"/>
                </a:lnTo>
                <a:lnTo>
                  <a:pt x="682275" y="215491"/>
                </a:lnTo>
                <a:lnTo>
                  <a:pt x="697498" y="259027"/>
                </a:lnTo>
                <a:lnTo>
                  <a:pt x="706941" y="304938"/>
                </a:lnTo>
                <a:lnTo>
                  <a:pt x="710183" y="352806"/>
                </a:lnTo>
                <a:lnTo>
                  <a:pt x="706941" y="400673"/>
                </a:lnTo>
                <a:lnTo>
                  <a:pt x="697498" y="446584"/>
                </a:lnTo>
                <a:lnTo>
                  <a:pt x="682275" y="490120"/>
                </a:lnTo>
                <a:lnTo>
                  <a:pt x="661698" y="530860"/>
                </a:lnTo>
                <a:lnTo>
                  <a:pt x="636188" y="568381"/>
                </a:lnTo>
                <a:lnTo>
                  <a:pt x="606170" y="602265"/>
                </a:lnTo>
                <a:lnTo>
                  <a:pt x="572067" y="632090"/>
                </a:lnTo>
                <a:lnTo>
                  <a:pt x="534303" y="657436"/>
                </a:lnTo>
                <a:lnTo>
                  <a:pt x="493299" y="677882"/>
                </a:lnTo>
                <a:lnTo>
                  <a:pt x="449481" y="693007"/>
                </a:lnTo>
                <a:lnTo>
                  <a:pt x="403270" y="702390"/>
                </a:lnTo>
                <a:lnTo>
                  <a:pt x="355091" y="705612"/>
                </a:lnTo>
                <a:lnTo>
                  <a:pt x="306913" y="702390"/>
                </a:lnTo>
                <a:lnTo>
                  <a:pt x="260702" y="693007"/>
                </a:lnTo>
                <a:lnTo>
                  <a:pt x="216884" y="677882"/>
                </a:lnTo>
                <a:lnTo>
                  <a:pt x="175880" y="657436"/>
                </a:lnTo>
                <a:lnTo>
                  <a:pt x="138116" y="632090"/>
                </a:lnTo>
                <a:lnTo>
                  <a:pt x="104012" y="602265"/>
                </a:lnTo>
                <a:lnTo>
                  <a:pt x="73995" y="568381"/>
                </a:lnTo>
                <a:lnTo>
                  <a:pt x="48485" y="530859"/>
                </a:lnTo>
                <a:lnTo>
                  <a:pt x="27908" y="490120"/>
                </a:lnTo>
                <a:lnTo>
                  <a:pt x="12685" y="446584"/>
                </a:lnTo>
                <a:lnTo>
                  <a:pt x="3242" y="400673"/>
                </a:lnTo>
                <a:lnTo>
                  <a:pt x="0" y="35280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/>
          <p:nvPr/>
        </p:nvSpPr>
        <p:spPr>
          <a:xfrm>
            <a:off x="3169157" y="5087873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247650" y="0"/>
                </a:moveTo>
                <a:lnTo>
                  <a:pt x="203133" y="4136"/>
                </a:lnTo>
                <a:lnTo>
                  <a:pt x="161234" y="16061"/>
                </a:lnTo>
                <a:lnTo>
                  <a:pt x="122653" y="35051"/>
                </a:lnTo>
                <a:lnTo>
                  <a:pt x="88089" y="60383"/>
                </a:lnTo>
                <a:lnTo>
                  <a:pt x="58242" y="91330"/>
                </a:lnTo>
                <a:lnTo>
                  <a:pt x="33810" y="127169"/>
                </a:lnTo>
                <a:lnTo>
                  <a:pt x="15492" y="167175"/>
                </a:lnTo>
                <a:lnTo>
                  <a:pt x="3989" y="210625"/>
                </a:lnTo>
                <a:lnTo>
                  <a:pt x="0" y="256794"/>
                </a:lnTo>
                <a:lnTo>
                  <a:pt x="3989" y="302962"/>
                </a:lnTo>
                <a:lnTo>
                  <a:pt x="15492" y="346412"/>
                </a:lnTo>
                <a:lnTo>
                  <a:pt x="33810" y="386418"/>
                </a:lnTo>
                <a:lnTo>
                  <a:pt x="58242" y="422257"/>
                </a:lnTo>
                <a:lnTo>
                  <a:pt x="88089" y="453204"/>
                </a:lnTo>
                <a:lnTo>
                  <a:pt x="122653" y="478536"/>
                </a:lnTo>
                <a:lnTo>
                  <a:pt x="161234" y="497526"/>
                </a:lnTo>
                <a:lnTo>
                  <a:pt x="203133" y="509451"/>
                </a:lnTo>
                <a:lnTo>
                  <a:pt x="247650" y="513588"/>
                </a:lnTo>
                <a:lnTo>
                  <a:pt x="292166" y="509451"/>
                </a:lnTo>
                <a:lnTo>
                  <a:pt x="334065" y="497526"/>
                </a:lnTo>
                <a:lnTo>
                  <a:pt x="372646" y="478536"/>
                </a:lnTo>
                <a:lnTo>
                  <a:pt x="407210" y="453204"/>
                </a:lnTo>
                <a:lnTo>
                  <a:pt x="437057" y="422257"/>
                </a:lnTo>
                <a:lnTo>
                  <a:pt x="461489" y="386418"/>
                </a:lnTo>
                <a:lnTo>
                  <a:pt x="479807" y="346412"/>
                </a:lnTo>
                <a:lnTo>
                  <a:pt x="491310" y="302962"/>
                </a:lnTo>
                <a:lnTo>
                  <a:pt x="495300" y="256794"/>
                </a:lnTo>
                <a:lnTo>
                  <a:pt x="491310" y="210625"/>
                </a:lnTo>
                <a:lnTo>
                  <a:pt x="479807" y="167175"/>
                </a:lnTo>
                <a:lnTo>
                  <a:pt x="461489" y="127169"/>
                </a:lnTo>
                <a:lnTo>
                  <a:pt x="437057" y="91330"/>
                </a:lnTo>
                <a:lnTo>
                  <a:pt x="407210" y="60383"/>
                </a:lnTo>
                <a:lnTo>
                  <a:pt x="372646" y="35051"/>
                </a:lnTo>
                <a:lnTo>
                  <a:pt x="334065" y="16061"/>
                </a:lnTo>
                <a:lnTo>
                  <a:pt x="292166" y="4136"/>
                </a:lnTo>
                <a:lnTo>
                  <a:pt x="247650" y="0"/>
                </a:lnTo>
                <a:close/>
              </a:path>
            </a:pathLst>
          </a:custGeom>
          <a:solidFill>
            <a:srgbClr val="00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6" name="object 46"/>
          <p:cNvSpPr/>
          <p:nvPr/>
        </p:nvSpPr>
        <p:spPr>
          <a:xfrm>
            <a:off x="3169157" y="5087873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4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1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4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5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797813" y="5065014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4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49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1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299" y="256794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49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6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4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874471" y="5115890"/>
            <a:ext cx="34163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1293113" y="5277611"/>
            <a:ext cx="1876425" cy="114300"/>
          </a:xfrm>
          <a:custGeom>
            <a:avLst/>
            <a:gdLst/>
            <a:ahLst/>
            <a:cxnLst/>
            <a:rect l="l" t="t" r="r" b="b"/>
            <a:pathLst>
              <a:path w="1876425" h="114300">
                <a:moveTo>
                  <a:pt x="1761744" y="0"/>
                </a:moveTo>
                <a:lnTo>
                  <a:pt x="1761744" y="114300"/>
                </a:lnTo>
                <a:lnTo>
                  <a:pt x="1837944" y="76200"/>
                </a:lnTo>
                <a:lnTo>
                  <a:pt x="1780794" y="76200"/>
                </a:lnTo>
                <a:lnTo>
                  <a:pt x="1780794" y="38100"/>
                </a:lnTo>
                <a:lnTo>
                  <a:pt x="1837944" y="38100"/>
                </a:lnTo>
                <a:lnTo>
                  <a:pt x="1761744" y="0"/>
                </a:lnTo>
                <a:close/>
              </a:path>
              <a:path w="1876425" h="114300">
                <a:moveTo>
                  <a:pt x="176174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761744" y="76200"/>
                </a:lnTo>
                <a:lnTo>
                  <a:pt x="1761744" y="38100"/>
                </a:lnTo>
                <a:close/>
              </a:path>
              <a:path w="1876425" h="114300">
                <a:moveTo>
                  <a:pt x="1837944" y="38100"/>
                </a:moveTo>
                <a:lnTo>
                  <a:pt x="1780794" y="38100"/>
                </a:lnTo>
                <a:lnTo>
                  <a:pt x="1780794" y="76200"/>
                </a:lnTo>
                <a:lnTo>
                  <a:pt x="1837944" y="76200"/>
                </a:lnTo>
                <a:lnTo>
                  <a:pt x="1876044" y="57150"/>
                </a:lnTo>
                <a:lnTo>
                  <a:pt x="183794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2086736" y="4957417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664203" y="4564126"/>
            <a:ext cx="4135120" cy="774065"/>
          </a:xfrm>
          <a:custGeom>
            <a:avLst/>
            <a:gdLst/>
            <a:ahLst/>
            <a:cxnLst/>
            <a:rect l="l" t="t" r="r" b="b"/>
            <a:pathLst>
              <a:path w="4135120" h="774064">
                <a:moveTo>
                  <a:pt x="4021442" y="738148"/>
                </a:moveTo>
                <a:lnTo>
                  <a:pt x="4007739" y="773938"/>
                </a:lnTo>
                <a:lnTo>
                  <a:pt x="4134866" y="761492"/>
                </a:lnTo>
                <a:lnTo>
                  <a:pt x="4119894" y="745109"/>
                </a:lnTo>
                <a:lnTo>
                  <a:pt x="4038980" y="745109"/>
                </a:lnTo>
                <a:lnTo>
                  <a:pt x="4021442" y="738148"/>
                </a:lnTo>
                <a:close/>
              </a:path>
              <a:path w="4135120" h="774064">
                <a:moveTo>
                  <a:pt x="1958086" y="0"/>
                </a:moveTo>
                <a:lnTo>
                  <a:pt x="1893189" y="635"/>
                </a:lnTo>
                <a:lnTo>
                  <a:pt x="1828673" y="3429"/>
                </a:lnTo>
                <a:lnTo>
                  <a:pt x="1764411" y="8128"/>
                </a:lnTo>
                <a:lnTo>
                  <a:pt x="1700530" y="14859"/>
                </a:lnTo>
                <a:lnTo>
                  <a:pt x="1636903" y="23494"/>
                </a:lnTo>
                <a:lnTo>
                  <a:pt x="1573530" y="34036"/>
                </a:lnTo>
                <a:lnTo>
                  <a:pt x="1510538" y="46228"/>
                </a:lnTo>
                <a:lnTo>
                  <a:pt x="1447800" y="60071"/>
                </a:lnTo>
                <a:lnTo>
                  <a:pt x="1385316" y="75565"/>
                </a:lnTo>
                <a:lnTo>
                  <a:pt x="1322832" y="92582"/>
                </a:lnTo>
                <a:lnTo>
                  <a:pt x="1199261" y="130937"/>
                </a:lnTo>
                <a:lnTo>
                  <a:pt x="1076579" y="174751"/>
                </a:lnTo>
                <a:lnTo>
                  <a:pt x="954659" y="223266"/>
                </a:lnTo>
                <a:lnTo>
                  <a:pt x="833628" y="276098"/>
                </a:lnTo>
                <a:lnTo>
                  <a:pt x="713105" y="332613"/>
                </a:lnTo>
                <a:lnTo>
                  <a:pt x="593344" y="392430"/>
                </a:lnTo>
                <a:lnTo>
                  <a:pt x="473837" y="454660"/>
                </a:lnTo>
                <a:lnTo>
                  <a:pt x="355092" y="519175"/>
                </a:lnTo>
                <a:lnTo>
                  <a:pt x="236347" y="585216"/>
                </a:lnTo>
                <a:lnTo>
                  <a:pt x="0" y="719836"/>
                </a:lnTo>
                <a:lnTo>
                  <a:pt x="18796" y="752856"/>
                </a:lnTo>
                <a:lnTo>
                  <a:pt x="255270" y="618363"/>
                </a:lnTo>
                <a:lnTo>
                  <a:pt x="373507" y="552450"/>
                </a:lnTo>
                <a:lnTo>
                  <a:pt x="492125" y="488188"/>
                </a:lnTo>
                <a:lnTo>
                  <a:pt x="610997" y="426085"/>
                </a:lnTo>
                <a:lnTo>
                  <a:pt x="730123" y="366775"/>
                </a:lnTo>
                <a:lnTo>
                  <a:pt x="849757" y="310642"/>
                </a:lnTo>
                <a:lnTo>
                  <a:pt x="969899" y="258191"/>
                </a:lnTo>
                <a:lnTo>
                  <a:pt x="1090676" y="210185"/>
                </a:lnTo>
                <a:lnTo>
                  <a:pt x="1212088" y="166878"/>
                </a:lnTo>
                <a:lnTo>
                  <a:pt x="1334135" y="129031"/>
                </a:lnTo>
                <a:lnTo>
                  <a:pt x="1395349" y="112268"/>
                </a:lnTo>
                <a:lnTo>
                  <a:pt x="1456944" y="97028"/>
                </a:lnTo>
                <a:lnTo>
                  <a:pt x="1518666" y="83438"/>
                </a:lnTo>
                <a:lnTo>
                  <a:pt x="1580769" y="71500"/>
                </a:lnTo>
                <a:lnTo>
                  <a:pt x="1643126" y="61087"/>
                </a:lnTo>
                <a:lnTo>
                  <a:pt x="1705610" y="52705"/>
                </a:lnTo>
                <a:lnTo>
                  <a:pt x="1768348" y="46100"/>
                </a:lnTo>
                <a:lnTo>
                  <a:pt x="1831340" y="41401"/>
                </a:lnTo>
                <a:lnTo>
                  <a:pt x="1894840" y="38735"/>
                </a:lnTo>
                <a:lnTo>
                  <a:pt x="2287836" y="38100"/>
                </a:lnTo>
                <a:lnTo>
                  <a:pt x="2237359" y="28193"/>
                </a:lnTo>
                <a:lnTo>
                  <a:pt x="2164588" y="16510"/>
                </a:lnTo>
                <a:lnTo>
                  <a:pt x="2093595" y="7747"/>
                </a:lnTo>
                <a:lnTo>
                  <a:pt x="2024634" y="2159"/>
                </a:lnTo>
                <a:lnTo>
                  <a:pt x="1958086" y="0"/>
                </a:lnTo>
                <a:close/>
              </a:path>
              <a:path w="4135120" h="774064">
                <a:moveTo>
                  <a:pt x="4035047" y="702614"/>
                </a:moveTo>
                <a:lnTo>
                  <a:pt x="4021442" y="738148"/>
                </a:lnTo>
                <a:lnTo>
                  <a:pt x="4038980" y="745109"/>
                </a:lnTo>
                <a:lnTo>
                  <a:pt x="4052951" y="709676"/>
                </a:lnTo>
                <a:lnTo>
                  <a:pt x="4035047" y="702614"/>
                </a:lnTo>
                <a:close/>
              </a:path>
              <a:path w="4135120" h="774064">
                <a:moveTo>
                  <a:pt x="4048632" y="667131"/>
                </a:moveTo>
                <a:lnTo>
                  <a:pt x="4035047" y="702614"/>
                </a:lnTo>
                <a:lnTo>
                  <a:pt x="4052951" y="709676"/>
                </a:lnTo>
                <a:lnTo>
                  <a:pt x="4038980" y="745109"/>
                </a:lnTo>
                <a:lnTo>
                  <a:pt x="4119894" y="745109"/>
                </a:lnTo>
                <a:lnTo>
                  <a:pt x="4048632" y="667131"/>
                </a:lnTo>
                <a:close/>
              </a:path>
              <a:path w="4135120" h="774064">
                <a:moveTo>
                  <a:pt x="2287836" y="38100"/>
                </a:moveTo>
                <a:lnTo>
                  <a:pt x="1958467" y="38100"/>
                </a:lnTo>
                <a:lnTo>
                  <a:pt x="2023364" y="40259"/>
                </a:lnTo>
                <a:lnTo>
                  <a:pt x="2090547" y="45719"/>
                </a:lnTo>
                <a:lnTo>
                  <a:pt x="2159889" y="54356"/>
                </a:lnTo>
                <a:lnTo>
                  <a:pt x="2231263" y="65786"/>
                </a:lnTo>
                <a:lnTo>
                  <a:pt x="2304542" y="80137"/>
                </a:lnTo>
                <a:lnTo>
                  <a:pt x="2379218" y="97028"/>
                </a:lnTo>
                <a:lnTo>
                  <a:pt x="2455164" y="116331"/>
                </a:lnTo>
                <a:lnTo>
                  <a:pt x="2532380" y="137794"/>
                </a:lnTo>
                <a:lnTo>
                  <a:pt x="2610358" y="161162"/>
                </a:lnTo>
                <a:lnTo>
                  <a:pt x="2688971" y="186309"/>
                </a:lnTo>
                <a:lnTo>
                  <a:pt x="2767965" y="212979"/>
                </a:lnTo>
                <a:lnTo>
                  <a:pt x="2847213" y="241046"/>
                </a:lnTo>
                <a:lnTo>
                  <a:pt x="3005201" y="300609"/>
                </a:lnTo>
                <a:lnTo>
                  <a:pt x="3161411" y="363093"/>
                </a:lnTo>
                <a:lnTo>
                  <a:pt x="3313684" y="426974"/>
                </a:lnTo>
                <a:lnTo>
                  <a:pt x="3387852" y="458978"/>
                </a:lnTo>
                <a:lnTo>
                  <a:pt x="3957828" y="711708"/>
                </a:lnTo>
                <a:lnTo>
                  <a:pt x="4006342" y="732155"/>
                </a:lnTo>
                <a:lnTo>
                  <a:pt x="4021442" y="738148"/>
                </a:lnTo>
                <a:lnTo>
                  <a:pt x="4035047" y="702614"/>
                </a:lnTo>
                <a:lnTo>
                  <a:pt x="4021074" y="697103"/>
                </a:lnTo>
                <a:lnTo>
                  <a:pt x="3972941" y="676783"/>
                </a:lnTo>
                <a:lnTo>
                  <a:pt x="3402838" y="424053"/>
                </a:lnTo>
                <a:lnTo>
                  <a:pt x="3328416" y="391922"/>
                </a:lnTo>
                <a:lnTo>
                  <a:pt x="3175507" y="327787"/>
                </a:lnTo>
                <a:lnTo>
                  <a:pt x="3018663" y="264922"/>
                </a:lnTo>
                <a:lnTo>
                  <a:pt x="2859913" y="205231"/>
                </a:lnTo>
                <a:lnTo>
                  <a:pt x="2780157" y="176911"/>
                </a:lnTo>
                <a:lnTo>
                  <a:pt x="2700528" y="149987"/>
                </a:lnTo>
                <a:lnTo>
                  <a:pt x="2621280" y="124713"/>
                </a:lnTo>
                <a:lnTo>
                  <a:pt x="2542540" y="101092"/>
                </a:lnTo>
                <a:lnTo>
                  <a:pt x="2464562" y="79375"/>
                </a:lnTo>
                <a:lnTo>
                  <a:pt x="2387600" y="59817"/>
                </a:lnTo>
                <a:lnTo>
                  <a:pt x="2311781" y="42799"/>
                </a:lnTo>
                <a:lnTo>
                  <a:pt x="228783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/>
          <p:nvPr/>
        </p:nvSpPr>
        <p:spPr>
          <a:xfrm>
            <a:off x="3188970" y="4187604"/>
            <a:ext cx="469265" cy="1370965"/>
          </a:xfrm>
          <a:prstGeom prst="rect">
            <a:avLst/>
          </a:prstGeom>
        </p:spPr>
        <p:txBody>
          <a:bodyPr wrap="square" lIns="0" tIns="2578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3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a,b</a:t>
            </a:r>
            <a:endParaRPr sz="2800">
              <a:latin typeface="Times New Roman"/>
              <a:cs typeface="Times New Roman"/>
            </a:endParaRPr>
          </a:p>
          <a:p>
            <a:pPr marL="138430">
              <a:lnSpc>
                <a:spcPct val="100000"/>
              </a:lnSpc>
              <a:spcBef>
                <a:spcPts val="1939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3644265" y="5310123"/>
            <a:ext cx="4154804" cy="729615"/>
          </a:xfrm>
          <a:custGeom>
            <a:avLst/>
            <a:gdLst/>
            <a:ahLst/>
            <a:cxnLst/>
            <a:rect l="l" t="t" r="r" b="b"/>
            <a:pathLst>
              <a:path w="4154804" h="729614">
                <a:moveTo>
                  <a:pt x="22098" y="0"/>
                </a:moveTo>
                <a:lnTo>
                  <a:pt x="181483" y="159384"/>
                </a:lnTo>
                <a:lnTo>
                  <a:pt x="273304" y="222503"/>
                </a:lnTo>
                <a:lnTo>
                  <a:pt x="366013" y="284238"/>
                </a:lnTo>
                <a:lnTo>
                  <a:pt x="459994" y="343992"/>
                </a:lnTo>
                <a:lnTo>
                  <a:pt x="555751" y="401218"/>
                </a:lnTo>
                <a:lnTo>
                  <a:pt x="653414" y="455612"/>
                </a:lnTo>
                <a:lnTo>
                  <a:pt x="753110" y="506526"/>
                </a:lnTo>
                <a:lnTo>
                  <a:pt x="855599" y="553542"/>
                </a:lnTo>
                <a:lnTo>
                  <a:pt x="960755" y="596087"/>
                </a:lnTo>
                <a:lnTo>
                  <a:pt x="1069086" y="633666"/>
                </a:lnTo>
                <a:lnTo>
                  <a:pt x="1180846" y="665695"/>
                </a:lnTo>
                <a:lnTo>
                  <a:pt x="1238377" y="679615"/>
                </a:lnTo>
                <a:lnTo>
                  <a:pt x="1296543" y="691934"/>
                </a:lnTo>
                <a:lnTo>
                  <a:pt x="1355852" y="702525"/>
                </a:lnTo>
                <a:lnTo>
                  <a:pt x="1416050" y="711555"/>
                </a:lnTo>
                <a:lnTo>
                  <a:pt x="1477390" y="718781"/>
                </a:lnTo>
                <a:lnTo>
                  <a:pt x="1539748" y="724179"/>
                </a:lnTo>
                <a:lnTo>
                  <a:pt x="1603502" y="727646"/>
                </a:lnTo>
                <a:lnTo>
                  <a:pt x="1668145" y="729284"/>
                </a:lnTo>
                <a:lnTo>
                  <a:pt x="1735582" y="728243"/>
                </a:lnTo>
                <a:lnTo>
                  <a:pt x="1806829" y="724115"/>
                </a:lnTo>
                <a:lnTo>
                  <a:pt x="1881505" y="717016"/>
                </a:lnTo>
                <a:lnTo>
                  <a:pt x="1959102" y="707237"/>
                </a:lnTo>
                <a:lnTo>
                  <a:pt x="2039493" y="694880"/>
                </a:lnTo>
                <a:lnTo>
                  <a:pt x="2060207" y="691197"/>
                </a:lnTo>
                <a:lnTo>
                  <a:pt x="1669034" y="691197"/>
                </a:lnTo>
                <a:lnTo>
                  <a:pt x="1605534" y="689610"/>
                </a:lnTo>
                <a:lnTo>
                  <a:pt x="1543050" y="686219"/>
                </a:lnTo>
                <a:lnTo>
                  <a:pt x="1481836" y="680948"/>
                </a:lnTo>
                <a:lnTo>
                  <a:pt x="1421638" y="673887"/>
                </a:lnTo>
                <a:lnTo>
                  <a:pt x="1362583" y="665010"/>
                </a:lnTo>
                <a:lnTo>
                  <a:pt x="1304417" y="654646"/>
                </a:lnTo>
                <a:lnTo>
                  <a:pt x="1247267" y="642581"/>
                </a:lnTo>
                <a:lnTo>
                  <a:pt x="1191387" y="629069"/>
                </a:lnTo>
                <a:lnTo>
                  <a:pt x="1081659" y="597662"/>
                </a:lnTo>
                <a:lnTo>
                  <a:pt x="975106" y="560755"/>
                </a:lnTo>
                <a:lnTo>
                  <a:pt x="871474" y="518909"/>
                </a:lnTo>
                <a:lnTo>
                  <a:pt x="770509" y="472579"/>
                </a:lnTo>
                <a:lnTo>
                  <a:pt x="671957" y="422325"/>
                </a:lnTo>
                <a:lnTo>
                  <a:pt x="575310" y="368528"/>
                </a:lnTo>
                <a:lnTo>
                  <a:pt x="480440" y="311835"/>
                </a:lnTo>
                <a:lnTo>
                  <a:pt x="387096" y="252475"/>
                </a:lnTo>
                <a:lnTo>
                  <a:pt x="294894" y="191134"/>
                </a:lnTo>
                <a:lnTo>
                  <a:pt x="203454" y="128397"/>
                </a:lnTo>
                <a:lnTo>
                  <a:pt x="22098" y="0"/>
                </a:lnTo>
                <a:close/>
              </a:path>
              <a:path w="4154804" h="729614">
                <a:moveTo>
                  <a:pt x="4039788" y="67464"/>
                </a:moveTo>
                <a:lnTo>
                  <a:pt x="4008246" y="77088"/>
                </a:lnTo>
                <a:lnTo>
                  <a:pt x="3951351" y="95376"/>
                </a:lnTo>
                <a:lnTo>
                  <a:pt x="3362198" y="293065"/>
                </a:lnTo>
                <a:lnTo>
                  <a:pt x="3009773" y="407136"/>
                </a:lnTo>
                <a:lnTo>
                  <a:pt x="2827528" y="462775"/>
                </a:lnTo>
                <a:lnTo>
                  <a:pt x="2644521" y="515734"/>
                </a:lnTo>
                <a:lnTo>
                  <a:pt x="2463292" y="564311"/>
                </a:lnTo>
                <a:lnTo>
                  <a:pt x="2374011" y="586536"/>
                </a:lnTo>
                <a:lnTo>
                  <a:pt x="2286127" y="607047"/>
                </a:lnTo>
                <a:lnTo>
                  <a:pt x="2199894" y="625843"/>
                </a:lnTo>
                <a:lnTo>
                  <a:pt x="2115693" y="642632"/>
                </a:lnTo>
                <a:lnTo>
                  <a:pt x="2033777" y="657225"/>
                </a:lnTo>
                <a:lnTo>
                  <a:pt x="1954276" y="669442"/>
                </a:lnTo>
                <a:lnTo>
                  <a:pt x="1877822" y="679094"/>
                </a:lnTo>
                <a:lnTo>
                  <a:pt x="1804670" y="686079"/>
                </a:lnTo>
                <a:lnTo>
                  <a:pt x="1734947" y="690156"/>
                </a:lnTo>
                <a:lnTo>
                  <a:pt x="1669034" y="691197"/>
                </a:lnTo>
                <a:lnTo>
                  <a:pt x="2060207" y="691197"/>
                </a:lnTo>
                <a:lnTo>
                  <a:pt x="2122424" y="680135"/>
                </a:lnTo>
                <a:lnTo>
                  <a:pt x="2207387" y="663206"/>
                </a:lnTo>
                <a:lnTo>
                  <a:pt x="2294255" y="644283"/>
                </a:lnTo>
                <a:lnTo>
                  <a:pt x="2382647" y="623646"/>
                </a:lnTo>
                <a:lnTo>
                  <a:pt x="2472436" y="601294"/>
                </a:lnTo>
                <a:lnTo>
                  <a:pt x="2654427" y="552526"/>
                </a:lnTo>
                <a:lnTo>
                  <a:pt x="2838069" y="499376"/>
                </a:lnTo>
                <a:lnTo>
                  <a:pt x="3020949" y="443572"/>
                </a:lnTo>
                <a:lnTo>
                  <a:pt x="3374136" y="329234"/>
                </a:lnTo>
                <a:lnTo>
                  <a:pt x="3963289" y="131572"/>
                </a:lnTo>
                <a:lnTo>
                  <a:pt x="4019931" y="113410"/>
                </a:lnTo>
                <a:lnTo>
                  <a:pt x="4050487" y="104148"/>
                </a:lnTo>
                <a:lnTo>
                  <a:pt x="4039788" y="67464"/>
                </a:lnTo>
                <a:close/>
              </a:path>
              <a:path w="4154804" h="729614">
                <a:moveTo>
                  <a:pt x="4145761" y="61975"/>
                </a:moveTo>
                <a:lnTo>
                  <a:pt x="4057777" y="61975"/>
                </a:lnTo>
                <a:lnTo>
                  <a:pt x="4068953" y="98551"/>
                </a:lnTo>
                <a:lnTo>
                  <a:pt x="4050487" y="104148"/>
                </a:lnTo>
                <a:lnTo>
                  <a:pt x="4061079" y="140462"/>
                </a:lnTo>
                <a:lnTo>
                  <a:pt x="4145761" y="61975"/>
                </a:lnTo>
                <a:close/>
              </a:path>
              <a:path w="4154804" h="729614">
                <a:moveTo>
                  <a:pt x="4057777" y="61975"/>
                </a:moveTo>
                <a:lnTo>
                  <a:pt x="4039788" y="67464"/>
                </a:lnTo>
                <a:lnTo>
                  <a:pt x="4050487" y="104148"/>
                </a:lnTo>
                <a:lnTo>
                  <a:pt x="4068953" y="98551"/>
                </a:lnTo>
                <a:lnTo>
                  <a:pt x="4057777" y="61975"/>
                </a:lnTo>
                <a:close/>
              </a:path>
              <a:path w="4154804" h="729614">
                <a:moveTo>
                  <a:pt x="4029075" y="30734"/>
                </a:moveTo>
                <a:lnTo>
                  <a:pt x="4039788" y="67464"/>
                </a:lnTo>
                <a:lnTo>
                  <a:pt x="4057777" y="61975"/>
                </a:lnTo>
                <a:lnTo>
                  <a:pt x="4145761" y="61975"/>
                </a:lnTo>
                <a:lnTo>
                  <a:pt x="4154805" y="53593"/>
                </a:lnTo>
                <a:lnTo>
                  <a:pt x="4029075" y="30734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5011673" y="4136212"/>
            <a:ext cx="12299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3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4983226" y="6098844"/>
            <a:ext cx="12293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3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/>
          <p:nvPr/>
        </p:nvSpPr>
        <p:spPr>
          <a:xfrm>
            <a:off x="3223260" y="4839461"/>
            <a:ext cx="407670" cy="305435"/>
          </a:xfrm>
          <a:custGeom>
            <a:avLst/>
            <a:gdLst/>
            <a:ahLst/>
            <a:cxnLst/>
            <a:rect l="l" t="t" r="r" b="b"/>
            <a:pathLst>
              <a:path w="407670" h="305435">
                <a:moveTo>
                  <a:pt x="330436" y="195130"/>
                </a:moveTo>
                <a:lnTo>
                  <a:pt x="294259" y="200787"/>
                </a:lnTo>
                <a:lnTo>
                  <a:pt x="368300" y="304926"/>
                </a:lnTo>
                <a:lnTo>
                  <a:pt x="396950" y="215137"/>
                </a:lnTo>
                <a:lnTo>
                  <a:pt x="335152" y="215137"/>
                </a:lnTo>
                <a:lnTo>
                  <a:pt x="330436" y="195130"/>
                </a:lnTo>
                <a:close/>
              </a:path>
              <a:path w="407670" h="305435">
                <a:moveTo>
                  <a:pt x="192912" y="0"/>
                </a:moveTo>
                <a:lnTo>
                  <a:pt x="153542" y="8000"/>
                </a:lnTo>
                <a:lnTo>
                  <a:pt x="117601" y="28701"/>
                </a:lnTo>
                <a:lnTo>
                  <a:pt x="85216" y="59689"/>
                </a:lnTo>
                <a:lnTo>
                  <a:pt x="57023" y="98551"/>
                </a:lnTo>
                <a:lnTo>
                  <a:pt x="33654" y="143890"/>
                </a:lnTo>
                <a:lnTo>
                  <a:pt x="15620" y="194182"/>
                </a:lnTo>
                <a:lnTo>
                  <a:pt x="4063" y="248157"/>
                </a:lnTo>
                <a:lnTo>
                  <a:pt x="0" y="302513"/>
                </a:lnTo>
                <a:lnTo>
                  <a:pt x="38100" y="304038"/>
                </a:lnTo>
                <a:lnTo>
                  <a:pt x="39115" y="277494"/>
                </a:lnTo>
                <a:lnTo>
                  <a:pt x="41910" y="252221"/>
                </a:lnTo>
                <a:lnTo>
                  <a:pt x="52577" y="203581"/>
                </a:lnTo>
                <a:lnTo>
                  <a:pt x="69087" y="157861"/>
                </a:lnTo>
                <a:lnTo>
                  <a:pt x="90169" y="117220"/>
                </a:lnTo>
                <a:lnTo>
                  <a:pt x="115062" y="83438"/>
                </a:lnTo>
                <a:lnTo>
                  <a:pt x="148336" y="53593"/>
                </a:lnTo>
                <a:lnTo>
                  <a:pt x="188340" y="38226"/>
                </a:lnTo>
                <a:lnTo>
                  <a:pt x="194563" y="38100"/>
                </a:lnTo>
                <a:lnTo>
                  <a:pt x="280852" y="38100"/>
                </a:lnTo>
                <a:lnTo>
                  <a:pt x="277494" y="35051"/>
                </a:lnTo>
                <a:lnTo>
                  <a:pt x="241935" y="11556"/>
                </a:lnTo>
                <a:lnTo>
                  <a:pt x="202818" y="381"/>
                </a:lnTo>
                <a:lnTo>
                  <a:pt x="192912" y="0"/>
                </a:lnTo>
                <a:close/>
              </a:path>
              <a:path w="407670" h="305435">
                <a:moveTo>
                  <a:pt x="368225" y="189221"/>
                </a:moveTo>
                <a:lnTo>
                  <a:pt x="330436" y="195130"/>
                </a:lnTo>
                <a:lnTo>
                  <a:pt x="335152" y="215137"/>
                </a:lnTo>
                <a:lnTo>
                  <a:pt x="372237" y="206501"/>
                </a:lnTo>
                <a:lnTo>
                  <a:pt x="368225" y="189221"/>
                </a:lnTo>
                <a:close/>
              </a:path>
              <a:path w="407670" h="305435">
                <a:moveTo>
                  <a:pt x="407162" y="183133"/>
                </a:moveTo>
                <a:lnTo>
                  <a:pt x="368225" y="189221"/>
                </a:lnTo>
                <a:lnTo>
                  <a:pt x="372237" y="206501"/>
                </a:lnTo>
                <a:lnTo>
                  <a:pt x="335152" y="215137"/>
                </a:lnTo>
                <a:lnTo>
                  <a:pt x="396950" y="215137"/>
                </a:lnTo>
                <a:lnTo>
                  <a:pt x="407162" y="183133"/>
                </a:lnTo>
                <a:close/>
              </a:path>
              <a:path w="407670" h="305435">
                <a:moveTo>
                  <a:pt x="327007" y="180579"/>
                </a:moveTo>
                <a:lnTo>
                  <a:pt x="330436" y="195130"/>
                </a:lnTo>
                <a:lnTo>
                  <a:pt x="368225" y="189221"/>
                </a:lnTo>
                <a:lnTo>
                  <a:pt x="366605" y="182244"/>
                </a:lnTo>
                <a:lnTo>
                  <a:pt x="327660" y="182244"/>
                </a:lnTo>
                <a:lnTo>
                  <a:pt x="327007" y="180579"/>
                </a:lnTo>
                <a:close/>
              </a:path>
              <a:path w="407670" h="305435">
                <a:moveTo>
                  <a:pt x="326770" y="179577"/>
                </a:moveTo>
                <a:lnTo>
                  <a:pt x="327007" y="180579"/>
                </a:lnTo>
                <a:lnTo>
                  <a:pt x="327660" y="182244"/>
                </a:lnTo>
                <a:lnTo>
                  <a:pt x="326770" y="179577"/>
                </a:lnTo>
                <a:close/>
              </a:path>
              <a:path w="407670" h="305435">
                <a:moveTo>
                  <a:pt x="365986" y="179577"/>
                </a:moveTo>
                <a:lnTo>
                  <a:pt x="326770" y="179577"/>
                </a:lnTo>
                <a:lnTo>
                  <a:pt x="327660" y="182244"/>
                </a:lnTo>
                <a:lnTo>
                  <a:pt x="366605" y="182244"/>
                </a:lnTo>
                <a:lnTo>
                  <a:pt x="365986" y="179577"/>
                </a:lnTo>
                <a:close/>
              </a:path>
              <a:path w="407670" h="305435">
                <a:moveTo>
                  <a:pt x="280852" y="38100"/>
                </a:moveTo>
                <a:lnTo>
                  <a:pt x="194563" y="38100"/>
                </a:lnTo>
                <a:lnTo>
                  <a:pt x="201040" y="38481"/>
                </a:lnTo>
                <a:lnTo>
                  <a:pt x="207263" y="39496"/>
                </a:lnTo>
                <a:lnTo>
                  <a:pt x="246761" y="59055"/>
                </a:lnTo>
                <a:lnTo>
                  <a:pt x="286003" y="100964"/>
                </a:lnTo>
                <a:lnTo>
                  <a:pt x="308863" y="138556"/>
                </a:lnTo>
                <a:lnTo>
                  <a:pt x="327007" y="180579"/>
                </a:lnTo>
                <a:lnTo>
                  <a:pt x="326770" y="179577"/>
                </a:lnTo>
                <a:lnTo>
                  <a:pt x="365986" y="179577"/>
                </a:lnTo>
                <a:lnTo>
                  <a:pt x="363981" y="170942"/>
                </a:lnTo>
                <a:lnTo>
                  <a:pt x="363474" y="169163"/>
                </a:lnTo>
                <a:lnTo>
                  <a:pt x="363092" y="168275"/>
                </a:lnTo>
                <a:lnTo>
                  <a:pt x="353313" y="143382"/>
                </a:lnTo>
                <a:lnTo>
                  <a:pt x="329564" y="97917"/>
                </a:lnTo>
                <a:lnTo>
                  <a:pt x="301498" y="59055"/>
                </a:lnTo>
                <a:lnTo>
                  <a:pt x="285750" y="42544"/>
                </a:lnTo>
                <a:lnTo>
                  <a:pt x="28085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/>
          <p:nvPr/>
        </p:nvSpPr>
        <p:spPr>
          <a:xfrm>
            <a:off x="176021" y="5268467"/>
            <a:ext cx="628015" cy="114300"/>
          </a:xfrm>
          <a:custGeom>
            <a:avLst/>
            <a:gdLst/>
            <a:ahLst/>
            <a:cxnLst/>
            <a:rect l="l" t="t" r="r" b="b"/>
            <a:pathLst>
              <a:path w="628015" h="114300">
                <a:moveTo>
                  <a:pt x="513588" y="0"/>
                </a:moveTo>
                <a:lnTo>
                  <a:pt x="513588" y="114299"/>
                </a:lnTo>
                <a:lnTo>
                  <a:pt x="589788" y="76199"/>
                </a:lnTo>
                <a:lnTo>
                  <a:pt x="532638" y="76199"/>
                </a:lnTo>
                <a:lnTo>
                  <a:pt x="532638" y="38099"/>
                </a:lnTo>
                <a:lnTo>
                  <a:pt x="589788" y="38099"/>
                </a:lnTo>
                <a:lnTo>
                  <a:pt x="513588" y="0"/>
                </a:lnTo>
                <a:close/>
              </a:path>
              <a:path w="628015" h="114300">
                <a:moveTo>
                  <a:pt x="513588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13588" y="76199"/>
                </a:lnTo>
                <a:lnTo>
                  <a:pt x="513588" y="38099"/>
                </a:lnTo>
                <a:close/>
              </a:path>
              <a:path w="628015" h="114300">
                <a:moveTo>
                  <a:pt x="589788" y="38099"/>
                </a:moveTo>
                <a:lnTo>
                  <a:pt x="532638" y="38099"/>
                </a:lnTo>
                <a:lnTo>
                  <a:pt x="532638" y="76199"/>
                </a:lnTo>
                <a:lnTo>
                  <a:pt x="589788" y="76199"/>
                </a:lnTo>
                <a:lnTo>
                  <a:pt x="627888" y="57149"/>
                </a:lnTo>
                <a:lnTo>
                  <a:pt x="589788" y="38099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/>
          <p:nvPr/>
        </p:nvSpPr>
        <p:spPr>
          <a:xfrm>
            <a:off x="73914" y="2125979"/>
            <a:ext cx="628015" cy="114300"/>
          </a:xfrm>
          <a:custGeom>
            <a:avLst/>
            <a:gdLst/>
            <a:ahLst/>
            <a:cxnLst/>
            <a:rect l="l" t="t" r="r" b="b"/>
            <a:pathLst>
              <a:path w="628015" h="114300">
                <a:moveTo>
                  <a:pt x="513588" y="0"/>
                </a:moveTo>
                <a:lnTo>
                  <a:pt x="513588" y="114300"/>
                </a:lnTo>
                <a:lnTo>
                  <a:pt x="589788" y="76200"/>
                </a:lnTo>
                <a:lnTo>
                  <a:pt x="532638" y="76200"/>
                </a:lnTo>
                <a:lnTo>
                  <a:pt x="532638" y="38100"/>
                </a:lnTo>
                <a:lnTo>
                  <a:pt x="589788" y="38100"/>
                </a:lnTo>
                <a:lnTo>
                  <a:pt x="513588" y="0"/>
                </a:lnTo>
                <a:close/>
              </a:path>
              <a:path w="628015" h="114300">
                <a:moveTo>
                  <a:pt x="5135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13588" y="76200"/>
                </a:lnTo>
                <a:lnTo>
                  <a:pt x="513588" y="38100"/>
                </a:lnTo>
                <a:close/>
              </a:path>
              <a:path w="628015" h="114300">
                <a:moveTo>
                  <a:pt x="589788" y="38100"/>
                </a:moveTo>
                <a:lnTo>
                  <a:pt x="532638" y="38100"/>
                </a:lnTo>
                <a:lnTo>
                  <a:pt x="532638" y="76200"/>
                </a:lnTo>
                <a:lnTo>
                  <a:pt x="589788" y="76200"/>
                </a:lnTo>
                <a:lnTo>
                  <a:pt x="627888" y="57150"/>
                </a:lnTo>
                <a:lnTo>
                  <a:pt x="589788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1494" y="29082"/>
            <a:ext cx="248411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38621" y="101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20574"/>
            <a:ext cx="9144000" cy="4343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20574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8739" y="46100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15283" y="46100"/>
            <a:ext cx="226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9578" y="46100"/>
            <a:ext cx="1993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71494" y="181482"/>
            <a:ext cx="248411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238621" y="1625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7821930" y="1875282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19">
                <a:moveTo>
                  <a:pt x="0" y="257555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5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5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7894319" y="1889201"/>
            <a:ext cx="3524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707630" y="1780794"/>
            <a:ext cx="710565" cy="704215"/>
          </a:xfrm>
          <a:custGeom>
            <a:avLst/>
            <a:gdLst/>
            <a:ahLst/>
            <a:cxnLst/>
            <a:rect l="l" t="t" r="r" b="b"/>
            <a:pathLst>
              <a:path w="710565" h="704214">
                <a:moveTo>
                  <a:pt x="0" y="352043"/>
                </a:moveTo>
                <a:lnTo>
                  <a:pt x="3242" y="304271"/>
                </a:lnTo>
                <a:lnTo>
                  <a:pt x="12685" y="258453"/>
                </a:lnTo>
                <a:lnTo>
                  <a:pt x="27908" y="215009"/>
                </a:lnTo>
                <a:lnTo>
                  <a:pt x="48485" y="174356"/>
                </a:lnTo>
                <a:lnTo>
                  <a:pt x="73995" y="136916"/>
                </a:lnTo>
                <a:lnTo>
                  <a:pt x="104013" y="103108"/>
                </a:lnTo>
                <a:lnTo>
                  <a:pt x="138116" y="73350"/>
                </a:lnTo>
                <a:lnTo>
                  <a:pt x="175880" y="48062"/>
                </a:lnTo>
                <a:lnTo>
                  <a:pt x="216884" y="27664"/>
                </a:lnTo>
                <a:lnTo>
                  <a:pt x="260702" y="12574"/>
                </a:lnTo>
                <a:lnTo>
                  <a:pt x="306913" y="3213"/>
                </a:lnTo>
                <a:lnTo>
                  <a:pt x="355092" y="0"/>
                </a:lnTo>
                <a:lnTo>
                  <a:pt x="403270" y="3213"/>
                </a:lnTo>
                <a:lnTo>
                  <a:pt x="449481" y="12574"/>
                </a:lnTo>
                <a:lnTo>
                  <a:pt x="493299" y="27664"/>
                </a:lnTo>
                <a:lnTo>
                  <a:pt x="534303" y="48062"/>
                </a:lnTo>
                <a:lnTo>
                  <a:pt x="572067" y="73350"/>
                </a:lnTo>
                <a:lnTo>
                  <a:pt x="606171" y="103108"/>
                </a:lnTo>
                <a:lnTo>
                  <a:pt x="636188" y="136916"/>
                </a:lnTo>
                <a:lnTo>
                  <a:pt x="661698" y="174356"/>
                </a:lnTo>
                <a:lnTo>
                  <a:pt x="682275" y="215009"/>
                </a:lnTo>
                <a:lnTo>
                  <a:pt x="697498" y="258453"/>
                </a:lnTo>
                <a:lnTo>
                  <a:pt x="706941" y="304271"/>
                </a:lnTo>
                <a:lnTo>
                  <a:pt x="710184" y="352043"/>
                </a:lnTo>
                <a:lnTo>
                  <a:pt x="706941" y="399816"/>
                </a:lnTo>
                <a:lnTo>
                  <a:pt x="697498" y="445634"/>
                </a:lnTo>
                <a:lnTo>
                  <a:pt x="682275" y="489078"/>
                </a:lnTo>
                <a:lnTo>
                  <a:pt x="661698" y="529731"/>
                </a:lnTo>
                <a:lnTo>
                  <a:pt x="636188" y="567171"/>
                </a:lnTo>
                <a:lnTo>
                  <a:pt x="606171" y="600979"/>
                </a:lnTo>
                <a:lnTo>
                  <a:pt x="572067" y="630737"/>
                </a:lnTo>
                <a:lnTo>
                  <a:pt x="534303" y="656025"/>
                </a:lnTo>
                <a:lnTo>
                  <a:pt x="493299" y="676423"/>
                </a:lnTo>
                <a:lnTo>
                  <a:pt x="449481" y="691513"/>
                </a:lnTo>
                <a:lnTo>
                  <a:pt x="403270" y="700874"/>
                </a:lnTo>
                <a:lnTo>
                  <a:pt x="355092" y="704088"/>
                </a:lnTo>
                <a:lnTo>
                  <a:pt x="306913" y="700874"/>
                </a:lnTo>
                <a:lnTo>
                  <a:pt x="260702" y="691513"/>
                </a:lnTo>
                <a:lnTo>
                  <a:pt x="216884" y="676423"/>
                </a:lnTo>
                <a:lnTo>
                  <a:pt x="175880" y="656025"/>
                </a:lnTo>
                <a:lnTo>
                  <a:pt x="138116" y="630737"/>
                </a:lnTo>
                <a:lnTo>
                  <a:pt x="104013" y="600979"/>
                </a:lnTo>
                <a:lnTo>
                  <a:pt x="73995" y="567171"/>
                </a:lnTo>
                <a:lnTo>
                  <a:pt x="48485" y="529731"/>
                </a:lnTo>
                <a:lnTo>
                  <a:pt x="27908" y="489078"/>
                </a:lnTo>
                <a:lnTo>
                  <a:pt x="12685" y="445634"/>
                </a:lnTo>
                <a:lnTo>
                  <a:pt x="3242" y="399816"/>
                </a:lnTo>
                <a:lnTo>
                  <a:pt x="0" y="352043"/>
                </a:lnTo>
                <a:close/>
              </a:path>
            </a:pathLst>
          </a:custGeom>
          <a:ln w="38099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3070098" y="1875282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19">
                <a:moveTo>
                  <a:pt x="247650" y="0"/>
                </a:moveTo>
                <a:lnTo>
                  <a:pt x="203133" y="4149"/>
                </a:lnTo>
                <a:lnTo>
                  <a:pt x="161234" y="16113"/>
                </a:lnTo>
                <a:lnTo>
                  <a:pt x="122653" y="35164"/>
                </a:lnTo>
                <a:lnTo>
                  <a:pt x="88089" y="60575"/>
                </a:lnTo>
                <a:lnTo>
                  <a:pt x="58242" y="91617"/>
                </a:lnTo>
                <a:lnTo>
                  <a:pt x="33810" y="127564"/>
                </a:lnTo>
                <a:lnTo>
                  <a:pt x="15492" y="167688"/>
                </a:lnTo>
                <a:lnTo>
                  <a:pt x="3989" y="211261"/>
                </a:lnTo>
                <a:lnTo>
                  <a:pt x="0" y="257555"/>
                </a:lnTo>
                <a:lnTo>
                  <a:pt x="3989" y="303850"/>
                </a:lnTo>
                <a:lnTo>
                  <a:pt x="15492" y="347423"/>
                </a:lnTo>
                <a:lnTo>
                  <a:pt x="33810" y="387547"/>
                </a:lnTo>
                <a:lnTo>
                  <a:pt x="58242" y="423494"/>
                </a:lnTo>
                <a:lnTo>
                  <a:pt x="88089" y="454536"/>
                </a:lnTo>
                <a:lnTo>
                  <a:pt x="122653" y="479947"/>
                </a:lnTo>
                <a:lnTo>
                  <a:pt x="161234" y="498998"/>
                </a:lnTo>
                <a:lnTo>
                  <a:pt x="203133" y="510962"/>
                </a:lnTo>
                <a:lnTo>
                  <a:pt x="247650" y="515112"/>
                </a:lnTo>
                <a:lnTo>
                  <a:pt x="292166" y="510962"/>
                </a:lnTo>
                <a:lnTo>
                  <a:pt x="334065" y="498998"/>
                </a:lnTo>
                <a:lnTo>
                  <a:pt x="372646" y="479947"/>
                </a:lnTo>
                <a:lnTo>
                  <a:pt x="407210" y="454536"/>
                </a:lnTo>
                <a:lnTo>
                  <a:pt x="437057" y="423494"/>
                </a:lnTo>
                <a:lnTo>
                  <a:pt x="461489" y="387547"/>
                </a:lnTo>
                <a:lnTo>
                  <a:pt x="479807" y="347423"/>
                </a:lnTo>
                <a:lnTo>
                  <a:pt x="491310" y="303850"/>
                </a:lnTo>
                <a:lnTo>
                  <a:pt x="495300" y="257555"/>
                </a:lnTo>
                <a:lnTo>
                  <a:pt x="491310" y="211261"/>
                </a:lnTo>
                <a:lnTo>
                  <a:pt x="479807" y="167688"/>
                </a:lnTo>
                <a:lnTo>
                  <a:pt x="461489" y="127564"/>
                </a:lnTo>
                <a:lnTo>
                  <a:pt x="437057" y="91617"/>
                </a:lnTo>
                <a:lnTo>
                  <a:pt x="407210" y="60575"/>
                </a:lnTo>
                <a:lnTo>
                  <a:pt x="372646" y="35164"/>
                </a:lnTo>
                <a:lnTo>
                  <a:pt x="334065" y="16113"/>
                </a:lnTo>
                <a:lnTo>
                  <a:pt x="292166" y="4149"/>
                </a:lnTo>
                <a:lnTo>
                  <a:pt x="247650" y="0"/>
                </a:lnTo>
                <a:close/>
              </a:path>
            </a:pathLst>
          </a:custGeom>
          <a:solidFill>
            <a:srgbClr val="00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3070098" y="1875282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19">
                <a:moveTo>
                  <a:pt x="0" y="257555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5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97230" y="1853945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3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2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3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5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3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74496" y="1904238"/>
            <a:ext cx="3416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192530" y="2066544"/>
            <a:ext cx="1877695" cy="114300"/>
          </a:xfrm>
          <a:custGeom>
            <a:avLst/>
            <a:gdLst/>
            <a:ahLst/>
            <a:cxnLst/>
            <a:rect l="l" t="t" r="r" b="b"/>
            <a:pathLst>
              <a:path w="1877695" h="114300">
                <a:moveTo>
                  <a:pt x="1763268" y="0"/>
                </a:moveTo>
                <a:lnTo>
                  <a:pt x="1763268" y="114300"/>
                </a:lnTo>
                <a:lnTo>
                  <a:pt x="1839468" y="76200"/>
                </a:lnTo>
                <a:lnTo>
                  <a:pt x="1782318" y="76200"/>
                </a:lnTo>
                <a:lnTo>
                  <a:pt x="1782318" y="38100"/>
                </a:lnTo>
                <a:lnTo>
                  <a:pt x="1839468" y="38100"/>
                </a:lnTo>
                <a:lnTo>
                  <a:pt x="1763268" y="0"/>
                </a:lnTo>
                <a:close/>
              </a:path>
              <a:path w="1877695" h="114300">
                <a:moveTo>
                  <a:pt x="176326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763268" y="76200"/>
                </a:lnTo>
                <a:lnTo>
                  <a:pt x="1763268" y="38100"/>
                </a:lnTo>
                <a:close/>
              </a:path>
              <a:path w="1877695" h="114300">
                <a:moveTo>
                  <a:pt x="1839468" y="38100"/>
                </a:moveTo>
                <a:lnTo>
                  <a:pt x="1782318" y="38100"/>
                </a:lnTo>
                <a:lnTo>
                  <a:pt x="1782318" y="76200"/>
                </a:lnTo>
                <a:lnTo>
                  <a:pt x="1839468" y="76200"/>
                </a:lnTo>
                <a:lnTo>
                  <a:pt x="1877568" y="57150"/>
                </a:lnTo>
                <a:lnTo>
                  <a:pt x="183946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1986788" y="1745079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565144" y="1352930"/>
            <a:ext cx="4133850" cy="772795"/>
          </a:xfrm>
          <a:custGeom>
            <a:avLst/>
            <a:gdLst/>
            <a:ahLst/>
            <a:cxnLst/>
            <a:rect l="l" t="t" r="r" b="b"/>
            <a:pathLst>
              <a:path w="4133850" h="772794">
                <a:moveTo>
                  <a:pt x="4019872" y="736801"/>
                </a:moveTo>
                <a:lnTo>
                  <a:pt x="4006214" y="772541"/>
                </a:lnTo>
                <a:lnTo>
                  <a:pt x="4133341" y="760095"/>
                </a:lnTo>
                <a:lnTo>
                  <a:pt x="4118327" y="743712"/>
                </a:lnTo>
                <a:lnTo>
                  <a:pt x="4037456" y="743712"/>
                </a:lnTo>
                <a:lnTo>
                  <a:pt x="4019872" y="736801"/>
                </a:lnTo>
                <a:close/>
              </a:path>
              <a:path w="4133850" h="772794">
                <a:moveTo>
                  <a:pt x="1957451" y="0"/>
                </a:moveTo>
                <a:lnTo>
                  <a:pt x="1892553" y="635"/>
                </a:lnTo>
                <a:lnTo>
                  <a:pt x="1828038" y="3429"/>
                </a:lnTo>
                <a:lnTo>
                  <a:pt x="1763776" y="8255"/>
                </a:lnTo>
                <a:lnTo>
                  <a:pt x="1699767" y="14986"/>
                </a:lnTo>
                <a:lnTo>
                  <a:pt x="1636267" y="23622"/>
                </a:lnTo>
                <a:lnTo>
                  <a:pt x="1572894" y="33909"/>
                </a:lnTo>
                <a:lnTo>
                  <a:pt x="1509902" y="46228"/>
                </a:lnTo>
                <a:lnTo>
                  <a:pt x="1447164" y="59944"/>
                </a:lnTo>
                <a:lnTo>
                  <a:pt x="1384807" y="75438"/>
                </a:lnTo>
                <a:lnTo>
                  <a:pt x="1322451" y="92583"/>
                </a:lnTo>
                <a:lnTo>
                  <a:pt x="1198752" y="130810"/>
                </a:lnTo>
                <a:lnTo>
                  <a:pt x="1076070" y="174498"/>
                </a:lnTo>
                <a:lnTo>
                  <a:pt x="954277" y="223012"/>
                </a:lnTo>
                <a:lnTo>
                  <a:pt x="833246" y="275717"/>
                </a:lnTo>
                <a:lnTo>
                  <a:pt x="712851" y="332105"/>
                </a:lnTo>
                <a:lnTo>
                  <a:pt x="593089" y="391795"/>
                </a:lnTo>
                <a:lnTo>
                  <a:pt x="473709" y="454025"/>
                </a:lnTo>
                <a:lnTo>
                  <a:pt x="354838" y="518287"/>
                </a:lnTo>
                <a:lnTo>
                  <a:pt x="236346" y="584200"/>
                </a:lnTo>
                <a:lnTo>
                  <a:pt x="0" y="718439"/>
                </a:lnTo>
                <a:lnTo>
                  <a:pt x="18795" y="751586"/>
                </a:lnTo>
                <a:lnTo>
                  <a:pt x="255142" y="617347"/>
                </a:lnTo>
                <a:lnTo>
                  <a:pt x="373379" y="551561"/>
                </a:lnTo>
                <a:lnTo>
                  <a:pt x="491870" y="487426"/>
                </a:lnTo>
                <a:lnTo>
                  <a:pt x="610615" y="425450"/>
                </a:lnTo>
                <a:lnTo>
                  <a:pt x="729741" y="366268"/>
                </a:lnTo>
                <a:lnTo>
                  <a:pt x="849376" y="310261"/>
                </a:lnTo>
                <a:lnTo>
                  <a:pt x="969517" y="257937"/>
                </a:lnTo>
                <a:lnTo>
                  <a:pt x="1090167" y="209931"/>
                </a:lnTo>
                <a:lnTo>
                  <a:pt x="1211579" y="166751"/>
                </a:lnTo>
                <a:lnTo>
                  <a:pt x="1333627" y="129032"/>
                </a:lnTo>
                <a:lnTo>
                  <a:pt x="1394840" y="112141"/>
                </a:lnTo>
                <a:lnTo>
                  <a:pt x="1456308" y="97028"/>
                </a:lnTo>
                <a:lnTo>
                  <a:pt x="1518157" y="83312"/>
                </a:lnTo>
                <a:lnTo>
                  <a:pt x="1580133" y="71374"/>
                </a:lnTo>
                <a:lnTo>
                  <a:pt x="1642364" y="61214"/>
                </a:lnTo>
                <a:lnTo>
                  <a:pt x="1704975" y="52705"/>
                </a:lnTo>
                <a:lnTo>
                  <a:pt x="1767839" y="46101"/>
                </a:lnTo>
                <a:lnTo>
                  <a:pt x="1830831" y="41529"/>
                </a:lnTo>
                <a:lnTo>
                  <a:pt x="1894204" y="38735"/>
                </a:lnTo>
                <a:lnTo>
                  <a:pt x="2287074" y="38100"/>
                </a:lnTo>
                <a:lnTo>
                  <a:pt x="2236596" y="28194"/>
                </a:lnTo>
                <a:lnTo>
                  <a:pt x="2163826" y="16510"/>
                </a:lnTo>
                <a:lnTo>
                  <a:pt x="2092832" y="7620"/>
                </a:lnTo>
                <a:lnTo>
                  <a:pt x="2023998" y="2159"/>
                </a:lnTo>
                <a:lnTo>
                  <a:pt x="1957451" y="0"/>
                </a:lnTo>
                <a:close/>
              </a:path>
              <a:path w="4133850" h="772794">
                <a:moveTo>
                  <a:pt x="4033453" y="701261"/>
                </a:moveTo>
                <a:lnTo>
                  <a:pt x="4019872" y="736801"/>
                </a:lnTo>
                <a:lnTo>
                  <a:pt x="4037456" y="743712"/>
                </a:lnTo>
                <a:lnTo>
                  <a:pt x="4051427" y="708279"/>
                </a:lnTo>
                <a:lnTo>
                  <a:pt x="4033453" y="701261"/>
                </a:lnTo>
                <a:close/>
              </a:path>
              <a:path w="4133850" h="772794">
                <a:moveTo>
                  <a:pt x="4046981" y="665861"/>
                </a:moveTo>
                <a:lnTo>
                  <a:pt x="4033453" y="701261"/>
                </a:lnTo>
                <a:lnTo>
                  <a:pt x="4051427" y="708279"/>
                </a:lnTo>
                <a:lnTo>
                  <a:pt x="4037456" y="743712"/>
                </a:lnTo>
                <a:lnTo>
                  <a:pt x="4118327" y="743712"/>
                </a:lnTo>
                <a:lnTo>
                  <a:pt x="4046981" y="665861"/>
                </a:lnTo>
                <a:close/>
              </a:path>
              <a:path w="4133850" h="772794">
                <a:moveTo>
                  <a:pt x="2287074" y="38100"/>
                </a:moveTo>
                <a:lnTo>
                  <a:pt x="1957831" y="38100"/>
                </a:lnTo>
                <a:lnTo>
                  <a:pt x="2022728" y="40259"/>
                </a:lnTo>
                <a:lnTo>
                  <a:pt x="2089911" y="45720"/>
                </a:lnTo>
                <a:lnTo>
                  <a:pt x="2159127" y="54356"/>
                </a:lnTo>
                <a:lnTo>
                  <a:pt x="2230501" y="65913"/>
                </a:lnTo>
                <a:lnTo>
                  <a:pt x="2303779" y="80137"/>
                </a:lnTo>
                <a:lnTo>
                  <a:pt x="2378329" y="97028"/>
                </a:lnTo>
                <a:lnTo>
                  <a:pt x="2454402" y="116205"/>
                </a:lnTo>
                <a:lnTo>
                  <a:pt x="2531491" y="137668"/>
                </a:lnTo>
                <a:lnTo>
                  <a:pt x="2609341" y="160909"/>
                </a:lnTo>
                <a:lnTo>
                  <a:pt x="2688081" y="186055"/>
                </a:lnTo>
                <a:lnTo>
                  <a:pt x="2766948" y="212725"/>
                </a:lnTo>
                <a:lnTo>
                  <a:pt x="2846196" y="240792"/>
                </a:lnTo>
                <a:lnTo>
                  <a:pt x="3004184" y="300101"/>
                </a:lnTo>
                <a:lnTo>
                  <a:pt x="3160140" y="362585"/>
                </a:lnTo>
                <a:lnTo>
                  <a:pt x="3312413" y="426339"/>
                </a:lnTo>
                <a:lnTo>
                  <a:pt x="3386581" y="458216"/>
                </a:lnTo>
                <a:lnTo>
                  <a:pt x="3956304" y="710438"/>
                </a:lnTo>
                <a:lnTo>
                  <a:pt x="4004817" y="730885"/>
                </a:lnTo>
                <a:lnTo>
                  <a:pt x="4019872" y="736801"/>
                </a:lnTo>
                <a:lnTo>
                  <a:pt x="4033453" y="701261"/>
                </a:lnTo>
                <a:lnTo>
                  <a:pt x="4019550" y="695833"/>
                </a:lnTo>
                <a:lnTo>
                  <a:pt x="3971416" y="675513"/>
                </a:lnTo>
                <a:lnTo>
                  <a:pt x="3401567" y="423164"/>
                </a:lnTo>
                <a:lnTo>
                  <a:pt x="3174237" y="327152"/>
                </a:lnTo>
                <a:lnTo>
                  <a:pt x="3017647" y="264541"/>
                </a:lnTo>
                <a:lnTo>
                  <a:pt x="2858896" y="204851"/>
                </a:lnTo>
                <a:lnTo>
                  <a:pt x="2779141" y="176657"/>
                </a:lnTo>
                <a:lnTo>
                  <a:pt x="2699639" y="149733"/>
                </a:lnTo>
                <a:lnTo>
                  <a:pt x="2620264" y="124460"/>
                </a:lnTo>
                <a:lnTo>
                  <a:pt x="2541651" y="100838"/>
                </a:lnTo>
                <a:lnTo>
                  <a:pt x="2463672" y="79248"/>
                </a:lnTo>
                <a:lnTo>
                  <a:pt x="2386710" y="59817"/>
                </a:lnTo>
                <a:lnTo>
                  <a:pt x="2311018" y="42799"/>
                </a:lnTo>
                <a:lnTo>
                  <a:pt x="228707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3088894" y="974623"/>
            <a:ext cx="469265" cy="1371600"/>
          </a:xfrm>
          <a:prstGeom prst="rect">
            <a:avLst/>
          </a:prstGeom>
        </p:spPr>
        <p:txBody>
          <a:bodyPr wrap="square" lIns="0" tIns="2590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4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a,b</a:t>
            </a:r>
            <a:endParaRPr sz="2800">
              <a:latin typeface="Times New Roman"/>
              <a:cs typeface="Times New Roman"/>
            </a:endParaRPr>
          </a:p>
          <a:p>
            <a:pPr marL="137795">
              <a:lnSpc>
                <a:spcPct val="100000"/>
              </a:lnSpc>
              <a:spcBef>
                <a:spcPts val="193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543680" y="2097532"/>
            <a:ext cx="4154804" cy="730885"/>
          </a:xfrm>
          <a:custGeom>
            <a:avLst/>
            <a:gdLst/>
            <a:ahLst/>
            <a:cxnLst/>
            <a:rect l="l" t="t" r="r" b="b"/>
            <a:pathLst>
              <a:path w="4154804" h="730885">
                <a:moveTo>
                  <a:pt x="22098" y="0"/>
                </a:moveTo>
                <a:lnTo>
                  <a:pt x="181483" y="159765"/>
                </a:lnTo>
                <a:lnTo>
                  <a:pt x="273304" y="223012"/>
                </a:lnTo>
                <a:lnTo>
                  <a:pt x="366014" y="284860"/>
                </a:lnTo>
                <a:lnTo>
                  <a:pt x="459994" y="344677"/>
                </a:lnTo>
                <a:lnTo>
                  <a:pt x="555752" y="402081"/>
                </a:lnTo>
                <a:lnTo>
                  <a:pt x="653415" y="456564"/>
                </a:lnTo>
                <a:lnTo>
                  <a:pt x="753110" y="507618"/>
                </a:lnTo>
                <a:lnTo>
                  <a:pt x="855599" y="554735"/>
                </a:lnTo>
                <a:lnTo>
                  <a:pt x="960755" y="597280"/>
                </a:lnTo>
                <a:lnTo>
                  <a:pt x="1069086" y="634872"/>
                </a:lnTo>
                <a:lnTo>
                  <a:pt x="1180846" y="667130"/>
                </a:lnTo>
                <a:lnTo>
                  <a:pt x="1238377" y="681101"/>
                </a:lnTo>
                <a:lnTo>
                  <a:pt x="1296543" y="693419"/>
                </a:lnTo>
                <a:lnTo>
                  <a:pt x="1355852" y="704088"/>
                </a:lnTo>
                <a:lnTo>
                  <a:pt x="1416050" y="712977"/>
                </a:lnTo>
                <a:lnTo>
                  <a:pt x="1477391" y="720216"/>
                </a:lnTo>
                <a:lnTo>
                  <a:pt x="1539748" y="725677"/>
                </a:lnTo>
                <a:lnTo>
                  <a:pt x="1603502" y="729233"/>
                </a:lnTo>
                <a:lnTo>
                  <a:pt x="1668145" y="730757"/>
                </a:lnTo>
                <a:lnTo>
                  <a:pt x="1735582" y="729741"/>
                </a:lnTo>
                <a:lnTo>
                  <a:pt x="1806829" y="725677"/>
                </a:lnTo>
                <a:lnTo>
                  <a:pt x="1881505" y="718565"/>
                </a:lnTo>
                <a:lnTo>
                  <a:pt x="1959102" y="708659"/>
                </a:lnTo>
                <a:lnTo>
                  <a:pt x="2039493" y="696340"/>
                </a:lnTo>
                <a:lnTo>
                  <a:pt x="2059510" y="692784"/>
                </a:lnTo>
                <a:lnTo>
                  <a:pt x="1669034" y="692784"/>
                </a:lnTo>
                <a:lnTo>
                  <a:pt x="1605534" y="691133"/>
                </a:lnTo>
                <a:lnTo>
                  <a:pt x="1543050" y="687704"/>
                </a:lnTo>
                <a:lnTo>
                  <a:pt x="1481836" y="682370"/>
                </a:lnTo>
                <a:lnTo>
                  <a:pt x="1421638" y="675258"/>
                </a:lnTo>
                <a:lnTo>
                  <a:pt x="1362583" y="666495"/>
                </a:lnTo>
                <a:lnTo>
                  <a:pt x="1304417" y="656081"/>
                </a:lnTo>
                <a:lnTo>
                  <a:pt x="1247267" y="644016"/>
                </a:lnTo>
                <a:lnTo>
                  <a:pt x="1191387" y="630554"/>
                </a:lnTo>
                <a:lnTo>
                  <a:pt x="1081659" y="598931"/>
                </a:lnTo>
                <a:lnTo>
                  <a:pt x="975106" y="561975"/>
                </a:lnTo>
                <a:lnTo>
                  <a:pt x="871474" y="520064"/>
                </a:lnTo>
                <a:lnTo>
                  <a:pt x="770509" y="473582"/>
                </a:lnTo>
                <a:lnTo>
                  <a:pt x="671957" y="423290"/>
                </a:lnTo>
                <a:lnTo>
                  <a:pt x="575310" y="369442"/>
                </a:lnTo>
                <a:lnTo>
                  <a:pt x="480441" y="312546"/>
                </a:lnTo>
                <a:lnTo>
                  <a:pt x="387096" y="253110"/>
                </a:lnTo>
                <a:lnTo>
                  <a:pt x="294894" y="191642"/>
                </a:lnTo>
                <a:lnTo>
                  <a:pt x="203581" y="128650"/>
                </a:lnTo>
                <a:lnTo>
                  <a:pt x="22098" y="0"/>
                </a:lnTo>
                <a:close/>
              </a:path>
              <a:path w="4154804" h="730885">
                <a:moveTo>
                  <a:pt x="4039832" y="67683"/>
                </a:moveTo>
                <a:lnTo>
                  <a:pt x="4008247" y="77215"/>
                </a:lnTo>
                <a:lnTo>
                  <a:pt x="3951351" y="95630"/>
                </a:lnTo>
                <a:lnTo>
                  <a:pt x="3362198" y="293623"/>
                </a:lnTo>
                <a:lnTo>
                  <a:pt x="3009773" y="408050"/>
                </a:lnTo>
                <a:lnTo>
                  <a:pt x="2827528" y="463803"/>
                </a:lnTo>
                <a:lnTo>
                  <a:pt x="2644521" y="516763"/>
                </a:lnTo>
                <a:lnTo>
                  <a:pt x="2463292" y="565530"/>
                </a:lnTo>
                <a:lnTo>
                  <a:pt x="2373884" y="587755"/>
                </a:lnTo>
                <a:lnTo>
                  <a:pt x="2286127" y="608329"/>
                </a:lnTo>
                <a:lnTo>
                  <a:pt x="2199894" y="627126"/>
                </a:lnTo>
                <a:lnTo>
                  <a:pt x="2115693" y="644016"/>
                </a:lnTo>
                <a:lnTo>
                  <a:pt x="2033778" y="658621"/>
                </a:lnTo>
                <a:lnTo>
                  <a:pt x="1954276" y="670813"/>
                </a:lnTo>
                <a:lnTo>
                  <a:pt x="1877822" y="680592"/>
                </a:lnTo>
                <a:lnTo>
                  <a:pt x="1804670" y="687577"/>
                </a:lnTo>
                <a:lnTo>
                  <a:pt x="1734947" y="691641"/>
                </a:lnTo>
                <a:lnTo>
                  <a:pt x="1669034" y="692784"/>
                </a:lnTo>
                <a:lnTo>
                  <a:pt x="2059510" y="692784"/>
                </a:lnTo>
                <a:lnTo>
                  <a:pt x="2122424" y="681608"/>
                </a:lnTo>
                <a:lnTo>
                  <a:pt x="2207387" y="664590"/>
                </a:lnTo>
                <a:lnTo>
                  <a:pt x="2294255" y="645667"/>
                </a:lnTo>
                <a:lnTo>
                  <a:pt x="2382647" y="624839"/>
                </a:lnTo>
                <a:lnTo>
                  <a:pt x="2472436" y="602488"/>
                </a:lnTo>
                <a:lnTo>
                  <a:pt x="2654427" y="553592"/>
                </a:lnTo>
                <a:lnTo>
                  <a:pt x="2838069" y="500379"/>
                </a:lnTo>
                <a:lnTo>
                  <a:pt x="3020949" y="444372"/>
                </a:lnTo>
                <a:lnTo>
                  <a:pt x="3374136" y="329818"/>
                </a:lnTo>
                <a:lnTo>
                  <a:pt x="3963289" y="131825"/>
                </a:lnTo>
                <a:lnTo>
                  <a:pt x="4019930" y="113537"/>
                </a:lnTo>
                <a:lnTo>
                  <a:pt x="4050554" y="104255"/>
                </a:lnTo>
                <a:lnTo>
                  <a:pt x="4039832" y="67683"/>
                </a:lnTo>
                <a:close/>
              </a:path>
              <a:path w="4154804" h="730885">
                <a:moveTo>
                  <a:pt x="4145636" y="62229"/>
                </a:moveTo>
                <a:lnTo>
                  <a:pt x="4057904" y="62229"/>
                </a:lnTo>
                <a:lnTo>
                  <a:pt x="4068953" y="98678"/>
                </a:lnTo>
                <a:lnTo>
                  <a:pt x="4050554" y="104255"/>
                </a:lnTo>
                <a:lnTo>
                  <a:pt x="4061205" y="140588"/>
                </a:lnTo>
                <a:lnTo>
                  <a:pt x="4145636" y="62229"/>
                </a:lnTo>
                <a:close/>
              </a:path>
              <a:path w="4154804" h="730885">
                <a:moveTo>
                  <a:pt x="4057904" y="62229"/>
                </a:moveTo>
                <a:lnTo>
                  <a:pt x="4039832" y="67683"/>
                </a:lnTo>
                <a:lnTo>
                  <a:pt x="4050554" y="104255"/>
                </a:lnTo>
                <a:lnTo>
                  <a:pt x="4068953" y="98678"/>
                </a:lnTo>
                <a:lnTo>
                  <a:pt x="4057904" y="62229"/>
                </a:lnTo>
                <a:close/>
              </a:path>
              <a:path w="4154804" h="730885">
                <a:moveTo>
                  <a:pt x="4029075" y="30987"/>
                </a:moveTo>
                <a:lnTo>
                  <a:pt x="4039832" y="67683"/>
                </a:lnTo>
                <a:lnTo>
                  <a:pt x="4057904" y="62229"/>
                </a:lnTo>
                <a:lnTo>
                  <a:pt x="4145636" y="62229"/>
                </a:lnTo>
                <a:lnTo>
                  <a:pt x="4154804" y="53720"/>
                </a:lnTo>
                <a:lnTo>
                  <a:pt x="4029075" y="30987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911597" y="924560"/>
            <a:ext cx="12312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a|b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3122676" y="1628648"/>
            <a:ext cx="407670" cy="304800"/>
          </a:xfrm>
          <a:custGeom>
            <a:avLst/>
            <a:gdLst/>
            <a:ahLst/>
            <a:cxnLst/>
            <a:rect l="l" t="t" r="r" b="b"/>
            <a:pathLst>
              <a:path w="407670" h="304800">
                <a:moveTo>
                  <a:pt x="330367" y="194887"/>
                </a:moveTo>
                <a:lnTo>
                  <a:pt x="294259" y="200532"/>
                </a:lnTo>
                <a:lnTo>
                  <a:pt x="368300" y="304673"/>
                </a:lnTo>
                <a:lnTo>
                  <a:pt x="396950" y="214884"/>
                </a:lnTo>
                <a:lnTo>
                  <a:pt x="335025" y="214884"/>
                </a:lnTo>
                <a:lnTo>
                  <a:pt x="330367" y="194887"/>
                </a:lnTo>
                <a:close/>
              </a:path>
              <a:path w="407670" h="304800">
                <a:moveTo>
                  <a:pt x="192912" y="0"/>
                </a:moveTo>
                <a:lnTo>
                  <a:pt x="153543" y="7874"/>
                </a:lnTo>
                <a:lnTo>
                  <a:pt x="117601" y="28575"/>
                </a:lnTo>
                <a:lnTo>
                  <a:pt x="85217" y="59562"/>
                </a:lnTo>
                <a:lnTo>
                  <a:pt x="57023" y="98425"/>
                </a:lnTo>
                <a:lnTo>
                  <a:pt x="33655" y="143637"/>
                </a:lnTo>
                <a:lnTo>
                  <a:pt x="15621" y="194055"/>
                </a:lnTo>
                <a:lnTo>
                  <a:pt x="4063" y="248030"/>
                </a:lnTo>
                <a:lnTo>
                  <a:pt x="0" y="302260"/>
                </a:lnTo>
                <a:lnTo>
                  <a:pt x="38100" y="303784"/>
                </a:lnTo>
                <a:lnTo>
                  <a:pt x="39116" y="277240"/>
                </a:lnTo>
                <a:lnTo>
                  <a:pt x="41910" y="252094"/>
                </a:lnTo>
                <a:lnTo>
                  <a:pt x="52578" y="203326"/>
                </a:lnTo>
                <a:lnTo>
                  <a:pt x="69087" y="157734"/>
                </a:lnTo>
                <a:lnTo>
                  <a:pt x="90169" y="117093"/>
                </a:lnTo>
                <a:lnTo>
                  <a:pt x="115062" y="83185"/>
                </a:lnTo>
                <a:lnTo>
                  <a:pt x="148462" y="53339"/>
                </a:lnTo>
                <a:lnTo>
                  <a:pt x="188340" y="38226"/>
                </a:lnTo>
                <a:lnTo>
                  <a:pt x="194563" y="37973"/>
                </a:lnTo>
                <a:lnTo>
                  <a:pt x="280852" y="37973"/>
                </a:lnTo>
                <a:lnTo>
                  <a:pt x="277495" y="34925"/>
                </a:lnTo>
                <a:lnTo>
                  <a:pt x="241935" y="11429"/>
                </a:lnTo>
                <a:lnTo>
                  <a:pt x="202819" y="380"/>
                </a:lnTo>
                <a:lnTo>
                  <a:pt x="192912" y="0"/>
                </a:lnTo>
                <a:close/>
              </a:path>
              <a:path w="407670" h="304800">
                <a:moveTo>
                  <a:pt x="368211" y="188970"/>
                </a:moveTo>
                <a:lnTo>
                  <a:pt x="330367" y="194887"/>
                </a:lnTo>
                <a:lnTo>
                  <a:pt x="335025" y="214884"/>
                </a:lnTo>
                <a:lnTo>
                  <a:pt x="372237" y="206248"/>
                </a:lnTo>
                <a:lnTo>
                  <a:pt x="368211" y="188970"/>
                </a:lnTo>
                <a:close/>
              </a:path>
              <a:path w="407670" h="304800">
                <a:moveTo>
                  <a:pt x="407162" y="182879"/>
                </a:moveTo>
                <a:lnTo>
                  <a:pt x="368211" y="188970"/>
                </a:lnTo>
                <a:lnTo>
                  <a:pt x="372237" y="206248"/>
                </a:lnTo>
                <a:lnTo>
                  <a:pt x="335025" y="214884"/>
                </a:lnTo>
                <a:lnTo>
                  <a:pt x="396950" y="214884"/>
                </a:lnTo>
                <a:lnTo>
                  <a:pt x="407162" y="182879"/>
                </a:lnTo>
                <a:close/>
              </a:path>
              <a:path w="407670" h="304800">
                <a:moveTo>
                  <a:pt x="326933" y="180148"/>
                </a:moveTo>
                <a:lnTo>
                  <a:pt x="330367" y="194887"/>
                </a:lnTo>
                <a:lnTo>
                  <a:pt x="368211" y="188970"/>
                </a:lnTo>
                <a:lnTo>
                  <a:pt x="366585" y="181990"/>
                </a:lnTo>
                <a:lnTo>
                  <a:pt x="327660" y="181990"/>
                </a:lnTo>
                <a:lnTo>
                  <a:pt x="326933" y="180148"/>
                </a:lnTo>
                <a:close/>
              </a:path>
              <a:path w="407670" h="304800">
                <a:moveTo>
                  <a:pt x="326771" y="179450"/>
                </a:moveTo>
                <a:lnTo>
                  <a:pt x="326933" y="180148"/>
                </a:lnTo>
                <a:lnTo>
                  <a:pt x="327660" y="181990"/>
                </a:lnTo>
                <a:lnTo>
                  <a:pt x="326771" y="179450"/>
                </a:lnTo>
                <a:close/>
              </a:path>
              <a:path w="407670" h="304800">
                <a:moveTo>
                  <a:pt x="365993" y="179450"/>
                </a:moveTo>
                <a:lnTo>
                  <a:pt x="326771" y="179450"/>
                </a:lnTo>
                <a:lnTo>
                  <a:pt x="327660" y="181990"/>
                </a:lnTo>
                <a:lnTo>
                  <a:pt x="366585" y="181990"/>
                </a:lnTo>
                <a:lnTo>
                  <a:pt x="365993" y="179450"/>
                </a:lnTo>
                <a:close/>
              </a:path>
              <a:path w="407670" h="304800">
                <a:moveTo>
                  <a:pt x="280852" y="37973"/>
                </a:moveTo>
                <a:lnTo>
                  <a:pt x="194563" y="37973"/>
                </a:lnTo>
                <a:lnTo>
                  <a:pt x="201040" y="38353"/>
                </a:lnTo>
                <a:lnTo>
                  <a:pt x="207263" y="39497"/>
                </a:lnTo>
                <a:lnTo>
                  <a:pt x="246761" y="59054"/>
                </a:lnTo>
                <a:lnTo>
                  <a:pt x="286003" y="100837"/>
                </a:lnTo>
                <a:lnTo>
                  <a:pt x="308863" y="138429"/>
                </a:lnTo>
                <a:lnTo>
                  <a:pt x="326933" y="180148"/>
                </a:lnTo>
                <a:lnTo>
                  <a:pt x="326771" y="179450"/>
                </a:lnTo>
                <a:lnTo>
                  <a:pt x="365993" y="179450"/>
                </a:lnTo>
                <a:lnTo>
                  <a:pt x="363982" y="170814"/>
                </a:lnTo>
                <a:lnTo>
                  <a:pt x="363474" y="169037"/>
                </a:lnTo>
                <a:lnTo>
                  <a:pt x="363093" y="168148"/>
                </a:lnTo>
                <a:lnTo>
                  <a:pt x="353313" y="143255"/>
                </a:lnTo>
                <a:lnTo>
                  <a:pt x="329564" y="97662"/>
                </a:lnTo>
                <a:lnTo>
                  <a:pt x="301498" y="58927"/>
                </a:lnTo>
                <a:lnTo>
                  <a:pt x="285750" y="42417"/>
                </a:lnTo>
                <a:lnTo>
                  <a:pt x="280852" y="3797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7858506" y="5392673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4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2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4"/>
                </a:lnTo>
                <a:lnTo>
                  <a:pt x="491310" y="302952"/>
                </a:lnTo>
                <a:lnTo>
                  <a:pt x="479807" y="346396"/>
                </a:lnTo>
                <a:lnTo>
                  <a:pt x="461489" y="386401"/>
                </a:lnTo>
                <a:lnTo>
                  <a:pt x="437057" y="422242"/>
                </a:lnTo>
                <a:lnTo>
                  <a:pt x="407210" y="453192"/>
                </a:lnTo>
                <a:lnTo>
                  <a:pt x="372646" y="478527"/>
                </a:lnTo>
                <a:lnTo>
                  <a:pt x="334065" y="497522"/>
                </a:lnTo>
                <a:lnTo>
                  <a:pt x="292166" y="509450"/>
                </a:lnTo>
                <a:lnTo>
                  <a:pt x="247650" y="513588"/>
                </a:lnTo>
                <a:lnTo>
                  <a:pt x="203133" y="509450"/>
                </a:lnTo>
                <a:lnTo>
                  <a:pt x="161234" y="497522"/>
                </a:lnTo>
                <a:lnTo>
                  <a:pt x="122653" y="478527"/>
                </a:lnTo>
                <a:lnTo>
                  <a:pt x="88089" y="453192"/>
                </a:lnTo>
                <a:lnTo>
                  <a:pt x="58242" y="422242"/>
                </a:lnTo>
                <a:lnTo>
                  <a:pt x="33810" y="386401"/>
                </a:lnTo>
                <a:lnTo>
                  <a:pt x="15492" y="346396"/>
                </a:lnTo>
                <a:lnTo>
                  <a:pt x="3989" y="302952"/>
                </a:lnTo>
                <a:lnTo>
                  <a:pt x="0" y="256794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930642" y="5406949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7744206" y="5296661"/>
            <a:ext cx="710565" cy="706120"/>
          </a:xfrm>
          <a:custGeom>
            <a:avLst/>
            <a:gdLst/>
            <a:ahLst/>
            <a:cxnLst/>
            <a:rect l="l" t="t" r="r" b="b"/>
            <a:pathLst>
              <a:path w="710565" h="706120">
                <a:moveTo>
                  <a:pt x="0" y="352806"/>
                </a:moveTo>
                <a:lnTo>
                  <a:pt x="3242" y="304938"/>
                </a:lnTo>
                <a:lnTo>
                  <a:pt x="12685" y="259027"/>
                </a:lnTo>
                <a:lnTo>
                  <a:pt x="27908" y="215491"/>
                </a:lnTo>
                <a:lnTo>
                  <a:pt x="48485" y="174751"/>
                </a:lnTo>
                <a:lnTo>
                  <a:pt x="73995" y="137230"/>
                </a:lnTo>
                <a:lnTo>
                  <a:pt x="104013" y="103346"/>
                </a:lnTo>
                <a:lnTo>
                  <a:pt x="138116" y="73521"/>
                </a:lnTo>
                <a:lnTo>
                  <a:pt x="175880" y="48175"/>
                </a:lnTo>
                <a:lnTo>
                  <a:pt x="216884" y="27729"/>
                </a:lnTo>
                <a:lnTo>
                  <a:pt x="260702" y="12604"/>
                </a:lnTo>
                <a:lnTo>
                  <a:pt x="306913" y="3221"/>
                </a:lnTo>
                <a:lnTo>
                  <a:pt x="355092" y="0"/>
                </a:lnTo>
                <a:lnTo>
                  <a:pt x="403270" y="3221"/>
                </a:lnTo>
                <a:lnTo>
                  <a:pt x="449481" y="12604"/>
                </a:lnTo>
                <a:lnTo>
                  <a:pt x="493299" y="27729"/>
                </a:lnTo>
                <a:lnTo>
                  <a:pt x="534303" y="48175"/>
                </a:lnTo>
                <a:lnTo>
                  <a:pt x="572067" y="73521"/>
                </a:lnTo>
                <a:lnTo>
                  <a:pt x="606171" y="103346"/>
                </a:lnTo>
                <a:lnTo>
                  <a:pt x="636188" y="137230"/>
                </a:lnTo>
                <a:lnTo>
                  <a:pt x="661698" y="174752"/>
                </a:lnTo>
                <a:lnTo>
                  <a:pt x="682275" y="215491"/>
                </a:lnTo>
                <a:lnTo>
                  <a:pt x="697498" y="259027"/>
                </a:lnTo>
                <a:lnTo>
                  <a:pt x="706941" y="304938"/>
                </a:lnTo>
                <a:lnTo>
                  <a:pt x="710184" y="352806"/>
                </a:lnTo>
                <a:lnTo>
                  <a:pt x="706941" y="400678"/>
                </a:lnTo>
                <a:lnTo>
                  <a:pt x="697498" y="446593"/>
                </a:lnTo>
                <a:lnTo>
                  <a:pt x="682275" y="490131"/>
                </a:lnTo>
                <a:lnTo>
                  <a:pt x="661698" y="530871"/>
                </a:lnTo>
                <a:lnTo>
                  <a:pt x="636188" y="568392"/>
                </a:lnTo>
                <a:lnTo>
                  <a:pt x="606171" y="602275"/>
                </a:lnTo>
                <a:lnTo>
                  <a:pt x="572067" y="632098"/>
                </a:lnTo>
                <a:lnTo>
                  <a:pt x="534303" y="657442"/>
                </a:lnTo>
                <a:lnTo>
                  <a:pt x="493299" y="677885"/>
                </a:lnTo>
                <a:lnTo>
                  <a:pt x="449481" y="693009"/>
                </a:lnTo>
                <a:lnTo>
                  <a:pt x="403270" y="702391"/>
                </a:lnTo>
                <a:lnTo>
                  <a:pt x="355092" y="705612"/>
                </a:lnTo>
                <a:lnTo>
                  <a:pt x="306913" y="702391"/>
                </a:lnTo>
                <a:lnTo>
                  <a:pt x="260702" y="693009"/>
                </a:lnTo>
                <a:lnTo>
                  <a:pt x="216884" y="677885"/>
                </a:lnTo>
                <a:lnTo>
                  <a:pt x="175880" y="657442"/>
                </a:lnTo>
                <a:lnTo>
                  <a:pt x="138116" y="632098"/>
                </a:lnTo>
                <a:lnTo>
                  <a:pt x="104013" y="602275"/>
                </a:lnTo>
                <a:lnTo>
                  <a:pt x="73995" y="568392"/>
                </a:lnTo>
                <a:lnTo>
                  <a:pt x="48485" y="530871"/>
                </a:lnTo>
                <a:lnTo>
                  <a:pt x="27908" y="490131"/>
                </a:lnTo>
                <a:lnTo>
                  <a:pt x="12685" y="446593"/>
                </a:lnTo>
                <a:lnTo>
                  <a:pt x="3242" y="400678"/>
                </a:lnTo>
                <a:lnTo>
                  <a:pt x="0" y="35280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29233" y="5516117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3"/>
                </a:moveTo>
                <a:lnTo>
                  <a:pt x="3989" y="210635"/>
                </a:lnTo>
                <a:lnTo>
                  <a:pt x="15492" y="167191"/>
                </a:lnTo>
                <a:lnTo>
                  <a:pt x="33810" y="127186"/>
                </a:lnTo>
                <a:lnTo>
                  <a:pt x="58242" y="91345"/>
                </a:lnTo>
                <a:lnTo>
                  <a:pt x="88089" y="60395"/>
                </a:lnTo>
                <a:lnTo>
                  <a:pt x="122653" y="35060"/>
                </a:lnTo>
                <a:lnTo>
                  <a:pt x="161234" y="16065"/>
                </a:lnTo>
                <a:lnTo>
                  <a:pt x="203133" y="4137"/>
                </a:lnTo>
                <a:lnTo>
                  <a:pt x="247650" y="0"/>
                </a:lnTo>
                <a:lnTo>
                  <a:pt x="292166" y="4137"/>
                </a:lnTo>
                <a:lnTo>
                  <a:pt x="334065" y="16065"/>
                </a:lnTo>
                <a:lnTo>
                  <a:pt x="372646" y="35060"/>
                </a:lnTo>
                <a:lnTo>
                  <a:pt x="407210" y="60395"/>
                </a:lnTo>
                <a:lnTo>
                  <a:pt x="437057" y="91345"/>
                </a:lnTo>
                <a:lnTo>
                  <a:pt x="461489" y="127186"/>
                </a:lnTo>
                <a:lnTo>
                  <a:pt x="479807" y="167191"/>
                </a:lnTo>
                <a:lnTo>
                  <a:pt x="491310" y="210635"/>
                </a:lnTo>
                <a:lnTo>
                  <a:pt x="495300" y="256793"/>
                </a:lnTo>
                <a:lnTo>
                  <a:pt x="491310" y="302952"/>
                </a:lnTo>
                <a:lnTo>
                  <a:pt x="479807" y="346396"/>
                </a:lnTo>
                <a:lnTo>
                  <a:pt x="461489" y="386401"/>
                </a:lnTo>
                <a:lnTo>
                  <a:pt x="437057" y="422242"/>
                </a:lnTo>
                <a:lnTo>
                  <a:pt x="407210" y="453192"/>
                </a:lnTo>
                <a:lnTo>
                  <a:pt x="372646" y="478527"/>
                </a:lnTo>
                <a:lnTo>
                  <a:pt x="334065" y="497522"/>
                </a:lnTo>
                <a:lnTo>
                  <a:pt x="292166" y="509450"/>
                </a:lnTo>
                <a:lnTo>
                  <a:pt x="247650" y="513587"/>
                </a:lnTo>
                <a:lnTo>
                  <a:pt x="203133" y="509450"/>
                </a:lnTo>
                <a:lnTo>
                  <a:pt x="161234" y="497522"/>
                </a:lnTo>
                <a:lnTo>
                  <a:pt x="122653" y="478527"/>
                </a:lnTo>
                <a:lnTo>
                  <a:pt x="88089" y="453192"/>
                </a:lnTo>
                <a:lnTo>
                  <a:pt x="58242" y="422242"/>
                </a:lnTo>
                <a:lnTo>
                  <a:pt x="33810" y="386401"/>
                </a:lnTo>
                <a:lnTo>
                  <a:pt x="15492" y="346396"/>
                </a:lnTo>
                <a:lnTo>
                  <a:pt x="3989" y="302952"/>
                </a:lnTo>
                <a:lnTo>
                  <a:pt x="0" y="256793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806195" y="5567273"/>
            <a:ext cx="3416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32223" y="5276799"/>
            <a:ext cx="25126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a|b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*|aa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a|b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3021329" y="5534405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247649" y="0"/>
                </a:moveTo>
                <a:lnTo>
                  <a:pt x="203133" y="4149"/>
                </a:lnTo>
                <a:lnTo>
                  <a:pt x="161234" y="16113"/>
                </a:lnTo>
                <a:lnTo>
                  <a:pt x="122653" y="35164"/>
                </a:lnTo>
                <a:lnTo>
                  <a:pt x="88089" y="60575"/>
                </a:lnTo>
                <a:lnTo>
                  <a:pt x="58242" y="91617"/>
                </a:lnTo>
                <a:lnTo>
                  <a:pt x="33810" y="127564"/>
                </a:lnTo>
                <a:lnTo>
                  <a:pt x="15492" y="167688"/>
                </a:lnTo>
                <a:lnTo>
                  <a:pt x="3989" y="211261"/>
                </a:lnTo>
                <a:lnTo>
                  <a:pt x="0" y="257556"/>
                </a:lnTo>
                <a:lnTo>
                  <a:pt x="3989" y="303850"/>
                </a:lnTo>
                <a:lnTo>
                  <a:pt x="15492" y="347423"/>
                </a:lnTo>
                <a:lnTo>
                  <a:pt x="33810" y="387547"/>
                </a:lnTo>
                <a:lnTo>
                  <a:pt x="58242" y="423494"/>
                </a:lnTo>
                <a:lnTo>
                  <a:pt x="88089" y="454536"/>
                </a:lnTo>
                <a:lnTo>
                  <a:pt x="122653" y="479947"/>
                </a:lnTo>
                <a:lnTo>
                  <a:pt x="161234" y="498998"/>
                </a:lnTo>
                <a:lnTo>
                  <a:pt x="203133" y="510962"/>
                </a:lnTo>
                <a:lnTo>
                  <a:pt x="247649" y="515112"/>
                </a:lnTo>
                <a:lnTo>
                  <a:pt x="292166" y="510962"/>
                </a:lnTo>
                <a:lnTo>
                  <a:pt x="334065" y="498998"/>
                </a:lnTo>
                <a:lnTo>
                  <a:pt x="372646" y="479947"/>
                </a:lnTo>
                <a:lnTo>
                  <a:pt x="407210" y="454536"/>
                </a:lnTo>
                <a:lnTo>
                  <a:pt x="437057" y="423494"/>
                </a:lnTo>
                <a:lnTo>
                  <a:pt x="461489" y="387547"/>
                </a:lnTo>
                <a:lnTo>
                  <a:pt x="479807" y="347423"/>
                </a:lnTo>
                <a:lnTo>
                  <a:pt x="491310" y="303850"/>
                </a:lnTo>
                <a:lnTo>
                  <a:pt x="495299" y="257556"/>
                </a:lnTo>
                <a:lnTo>
                  <a:pt x="491310" y="211261"/>
                </a:lnTo>
                <a:lnTo>
                  <a:pt x="479807" y="167688"/>
                </a:lnTo>
                <a:lnTo>
                  <a:pt x="461489" y="127564"/>
                </a:lnTo>
                <a:lnTo>
                  <a:pt x="437057" y="91617"/>
                </a:lnTo>
                <a:lnTo>
                  <a:pt x="407210" y="60575"/>
                </a:lnTo>
                <a:lnTo>
                  <a:pt x="372646" y="35164"/>
                </a:lnTo>
                <a:lnTo>
                  <a:pt x="334065" y="16113"/>
                </a:lnTo>
                <a:lnTo>
                  <a:pt x="292166" y="4149"/>
                </a:lnTo>
                <a:lnTo>
                  <a:pt x="247649" y="0"/>
                </a:lnTo>
                <a:close/>
              </a:path>
            </a:pathLst>
          </a:custGeom>
          <a:solidFill>
            <a:srgbClr val="00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021329" y="5534405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0" y="257556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49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299" y="257556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49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166998" y="555386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224533" y="5705855"/>
            <a:ext cx="1797050" cy="114300"/>
          </a:xfrm>
          <a:custGeom>
            <a:avLst/>
            <a:gdLst/>
            <a:ahLst/>
            <a:cxnLst/>
            <a:rect l="l" t="t" r="r" b="b"/>
            <a:pathLst>
              <a:path w="1797050" h="114300">
                <a:moveTo>
                  <a:pt x="1682496" y="0"/>
                </a:moveTo>
                <a:lnTo>
                  <a:pt x="1682496" y="114300"/>
                </a:lnTo>
                <a:lnTo>
                  <a:pt x="1758696" y="76200"/>
                </a:lnTo>
                <a:lnTo>
                  <a:pt x="1701546" y="76200"/>
                </a:lnTo>
                <a:lnTo>
                  <a:pt x="1701546" y="38100"/>
                </a:lnTo>
                <a:lnTo>
                  <a:pt x="1758696" y="38100"/>
                </a:lnTo>
                <a:lnTo>
                  <a:pt x="1682496" y="0"/>
                </a:lnTo>
                <a:close/>
              </a:path>
              <a:path w="1797050" h="114300">
                <a:moveTo>
                  <a:pt x="168249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682496" y="76200"/>
                </a:lnTo>
                <a:lnTo>
                  <a:pt x="1682496" y="38100"/>
                </a:lnTo>
                <a:close/>
              </a:path>
              <a:path w="1797050" h="114300">
                <a:moveTo>
                  <a:pt x="1758696" y="38100"/>
                </a:moveTo>
                <a:lnTo>
                  <a:pt x="1701546" y="38100"/>
                </a:lnTo>
                <a:lnTo>
                  <a:pt x="1701546" y="76200"/>
                </a:lnTo>
                <a:lnTo>
                  <a:pt x="1758696" y="76200"/>
                </a:lnTo>
                <a:lnTo>
                  <a:pt x="1796796" y="57150"/>
                </a:lnTo>
                <a:lnTo>
                  <a:pt x="175869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2123058" y="5319469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3516629" y="5705855"/>
            <a:ext cx="4227830" cy="114300"/>
          </a:xfrm>
          <a:custGeom>
            <a:avLst/>
            <a:gdLst/>
            <a:ahLst/>
            <a:cxnLst/>
            <a:rect l="l" t="t" r="r" b="b"/>
            <a:pathLst>
              <a:path w="4227830" h="114300">
                <a:moveTo>
                  <a:pt x="4113276" y="0"/>
                </a:moveTo>
                <a:lnTo>
                  <a:pt x="4113276" y="114300"/>
                </a:lnTo>
                <a:lnTo>
                  <a:pt x="4189476" y="76200"/>
                </a:lnTo>
                <a:lnTo>
                  <a:pt x="4132326" y="76200"/>
                </a:lnTo>
                <a:lnTo>
                  <a:pt x="4132326" y="38100"/>
                </a:lnTo>
                <a:lnTo>
                  <a:pt x="4189476" y="38100"/>
                </a:lnTo>
                <a:lnTo>
                  <a:pt x="4113276" y="0"/>
                </a:lnTo>
                <a:close/>
              </a:path>
              <a:path w="4227830" h="114300">
                <a:moveTo>
                  <a:pt x="411327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113276" y="76200"/>
                </a:lnTo>
                <a:lnTo>
                  <a:pt x="4113276" y="38100"/>
                </a:lnTo>
                <a:close/>
              </a:path>
              <a:path w="4227830" h="114300">
                <a:moveTo>
                  <a:pt x="4189476" y="38100"/>
                </a:moveTo>
                <a:lnTo>
                  <a:pt x="4132326" y="38100"/>
                </a:lnTo>
                <a:lnTo>
                  <a:pt x="4132326" y="76200"/>
                </a:lnTo>
                <a:lnTo>
                  <a:pt x="4189476" y="76200"/>
                </a:lnTo>
                <a:lnTo>
                  <a:pt x="4227576" y="57150"/>
                </a:lnTo>
                <a:lnTo>
                  <a:pt x="418947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652068" y="2886532"/>
            <a:ext cx="6454140" cy="23812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4243705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a|b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)*</a:t>
            </a:r>
            <a:endParaRPr sz="28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35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</a:pP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用规则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(2)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消去</a:t>
            </a:r>
            <a:r>
              <a:rPr dirty="0" u="heavy" sz="32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结与</a:t>
            </a:r>
            <a:r>
              <a:rPr dirty="0" u="heavy" sz="320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q</a:t>
            </a:r>
            <a:r>
              <a:rPr dirty="0" u="heavy" baseline="-21164" sz="315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Z</a:t>
            </a:r>
            <a:r>
              <a:rPr dirty="0" u="heavy" sz="32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结</a:t>
            </a:r>
            <a:r>
              <a:rPr dirty="0" u="heavy" sz="3200" spc="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间</a:t>
            </a:r>
            <a:r>
              <a:rPr dirty="0" u="heavy" sz="32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的一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条</a:t>
            </a:r>
            <a:r>
              <a:rPr dirty="0" u="heavy" sz="32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弧</a:t>
            </a:r>
            <a:endParaRPr sz="3200">
              <a:latin typeface="宋体"/>
              <a:cs typeface="宋体"/>
            </a:endParaRPr>
          </a:p>
          <a:p>
            <a:pPr algn="ctr" marR="1303655">
              <a:lnSpc>
                <a:spcPct val="100000"/>
              </a:lnSpc>
              <a:spcBef>
                <a:spcPts val="298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a,b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3075432" y="5287517"/>
            <a:ext cx="407670" cy="305435"/>
          </a:xfrm>
          <a:custGeom>
            <a:avLst/>
            <a:gdLst/>
            <a:ahLst/>
            <a:cxnLst/>
            <a:rect l="l" t="t" r="r" b="b"/>
            <a:pathLst>
              <a:path w="407670" h="305435">
                <a:moveTo>
                  <a:pt x="330436" y="195130"/>
                </a:moveTo>
                <a:lnTo>
                  <a:pt x="294258" y="200786"/>
                </a:lnTo>
                <a:lnTo>
                  <a:pt x="368300" y="304901"/>
                </a:lnTo>
                <a:lnTo>
                  <a:pt x="396947" y="215137"/>
                </a:lnTo>
                <a:lnTo>
                  <a:pt x="335153" y="215137"/>
                </a:lnTo>
                <a:lnTo>
                  <a:pt x="330436" y="195130"/>
                </a:lnTo>
                <a:close/>
              </a:path>
              <a:path w="407670" h="305435">
                <a:moveTo>
                  <a:pt x="192913" y="0"/>
                </a:moveTo>
                <a:lnTo>
                  <a:pt x="153543" y="8000"/>
                </a:lnTo>
                <a:lnTo>
                  <a:pt x="117601" y="28701"/>
                </a:lnTo>
                <a:lnTo>
                  <a:pt x="85217" y="59689"/>
                </a:lnTo>
                <a:lnTo>
                  <a:pt x="57023" y="98551"/>
                </a:lnTo>
                <a:lnTo>
                  <a:pt x="33655" y="143890"/>
                </a:lnTo>
                <a:lnTo>
                  <a:pt x="15620" y="194182"/>
                </a:lnTo>
                <a:lnTo>
                  <a:pt x="4063" y="248157"/>
                </a:lnTo>
                <a:lnTo>
                  <a:pt x="0" y="302526"/>
                </a:lnTo>
                <a:lnTo>
                  <a:pt x="38100" y="304025"/>
                </a:lnTo>
                <a:lnTo>
                  <a:pt x="39116" y="277494"/>
                </a:lnTo>
                <a:lnTo>
                  <a:pt x="41910" y="252221"/>
                </a:lnTo>
                <a:lnTo>
                  <a:pt x="52578" y="203580"/>
                </a:lnTo>
                <a:lnTo>
                  <a:pt x="69087" y="157860"/>
                </a:lnTo>
                <a:lnTo>
                  <a:pt x="90169" y="117220"/>
                </a:lnTo>
                <a:lnTo>
                  <a:pt x="115062" y="83438"/>
                </a:lnTo>
                <a:lnTo>
                  <a:pt x="148336" y="53593"/>
                </a:lnTo>
                <a:lnTo>
                  <a:pt x="188341" y="38226"/>
                </a:lnTo>
                <a:lnTo>
                  <a:pt x="194564" y="38099"/>
                </a:lnTo>
                <a:lnTo>
                  <a:pt x="280852" y="38099"/>
                </a:lnTo>
                <a:lnTo>
                  <a:pt x="277494" y="35051"/>
                </a:lnTo>
                <a:lnTo>
                  <a:pt x="241934" y="11556"/>
                </a:lnTo>
                <a:lnTo>
                  <a:pt x="202819" y="380"/>
                </a:lnTo>
                <a:lnTo>
                  <a:pt x="192913" y="0"/>
                </a:lnTo>
                <a:close/>
              </a:path>
              <a:path w="407670" h="305435">
                <a:moveTo>
                  <a:pt x="368225" y="189221"/>
                </a:moveTo>
                <a:lnTo>
                  <a:pt x="330436" y="195130"/>
                </a:lnTo>
                <a:lnTo>
                  <a:pt x="335153" y="215137"/>
                </a:lnTo>
                <a:lnTo>
                  <a:pt x="372237" y="206501"/>
                </a:lnTo>
                <a:lnTo>
                  <a:pt x="368225" y="189221"/>
                </a:lnTo>
                <a:close/>
              </a:path>
              <a:path w="407670" h="305435">
                <a:moveTo>
                  <a:pt x="407162" y="183133"/>
                </a:moveTo>
                <a:lnTo>
                  <a:pt x="368225" y="189221"/>
                </a:lnTo>
                <a:lnTo>
                  <a:pt x="372237" y="206501"/>
                </a:lnTo>
                <a:lnTo>
                  <a:pt x="335153" y="215137"/>
                </a:lnTo>
                <a:lnTo>
                  <a:pt x="396947" y="215137"/>
                </a:lnTo>
                <a:lnTo>
                  <a:pt x="407162" y="183133"/>
                </a:lnTo>
                <a:close/>
              </a:path>
              <a:path w="407670" h="305435">
                <a:moveTo>
                  <a:pt x="327007" y="180579"/>
                </a:moveTo>
                <a:lnTo>
                  <a:pt x="330436" y="195130"/>
                </a:lnTo>
                <a:lnTo>
                  <a:pt x="368225" y="189221"/>
                </a:lnTo>
                <a:lnTo>
                  <a:pt x="366605" y="182244"/>
                </a:lnTo>
                <a:lnTo>
                  <a:pt x="327659" y="182244"/>
                </a:lnTo>
                <a:lnTo>
                  <a:pt x="327007" y="180579"/>
                </a:lnTo>
                <a:close/>
              </a:path>
              <a:path w="407670" h="305435">
                <a:moveTo>
                  <a:pt x="326770" y="179577"/>
                </a:moveTo>
                <a:lnTo>
                  <a:pt x="327007" y="180579"/>
                </a:lnTo>
                <a:lnTo>
                  <a:pt x="327659" y="182244"/>
                </a:lnTo>
                <a:lnTo>
                  <a:pt x="326770" y="179577"/>
                </a:lnTo>
                <a:close/>
              </a:path>
              <a:path w="407670" h="305435">
                <a:moveTo>
                  <a:pt x="365986" y="179577"/>
                </a:moveTo>
                <a:lnTo>
                  <a:pt x="326770" y="179577"/>
                </a:lnTo>
                <a:lnTo>
                  <a:pt x="327659" y="182244"/>
                </a:lnTo>
                <a:lnTo>
                  <a:pt x="366605" y="182244"/>
                </a:lnTo>
                <a:lnTo>
                  <a:pt x="365986" y="179577"/>
                </a:lnTo>
                <a:close/>
              </a:path>
              <a:path w="407670" h="305435">
                <a:moveTo>
                  <a:pt x="280852" y="38099"/>
                </a:moveTo>
                <a:lnTo>
                  <a:pt x="194564" y="38099"/>
                </a:lnTo>
                <a:lnTo>
                  <a:pt x="201041" y="38480"/>
                </a:lnTo>
                <a:lnTo>
                  <a:pt x="207264" y="39496"/>
                </a:lnTo>
                <a:lnTo>
                  <a:pt x="246760" y="59054"/>
                </a:lnTo>
                <a:lnTo>
                  <a:pt x="286004" y="100964"/>
                </a:lnTo>
                <a:lnTo>
                  <a:pt x="308864" y="138556"/>
                </a:lnTo>
                <a:lnTo>
                  <a:pt x="327007" y="180579"/>
                </a:lnTo>
                <a:lnTo>
                  <a:pt x="326770" y="179577"/>
                </a:lnTo>
                <a:lnTo>
                  <a:pt x="365986" y="179577"/>
                </a:lnTo>
                <a:lnTo>
                  <a:pt x="363981" y="170941"/>
                </a:lnTo>
                <a:lnTo>
                  <a:pt x="363473" y="169163"/>
                </a:lnTo>
                <a:lnTo>
                  <a:pt x="363093" y="168274"/>
                </a:lnTo>
                <a:lnTo>
                  <a:pt x="353314" y="143382"/>
                </a:lnTo>
                <a:lnTo>
                  <a:pt x="329565" y="97916"/>
                </a:lnTo>
                <a:lnTo>
                  <a:pt x="301497" y="59054"/>
                </a:lnTo>
                <a:lnTo>
                  <a:pt x="285750" y="42544"/>
                </a:lnTo>
                <a:lnTo>
                  <a:pt x="280852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96773" y="5693664"/>
            <a:ext cx="628015" cy="114300"/>
          </a:xfrm>
          <a:custGeom>
            <a:avLst/>
            <a:gdLst/>
            <a:ahLst/>
            <a:cxnLst/>
            <a:rect l="l" t="t" r="r" b="b"/>
            <a:pathLst>
              <a:path w="628015" h="114300">
                <a:moveTo>
                  <a:pt x="513588" y="0"/>
                </a:moveTo>
                <a:lnTo>
                  <a:pt x="513588" y="114300"/>
                </a:lnTo>
                <a:lnTo>
                  <a:pt x="589788" y="76200"/>
                </a:lnTo>
                <a:lnTo>
                  <a:pt x="532638" y="76200"/>
                </a:lnTo>
                <a:lnTo>
                  <a:pt x="532638" y="38100"/>
                </a:lnTo>
                <a:lnTo>
                  <a:pt x="589788" y="38100"/>
                </a:lnTo>
                <a:lnTo>
                  <a:pt x="513588" y="0"/>
                </a:lnTo>
                <a:close/>
              </a:path>
              <a:path w="628015" h="114300">
                <a:moveTo>
                  <a:pt x="5135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13588" y="76200"/>
                </a:lnTo>
                <a:lnTo>
                  <a:pt x="513588" y="38100"/>
                </a:lnTo>
                <a:close/>
              </a:path>
              <a:path w="628015" h="114300">
                <a:moveTo>
                  <a:pt x="589788" y="38100"/>
                </a:moveTo>
                <a:lnTo>
                  <a:pt x="532638" y="38100"/>
                </a:lnTo>
                <a:lnTo>
                  <a:pt x="532638" y="76200"/>
                </a:lnTo>
                <a:lnTo>
                  <a:pt x="589788" y="76200"/>
                </a:lnTo>
                <a:lnTo>
                  <a:pt x="627888" y="57150"/>
                </a:lnTo>
                <a:lnTo>
                  <a:pt x="589788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101346" y="2055876"/>
            <a:ext cx="628015" cy="114300"/>
          </a:xfrm>
          <a:custGeom>
            <a:avLst/>
            <a:gdLst/>
            <a:ahLst/>
            <a:cxnLst/>
            <a:rect l="l" t="t" r="r" b="b"/>
            <a:pathLst>
              <a:path w="628015" h="114300">
                <a:moveTo>
                  <a:pt x="513588" y="0"/>
                </a:moveTo>
                <a:lnTo>
                  <a:pt x="513588" y="114300"/>
                </a:lnTo>
                <a:lnTo>
                  <a:pt x="589788" y="76200"/>
                </a:lnTo>
                <a:lnTo>
                  <a:pt x="532638" y="76200"/>
                </a:lnTo>
                <a:lnTo>
                  <a:pt x="532638" y="38100"/>
                </a:lnTo>
                <a:lnTo>
                  <a:pt x="589788" y="38100"/>
                </a:lnTo>
                <a:lnTo>
                  <a:pt x="513588" y="0"/>
                </a:lnTo>
                <a:close/>
              </a:path>
              <a:path w="628015" h="114300">
                <a:moveTo>
                  <a:pt x="5135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13588" y="76200"/>
                </a:lnTo>
                <a:lnTo>
                  <a:pt x="513588" y="38100"/>
                </a:lnTo>
                <a:close/>
              </a:path>
              <a:path w="628015" h="114300">
                <a:moveTo>
                  <a:pt x="589788" y="38100"/>
                </a:moveTo>
                <a:lnTo>
                  <a:pt x="532638" y="38100"/>
                </a:lnTo>
                <a:lnTo>
                  <a:pt x="532638" y="76200"/>
                </a:lnTo>
                <a:lnTo>
                  <a:pt x="589788" y="76200"/>
                </a:lnTo>
                <a:lnTo>
                  <a:pt x="627888" y="57150"/>
                </a:lnTo>
                <a:lnTo>
                  <a:pt x="589788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1494" y="29082"/>
            <a:ext cx="248411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38621" y="101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20574"/>
            <a:ext cx="9144000" cy="4343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20574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8739" y="46100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15283" y="46100"/>
            <a:ext cx="226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9578" y="46100"/>
            <a:ext cx="1993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71494" y="181482"/>
            <a:ext cx="248411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238621" y="1625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266191" y="4163009"/>
            <a:ext cx="27590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用规则</a:t>
            </a:r>
            <a:r>
              <a:rPr dirty="0" u="heavy" sz="28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(3)</a:t>
            </a:r>
            <a:r>
              <a:rPr dirty="0" u="heavy" sz="2800" spc="-1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消去</a:t>
            </a: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0</a:t>
            </a:r>
            <a:r>
              <a:rPr dirty="0" u="heavy" sz="2800" spc="-1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结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6487667" y="4829555"/>
            <a:ext cx="539750" cy="693420"/>
          </a:xfrm>
          <a:custGeom>
            <a:avLst/>
            <a:gdLst/>
            <a:ahLst/>
            <a:cxnLst/>
            <a:rect l="l" t="t" r="r" b="b"/>
            <a:pathLst>
              <a:path w="539750" h="693420">
                <a:moveTo>
                  <a:pt x="462407" y="231140"/>
                </a:moveTo>
                <a:lnTo>
                  <a:pt x="308229" y="231140"/>
                </a:lnTo>
                <a:lnTo>
                  <a:pt x="308229" y="462280"/>
                </a:lnTo>
                <a:lnTo>
                  <a:pt x="0" y="462280"/>
                </a:lnTo>
                <a:lnTo>
                  <a:pt x="0" y="693420"/>
                </a:lnTo>
                <a:lnTo>
                  <a:pt x="462407" y="693420"/>
                </a:lnTo>
                <a:lnTo>
                  <a:pt x="462407" y="231140"/>
                </a:lnTo>
                <a:close/>
              </a:path>
              <a:path w="539750" h="693420">
                <a:moveTo>
                  <a:pt x="385317" y="0"/>
                </a:moveTo>
                <a:lnTo>
                  <a:pt x="231266" y="231140"/>
                </a:lnTo>
                <a:lnTo>
                  <a:pt x="539496" y="231140"/>
                </a:lnTo>
                <a:lnTo>
                  <a:pt x="385317" y="0"/>
                </a:lnTo>
                <a:close/>
              </a:path>
            </a:pathLst>
          </a:custGeom>
          <a:solidFill>
            <a:srgbClr val="EAEAEA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448044" y="4306823"/>
            <a:ext cx="875030" cy="579120"/>
          </a:xfrm>
          <a:prstGeom prst="rect">
            <a:avLst/>
          </a:prstGeom>
          <a:solidFill>
            <a:srgbClr val="EAEAEA"/>
          </a:solidFill>
        </p:spPr>
        <p:txBody>
          <a:bodyPr wrap="square" lIns="0" tIns="33655" rIns="0" bIns="0" rtlCol="0" vert="horz">
            <a:spAutoFit/>
          </a:bodyPr>
          <a:lstStyle/>
          <a:p>
            <a:pPr algn="ctr" marL="1270">
              <a:lnSpc>
                <a:spcPct val="100000"/>
              </a:lnSpc>
              <a:spcBef>
                <a:spcPts val="265"/>
              </a:spcBef>
            </a:pPr>
            <a:r>
              <a:rPr dirty="0" sz="3200" b="1" i="1">
                <a:latin typeface="Times New Roman"/>
                <a:cs typeface="Times New Roman"/>
              </a:rPr>
              <a:t>V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858506" y="1070610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19">
                <a:moveTo>
                  <a:pt x="0" y="257555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5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5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930642" y="1084579"/>
            <a:ext cx="3530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7744206" y="976122"/>
            <a:ext cx="710565" cy="704215"/>
          </a:xfrm>
          <a:custGeom>
            <a:avLst/>
            <a:gdLst/>
            <a:ahLst/>
            <a:cxnLst/>
            <a:rect l="l" t="t" r="r" b="b"/>
            <a:pathLst>
              <a:path w="710565" h="704214">
                <a:moveTo>
                  <a:pt x="0" y="352043"/>
                </a:moveTo>
                <a:lnTo>
                  <a:pt x="3242" y="304271"/>
                </a:lnTo>
                <a:lnTo>
                  <a:pt x="12685" y="258453"/>
                </a:lnTo>
                <a:lnTo>
                  <a:pt x="27908" y="215009"/>
                </a:lnTo>
                <a:lnTo>
                  <a:pt x="48485" y="174356"/>
                </a:lnTo>
                <a:lnTo>
                  <a:pt x="73995" y="136916"/>
                </a:lnTo>
                <a:lnTo>
                  <a:pt x="104013" y="103108"/>
                </a:lnTo>
                <a:lnTo>
                  <a:pt x="138116" y="73350"/>
                </a:lnTo>
                <a:lnTo>
                  <a:pt x="175880" y="48062"/>
                </a:lnTo>
                <a:lnTo>
                  <a:pt x="216884" y="27664"/>
                </a:lnTo>
                <a:lnTo>
                  <a:pt x="260702" y="12574"/>
                </a:lnTo>
                <a:lnTo>
                  <a:pt x="306913" y="3213"/>
                </a:lnTo>
                <a:lnTo>
                  <a:pt x="355092" y="0"/>
                </a:lnTo>
                <a:lnTo>
                  <a:pt x="403270" y="3213"/>
                </a:lnTo>
                <a:lnTo>
                  <a:pt x="449481" y="12574"/>
                </a:lnTo>
                <a:lnTo>
                  <a:pt x="493299" y="27664"/>
                </a:lnTo>
                <a:lnTo>
                  <a:pt x="534303" y="48062"/>
                </a:lnTo>
                <a:lnTo>
                  <a:pt x="572067" y="73350"/>
                </a:lnTo>
                <a:lnTo>
                  <a:pt x="606171" y="103108"/>
                </a:lnTo>
                <a:lnTo>
                  <a:pt x="636188" y="136916"/>
                </a:lnTo>
                <a:lnTo>
                  <a:pt x="661698" y="174356"/>
                </a:lnTo>
                <a:lnTo>
                  <a:pt x="682275" y="215009"/>
                </a:lnTo>
                <a:lnTo>
                  <a:pt x="697498" y="258453"/>
                </a:lnTo>
                <a:lnTo>
                  <a:pt x="706941" y="304271"/>
                </a:lnTo>
                <a:lnTo>
                  <a:pt x="710184" y="352043"/>
                </a:lnTo>
                <a:lnTo>
                  <a:pt x="706941" y="399816"/>
                </a:lnTo>
                <a:lnTo>
                  <a:pt x="697498" y="445634"/>
                </a:lnTo>
                <a:lnTo>
                  <a:pt x="682275" y="489078"/>
                </a:lnTo>
                <a:lnTo>
                  <a:pt x="661698" y="529731"/>
                </a:lnTo>
                <a:lnTo>
                  <a:pt x="636188" y="567171"/>
                </a:lnTo>
                <a:lnTo>
                  <a:pt x="606171" y="600979"/>
                </a:lnTo>
                <a:lnTo>
                  <a:pt x="572067" y="630737"/>
                </a:lnTo>
                <a:lnTo>
                  <a:pt x="534303" y="656025"/>
                </a:lnTo>
                <a:lnTo>
                  <a:pt x="493299" y="676423"/>
                </a:lnTo>
                <a:lnTo>
                  <a:pt x="449481" y="691513"/>
                </a:lnTo>
                <a:lnTo>
                  <a:pt x="403270" y="700874"/>
                </a:lnTo>
                <a:lnTo>
                  <a:pt x="355092" y="704088"/>
                </a:lnTo>
                <a:lnTo>
                  <a:pt x="306913" y="700874"/>
                </a:lnTo>
                <a:lnTo>
                  <a:pt x="260702" y="691513"/>
                </a:lnTo>
                <a:lnTo>
                  <a:pt x="216884" y="676423"/>
                </a:lnTo>
                <a:lnTo>
                  <a:pt x="175880" y="656025"/>
                </a:lnTo>
                <a:lnTo>
                  <a:pt x="138116" y="630737"/>
                </a:lnTo>
                <a:lnTo>
                  <a:pt x="104013" y="600979"/>
                </a:lnTo>
                <a:lnTo>
                  <a:pt x="73995" y="567171"/>
                </a:lnTo>
                <a:lnTo>
                  <a:pt x="48485" y="529731"/>
                </a:lnTo>
                <a:lnTo>
                  <a:pt x="27908" y="489078"/>
                </a:lnTo>
                <a:lnTo>
                  <a:pt x="12685" y="445634"/>
                </a:lnTo>
                <a:lnTo>
                  <a:pt x="3242" y="399816"/>
                </a:lnTo>
                <a:lnTo>
                  <a:pt x="0" y="352043"/>
                </a:lnTo>
                <a:close/>
              </a:path>
            </a:pathLst>
          </a:custGeom>
          <a:ln w="38099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729233" y="1194053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19">
                <a:moveTo>
                  <a:pt x="0" y="257556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6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806195" y="1245234"/>
            <a:ext cx="3416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332223" y="954786"/>
            <a:ext cx="251142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a|b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)*|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a|b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021329" y="1213866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247649" y="0"/>
                </a:moveTo>
                <a:lnTo>
                  <a:pt x="203133" y="4136"/>
                </a:lnTo>
                <a:lnTo>
                  <a:pt x="161234" y="16061"/>
                </a:lnTo>
                <a:lnTo>
                  <a:pt x="122653" y="35052"/>
                </a:lnTo>
                <a:lnTo>
                  <a:pt x="88089" y="60383"/>
                </a:lnTo>
                <a:lnTo>
                  <a:pt x="58242" y="91330"/>
                </a:lnTo>
                <a:lnTo>
                  <a:pt x="33810" y="127169"/>
                </a:lnTo>
                <a:lnTo>
                  <a:pt x="15492" y="167175"/>
                </a:lnTo>
                <a:lnTo>
                  <a:pt x="3989" y="210625"/>
                </a:lnTo>
                <a:lnTo>
                  <a:pt x="0" y="256794"/>
                </a:lnTo>
                <a:lnTo>
                  <a:pt x="3989" y="302962"/>
                </a:lnTo>
                <a:lnTo>
                  <a:pt x="15492" y="346412"/>
                </a:lnTo>
                <a:lnTo>
                  <a:pt x="33810" y="386418"/>
                </a:lnTo>
                <a:lnTo>
                  <a:pt x="58242" y="422257"/>
                </a:lnTo>
                <a:lnTo>
                  <a:pt x="88089" y="453204"/>
                </a:lnTo>
                <a:lnTo>
                  <a:pt x="122653" y="478536"/>
                </a:lnTo>
                <a:lnTo>
                  <a:pt x="161234" y="497526"/>
                </a:lnTo>
                <a:lnTo>
                  <a:pt x="203133" y="509451"/>
                </a:lnTo>
                <a:lnTo>
                  <a:pt x="247649" y="513588"/>
                </a:lnTo>
                <a:lnTo>
                  <a:pt x="292166" y="509451"/>
                </a:lnTo>
                <a:lnTo>
                  <a:pt x="334065" y="497526"/>
                </a:lnTo>
                <a:lnTo>
                  <a:pt x="372646" y="478536"/>
                </a:lnTo>
                <a:lnTo>
                  <a:pt x="407210" y="453204"/>
                </a:lnTo>
                <a:lnTo>
                  <a:pt x="437057" y="422257"/>
                </a:lnTo>
                <a:lnTo>
                  <a:pt x="461489" y="386418"/>
                </a:lnTo>
                <a:lnTo>
                  <a:pt x="479807" y="346412"/>
                </a:lnTo>
                <a:lnTo>
                  <a:pt x="491310" y="302962"/>
                </a:lnTo>
                <a:lnTo>
                  <a:pt x="495299" y="256794"/>
                </a:lnTo>
                <a:lnTo>
                  <a:pt x="491310" y="210625"/>
                </a:lnTo>
                <a:lnTo>
                  <a:pt x="479807" y="167175"/>
                </a:lnTo>
                <a:lnTo>
                  <a:pt x="461489" y="127169"/>
                </a:lnTo>
                <a:lnTo>
                  <a:pt x="437057" y="91330"/>
                </a:lnTo>
                <a:lnTo>
                  <a:pt x="407210" y="60383"/>
                </a:lnTo>
                <a:lnTo>
                  <a:pt x="372646" y="35052"/>
                </a:lnTo>
                <a:lnTo>
                  <a:pt x="334065" y="16061"/>
                </a:lnTo>
                <a:lnTo>
                  <a:pt x="292166" y="4136"/>
                </a:lnTo>
                <a:lnTo>
                  <a:pt x="247649" y="0"/>
                </a:lnTo>
                <a:close/>
              </a:path>
            </a:pathLst>
          </a:custGeom>
          <a:solidFill>
            <a:srgbClr val="00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3021329" y="1213866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4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49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2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299" y="256794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49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5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4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3166998" y="123215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1224533" y="1385316"/>
            <a:ext cx="1797050" cy="114300"/>
          </a:xfrm>
          <a:custGeom>
            <a:avLst/>
            <a:gdLst/>
            <a:ahLst/>
            <a:cxnLst/>
            <a:rect l="l" t="t" r="r" b="b"/>
            <a:pathLst>
              <a:path w="1797050" h="114300">
                <a:moveTo>
                  <a:pt x="1682496" y="0"/>
                </a:moveTo>
                <a:lnTo>
                  <a:pt x="1682496" y="114300"/>
                </a:lnTo>
                <a:lnTo>
                  <a:pt x="1758696" y="76200"/>
                </a:lnTo>
                <a:lnTo>
                  <a:pt x="1701546" y="76200"/>
                </a:lnTo>
                <a:lnTo>
                  <a:pt x="1701546" y="38100"/>
                </a:lnTo>
                <a:lnTo>
                  <a:pt x="1758696" y="38100"/>
                </a:lnTo>
                <a:lnTo>
                  <a:pt x="1682496" y="0"/>
                </a:lnTo>
                <a:close/>
              </a:path>
              <a:path w="1797050" h="114300">
                <a:moveTo>
                  <a:pt x="168249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682496" y="76200"/>
                </a:lnTo>
                <a:lnTo>
                  <a:pt x="1682496" y="38100"/>
                </a:lnTo>
                <a:close/>
              </a:path>
              <a:path w="1797050" h="114300">
                <a:moveTo>
                  <a:pt x="1758696" y="38100"/>
                </a:moveTo>
                <a:lnTo>
                  <a:pt x="1701546" y="38100"/>
                </a:lnTo>
                <a:lnTo>
                  <a:pt x="1701546" y="76200"/>
                </a:lnTo>
                <a:lnTo>
                  <a:pt x="1758696" y="76200"/>
                </a:lnTo>
                <a:lnTo>
                  <a:pt x="1796796" y="57150"/>
                </a:lnTo>
                <a:lnTo>
                  <a:pt x="175869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123058" y="996728"/>
            <a:ext cx="18161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3516629" y="1385316"/>
            <a:ext cx="4227830" cy="114300"/>
          </a:xfrm>
          <a:custGeom>
            <a:avLst/>
            <a:gdLst/>
            <a:ahLst/>
            <a:cxnLst/>
            <a:rect l="l" t="t" r="r" b="b"/>
            <a:pathLst>
              <a:path w="4227830" h="114300">
                <a:moveTo>
                  <a:pt x="4113276" y="0"/>
                </a:moveTo>
                <a:lnTo>
                  <a:pt x="4113276" y="114300"/>
                </a:lnTo>
                <a:lnTo>
                  <a:pt x="4189476" y="76200"/>
                </a:lnTo>
                <a:lnTo>
                  <a:pt x="4132326" y="76200"/>
                </a:lnTo>
                <a:lnTo>
                  <a:pt x="4132326" y="38100"/>
                </a:lnTo>
                <a:lnTo>
                  <a:pt x="4189476" y="38100"/>
                </a:lnTo>
                <a:lnTo>
                  <a:pt x="4113276" y="0"/>
                </a:lnTo>
                <a:close/>
              </a:path>
              <a:path w="4227830" h="114300">
                <a:moveTo>
                  <a:pt x="411327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113276" y="76200"/>
                </a:lnTo>
                <a:lnTo>
                  <a:pt x="4113276" y="38100"/>
                </a:lnTo>
                <a:close/>
              </a:path>
              <a:path w="4227830" h="114300">
                <a:moveTo>
                  <a:pt x="4189476" y="38100"/>
                </a:moveTo>
                <a:lnTo>
                  <a:pt x="4132326" y="38100"/>
                </a:lnTo>
                <a:lnTo>
                  <a:pt x="4132326" y="76200"/>
                </a:lnTo>
                <a:lnTo>
                  <a:pt x="4189476" y="76200"/>
                </a:lnTo>
                <a:lnTo>
                  <a:pt x="4227576" y="57150"/>
                </a:lnTo>
                <a:lnTo>
                  <a:pt x="418947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2988310" y="494156"/>
            <a:ext cx="4699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075432" y="966977"/>
            <a:ext cx="407670" cy="305435"/>
          </a:xfrm>
          <a:custGeom>
            <a:avLst/>
            <a:gdLst/>
            <a:ahLst/>
            <a:cxnLst/>
            <a:rect l="l" t="t" r="r" b="b"/>
            <a:pathLst>
              <a:path w="407670" h="305434">
                <a:moveTo>
                  <a:pt x="330436" y="195130"/>
                </a:moveTo>
                <a:lnTo>
                  <a:pt x="294258" y="200787"/>
                </a:lnTo>
                <a:lnTo>
                  <a:pt x="368300" y="304926"/>
                </a:lnTo>
                <a:lnTo>
                  <a:pt x="396950" y="215137"/>
                </a:lnTo>
                <a:lnTo>
                  <a:pt x="335153" y="215137"/>
                </a:lnTo>
                <a:lnTo>
                  <a:pt x="330436" y="195130"/>
                </a:lnTo>
                <a:close/>
              </a:path>
              <a:path w="407670" h="305434">
                <a:moveTo>
                  <a:pt x="192913" y="0"/>
                </a:moveTo>
                <a:lnTo>
                  <a:pt x="153543" y="8000"/>
                </a:lnTo>
                <a:lnTo>
                  <a:pt x="117601" y="28701"/>
                </a:lnTo>
                <a:lnTo>
                  <a:pt x="85217" y="59689"/>
                </a:lnTo>
                <a:lnTo>
                  <a:pt x="57023" y="98551"/>
                </a:lnTo>
                <a:lnTo>
                  <a:pt x="33655" y="143891"/>
                </a:lnTo>
                <a:lnTo>
                  <a:pt x="15620" y="194183"/>
                </a:lnTo>
                <a:lnTo>
                  <a:pt x="4063" y="248158"/>
                </a:lnTo>
                <a:lnTo>
                  <a:pt x="0" y="302513"/>
                </a:lnTo>
                <a:lnTo>
                  <a:pt x="38100" y="304038"/>
                </a:lnTo>
                <a:lnTo>
                  <a:pt x="39116" y="277495"/>
                </a:lnTo>
                <a:lnTo>
                  <a:pt x="41910" y="252222"/>
                </a:lnTo>
                <a:lnTo>
                  <a:pt x="52578" y="203581"/>
                </a:lnTo>
                <a:lnTo>
                  <a:pt x="69087" y="157861"/>
                </a:lnTo>
                <a:lnTo>
                  <a:pt x="90169" y="117221"/>
                </a:lnTo>
                <a:lnTo>
                  <a:pt x="115062" y="83438"/>
                </a:lnTo>
                <a:lnTo>
                  <a:pt x="148336" y="53594"/>
                </a:lnTo>
                <a:lnTo>
                  <a:pt x="188341" y="38226"/>
                </a:lnTo>
                <a:lnTo>
                  <a:pt x="194564" y="38100"/>
                </a:lnTo>
                <a:lnTo>
                  <a:pt x="280852" y="38100"/>
                </a:lnTo>
                <a:lnTo>
                  <a:pt x="277494" y="35051"/>
                </a:lnTo>
                <a:lnTo>
                  <a:pt x="241934" y="11557"/>
                </a:lnTo>
                <a:lnTo>
                  <a:pt x="202819" y="381"/>
                </a:lnTo>
                <a:lnTo>
                  <a:pt x="192913" y="0"/>
                </a:lnTo>
                <a:close/>
              </a:path>
              <a:path w="407670" h="305434">
                <a:moveTo>
                  <a:pt x="368225" y="189221"/>
                </a:moveTo>
                <a:lnTo>
                  <a:pt x="330436" y="195130"/>
                </a:lnTo>
                <a:lnTo>
                  <a:pt x="335153" y="215137"/>
                </a:lnTo>
                <a:lnTo>
                  <a:pt x="372237" y="206501"/>
                </a:lnTo>
                <a:lnTo>
                  <a:pt x="368225" y="189221"/>
                </a:lnTo>
                <a:close/>
              </a:path>
              <a:path w="407670" h="305434">
                <a:moveTo>
                  <a:pt x="407162" y="183134"/>
                </a:moveTo>
                <a:lnTo>
                  <a:pt x="368225" y="189221"/>
                </a:lnTo>
                <a:lnTo>
                  <a:pt x="372237" y="206501"/>
                </a:lnTo>
                <a:lnTo>
                  <a:pt x="335153" y="215137"/>
                </a:lnTo>
                <a:lnTo>
                  <a:pt x="396950" y="215137"/>
                </a:lnTo>
                <a:lnTo>
                  <a:pt x="407162" y="183134"/>
                </a:lnTo>
                <a:close/>
              </a:path>
              <a:path w="407670" h="305434">
                <a:moveTo>
                  <a:pt x="327007" y="180579"/>
                </a:moveTo>
                <a:lnTo>
                  <a:pt x="330436" y="195130"/>
                </a:lnTo>
                <a:lnTo>
                  <a:pt x="368225" y="189221"/>
                </a:lnTo>
                <a:lnTo>
                  <a:pt x="366605" y="182245"/>
                </a:lnTo>
                <a:lnTo>
                  <a:pt x="327659" y="182245"/>
                </a:lnTo>
                <a:lnTo>
                  <a:pt x="327007" y="180579"/>
                </a:lnTo>
                <a:close/>
              </a:path>
              <a:path w="407670" h="305434">
                <a:moveTo>
                  <a:pt x="326770" y="179577"/>
                </a:moveTo>
                <a:lnTo>
                  <a:pt x="327007" y="180579"/>
                </a:lnTo>
                <a:lnTo>
                  <a:pt x="327659" y="182245"/>
                </a:lnTo>
                <a:lnTo>
                  <a:pt x="326770" y="179577"/>
                </a:lnTo>
                <a:close/>
              </a:path>
              <a:path w="407670" h="305434">
                <a:moveTo>
                  <a:pt x="365986" y="179577"/>
                </a:moveTo>
                <a:lnTo>
                  <a:pt x="326770" y="179577"/>
                </a:lnTo>
                <a:lnTo>
                  <a:pt x="327659" y="182245"/>
                </a:lnTo>
                <a:lnTo>
                  <a:pt x="366605" y="182245"/>
                </a:lnTo>
                <a:lnTo>
                  <a:pt x="365986" y="179577"/>
                </a:lnTo>
                <a:close/>
              </a:path>
              <a:path w="407670" h="305434">
                <a:moveTo>
                  <a:pt x="280852" y="38100"/>
                </a:moveTo>
                <a:lnTo>
                  <a:pt x="194564" y="38100"/>
                </a:lnTo>
                <a:lnTo>
                  <a:pt x="201041" y="38481"/>
                </a:lnTo>
                <a:lnTo>
                  <a:pt x="207264" y="39497"/>
                </a:lnTo>
                <a:lnTo>
                  <a:pt x="246760" y="59055"/>
                </a:lnTo>
                <a:lnTo>
                  <a:pt x="286004" y="100964"/>
                </a:lnTo>
                <a:lnTo>
                  <a:pt x="308864" y="138557"/>
                </a:lnTo>
                <a:lnTo>
                  <a:pt x="327007" y="180579"/>
                </a:lnTo>
                <a:lnTo>
                  <a:pt x="326770" y="179577"/>
                </a:lnTo>
                <a:lnTo>
                  <a:pt x="365986" y="179577"/>
                </a:lnTo>
                <a:lnTo>
                  <a:pt x="363981" y="170942"/>
                </a:lnTo>
                <a:lnTo>
                  <a:pt x="363473" y="169163"/>
                </a:lnTo>
                <a:lnTo>
                  <a:pt x="363093" y="168275"/>
                </a:lnTo>
                <a:lnTo>
                  <a:pt x="353314" y="143383"/>
                </a:lnTo>
                <a:lnTo>
                  <a:pt x="329565" y="97917"/>
                </a:lnTo>
                <a:lnTo>
                  <a:pt x="301497" y="59055"/>
                </a:lnTo>
                <a:lnTo>
                  <a:pt x="285750" y="42545"/>
                </a:lnTo>
                <a:lnTo>
                  <a:pt x="28085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7477506" y="5663946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0" y="257555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5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1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5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7549642" y="5679135"/>
            <a:ext cx="3530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363206" y="5569458"/>
            <a:ext cx="710565" cy="706120"/>
          </a:xfrm>
          <a:custGeom>
            <a:avLst/>
            <a:gdLst/>
            <a:ahLst/>
            <a:cxnLst/>
            <a:rect l="l" t="t" r="r" b="b"/>
            <a:pathLst>
              <a:path w="710565" h="706120">
                <a:moveTo>
                  <a:pt x="0" y="352805"/>
                </a:moveTo>
                <a:lnTo>
                  <a:pt x="3242" y="304933"/>
                </a:lnTo>
                <a:lnTo>
                  <a:pt x="12685" y="259018"/>
                </a:lnTo>
                <a:lnTo>
                  <a:pt x="27908" y="215480"/>
                </a:lnTo>
                <a:lnTo>
                  <a:pt x="48485" y="174740"/>
                </a:lnTo>
                <a:lnTo>
                  <a:pt x="73995" y="137219"/>
                </a:lnTo>
                <a:lnTo>
                  <a:pt x="104013" y="103336"/>
                </a:lnTo>
                <a:lnTo>
                  <a:pt x="138116" y="73513"/>
                </a:lnTo>
                <a:lnTo>
                  <a:pt x="175880" y="48169"/>
                </a:lnTo>
                <a:lnTo>
                  <a:pt x="216884" y="27726"/>
                </a:lnTo>
                <a:lnTo>
                  <a:pt x="260702" y="12602"/>
                </a:lnTo>
                <a:lnTo>
                  <a:pt x="306913" y="3220"/>
                </a:lnTo>
                <a:lnTo>
                  <a:pt x="355092" y="0"/>
                </a:lnTo>
                <a:lnTo>
                  <a:pt x="403270" y="3220"/>
                </a:lnTo>
                <a:lnTo>
                  <a:pt x="449481" y="12602"/>
                </a:lnTo>
                <a:lnTo>
                  <a:pt x="493299" y="27726"/>
                </a:lnTo>
                <a:lnTo>
                  <a:pt x="534303" y="48169"/>
                </a:lnTo>
                <a:lnTo>
                  <a:pt x="572067" y="73513"/>
                </a:lnTo>
                <a:lnTo>
                  <a:pt x="606171" y="103336"/>
                </a:lnTo>
                <a:lnTo>
                  <a:pt x="636188" y="137219"/>
                </a:lnTo>
                <a:lnTo>
                  <a:pt x="661698" y="174740"/>
                </a:lnTo>
                <a:lnTo>
                  <a:pt x="682275" y="215480"/>
                </a:lnTo>
                <a:lnTo>
                  <a:pt x="697498" y="259018"/>
                </a:lnTo>
                <a:lnTo>
                  <a:pt x="706941" y="304933"/>
                </a:lnTo>
                <a:lnTo>
                  <a:pt x="710184" y="352805"/>
                </a:lnTo>
                <a:lnTo>
                  <a:pt x="706941" y="400678"/>
                </a:lnTo>
                <a:lnTo>
                  <a:pt x="697498" y="446593"/>
                </a:lnTo>
                <a:lnTo>
                  <a:pt x="682275" y="490131"/>
                </a:lnTo>
                <a:lnTo>
                  <a:pt x="661698" y="530871"/>
                </a:lnTo>
                <a:lnTo>
                  <a:pt x="636188" y="568392"/>
                </a:lnTo>
                <a:lnTo>
                  <a:pt x="606171" y="602275"/>
                </a:lnTo>
                <a:lnTo>
                  <a:pt x="572067" y="632098"/>
                </a:lnTo>
                <a:lnTo>
                  <a:pt x="534303" y="657442"/>
                </a:lnTo>
                <a:lnTo>
                  <a:pt x="493299" y="677885"/>
                </a:lnTo>
                <a:lnTo>
                  <a:pt x="449481" y="693009"/>
                </a:lnTo>
                <a:lnTo>
                  <a:pt x="403270" y="702391"/>
                </a:lnTo>
                <a:lnTo>
                  <a:pt x="355092" y="705611"/>
                </a:lnTo>
                <a:lnTo>
                  <a:pt x="306913" y="702391"/>
                </a:lnTo>
                <a:lnTo>
                  <a:pt x="260702" y="693009"/>
                </a:lnTo>
                <a:lnTo>
                  <a:pt x="216884" y="677885"/>
                </a:lnTo>
                <a:lnTo>
                  <a:pt x="175880" y="657442"/>
                </a:lnTo>
                <a:lnTo>
                  <a:pt x="138116" y="632098"/>
                </a:lnTo>
                <a:lnTo>
                  <a:pt x="104013" y="602275"/>
                </a:lnTo>
                <a:lnTo>
                  <a:pt x="73995" y="568392"/>
                </a:lnTo>
                <a:lnTo>
                  <a:pt x="48485" y="530871"/>
                </a:lnTo>
                <a:lnTo>
                  <a:pt x="27908" y="490131"/>
                </a:lnTo>
                <a:lnTo>
                  <a:pt x="12685" y="446593"/>
                </a:lnTo>
                <a:lnTo>
                  <a:pt x="3242" y="400678"/>
                </a:lnTo>
                <a:lnTo>
                  <a:pt x="0" y="352805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1244346" y="5759958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0" y="257555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299" y="257555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1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5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1320672" y="5811113"/>
            <a:ext cx="34163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029711" y="5119115"/>
            <a:ext cx="3458210" cy="1365885"/>
          </a:xfrm>
          <a:prstGeom prst="rect">
            <a:avLst/>
          </a:prstGeom>
          <a:ln w="57149">
            <a:solidFill>
              <a:srgbClr val="FF99FF"/>
            </a:solidFill>
          </a:ln>
        </p:spPr>
        <p:txBody>
          <a:bodyPr wrap="square" lIns="0" tIns="3810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30"/>
              </a:spcBef>
            </a:pPr>
            <a:endParaRPr sz="2800">
              <a:latin typeface="Times New Roman"/>
              <a:cs typeface="Times New Roman"/>
            </a:endParaRPr>
          </a:p>
          <a:p>
            <a:pPr marL="283210">
              <a:lnSpc>
                <a:spcPct val="100000"/>
              </a:lnSpc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a|b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)*(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bb|aa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a|b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739645" y="5931408"/>
            <a:ext cx="5623560" cy="114300"/>
          </a:xfrm>
          <a:custGeom>
            <a:avLst/>
            <a:gdLst/>
            <a:ahLst/>
            <a:cxnLst/>
            <a:rect l="l" t="t" r="r" b="b"/>
            <a:pathLst>
              <a:path w="5623559" h="114300">
                <a:moveTo>
                  <a:pt x="5509259" y="0"/>
                </a:moveTo>
                <a:lnTo>
                  <a:pt x="5509259" y="114299"/>
                </a:lnTo>
                <a:lnTo>
                  <a:pt x="5585459" y="76199"/>
                </a:lnTo>
                <a:lnTo>
                  <a:pt x="5528309" y="76199"/>
                </a:lnTo>
                <a:lnTo>
                  <a:pt x="5528309" y="38099"/>
                </a:lnTo>
                <a:lnTo>
                  <a:pt x="5585459" y="38099"/>
                </a:lnTo>
                <a:lnTo>
                  <a:pt x="5509259" y="0"/>
                </a:lnTo>
                <a:close/>
              </a:path>
              <a:path w="5623559" h="114300">
                <a:moveTo>
                  <a:pt x="5509259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5509259" y="76199"/>
                </a:lnTo>
                <a:lnTo>
                  <a:pt x="5509259" y="38099"/>
                </a:lnTo>
                <a:close/>
              </a:path>
              <a:path w="5623559" h="114300">
                <a:moveTo>
                  <a:pt x="5585459" y="38099"/>
                </a:moveTo>
                <a:lnTo>
                  <a:pt x="5528309" y="38099"/>
                </a:lnTo>
                <a:lnTo>
                  <a:pt x="5528309" y="76199"/>
                </a:lnTo>
                <a:lnTo>
                  <a:pt x="5585459" y="76199"/>
                </a:lnTo>
                <a:lnTo>
                  <a:pt x="5623559" y="57149"/>
                </a:lnTo>
                <a:lnTo>
                  <a:pt x="5585459" y="38099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596645" y="5919215"/>
            <a:ext cx="628015" cy="114300"/>
          </a:xfrm>
          <a:custGeom>
            <a:avLst/>
            <a:gdLst/>
            <a:ahLst/>
            <a:cxnLst/>
            <a:rect l="l" t="t" r="r" b="b"/>
            <a:pathLst>
              <a:path w="628015" h="114300">
                <a:moveTo>
                  <a:pt x="513588" y="0"/>
                </a:moveTo>
                <a:lnTo>
                  <a:pt x="513588" y="114300"/>
                </a:lnTo>
                <a:lnTo>
                  <a:pt x="589788" y="76200"/>
                </a:lnTo>
                <a:lnTo>
                  <a:pt x="532638" y="76200"/>
                </a:lnTo>
                <a:lnTo>
                  <a:pt x="532638" y="38100"/>
                </a:lnTo>
                <a:lnTo>
                  <a:pt x="589788" y="38100"/>
                </a:lnTo>
                <a:lnTo>
                  <a:pt x="513588" y="0"/>
                </a:lnTo>
                <a:close/>
              </a:path>
              <a:path w="628015" h="114300">
                <a:moveTo>
                  <a:pt x="5135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13588" y="76200"/>
                </a:lnTo>
                <a:lnTo>
                  <a:pt x="513588" y="38100"/>
                </a:lnTo>
                <a:close/>
              </a:path>
              <a:path w="628015" h="114300">
                <a:moveTo>
                  <a:pt x="589788" y="38100"/>
                </a:moveTo>
                <a:lnTo>
                  <a:pt x="532638" y="38100"/>
                </a:lnTo>
                <a:lnTo>
                  <a:pt x="532638" y="76200"/>
                </a:lnTo>
                <a:lnTo>
                  <a:pt x="589788" y="76200"/>
                </a:lnTo>
                <a:lnTo>
                  <a:pt x="627888" y="57150"/>
                </a:lnTo>
                <a:lnTo>
                  <a:pt x="589788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101346" y="1385316"/>
            <a:ext cx="628015" cy="114300"/>
          </a:xfrm>
          <a:custGeom>
            <a:avLst/>
            <a:gdLst/>
            <a:ahLst/>
            <a:cxnLst/>
            <a:rect l="l" t="t" r="r" b="b"/>
            <a:pathLst>
              <a:path w="628015" h="114300">
                <a:moveTo>
                  <a:pt x="513588" y="0"/>
                </a:moveTo>
                <a:lnTo>
                  <a:pt x="513588" y="114300"/>
                </a:lnTo>
                <a:lnTo>
                  <a:pt x="589788" y="76200"/>
                </a:lnTo>
                <a:lnTo>
                  <a:pt x="532638" y="76200"/>
                </a:lnTo>
                <a:lnTo>
                  <a:pt x="532638" y="38100"/>
                </a:lnTo>
                <a:lnTo>
                  <a:pt x="589788" y="38100"/>
                </a:lnTo>
                <a:lnTo>
                  <a:pt x="513588" y="0"/>
                </a:lnTo>
                <a:close/>
              </a:path>
              <a:path w="628015" h="114300">
                <a:moveTo>
                  <a:pt x="5135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13588" y="76200"/>
                </a:lnTo>
                <a:lnTo>
                  <a:pt x="513588" y="38100"/>
                </a:lnTo>
                <a:close/>
              </a:path>
              <a:path w="628015" h="114300">
                <a:moveTo>
                  <a:pt x="589788" y="38100"/>
                </a:moveTo>
                <a:lnTo>
                  <a:pt x="532638" y="38100"/>
                </a:lnTo>
                <a:lnTo>
                  <a:pt x="532638" y="76200"/>
                </a:lnTo>
                <a:lnTo>
                  <a:pt x="589788" y="76200"/>
                </a:lnTo>
                <a:lnTo>
                  <a:pt x="627888" y="57150"/>
                </a:lnTo>
                <a:lnTo>
                  <a:pt x="589788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8010906" y="3051810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0" y="257555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5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5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8083295" y="3066415"/>
            <a:ext cx="3524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7896606" y="2957322"/>
            <a:ext cx="710565" cy="704215"/>
          </a:xfrm>
          <a:custGeom>
            <a:avLst/>
            <a:gdLst/>
            <a:ahLst/>
            <a:cxnLst/>
            <a:rect l="l" t="t" r="r" b="b"/>
            <a:pathLst>
              <a:path w="710565" h="704214">
                <a:moveTo>
                  <a:pt x="0" y="352043"/>
                </a:moveTo>
                <a:lnTo>
                  <a:pt x="3242" y="304271"/>
                </a:lnTo>
                <a:lnTo>
                  <a:pt x="12685" y="258453"/>
                </a:lnTo>
                <a:lnTo>
                  <a:pt x="27908" y="215009"/>
                </a:lnTo>
                <a:lnTo>
                  <a:pt x="48485" y="174356"/>
                </a:lnTo>
                <a:lnTo>
                  <a:pt x="73995" y="136916"/>
                </a:lnTo>
                <a:lnTo>
                  <a:pt x="104013" y="103108"/>
                </a:lnTo>
                <a:lnTo>
                  <a:pt x="138116" y="73350"/>
                </a:lnTo>
                <a:lnTo>
                  <a:pt x="175880" y="48062"/>
                </a:lnTo>
                <a:lnTo>
                  <a:pt x="216884" y="27664"/>
                </a:lnTo>
                <a:lnTo>
                  <a:pt x="260702" y="12574"/>
                </a:lnTo>
                <a:lnTo>
                  <a:pt x="306913" y="3213"/>
                </a:lnTo>
                <a:lnTo>
                  <a:pt x="355092" y="0"/>
                </a:lnTo>
                <a:lnTo>
                  <a:pt x="403270" y="3213"/>
                </a:lnTo>
                <a:lnTo>
                  <a:pt x="449481" y="12574"/>
                </a:lnTo>
                <a:lnTo>
                  <a:pt x="493299" y="27664"/>
                </a:lnTo>
                <a:lnTo>
                  <a:pt x="534303" y="48062"/>
                </a:lnTo>
                <a:lnTo>
                  <a:pt x="572067" y="73350"/>
                </a:lnTo>
                <a:lnTo>
                  <a:pt x="606171" y="103108"/>
                </a:lnTo>
                <a:lnTo>
                  <a:pt x="636188" y="136916"/>
                </a:lnTo>
                <a:lnTo>
                  <a:pt x="661698" y="174356"/>
                </a:lnTo>
                <a:lnTo>
                  <a:pt x="682275" y="215009"/>
                </a:lnTo>
                <a:lnTo>
                  <a:pt x="697498" y="258453"/>
                </a:lnTo>
                <a:lnTo>
                  <a:pt x="706941" y="304271"/>
                </a:lnTo>
                <a:lnTo>
                  <a:pt x="710184" y="352043"/>
                </a:lnTo>
                <a:lnTo>
                  <a:pt x="706941" y="399816"/>
                </a:lnTo>
                <a:lnTo>
                  <a:pt x="697498" y="445634"/>
                </a:lnTo>
                <a:lnTo>
                  <a:pt x="682275" y="489078"/>
                </a:lnTo>
                <a:lnTo>
                  <a:pt x="661698" y="529731"/>
                </a:lnTo>
                <a:lnTo>
                  <a:pt x="636188" y="567171"/>
                </a:lnTo>
                <a:lnTo>
                  <a:pt x="606171" y="600979"/>
                </a:lnTo>
                <a:lnTo>
                  <a:pt x="572067" y="630737"/>
                </a:lnTo>
                <a:lnTo>
                  <a:pt x="534303" y="656025"/>
                </a:lnTo>
                <a:lnTo>
                  <a:pt x="493299" y="676423"/>
                </a:lnTo>
                <a:lnTo>
                  <a:pt x="449481" y="691513"/>
                </a:lnTo>
                <a:lnTo>
                  <a:pt x="403270" y="700874"/>
                </a:lnTo>
                <a:lnTo>
                  <a:pt x="355092" y="704088"/>
                </a:lnTo>
                <a:lnTo>
                  <a:pt x="306913" y="700874"/>
                </a:lnTo>
                <a:lnTo>
                  <a:pt x="260702" y="691513"/>
                </a:lnTo>
                <a:lnTo>
                  <a:pt x="216884" y="676423"/>
                </a:lnTo>
                <a:lnTo>
                  <a:pt x="175880" y="656025"/>
                </a:lnTo>
                <a:lnTo>
                  <a:pt x="138116" y="630737"/>
                </a:lnTo>
                <a:lnTo>
                  <a:pt x="104013" y="600979"/>
                </a:lnTo>
                <a:lnTo>
                  <a:pt x="73995" y="567171"/>
                </a:lnTo>
                <a:lnTo>
                  <a:pt x="48485" y="529731"/>
                </a:lnTo>
                <a:lnTo>
                  <a:pt x="27908" y="489078"/>
                </a:lnTo>
                <a:lnTo>
                  <a:pt x="12685" y="445634"/>
                </a:lnTo>
                <a:lnTo>
                  <a:pt x="3242" y="399816"/>
                </a:lnTo>
                <a:lnTo>
                  <a:pt x="0" y="352043"/>
                </a:lnTo>
                <a:close/>
              </a:path>
            </a:pathLst>
          </a:custGeom>
          <a:ln w="38099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881633" y="3175254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0" y="257556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6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958596" y="3226689"/>
            <a:ext cx="3416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701032" y="2936239"/>
            <a:ext cx="20802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bb|aa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a|b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/>
          <p:nvPr/>
        </p:nvSpPr>
        <p:spPr>
          <a:xfrm>
            <a:off x="3173729" y="3195066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247649" y="0"/>
                </a:moveTo>
                <a:lnTo>
                  <a:pt x="203133" y="4136"/>
                </a:lnTo>
                <a:lnTo>
                  <a:pt x="161234" y="16061"/>
                </a:lnTo>
                <a:lnTo>
                  <a:pt x="122653" y="35052"/>
                </a:lnTo>
                <a:lnTo>
                  <a:pt x="88089" y="60383"/>
                </a:lnTo>
                <a:lnTo>
                  <a:pt x="58242" y="91330"/>
                </a:lnTo>
                <a:lnTo>
                  <a:pt x="33810" y="127169"/>
                </a:lnTo>
                <a:lnTo>
                  <a:pt x="15492" y="167175"/>
                </a:lnTo>
                <a:lnTo>
                  <a:pt x="3989" y="210625"/>
                </a:lnTo>
                <a:lnTo>
                  <a:pt x="0" y="256794"/>
                </a:lnTo>
                <a:lnTo>
                  <a:pt x="3989" y="302962"/>
                </a:lnTo>
                <a:lnTo>
                  <a:pt x="15492" y="346412"/>
                </a:lnTo>
                <a:lnTo>
                  <a:pt x="33810" y="386418"/>
                </a:lnTo>
                <a:lnTo>
                  <a:pt x="58242" y="422257"/>
                </a:lnTo>
                <a:lnTo>
                  <a:pt x="88089" y="453204"/>
                </a:lnTo>
                <a:lnTo>
                  <a:pt x="122653" y="478536"/>
                </a:lnTo>
                <a:lnTo>
                  <a:pt x="161234" y="497526"/>
                </a:lnTo>
                <a:lnTo>
                  <a:pt x="203133" y="509451"/>
                </a:lnTo>
                <a:lnTo>
                  <a:pt x="247649" y="513588"/>
                </a:lnTo>
                <a:lnTo>
                  <a:pt x="292166" y="509451"/>
                </a:lnTo>
                <a:lnTo>
                  <a:pt x="334065" y="497526"/>
                </a:lnTo>
                <a:lnTo>
                  <a:pt x="372646" y="478536"/>
                </a:lnTo>
                <a:lnTo>
                  <a:pt x="407210" y="453204"/>
                </a:lnTo>
                <a:lnTo>
                  <a:pt x="437057" y="422257"/>
                </a:lnTo>
                <a:lnTo>
                  <a:pt x="461489" y="386418"/>
                </a:lnTo>
                <a:lnTo>
                  <a:pt x="479807" y="346412"/>
                </a:lnTo>
                <a:lnTo>
                  <a:pt x="491310" y="302962"/>
                </a:lnTo>
                <a:lnTo>
                  <a:pt x="495299" y="256794"/>
                </a:lnTo>
                <a:lnTo>
                  <a:pt x="491310" y="210625"/>
                </a:lnTo>
                <a:lnTo>
                  <a:pt x="479807" y="167175"/>
                </a:lnTo>
                <a:lnTo>
                  <a:pt x="461489" y="127169"/>
                </a:lnTo>
                <a:lnTo>
                  <a:pt x="437057" y="91330"/>
                </a:lnTo>
                <a:lnTo>
                  <a:pt x="407210" y="60383"/>
                </a:lnTo>
                <a:lnTo>
                  <a:pt x="372646" y="35052"/>
                </a:lnTo>
                <a:lnTo>
                  <a:pt x="334065" y="16061"/>
                </a:lnTo>
                <a:lnTo>
                  <a:pt x="292166" y="4136"/>
                </a:lnTo>
                <a:lnTo>
                  <a:pt x="247649" y="0"/>
                </a:lnTo>
                <a:close/>
              </a:path>
            </a:pathLst>
          </a:custGeom>
          <a:solidFill>
            <a:srgbClr val="0000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/>
          <p:nvPr/>
        </p:nvSpPr>
        <p:spPr>
          <a:xfrm>
            <a:off x="3173729" y="3195066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4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49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2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299" y="256794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49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6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4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3319398" y="3213861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376933" y="3366515"/>
            <a:ext cx="1797050" cy="114300"/>
          </a:xfrm>
          <a:custGeom>
            <a:avLst/>
            <a:gdLst/>
            <a:ahLst/>
            <a:cxnLst/>
            <a:rect l="l" t="t" r="r" b="b"/>
            <a:pathLst>
              <a:path w="1797050" h="114300">
                <a:moveTo>
                  <a:pt x="1682496" y="0"/>
                </a:moveTo>
                <a:lnTo>
                  <a:pt x="1682496" y="114300"/>
                </a:lnTo>
                <a:lnTo>
                  <a:pt x="1758696" y="76200"/>
                </a:lnTo>
                <a:lnTo>
                  <a:pt x="1701546" y="76200"/>
                </a:lnTo>
                <a:lnTo>
                  <a:pt x="1701546" y="38100"/>
                </a:lnTo>
                <a:lnTo>
                  <a:pt x="1758696" y="38100"/>
                </a:lnTo>
                <a:lnTo>
                  <a:pt x="1682496" y="0"/>
                </a:lnTo>
                <a:close/>
              </a:path>
              <a:path w="1797050" h="114300">
                <a:moveTo>
                  <a:pt x="168249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682496" y="76200"/>
                </a:lnTo>
                <a:lnTo>
                  <a:pt x="1682496" y="38100"/>
                </a:lnTo>
                <a:close/>
              </a:path>
              <a:path w="1797050" h="114300">
                <a:moveTo>
                  <a:pt x="1758696" y="38100"/>
                </a:moveTo>
                <a:lnTo>
                  <a:pt x="1701546" y="38100"/>
                </a:lnTo>
                <a:lnTo>
                  <a:pt x="1701546" y="76200"/>
                </a:lnTo>
                <a:lnTo>
                  <a:pt x="1758696" y="76200"/>
                </a:lnTo>
                <a:lnTo>
                  <a:pt x="1796796" y="57150"/>
                </a:lnTo>
                <a:lnTo>
                  <a:pt x="175869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275458" y="2978884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3669029" y="3366515"/>
            <a:ext cx="4227830" cy="114300"/>
          </a:xfrm>
          <a:custGeom>
            <a:avLst/>
            <a:gdLst/>
            <a:ahLst/>
            <a:cxnLst/>
            <a:rect l="l" t="t" r="r" b="b"/>
            <a:pathLst>
              <a:path w="4227830" h="114300">
                <a:moveTo>
                  <a:pt x="4113276" y="0"/>
                </a:moveTo>
                <a:lnTo>
                  <a:pt x="4113276" y="114300"/>
                </a:lnTo>
                <a:lnTo>
                  <a:pt x="4189476" y="76200"/>
                </a:lnTo>
                <a:lnTo>
                  <a:pt x="4132326" y="76200"/>
                </a:lnTo>
                <a:lnTo>
                  <a:pt x="4132326" y="38100"/>
                </a:lnTo>
                <a:lnTo>
                  <a:pt x="4189476" y="38100"/>
                </a:lnTo>
                <a:lnTo>
                  <a:pt x="4113276" y="0"/>
                </a:lnTo>
                <a:close/>
              </a:path>
              <a:path w="4227830" h="114300">
                <a:moveTo>
                  <a:pt x="411327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113276" y="76200"/>
                </a:lnTo>
                <a:lnTo>
                  <a:pt x="4113276" y="38100"/>
                </a:lnTo>
                <a:close/>
              </a:path>
              <a:path w="4227830" h="114300">
                <a:moveTo>
                  <a:pt x="4189476" y="38100"/>
                </a:moveTo>
                <a:lnTo>
                  <a:pt x="4132326" y="38100"/>
                </a:lnTo>
                <a:lnTo>
                  <a:pt x="4132326" y="76200"/>
                </a:lnTo>
                <a:lnTo>
                  <a:pt x="4189476" y="76200"/>
                </a:lnTo>
                <a:lnTo>
                  <a:pt x="4227576" y="57150"/>
                </a:lnTo>
                <a:lnTo>
                  <a:pt x="418947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178714" y="1977542"/>
            <a:ext cx="3432175" cy="949960"/>
          </a:xfrm>
          <a:prstGeom prst="rect">
            <a:avLst/>
          </a:prstGeom>
        </p:spPr>
        <p:txBody>
          <a:bodyPr wrap="square" lIns="0" tIns="4826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380"/>
              </a:spcBef>
            </a:pP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用分配率实施化简</a:t>
            </a:r>
            <a:endParaRPr sz="2800">
              <a:latin typeface="宋体"/>
              <a:cs typeface="宋体"/>
            </a:endParaRPr>
          </a:p>
          <a:p>
            <a:pPr algn="r" marR="5080">
              <a:lnSpc>
                <a:spcPct val="100000"/>
              </a:lnSpc>
              <a:spcBef>
                <a:spcPts val="27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3227832" y="2948177"/>
            <a:ext cx="407670" cy="305435"/>
          </a:xfrm>
          <a:custGeom>
            <a:avLst/>
            <a:gdLst/>
            <a:ahLst/>
            <a:cxnLst/>
            <a:rect l="l" t="t" r="r" b="b"/>
            <a:pathLst>
              <a:path w="407670" h="305435">
                <a:moveTo>
                  <a:pt x="330436" y="195130"/>
                </a:moveTo>
                <a:lnTo>
                  <a:pt x="294258" y="200787"/>
                </a:lnTo>
                <a:lnTo>
                  <a:pt x="368300" y="304926"/>
                </a:lnTo>
                <a:lnTo>
                  <a:pt x="396950" y="215137"/>
                </a:lnTo>
                <a:lnTo>
                  <a:pt x="335153" y="215137"/>
                </a:lnTo>
                <a:lnTo>
                  <a:pt x="330436" y="195130"/>
                </a:lnTo>
                <a:close/>
              </a:path>
              <a:path w="407670" h="305435">
                <a:moveTo>
                  <a:pt x="192913" y="0"/>
                </a:moveTo>
                <a:lnTo>
                  <a:pt x="153543" y="8000"/>
                </a:lnTo>
                <a:lnTo>
                  <a:pt x="117602" y="28701"/>
                </a:lnTo>
                <a:lnTo>
                  <a:pt x="85217" y="59689"/>
                </a:lnTo>
                <a:lnTo>
                  <a:pt x="57022" y="98551"/>
                </a:lnTo>
                <a:lnTo>
                  <a:pt x="33655" y="143891"/>
                </a:lnTo>
                <a:lnTo>
                  <a:pt x="15620" y="194183"/>
                </a:lnTo>
                <a:lnTo>
                  <a:pt x="4063" y="248158"/>
                </a:lnTo>
                <a:lnTo>
                  <a:pt x="0" y="302513"/>
                </a:lnTo>
                <a:lnTo>
                  <a:pt x="38100" y="304038"/>
                </a:lnTo>
                <a:lnTo>
                  <a:pt x="39116" y="277495"/>
                </a:lnTo>
                <a:lnTo>
                  <a:pt x="41909" y="252222"/>
                </a:lnTo>
                <a:lnTo>
                  <a:pt x="52578" y="203581"/>
                </a:lnTo>
                <a:lnTo>
                  <a:pt x="69088" y="157861"/>
                </a:lnTo>
                <a:lnTo>
                  <a:pt x="90169" y="117221"/>
                </a:lnTo>
                <a:lnTo>
                  <a:pt x="115062" y="83438"/>
                </a:lnTo>
                <a:lnTo>
                  <a:pt x="148335" y="53594"/>
                </a:lnTo>
                <a:lnTo>
                  <a:pt x="188341" y="38226"/>
                </a:lnTo>
                <a:lnTo>
                  <a:pt x="194564" y="38100"/>
                </a:lnTo>
                <a:lnTo>
                  <a:pt x="280852" y="38100"/>
                </a:lnTo>
                <a:lnTo>
                  <a:pt x="277494" y="35051"/>
                </a:lnTo>
                <a:lnTo>
                  <a:pt x="241934" y="11557"/>
                </a:lnTo>
                <a:lnTo>
                  <a:pt x="202819" y="381"/>
                </a:lnTo>
                <a:lnTo>
                  <a:pt x="192913" y="0"/>
                </a:lnTo>
                <a:close/>
              </a:path>
              <a:path w="407670" h="305435">
                <a:moveTo>
                  <a:pt x="368225" y="189221"/>
                </a:moveTo>
                <a:lnTo>
                  <a:pt x="330436" y="195130"/>
                </a:lnTo>
                <a:lnTo>
                  <a:pt x="335153" y="215137"/>
                </a:lnTo>
                <a:lnTo>
                  <a:pt x="372237" y="206501"/>
                </a:lnTo>
                <a:lnTo>
                  <a:pt x="368225" y="189221"/>
                </a:lnTo>
                <a:close/>
              </a:path>
              <a:path w="407670" h="305435">
                <a:moveTo>
                  <a:pt x="407162" y="183134"/>
                </a:moveTo>
                <a:lnTo>
                  <a:pt x="368225" y="189221"/>
                </a:lnTo>
                <a:lnTo>
                  <a:pt x="372237" y="206501"/>
                </a:lnTo>
                <a:lnTo>
                  <a:pt x="335153" y="215137"/>
                </a:lnTo>
                <a:lnTo>
                  <a:pt x="396950" y="215137"/>
                </a:lnTo>
                <a:lnTo>
                  <a:pt x="407162" y="183134"/>
                </a:lnTo>
                <a:close/>
              </a:path>
              <a:path w="407670" h="305435">
                <a:moveTo>
                  <a:pt x="327007" y="180579"/>
                </a:moveTo>
                <a:lnTo>
                  <a:pt x="330436" y="195130"/>
                </a:lnTo>
                <a:lnTo>
                  <a:pt x="368225" y="189221"/>
                </a:lnTo>
                <a:lnTo>
                  <a:pt x="366605" y="182245"/>
                </a:lnTo>
                <a:lnTo>
                  <a:pt x="327659" y="182245"/>
                </a:lnTo>
                <a:lnTo>
                  <a:pt x="327007" y="180579"/>
                </a:lnTo>
                <a:close/>
              </a:path>
              <a:path w="407670" h="305435">
                <a:moveTo>
                  <a:pt x="326770" y="179577"/>
                </a:moveTo>
                <a:lnTo>
                  <a:pt x="327007" y="180579"/>
                </a:lnTo>
                <a:lnTo>
                  <a:pt x="327659" y="182245"/>
                </a:lnTo>
                <a:lnTo>
                  <a:pt x="326770" y="179577"/>
                </a:lnTo>
                <a:close/>
              </a:path>
              <a:path w="407670" h="305435">
                <a:moveTo>
                  <a:pt x="365986" y="179577"/>
                </a:moveTo>
                <a:lnTo>
                  <a:pt x="326770" y="179577"/>
                </a:lnTo>
                <a:lnTo>
                  <a:pt x="327659" y="182245"/>
                </a:lnTo>
                <a:lnTo>
                  <a:pt x="366605" y="182245"/>
                </a:lnTo>
                <a:lnTo>
                  <a:pt x="365986" y="179577"/>
                </a:lnTo>
                <a:close/>
              </a:path>
              <a:path w="407670" h="305435">
                <a:moveTo>
                  <a:pt x="280852" y="38100"/>
                </a:moveTo>
                <a:lnTo>
                  <a:pt x="194564" y="38100"/>
                </a:lnTo>
                <a:lnTo>
                  <a:pt x="201041" y="38481"/>
                </a:lnTo>
                <a:lnTo>
                  <a:pt x="207264" y="39497"/>
                </a:lnTo>
                <a:lnTo>
                  <a:pt x="246760" y="59055"/>
                </a:lnTo>
                <a:lnTo>
                  <a:pt x="286004" y="100964"/>
                </a:lnTo>
                <a:lnTo>
                  <a:pt x="308864" y="138557"/>
                </a:lnTo>
                <a:lnTo>
                  <a:pt x="327007" y="180579"/>
                </a:lnTo>
                <a:lnTo>
                  <a:pt x="326770" y="179577"/>
                </a:lnTo>
                <a:lnTo>
                  <a:pt x="365986" y="179577"/>
                </a:lnTo>
                <a:lnTo>
                  <a:pt x="363981" y="170942"/>
                </a:lnTo>
                <a:lnTo>
                  <a:pt x="363473" y="169163"/>
                </a:lnTo>
                <a:lnTo>
                  <a:pt x="363093" y="168275"/>
                </a:lnTo>
                <a:lnTo>
                  <a:pt x="353314" y="143383"/>
                </a:lnTo>
                <a:lnTo>
                  <a:pt x="329565" y="97917"/>
                </a:lnTo>
                <a:lnTo>
                  <a:pt x="301497" y="59055"/>
                </a:lnTo>
                <a:lnTo>
                  <a:pt x="285750" y="42545"/>
                </a:lnTo>
                <a:lnTo>
                  <a:pt x="28085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/>
          <p:nvPr/>
        </p:nvSpPr>
        <p:spPr>
          <a:xfrm>
            <a:off x="253745" y="3366515"/>
            <a:ext cx="628015" cy="114300"/>
          </a:xfrm>
          <a:custGeom>
            <a:avLst/>
            <a:gdLst/>
            <a:ahLst/>
            <a:cxnLst/>
            <a:rect l="l" t="t" r="r" b="b"/>
            <a:pathLst>
              <a:path w="628015" h="114300">
                <a:moveTo>
                  <a:pt x="513588" y="0"/>
                </a:moveTo>
                <a:lnTo>
                  <a:pt x="513588" y="114300"/>
                </a:lnTo>
                <a:lnTo>
                  <a:pt x="589788" y="76200"/>
                </a:lnTo>
                <a:lnTo>
                  <a:pt x="532638" y="76200"/>
                </a:lnTo>
                <a:lnTo>
                  <a:pt x="532638" y="38100"/>
                </a:lnTo>
                <a:lnTo>
                  <a:pt x="589788" y="38100"/>
                </a:lnTo>
                <a:lnTo>
                  <a:pt x="513588" y="0"/>
                </a:lnTo>
                <a:close/>
              </a:path>
              <a:path w="628015" h="114300">
                <a:moveTo>
                  <a:pt x="5135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13588" y="76200"/>
                </a:lnTo>
                <a:lnTo>
                  <a:pt x="513588" y="38100"/>
                </a:lnTo>
                <a:close/>
              </a:path>
              <a:path w="628015" h="114300">
                <a:moveTo>
                  <a:pt x="589788" y="38100"/>
                </a:moveTo>
                <a:lnTo>
                  <a:pt x="532638" y="38100"/>
                </a:lnTo>
                <a:lnTo>
                  <a:pt x="532638" y="76200"/>
                </a:lnTo>
                <a:lnTo>
                  <a:pt x="589788" y="76200"/>
                </a:lnTo>
                <a:lnTo>
                  <a:pt x="627888" y="57150"/>
                </a:lnTo>
                <a:lnTo>
                  <a:pt x="589788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2679192" y="3199129"/>
            <a:ext cx="736600" cy="618490"/>
          </a:xfrm>
          <a:custGeom>
            <a:avLst/>
            <a:gdLst/>
            <a:ahLst/>
            <a:cxnLst/>
            <a:rect l="l" t="t" r="r" b="b"/>
            <a:pathLst>
              <a:path w="736600" h="618489">
                <a:moveTo>
                  <a:pt x="367156" y="0"/>
                </a:moveTo>
                <a:lnTo>
                  <a:pt x="312165" y="3810"/>
                </a:lnTo>
                <a:lnTo>
                  <a:pt x="259714" y="13970"/>
                </a:lnTo>
                <a:lnTo>
                  <a:pt x="193801" y="36830"/>
                </a:lnTo>
                <a:lnTo>
                  <a:pt x="135381" y="69850"/>
                </a:lnTo>
                <a:lnTo>
                  <a:pt x="97535" y="100330"/>
                </a:lnTo>
                <a:lnTo>
                  <a:pt x="85978" y="110490"/>
                </a:lnTo>
                <a:lnTo>
                  <a:pt x="74675" y="123190"/>
                </a:lnTo>
                <a:lnTo>
                  <a:pt x="64388" y="134620"/>
                </a:lnTo>
                <a:lnTo>
                  <a:pt x="54737" y="147320"/>
                </a:lnTo>
                <a:lnTo>
                  <a:pt x="29718" y="187960"/>
                </a:lnTo>
                <a:lnTo>
                  <a:pt x="11810" y="231140"/>
                </a:lnTo>
                <a:lnTo>
                  <a:pt x="1905" y="278130"/>
                </a:lnTo>
                <a:lnTo>
                  <a:pt x="0" y="311150"/>
                </a:lnTo>
                <a:lnTo>
                  <a:pt x="507" y="327660"/>
                </a:lnTo>
                <a:lnTo>
                  <a:pt x="8127" y="374650"/>
                </a:lnTo>
                <a:lnTo>
                  <a:pt x="23749" y="419100"/>
                </a:lnTo>
                <a:lnTo>
                  <a:pt x="46608" y="461010"/>
                </a:lnTo>
                <a:lnTo>
                  <a:pt x="76072" y="497840"/>
                </a:lnTo>
                <a:lnTo>
                  <a:pt x="87249" y="510540"/>
                </a:lnTo>
                <a:lnTo>
                  <a:pt x="138175" y="551180"/>
                </a:lnTo>
                <a:lnTo>
                  <a:pt x="211708" y="590550"/>
                </a:lnTo>
                <a:lnTo>
                  <a:pt x="261365" y="605790"/>
                </a:lnTo>
                <a:lnTo>
                  <a:pt x="313816" y="615950"/>
                </a:lnTo>
                <a:lnTo>
                  <a:pt x="350265" y="618490"/>
                </a:lnTo>
                <a:lnTo>
                  <a:pt x="387350" y="618490"/>
                </a:lnTo>
                <a:lnTo>
                  <a:pt x="441706" y="613410"/>
                </a:lnTo>
                <a:lnTo>
                  <a:pt x="509777" y="595630"/>
                </a:lnTo>
                <a:lnTo>
                  <a:pt x="516229" y="593090"/>
                </a:lnTo>
                <a:lnTo>
                  <a:pt x="350774" y="593090"/>
                </a:lnTo>
                <a:lnTo>
                  <a:pt x="316483" y="590550"/>
                </a:lnTo>
                <a:lnTo>
                  <a:pt x="267081" y="581660"/>
                </a:lnTo>
                <a:lnTo>
                  <a:pt x="220599" y="566420"/>
                </a:lnTo>
                <a:lnTo>
                  <a:pt x="177926" y="546100"/>
                </a:lnTo>
                <a:lnTo>
                  <a:pt x="127126" y="511810"/>
                </a:lnTo>
                <a:lnTo>
                  <a:pt x="94487" y="481330"/>
                </a:lnTo>
                <a:lnTo>
                  <a:pt x="67437" y="445770"/>
                </a:lnTo>
                <a:lnTo>
                  <a:pt x="59816" y="434340"/>
                </a:lnTo>
                <a:lnTo>
                  <a:pt x="41147" y="394970"/>
                </a:lnTo>
                <a:lnTo>
                  <a:pt x="29463" y="353060"/>
                </a:lnTo>
                <a:lnTo>
                  <a:pt x="25431" y="311150"/>
                </a:lnTo>
                <a:lnTo>
                  <a:pt x="25446" y="308610"/>
                </a:lnTo>
                <a:lnTo>
                  <a:pt x="29337" y="266700"/>
                </a:lnTo>
                <a:lnTo>
                  <a:pt x="40893" y="224790"/>
                </a:lnTo>
                <a:lnTo>
                  <a:pt x="59562" y="186690"/>
                </a:lnTo>
                <a:lnTo>
                  <a:pt x="84455" y="149860"/>
                </a:lnTo>
                <a:lnTo>
                  <a:pt x="93980" y="139700"/>
                </a:lnTo>
                <a:lnTo>
                  <a:pt x="104266" y="128270"/>
                </a:lnTo>
                <a:lnTo>
                  <a:pt x="150621" y="90170"/>
                </a:lnTo>
                <a:lnTo>
                  <a:pt x="205105" y="59690"/>
                </a:lnTo>
                <a:lnTo>
                  <a:pt x="250697" y="43180"/>
                </a:lnTo>
                <a:lnTo>
                  <a:pt x="315849" y="29210"/>
                </a:lnTo>
                <a:lnTo>
                  <a:pt x="367791" y="25400"/>
                </a:lnTo>
                <a:lnTo>
                  <a:pt x="512286" y="25400"/>
                </a:lnTo>
                <a:lnTo>
                  <a:pt x="508253" y="24130"/>
                </a:lnTo>
                <a:lnTo>
                  <a:pt x="491744" y="17780"/>
                </a:lnTo>
                <a:lnTo>
                  <a:pt x="440055" y="6350"/>
                </a:lnTo>
                <a:lnTo>
                  <a:pt x="422275" y="3810"/>
                </a:lnTo>
                <a:lnTo>
                  <a:pt x="367156" y="0"/>
                </a:lnTo>
                <a:close/>
              </a:path>
              <a:path w="736600" h="618489">
                <a:moveTo>
                  <a:pt x="512286" y="25400"/>
                </a:moveTo>
                <a:lnTo>
                  <a:pt x="367791" y="25400"/>
                </a:lnTo>
                <a:lnTo>
                  <a:pt x="385318" y="26670"/>
                </a:lnTo>
                <a:lnTo>
                  <a:pt x="402589" y="26670"/>
                </a:lnTo>
                <a:lnTo>
                  <a:pt x="452881" y="34290"/>
                </a:lnTo>
                <a:lnTo>
                  <a:pt x="515493" y="53340"/>
                </a:lnTo>
                <a:lnTo>
                  <a:pt x="558291" y="73660"/>
                </a:lnTo>
                <a:lnTo>
                  <a:pt x="608965" y="107950"/>
                </a:lnTo>
                <a:lnTo>
                  <a:pt x="641604" y="138430"/>
                </a:lnTo>
                <a:lnTo>
                  <a:pt x="668655" y="172720"/>
                </a:lnTo>
                <a:lnTo>
                  <a:pt x="689482" y="210820"/>
                </a:lnTo>
                <a:lnTo>
                  <a:pt x="703580" y="251460"/>
                </a:lnTo>
                <a:lnTo>
                  <a:pt x="710183" y="294640"/>
                </a:lnTo>
                <a:lnTo>
                  <a:pt x="710649" y="308610"/>
                </a:lnTo>
                <a:lnTo>
                  <a:pt x="710645" y="311150"/>
                </a:lnTo>
                <a:lnTo>
                  <a:pt x="706755" y="353060"/>
                </a:lnTo>
                <a:lnTo>
                  <a:pt x="695070" y="394970"/>
                </a:lnTo>
                <a:lnTo>
                  <a:pt x="676656" y="433070"/>
                </a:lnTo>
                <a:lnTo>
                  <a:pt x="660654" y="457200"/>
                </a:lnTo>
                <a:lnTo>
                  <a:pt x="651636" y="469900"/>
                </a:lnTo>
                <a:lnTo>
                  <a:pt x="642111" y="480060"/>
                </a:lnTo>
                <a:lnTo>
                  <a:pt x="631824" y="491490"/>
                </a:lnTo>
                <a:lnTo>
                  <a:pt x="621030" y="501650"/>
                </a:lnTo>
                <a:lnTo>
                  <a:pt x="585596" y="529590"/>
                </a:lnTo>
                <a:lnTo>
                  <a:pt x="531113" y="560070"/>
                </a:lnTo>
                <a:lnTo>
                  <a:pt x="485394" y="576580"/>
                </a:lnTo>
                <a:lnTo>
                  <a:pt x="469519" y="580390"/>
                </a:lnTo>
                <a:lnTo>
                  <a:pt x="453389" y="585470"/>
                </a:lnTo>
                <a:lnTo>
                  <a:pt x="420243" y="590550"/>
                </a:lnTo>
                <a:lnTo>
                  <a:pt x="385825" y="593090"/>
                </a:lnTo>
                <a:lnTo>
                  <a:pt x="516229" y="593090"/>
                </a:lnTo>
                <a:lnTo>
                  <a:pt x="572516" y="567690"/>
                </a:lnTo>
                <a:lnTo>
                  <a:pt x="626363" y="530860"/>
                </a:lnTo>
                <a:lnTo>
                  <a:pt x="638429" y="519430"/>
                </a:lnTo>
                <a:lnTo>
                  <a:pt x="650240" y="509270"/>
                </a:lnTo>
                <a:lnTo>
                  <a:pt x="661288" y="496570"/>
                </a:lnTo>
                <a:lnTo>
                  <a:pt x="671703" y="485140"/>
                </a:lnTo>
                <a:lnTo>
                  <a:pt x="681482" y="472440"/>
                </a:lnTo>
                <a:lnTo>
                  <a:pt x="706500" y="431800"/>
                </a:lnTo>
                <a:lnTo>
                  <a:pt x="724281" y="387350"/>
                </a:lnTo>
                <a:lnTo>
                  <a:pt x="734186" y="340360"/>
                </a:lnTo>
                <a:lnTo>
                  <a:pt x="736092" y="308610"/>
                </a:lnTo>
                <a:lnTo>
                  <a:pt x="735457" y="292100"/>
                </a:lnTo>
                <a:lnTo>
                  <a:pt x="727963" y="245110"/>
                </a:lnTo>
                <a:lnTo>
                  <a:pt x="712343" y="200660"/>
                </a:lnTo>
                <a:lnTo>
                  <a:pt x="689482" y="158750"/>
                </a:lnTo>
                <a:lnTo>
                  <a:pt x="659892" y="120650"/>
                </a:lnTo>
                <a:lnTo>
                  <a:pt x="624205" y="87630"/>
                </a:lnTo>
                <a:lnTo>
                  <a:pt x="569594" y="50800"/>
                </a:lnTo>
                <a:lnTo>
                  <a:pt x="524382" y="29210"/>
                </a:lnTo>
                <a:lnTo>
                  <a:pt x="512286" y="25400"/>
                </a:lnTo>
                <a:close/>
              </a:path>
              <a:path w="736600" h="618489">
                <a:moveTo>
                  <a:pt x="400938" y="52070"/>
                </a:moveTo>
                <a:lnTo>
                  <a:pt x="335660" y="52070"/>
                </a:lnTo>
                <a:lnTo>
                  <a:pt x="288416" y="59690"/>
                </a:lnTo>
                <a:lnTo>
                  <a:pt x="229869" y="77470"/>
                </a:lnTo>
                <a:lnTo>
                  <a:pt x="190245" y="95250"/>
                </a:lnTo>
                <a:lnTo>
                  <a:pt x="143001" y="127000"/>
                </a:lnTo>
                <a:lnTo>
                  <a:pt x="132587" y="137160"/>
                </a:lnTo>
                <a:lnTo>
                  <a:pt x="122555" y="146050"/>
                </a:lnTo>
                <a:lnTo>
                  <a:pt x="96265" y="176530"/>
                </a:lnTo>
                <a:lnTo>
                  <a:pt x="75437" y="209550"/>
                </a:lnTo>
                <a:lnTo>
                  <a:pt x="60706" y="245110"/>
                </a:lnTo>
                <a:lnTo>
                  <a:pt x="52450" y="283210"/>
                </a:lnTo>
                <a:lnTo>
                  <a:pt x="50838" y="311150"/>
                </a:lnTo>
                <a:lnTo>
                  <a:pt x="51181" y="322580"/>
                </a:lnTo>
                <a:lnTo>
                  <a:pt x="57022" y="360680"/>
                </a:lnTo>
                <a:lnTo>
                  <a:pt x="69595" y="397510"/>
                </a:lnTo>
                <a:lnTo>
                  <a:pt x="88391" y="431800"/>
                </a:lnTo>
                <a:lnTo>
                  <a:pt x="112775" y="463550"/>
                </a:lnTo>
                <a:lnTo>
                  <a:pt x="122174" y="472440"/>
                </a:lnTo>
                <a:lnTo>
                  <a:pt x="132080" y="482600"/>
                </a:lnTo>
                <a:lnTo>
                  <a:pt x="164845" y="508000"/>
                </a:lnTo>
                <a:lnTo>
                  <a:pt x="215772" y="535940"/>
                </a:lnTo>
                <a:lnTo>
                  <a:pt x="258063" y="552450"/>
                </a:lnTo>
                <a:lnTo>
                  <a:pt x="319024" y="565150"/>
                </a:lnTo>
                <a:lnTo>
                  <a:pt x="351408" y="567690"/>
                </a:lnTo>
                <a:lnTo>
                  <a:pt x="384175" y="567690"/>
                </a:lnTo>
                <a:lnTo>
                  <a:pt x="416432" y="565150"/>
                </a:lnTo>
                <a:lnTo>
                  <a:pt x="447675" y="560070"/>
                </a:lnTo>
                <a:lnTo>
                  <a:pt x="477646" y="552450"/>
                </a:lnTo>
                <a:lnTo>
                  <a:pt x="506221" y="542290"/>
                </a:lnTo>
                <a:lnTo>
                  <a:pt x="351916" y="542290"/>
                </a:lnTo>
                <a:lnTo>
                  <a:pt x="321690" y="539750"/>
                </a:lnTo>
                <a:lnTo>
                  <a:pt x="278510" y="532130"/>
                </a:lnTo>
                <a:lnTo>
                  <a:pt x="238251" y="518160"/>
                </a:lnTo>
                <a:lnTo>
                  <a:pt x="200532" y="500380"/>
                </a:lnTo>
                <a:lnTo>
                  <a:pt x="157606" y="471170"/>
                </a:lnTo>
                <a:lnTo>
                  <a:pt x="123443" y="436880"/>
                </a:lnTo>
                <a:lnTo>
                  <a:pt x="102743" y="406400"/>
                </a:lnTo>
                <a:lnTo>
                  <a:pt x="97535" y="397510"/>
                </a:lnTo>
                <a:lnTo>
                  <a:pt x="81406" y="354330"/>
                </a:lnTo>
                <a:lnTo>
                  <a:pt x="76200" y="308610"/>
                </a:lnTo>
                <a:lnTo>
                  <a:pt x="76707" y="297180"/>
                </a:lnTo>
                <a:lnTo>
                  <a:pt x="85089" y="252730"/>
                </a:lnTo>
                <a:lnTo>
                  <a:pt x="104012" y="210820"/>
                </a:lnTo>
                <a:lnTo>
                  <a:pt x="132587" y="172720"/>
                </a:lnTo>
                <a:lnTo>
                  <a:pt x="180975" y="130810"/>
                </a:lnTo>
                <a:lnTo>
                  <a:pt x="227837" y="105410"/>
                </a:lnTo>
                <a:lnTo>
                  <a:pt x="294131" y="83820"/>
                </a:lnTo>
                <a:lnTo>
                  <a:pt x="323341" y="80010"/>
                </a:lnTo>
                <a:lnTo>
                  <a:pt x="338200" y="77470"/>
                </a:lnTo>
                <a:lnTo>
                  <a:pt x="353440" y="76200"/>
                </a:lnTo>
                <a:lnTo>
                  <a:pt x="503205" y="76200"/>
                </a:lnTo>
                <a:lnTo>
                  <a:pt x="492632" y="72390"/>
                </a:lnTo>
                <a:lnTo>
                  <a:pt x="478027" y="67310"/>
                </a:lnTo>
                <a:lnTo>
                  <a:pt x="448182" y="59690"/>
                </a:lnTo>
                <a:lnTo>
                  <a:pt x="400938" y="52070"/>
                </a:lnTo>
                <a:close/>
              </a:path>
              <a:path w="736600" h="618489">
                <a:moveTo>
                  <a:pt x="503205" y="76200"/>
                </a:moveTo>
                <a:lnTo>
                  <a:pt x="368934" y="76200"/>
                </a:lnTo>
                <a:lnTo>
                  <a:pt x="384175" y="77470"/>
                </a:lnTo>
                <a:lnTo>
                  <a:pt x="399414" y="77470"/>
                </a:lnTo>
                <a:lnTo>
                  <a:pt x="414400" y="80010"/>
                </a:lnTo>
                <a:lnTo>
                  <a:pt x="429006" y="81280"/>
                </a:lnTo>
                <a:lnTo>
                  <a:pt x="443356" y="85090"/>
                </a:lnTo>
                <a:lnTo>
                  <a:pt x="457581" y="87630"/>
                </a:lnTo>
                <a:lnTo>
                  <a:pt x="510666" y="106680"/>
                </a:lnTo>
                <a:lnTo>
                  <a:pt x="558038" y="133350"/>
                </a:lnTo>
                <a:lnTo>
                  <a:pt x="596392" y="165100"/>
                </a:lnTo>
                <a:lnTo>
                  <a:pt x="620141" y="193040"/>
                </a:lnTo>
                <a:lnTo>
                  <a:pt x="626871" y="201930"/>
                </a:lnTo>
                <a:lnTo>
                  <a:pt x="633221" y="212090"/>
                </a:lnTo>
                <a:lnTo>
                  <a:pt x="638682" y="222250"/>
                </a:lnTo>
                <a:lnTo>
                  <a:pt x="643635" y="232410"/>
                </a:lnTo>
                <a:lnTo>
                  <a:pt x="647827" y="243840"/>
                </a:lnTo>
                <a:lnTo>
                  <a:pt x="651636" y="254000"/>
                </a:lnTo>
                <a:lnTo>
                  <a:pt x="659510" y="299720"/>
                </a:lnTo>
                <a:lnTo>
                  <a:pt x="659892" y="311150"/>
                </a:lnTo>
                <a:lnTo>
                  <a:pt x="659383" y="322580"/>
                </a:lnTo>
                <a:lnTo>
                  <a:pt x="651002" y="367030"/>
                </a:lnTo>
                <a:lnTo>
                  <a:pt x="632079" y="408940"/>
                </a:lnTo>
                <a:lnTo>
                  <a:pt x="618997" y="427990"/>
                </a:lnTo>
                <a:lnTo>
                  <a:pt x="611632" y="438150"/>
                </a:lnTo>
                <a:lnTo>
                  <a:pt x="576453" y="472440"/>
                </a:lnTo>
                <a:lnTo>
                  <a:pt x="532638" y="502920"/>
                </a:lnTo>
                <a:lnTo>
                  <a:pt x="496315" y="519430"/>
                </a:lnTo>
                <a:lnTo>
                  <a:pt x="441959" y="535940"/>
                </a:lnTo>
                <a:lnTo>
                  <a:pt x="412750" y="539750"/>
                </a:lnTo>
                <a:lnTo>
                  <a:pt x="397890" y="542290"/>
                </a:lnTo>
                <a:lnTo>
                  <a:pt x="506221" y="542290"/>
                </a:lnTo>
                <a:lnTo>
                  <a:pt x="519683" y="537210"/>
                </a:lnTo>
                <a:lnTo>
                  <a:pt x="570357" y="509270"/>
                </a:lnTo>
                <a:lnTo>
                  <a:pt x="603504" y="482600"/>
                </a:lnTo>
                <a:lnTo>
                  <a:pt x="631697" y="453390"/>
                </a:lnTo>
                <a:lnTo>
                  <a:pt x="647445" y="431800"/>
                </a:lnTo>
                <a:lnTo>
                  <a:pt x="654431" y="421640"/>
                </a:lnTo>
                <a:lnTo>
                  <a:pt x="671194" y="386080"/>
                </a:lnTo>
                <a:lnTo>
                  <a:pt x="681608" y="349250"/>
                </a:lnTo>
                <a:lnTo>
                  <a:pt x="685245" y="311150"/>
                </a:lnTo>
                <a:lnTo>
                  <a:pt x="685253" y="308610"/>
                </a:lnTo>
                <a:lnTo>
                  <a:pt x="684910" y="297180"/>
                </a:lnTo>
                <a:lnTo>
                  <a:pt x="679069" y="259080"/>
                </a:lnTo>
                <a:lnTo>
                  <a:pt x="666495" y="222250"/>
                </a:lnTo>
                <a:lnTo>
                  <a:pt x="647699" y="187960"/>
                </a:lnTo>
                <a:lnTo>
                  <a:pt x="623316" y="156210"/>
                </a:lnTo>
                <a:lnTo>
                  <a:pt x="593852" y="128270"/>
                </a:lnTo>
                <a:lnTo>
                  <a:pt x="546862" y="96520"/>
                </a:lnTo>
                <a:lnTo>
                  <a:pt x="506730" y="77470"/>
                </a:lnTo>
                <a:lnTo>
                  <a:pt x="503205" y="76200"/>
                </a:lnTo>
                <a:close/>
              </a:path>
              <a:path w="736600" h="618489">
                <a:moveTo>
                  <a:pt x="368300" y="50800"/>
                </a:moveTo>
                <a:lnTo>
                  <a:pt x="351789" y="52070"/>
                </a:lnTo>
                <a:lnTo>
                  <a:pt x="384682" y="52070"/>
                </a:lnTo>
                <a:lnTo>
                  <a:pt x="368300" y="508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2945383" y="327088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377946" y="3393947"/>
            <a:ext cx="923925" cy="114300"/>
          </a:xfrm>
          <a:custGeom>
            <a:avLst/>
            <a:gdLst/>
            <a:ahLst/>
            <a:cxnLst/>
            <a:rect l="l" t="t" r="r" b="b"/>
            <a:pathLst>
              <a:path w="923925" h="114300">
                <a:moveTo>
                  <a:pt x="809243" y="0"/>
                </a:moveTo>
                <a:lnTo>
                  <a:pt x="809243" y="114300"/>
                </a:lnTo>
                <a:lnTo>
                  <a:pt x="885443" y="76200"/>
                </a:lnTo>
                <a:lnTo>
                  <a:pt x="828293" y="76200"/>
                </a:lnTo>
                <a:lnTo>
                  <a:pt x="828293" y="38100"/>
                </a:lnTo>
                <a:lnTo>
                  <a:pt x="885443" y="38100"/>
                </a:lnTo>
                <a:lnTo>
                  <a:pt x="809243" y="0"/>
                </a:lnTo>
                <a:close/>
              </a:path>
              <a:path w="923925" h="114300">
                <a:moveTo>
                  <a:pt x="80924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09243" y="76200"/>
                </a:lnTo>
                <a:lnTo>
                  <a:pt x="809243" y="38100"/>
                </a:lnTo>
                <a:close/>
              </a:path>
              <a:path w="923925" h="114300">
                <a:moveTo>
                  <a:pt x="885443" y="38100"/>
                </a:moveTo>
                <a:lnTo>
                  <a:pt x="828293" y="38100"/>
                </a:lnTo>
                <a:lnTo>
                  <a:pt x="828293" y="76200"/>
                </a:lnTo>
                <a:lnTo>
                  <a:pt x="885443" y="76200"/>
                </a:lnTo>
                <a:lnTo>
                  <a:pt x="923543" y="57150"/>
                </a:lnTo>
                <a:lnTo>
                  <a:pt x="885443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4959858" y="3393947"/>
            <a:ext cx="806450" cy="114300"/>
          </a:xfrm>
          <a:custGeom>
            <a:avLst/>
            <a:gdLst/>
            <a:ahLst/>
            <a:cxnLst/>
            <a:rect l="l" t="t" r="r" b="b"/>
            <a:pathLst>
              <a:path w="806450" h="114300">
                <a:moveTo>
                  <a:pt x="691895" y="0"/>
                </a:moveTo>
                <a:lnTo>
                  <a:pt x="691895" y="114300"/>
                </a:lnTo>
                <a:lnTo>
                  <a:pt x="768095" y="76200"/>
                </a:lnTo>
                <a:lnTo>
                  <a:pt x="710945" y="76200"/>
                </a:lnTo>
                <a:lnTo>
                  <a:pt x="710945" y="38100"/>
                </a:lnTo>
                <a:lnTo>
                  <a:pt x="768095" y="38100"/>
                </a:lnTo>
                <a:lnTo>
                  <a:pt x="691895" y="0"/>
                </a:lnTo>
                <a:close/>
              </a:path>
              <a:path w="806450" h="114300">
                <a:moveTo>
                  <a:pt x="691895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91895" y="76200"/>
                </a:lnTo>
                <a:lnTo>
                  <a:pt x="691895" y="38100"/>
                </a:lnTo>
                <a:close/>
              </a:path>
              <a:path w="806450" h="114300">
                <a:moveTo>
                  <a:pt x="768095" y="38100"/>
                </a:moveTo>
                <a:lnTo>
                  <a:pt x="710945" y="38100"/>
                </a:lnTo>
                <a:lnTo>
                  <a:pt x="710945" y="76200"/>
                </a:lnTo>
                <a:lnTo>
                  <a:pt x="768095" y="76200"/>
                </a:lnTo>
                <a:lnTo>
                  <a:pt x="806195" y="57150"/>
                </a:lnTo>
                <a:lnTo>
                  <a:pt x="76809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1899666" y="3578352"/>
            <a:ext cx="818515" cy="114300"/>
          </a:xfrm>
          <a:custGeom>
            <a:avLst/>
            <a:gdLst/>
            <a:ahLst/>
            <a:cxnLst/>
            <a:rect l="l" t="t" r="r" b="b"/>
            <a:pathLst>
              <a:path w="818514" h="114300">
                <a:moveTo>
                  <a:pt x="704088" y="0"/>
                </a:moveTo>
                <a:lnTo>
                  <a:pt x="704088" y="114300"/>
                </a:lnTo>
                <a:lnTo>
                  <a:pt x="780288" y="76200"/>
                </a:lnTo>
                <a:lnTo>
                  <a:pt x="723138" y="76200"/>
                </a:lnTo>
                <a:lnTo>
                  <a:pt x="723138" y="38100"/>
                </a:lnTo>
                <a:lnTo>
                  <a:pt x="780288" y="38100"/>
                </a:lnTo>
                <a:lnTo>
                  <a:pt x="704088" y="0"/>
                </a:lnTo>
                <a:close/>
              </a:path>
              <a:path w="818514" h="114300">
                <a:moveTo>
                  <a:pt x="7040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04088" y="76200"/>
                </a:lnTo>
                <a:lnTo>
                  <a:pt x="704088" y="38100"/>
                </a:lnTo>
                <a:close/>
              </a:path>
              <a:path w="818514" h="114300">
                <a:moveTo>
                  <a:pt x="780288" y="38100"/>
                </a:moveTo>
                <a:lnTo>
                  <a:pt x="723138" y="38100"/>
                </a:lnTo>
                <a:lnTo>
                  <a:pt x="723138" y="76200"/>
                </a:lnTo>
                <a:lnTo>
                  <a:pt x="780288" y="76200"/>
                </a:lnTo>
                <a:lnTo>
                  <a:pt x="818388" y="57150"/>
                </a:lnTo>
                <a:lnTo>
                  <a:pt x="7802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2452877" y="2599689"/>
            <a:ext cx="4502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304410" y="2782951"/>
            <a:ext cx="530860" cy="502920"/>
          </a:xfrm>
          <a:custGeom>
            <a:avLst/>
            <a:gdLst/>
            <a:ahLst/>
            <a:cxnLst/>
            <a:rect l="l" t="t" r="r" b="b"/>
            <a:pathLst>
              <a:path w="530860" h="502920">
                <a:moveTo>
                  <a:pt x="240664" y="0"/>
                </a:moveTo>
                <a:lnTo>
                  <a:pt x="238760" y="0"/>
                </a:lnTo>
                <a:lnTo>
                  <a:pt x="230631" y="381"/>
                </a:lnTo>
                <a:lnTo>
                  <a:pt x="229615" y="381"/>
                </a:lnTo>
                <a:lnTo>
                  <a:pt x="228600" y="508"/>
                </a:lnTo>
                <a:lnTo>
                  <a:pt x="227584" y="762"/>
                </a:lnTo>
                <a:lnTo>
                  <a:pt x="219583" y="2539"/>
                </a:lnTo>
                <a:lnTo>
                  <a:pt x="218693" y="2666"/>
                </a:lnTo>
                <a:lnTo>
                  <a:pt x="217677" y="2921"/>
                </a:lnTo>
                <a:lnTo>
                  <a:pt x="216788" y="3301"/>
                </a:lnTo>
                <a:lnTo>
                  <a:pt x="206755" y="7238"/>
                </a:lnTo>
                <a:lnTo>
                  <a:pt x="171068" y="35306"/>
                </a:lnTo>
                <a:lnTo>
                  <a:pt x="147574" y="66801"/>
                </a:lnTo>
                <a:lnTo>
                  <a:pt x="125984" y="105790"/>
                </a:lnTo>
                <a:lnTo>
                  <a:pt x="105537" y="151637"/>
                </a:lnTo>
                <a:lnTo>
                  <a:pt x="85725" y="203581"/>
                </a:lnTo>
                <a:lnTo>
                  <a:pt x="73025" y="240791"/>
                </a:lnTo>
                <a:lnTo>
                  <a:pt x="60451" y="279781"/>
                </a:lnTo>
                <a:lnTo>
                  <a:pt x="48260" y="320548"/>
                </a:lnTo>
                <a:lnTo>
                  <a:pt x="35940" y="362458"/>
                </a:lnTo>
                <a:lnTo>
                  <a:pt x="24002" y="405257"/>
                </a:lnTo>
                <a:lnTo>
                  <a:pt x="11937" y="448690"/>
                </a:lnTo>
                <a:lnTo>
                  <a:pt x="0" y="492506"/>
                </a:lnTo>
                <a:lnTo>
                  <a:pt x="36829" y="502412"/>
                </a:lnTo>
                <a:lnTo>
                  <a:pt x="48640" y="458724"/>
                </a:lnTo>
                <a:lnTo>
                  <a:pt x="60705" y="415416"/>
                </a:lnTo>
                <a:lnTo>
                  <a:pt x="72643" y="372745"/>
                </a:lnTo>
                <a:lnTo>
                  <a:pt x="84836" y="331088"/>
                </a:lnTo>
                <a:lnTo>
                  <a:pt x="96900" y="290829"/>
                </a:lnTo>
                <a:lnTo>
                  <a:pt x="109347" y="252349"/>
                </a:lnTo>
                <a:lnTo>
                  <a:pt x="121838" y="215773"/>
                </a:lnTo>
                <a:lnTo>
                  <a:pt x="140842" y="165862"/>
                </a:lnTo>
                <a:lnTo>
                  <a:pt x="160400" y="122174"/>
                </a:lnTo>
                <a:lnTo>
                  <a:pt x="180212" y="86487"/>
                </a:lnTo>
                <a:lnTo>
                  <a:pt x="206501" y="53339"/>
                </a:lnTo>
                <a:lnTo>
                  <a:pt x="228142" y="39750"/>
                </a:lnTo>
                <a:lnTo>
                  <a:pt x="227584" y="39750"/>
                </a:lnTo>
                <a:lnTo>
                  <a:pt x="230377" y="38988"/>
                </a:lnTo>
                <a:lnTo>
                  <a:pt x="231013" y="38988"/>
                </a:lnTo>
                <a:lnTo>
                  <a:pt x="233298" y="38481"/>
                </a:lnTo>
                <a:lnTo>
                  <a:pt x="232537" y="38481"/>
                </a:lnTo>
                <a:lnTo>
                  <a:pt x="235585" y="37973"/>
                </a:lnTo>
                <a:lnTo>
                  <a:pt x="314951" y="37973"/>
                </a:lnTo>
                <a:lnTo>
                  <a:pt x="311912" y="35051"/>
                </a:lnTo>
                <a:lnTo>
                  <a:pt x="271652" y="7620"/>
                </a:lnTo>
                <a:lnTo>
                  <a:pt x="241680" y="126"/>
                </a:lnTo>
                <a:lnTo>
                  <a:pt x="240664" y="0"/>
                </a:lnTo>
                <a:close/>
              </a:path>
              <a:path w="530860" h="502920">
                <a:moveTo>
                  <a:pt x="461913" y="340522"/>
                </a:moveTo>
                <a:lnTo>
                  <a:pt x="427989" y="357632"/>
                </a:lnTo>
                <a:lnTo>
                  <a:pt x="530478" y="433959"/>
                </a:lnTo>
                <a:lnTo>
                  <a:pt x="530175" y="357504"/>
                </a:lnTo>
                <a:lnTo>
                  <a:pt x="470535" y="357504"/>
                </a:lnTo>
                <a:lnTo>
                  <a:pt x="461913" y="340522"/>
                </a:lnTo>
                <a:close/>
              </a:path>
              <a:path w="530860" h="502920">
                <a:moveTo>
                  <a:pt x="495941" y="323360"/>
                </a:moveTo>
                <a:lnTo>
                  <a:pt x="461913" y="340522"/>
                </a:lnTo>
                <a:lnTo>
                  <a:pt x="470535" y="357504"/>
                </a:lnTo>
                <a:lnTo>
                  <a:pt x="504571" y="340233"/>
                </a:lnTo>
                <a:lnTo>
                  <a:pt x="495941" y="323360"/>
                </a:lnTo>
                <a:close/>
              </a:path>
              <a:path w="530860" h="502920">
                <a:moveTo>
                  <a:pt x="529971" y="306197"/>
                </a:moveTo>
                <a:lnTo>
                  <a:pt x="495941" y="323360"/>
                </a:lnTo>
                <a:lnTo>
                  <a:pt x="504571" y="340233"/>
                </a:lnTo>
                <a:lnTo>
                  <a:pt x="470535" y="357504"/>
                </a:lnTo>
                <a:lnTo>
                  <a:pt x="530175" y="357504"/>
                </a:lnTo>
                <a:lnTo>
                  <a:pt x="529971" y="306197"/>
                </a:lnTo>
                <a:close/>
              </a:path>
              <a:path w="530860" h="502920">
                <a:moveTo>
                  <a:pt x="314951" y="37973"/>
                </a:moveTo>
                <a:lnTo>
                  <a:pt x="237743" y="37973"/>
                </a:lnTo>
                <a:lnTo>
                  <a:pt x="240537" y="38100"/>
                </a:lnTo>
                <a:lnTo>
                  <a:pt x="239400" y="38154"/>
                </a:lnTo>
                <a:lnTo>
                  <a:pt x="279146" y="57150"/>
                </a:lnTo>
                <a:lnTo>
                  <a:pt x="312292" y="90804"/>
                </a:lnTo>
                <a:lnTo>
                  <a:pt x="338963" y="125729"/>
                </a:lnTo>
                <a:lnTo>
                  <a:pt x="366775" y="167894"/>
                </a:lnTo>
                <a:lnTo>
                  <a:pt x="395294" y="215900"/>
                </a:lnTo>
                <a:lnTo>
                  <a:pt x="414654" y="250571"/>
                </a:lnTo>
                <a:lnTo>
                  <a:pt x="434213" y="286893"/>
                </a:lnTo>
                <a:lnTo>
                  <a:pt x="453771" y="324485"/>
                </a:lnTo>
                <a:lnTo>
                  <a:pt x="461913" y="340522"/>
                </a:lnTo>
                <a:lnTo>
                  <a:pt x="495941" y="323360"/>
                </a:lnTo>
                <a:lnTo>
                  <a:pt x="467740" y="268732"/>
                </a:lnTo>
                <a:lnTo>
                  <a:pt x="447801" y="231901"/>
                </a:lnTo>
                <a:lnTo>
                  <a:pt x="428243" y="196723"/>
                </a:lnTo>
                <a:lnTo>
                  <a:pt x="408686" y="163449"/>
                </a:lnTo>
                <a:lnTo>
                  <a:pt x="379475" y="117475"/>
                </a:lnTo>
                <a:lnTo>
                  <a:pt x="350647" y="77597"/>
                </a:lnTo>
                <a:lnTo>
                  <a:pt x="321690" y="44450"/>
                </a:lnTo>
                <a:lnTo>
                  <a:pt x="314951" y="37973"/>
                </a:lnTo>
                <a:close/>
              </a:path>
              <a:path w="530860" h="502920">
                <a:moveTo>
                  <a:pt x="230377" y="38988"/>
                </a:moveTo>
                <a:lnTo>
                  <a:pt x="227584" y="39750"/>
                </a:lnTo>
                <a:lnTo>
                  <a:pt x="229189" y="39394"/>
                </a:lnTo>
                <a:lnTo>
                  <a:pt x="230377" y="38988"/>
                </a:lnTo>
                <a:close/>
              </a:path>
              <a:path w="530860" h="502920">
                <a:moveTo>
                  <a:pt x="229189" y="39394"/>
                </a:moveTo>
                <a:lnTo>
                  <a:pt x="227584" y="39750"/>
                </a:lnTo>
                <a:lnTo>
                  <a:pt x="228142" y="39750"/>
                </a:lnTo>
                <a:lnTo>
                  <a:pt x="229189" y="39394"/>
                </a:lnTo>
                <a:close/>
              </a:path>
              <a:path w="530860" h="502920">
                <a:moveTo>
                  <a:pt x="231013" y="38988"/>
                </a:moveTo>
                <a:lnTo>
                  <a:pt x="230377" y="38988"/>
                </a:lnTo>
                <a:lnTo>
                  <a:pt x="229189" y="39394"/>
                </a:lnTo>
                <a:lnTo>
                  <a:pt x="231013" y="38988"/>
                </a:lnTo>
                <a:close/>
              </a:path>
              <a:path w="530860" h="502920">
                <a:moveTo>
                  <a:pt x="235585" y="37973"/>
                </a:moveTo>
                <a:lnTo>
                  <a:pt x="232537" y="38481"/>
                </a:lnTo>
                <a:lnTo>
                  <a:pt x="233506" y="38434"/>
                </a:lnTo>
                <a:lnTo>
                  <a:pt x="235585" y="37973"/>
                </a:lnTo>
                <a:close/>
              </a:path>
              <a:path w="530860" h="502920">
                <a:moveTo>
                  <a:pt x="233506" y="38434"/>
                </a:moveTo>
                <a:lnTo>
                  <a:pt x="232537" y="38481"/>
                </a:lnTo>
                <a:lnTo>
                  <a:pt x="233298" y="38481"/>
                </a:lnTo>
                <a:lnTo>
                  <a:pt x="233506" y="38434"/>
                </a:lnTo>
                <a:close/>
              </a:path>
              <a:path w="530860" h="502920">
                <a:moveTo>
                  <a:pt x="237743" y="37973"/>
                </a:moveTo>
                <a:lnTo>
                  <a:pt x="235585" y="37973"/>
                </a:lnTo>
                <a:lnTo>
                  <a:pt x="233506" y="38434"/>
                </a:lnTo>
                <a:lnTo>
                  <a:pt x="239400" y="38154"/>
                </a:lnTo>
                <a:lnTo>
                  <a:pt x="237743" y="37973"/>
                </a:lnTo>
                <a:close/>
              </a:path>
              <a:path w="530860" h="502920">
                <a:moveTo>
                  <a:pt x="237743" y="37973"/>
                </a:moveTo>
                <a:lnTo>
                  <a:pt x="239400" y="38154"/>
                </a:lnTo>
                <a:lnTo>
                  <a:pt x="240537" y="38100"/>
                </a:lnTo>
                <a:lnTo>
                  <a:pt x="237743" y="3797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/>
          <p:nvPr/>
        </p:nvSpPr>
        <p:spPr>
          <a:xfrm>
            <a:off x="5256021" y="2470674"/>
            <a:ext cx="220979" cy="103505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9845" marR="5080" indent="-17780">
              <a:lnSpc>
                <a:spcPct val="1183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280409" y="3676015"/>
            <a:ext cx="1108710" cy="254635"/>
          </a:xfrm>
          <a:custGeom>
            <a:avLst/>
            <a:gdLst/>
            <a:ahLst/>
            <a:cxnLst/>
            <a:rect l="l" t="t" r="r" b="b"/>
            <a:pathLst>
              <a:path w="1108710" h="254635">
                <a:moveTo>
                  <a:pt x="114401" y="76657"/>
                </a:moveTo>
                <a:lnTo>
                  <a:pt x="195199" y="143764"/>
                </a:lnTo>
                <a:lnTo>
                  <a:pt x="244601" y="159639"/>
                </a:lnTo>
                <a:lnTo>
                  <a:pt x="293497" y="174752"/>
                </a:lnTo>
                <a:lnTo>
                  <a:pt x="341629" y="189103"/>
                </a:lnTo>
                <a:lnTo>
                  <a:pt x="389000" y="202437"/>
                </a:lnTo>
                <a:lnTo>
                  <a:pt x="435228" y="214503"/>
                </a:lnTo>
                <a:lnTo>
                  <a:pt x="480440" y="225425"/>
                </a:lnTo>
                <a:lnTo>
                  <a:pt x="524637" y="234696"/>
                </a:lnTo>
                <a:lnTo>
                  <a:pt x="567309" y="242443"/>
                </a:lnTo>
                <a:lnTo>
                  <a:pt x="608711" y="248412"/>
                </a:lnTo>
                <a:lnTo>
                  <a:pt x="648588" y="252603"/>
                </a:lnTo>
                <a:lnTo>
                  <a:pt x="704850" y="254508"/>
                </a:lnTo>
                <a:lnTo>
                  <a:pt x="722884" y="254000"/>
                </a:lnTo>
                <a:lnTo>
                  <a:pt x="790320" y="246126"/>
                </a:lnTo>
                <a:lnTo>
                  <a:pt x="850264" y="229616"/>
                </a:lnTo>
                <a:lnTo>
                  <a:pt x="881969" y="216535"/>
                </a:lnTo>
                <a:lnTo>
                  <a:pt x="703834" y="216535"/>
                </a:lnTo>
                <a:lnTo>
                  <a:pt x="686815" y="216281"/>
                </a:lnTo>
                <a:lnTo>
                  <a:pt x="612648" y="210566"/>
                </a:lnTo>
                <a:lnTo>
                  <a:pt x="572769" y="204724"/>
                </a:lnTo>
                <a:lnTo>
                  <a:pt x="531367" y="197231"/>
                </a:lnTo>
                <a:lnTo>
                  <a:pt x="488441" y="188087"/>
                </a:lnTo>
                <a:lnTo>
                  <a:pt x="444118" y="177419"/>
                </a:lnTo>
                <a:lnTo>
                  <a:pt x="398525" y="165608"/>
                </a:lnTo>
                <a:lnTo>
                  <a:pt x="351916" y="152400"/>
                </a:lnTo>
                <a:lnTo>
                  <a:pt x="304291" y="138176"/>
                </a:lnTo>
                <a:lnTo>
                  <a:pt x="255904" y="123190"/>
                </a:lnTo>
                <a:lnTo>
                  <a:pt x="206755" y="107442"/>
                </a:lnTo>
                <a:lnTo>
                  <a:pt x="114401" y="76657"/>
                </a:lnTo>
                <a:close/>
              </a:path>
              <a:path w="1108710" h="254635">
                <a:moveTo>
                  <a:pt x="1080135" y="0"/>
                </a:moveTo>
                <a:lnTo>
                  <a:pt x="1044066" y="39878"/>
                </a:lnTo>
                <a:lnTo>
                  <a:pt x="1007363" y="78105"/>
                </a:lnTo>
                <a:lnTo>
                  <a:pt x="969390" y="113665"/>
                </a:lnTo>
                <a:lnTo>
                  <a:pt x="928877" y="145542"/>
                </a:lnTo>
                <a:lnTo>
                  <a:pt x="884681" y="172847"/>
                </a:lnTo>
                <a:lnTo>
                  <a:pt x="836167" y="194183"/>
                </a:lnTo>
                <a:lnTo>
                  <a:pt x="781685" y="208915"/>
                </a:lnTo>
                <a:lnTo>
                  <a:pt x="736600" y="215011"/>
                </a:lnTo>
                <a:lnTo>
                  <a:pt x="703834" y="216535"/>
                </a:lnTo>
                <a:lnTo>
                  <a:pt x="881969" y="216535"/>
                </a:lnTo>
                <a:lnTo>
                  <a:pt x="928369" y="191516"/>
                </a:lnTo>
                <a:lnTo>
                  <a:pt x="973836" y="159512"/>
                </a:lnTo>
                <a:lnTo>
                  <a:pt x="1015238" y="123571"/>
                </a:lnTo>
                <a:lnTo>
                  <a:pt x="1072261" y="65405"/>
                </a:lnTo>
                <a:lnTo>
                  <a:pt x="1108328" y="25654"/>
                </a:lnTo>
                <a:lnTo>
                  <a:pt x="1080135" y="0"/>
                </a:lnTo>
                <a:close/>
              </a:path>
              <a:path w="1108710" h="254635">
                <a:moveTo>
                  <a:pt x="126618" y="40640"/>
                </a:moveTo>
                <a:lnTo>
                  <a:pt x="0" y="58039"/>
                </a:lnTo>
                <a:lnTo>
                  <a:pt x="89915" y="148844"/>
                </a:lnTo>
                <a:lnTo>
                  <a:pt x="102180" y="112686"/>
                </a:lnTo>
                <a:lnTo>
                  <a:pt x="84200" y="106680"/>
                </a:lnTo>
                <a:lnTo>
                  <a:pt x="96265" y="70612"/>
                </a:lnTo>
                <a:lnTo>
                  <a:pt x="116452" y="70612"/>
                </a:lnTo>
                <a:lnTo>
                  <a:pt x="126618" y="40640"/>
                </a:lnTo>
                <a:close/>
              </a:path>
              <a:path w="1108710" h="254635">
                <a:moveTo>
                  <a:pt x="96265" y="70612"/>
                </a:moveTo>
                <a:lnTo>
                  <a:pt x="84200" y="106680"/>
                </a:lnTo>
                <a:lnTo>
                  <a:pt x="102180" y="112686"/>
                </a:lnTo>
                <a:lnTo>
                  <a:pt x="114401" y="76657"/>
                </a:lnTo>
                <a:lnTo>
                  <a:pt x="96265" y="70612"/>
                </a:lnTo>
                <a:close/>
              </a:path>
              <a:path w="1108710" h="254635">
                <a:moveTo>
                  <a:pt x="116452" y="70612"/>
                </a:moveTo>
                <a:lnTo>
                  <a:pt x="96265" y="70612"/>
                </a:lnTo>
                <a:lnTo>
                  <a:pt x="114401" y="76657"/>
                </a:lnTo>
                <a:lnTo>
                  <a:pt x="116452" y="70612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774185" y="3051759"/>
            <a:ext cx="203835" cy="890269"/>
          </a:xfrm>
          <a:prstGeom prst="rect">
            <a:avLst/>
          </a:prstGeom>
        </p:spPr>
        <p:txBody>
          <a:bodyPr wrap="square" lIns="0" tIns="635" rIns="0" bIns="0" rtlCol="0" vert="horz">
            <a:spAutoFit/>
          </a:bodyPr>
          <a:lstStyle/>
          <a:p>
            <a:pPr marL="12700" marR="5080">
              <a:lnSpc>
                <a:spcPct val="102699"/>
              </a:lnSpc>
              <a:spcBef>
                <a:spcPts val="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61" y="20574"/>
            <a:ext cx="9144000" cy="434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761" y="20574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78739" y="46100"/>
            <a:ext cx="6099175" cy="123888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84873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2550">
              <a:latin typeface="宋体"/>
              <a:cs typeface="宋体"/>
            </a:endParaRPr>
          </a:p>
          <a:p>
            <a:pPr marL="374650">
              <a:lnSpc>
                <a:spcPct val="100000"/>
              </a:lnSpc>
              <a:tabLst>
                <a:tab pos="1933575" algn="l"/>
                <a:tab pos="3034030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2.36:	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3200" spc="-120" b="1">
                <a:solidFill>
                  <a:srgbClr val="FFFFFF"/>
                </a:solidFill>
                <a:latin typeface="Times New Roman"/>
                <a:cs typeface="Times New Roman"/>
              </a:rPr>
              <a:t>FA	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4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如下图所示。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529578" y="46100"/>
            <a:ext cx="1993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982167" y="4426661"/>
            <a:ext cx="549338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写出与其语言等价的正规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470530" y="2990214"/>
            <a:ext cx="577850" cy="538480"/>
          </a:xfrm>
          <a:custGeom>
            <a:avLst/>
            <a:gdLst/>
            <a:ahLst/>
            <a:cxnLst/>
            <a:rect l="l" t="t" r="r" b="b"/>
            <a:pathLst>
              <a:path w="577850" h="538479">
                <a:moveTo>
                  <a:pt x="297814" y="0"/>
                </a:moveTo>
                <a:lnTo>
                  <a:pt x="255650" y="3556"/>
                </a:lnTo>
                <a:lnTo>
                  <a:pt x="214502" y="13335"/>
                </a:lnTo>
                <a:lnTo>
                  <a:pt x="162179" y="35306"/>
                </a:lnTo>
                <a:lnTo>
                  <a:pt x="114681" y="65659"/>
                </a:lnTo>
                <a:lnTo>
                  <a:pt x="73151" y="102870"/>
                </a:lnTo>
                <a:lnTo>
                  <a:pt x="39496" y="145542"/>
                </a:lnTo>
                <a:lnTo>
                  <a:pt x="20066" y="180848"/>
                </a:lnTo>
                <a:lnTo>
                  <a:pt x="6731" y="217932"/>
                </a:lnTo>
                <a:lnTo>
                  <a:pt x="381" y="256667"/>
                </a:lnTo>
                <a:lnTo>
                  <a:pt x="0" y="269748"/>
                </a:lnTo>
                <a:lnTo>
                  <a:pt x="1143" y="295021"/>
                </a:lnTo>
                <a:lnTo>
                  <a:pt x="10287" y="344170"/>
                </a:lnTo>
                <a:lnTo>
                  <a:pt x="26924" y="390906"/>
                </a:lnTo>
                <a:lnTo>
                  <a:pt x="50164" y="433577"/>
                </a:lnTo>
                <a:lnTo>
                  <a:pt x="78867" y="470915"/>
                </a:lnTo>
                <a:lnTo>
                  <a:pt x="112394" y="501904"/>
                </a:lnTo>
                <a:lnTo>
                  <a:pt x="148970" y="524129"/>
                </a:lnTo>
                <a:lnTo>
                  <a:pt x="189356" y="536448"/>
                </a:lnTo>
                <a:lnTo>
                  <a:pt x="208661" y="537972"/>
                </a:lnTo>
                <a:lnTo>
                  <a:pt x="210185" y="499999"/>
                </a:lnTo>
                <a:lnTo>
                  <a:pt x="201294" y="499618"/>
                </a:lnTo>
                <a:lnTo>
                  <a:pt x="193801" y="498601"/>
                </a:lnTo>
                <a:lnTo>
                  <a:pt x="156463" y="485267"/>
                </a:lnTo>
                <a:lnTo>
                  <a:pt x="119633" y="458343"/>
                </a:lnTo>
                <a:lnTo>
                  <a:pt x="93218" y="428751"/>
                </a:lnTo>
                <a:lnTo>
                  <a:pt x="70612" y="393319"/>
                </a:lnTo>
                <a:lnTo>
                  <a:pt x="53086" y="353695"/>
                </a:lnTo>
                <a:lnTo>
                  <a:pt x="41910" y="311404"/>
                </a:lnTo>
                <a:lnTo>
                  <a:pt x="38100" y="268097"/>
                </a:lnTo>
                <a:lnTo>
                  <a:pt x="38481" y="257810"/>
                </a:lnTo>
                <a:lnTo>
                  <a:pt x="46989" y="216281"/>
                </a:lnTo>
                <a:lnTo>
                  <a:pt x="65786" y="175387"/>
                </a:lnTo>
                <a:lnTo>
                  <a:pt x="101854" y="127888"/>
                </a:lnTo>
                <a:lnTo>
                  <a:pt x="138811" y="95123"/>
                </a:lnTo>
                <a:lnTo>
                  <a:pt x="181229" y="68325"/>
                </a:lnTo>
                <a:lnTo>
                  <a:pt x="226821" y="49402"/>
                </a:lnTo>
                <a:lnTo>
                  <a:pt x="274827" y="39370"/>
                </a:lnTo>
                <a:lnTo>
                  <a:pt x="298957" y="38100"/>
                </a:lnTo>
                <a:lnTo>
                  <a:pt x="458451" y="38100"/>
                </a:lnTo>
                <a:lnTo>
                  <a:pt x="455802" y="36702"/>
                </a:lnTo>
                <a:lnTo>
                  <a:pt x="406145" y="17018"/>
                </a:lnTo>
                <a:lnTo>
                  <a:pt x="352806" y="4445"/>
                </a:lnTo>
                <a:lnTo>
                  <a:pt x="325374" y="1015"/>
                </a:lnTo>
                <a:lnTo>
                  <a:pt x="297814" y="0"/>
                </a:lnTo>
                <a:close/>
              </a:path>
              <a:path w="577850" h="538479">
                <a:moveTo>
                  <a:pt x="507996" y="116592"/>
                </a:moveTo>
                <a:lnTo>
                  <a:pt x="475233" y="133096"/>
                </a:lnTo>
                <a:lnTo>
                  <a:pt x="577723" y="209423"/>
                </a:lnTo>
                <a:lnTo>
                  <a:pt x="577495" y="132969"/>
                </a:lnTo>
                <a:lnTo>
                  <a:pt x="517906" y="132969"/>
                </a:lnTo>
                <a:lnTo>
                  <a:pt x="510905" y="119173"/>
                </a:lnTo>
                <a:lnTo>
                  <a:pt x="507996" y="116592"/>
                </a:lnTo>
                <a:close/>
              </a:path>
              <a:path w="577850" h="538479">
                <a:moveTo>
                  <a:pt x="510905" y="119173"/>
                </a:moveTo>
                <a:lnTo>
                  <a:pt x="517906" y="132969"/>
                </a:lnTo>
                <a:lnTo>
                  <a:pt x="540260" y="121665"/>
                </a:lnTo>
                <a:lnTo>
                  <a:pt x="513714" y="121665"/>
                </a:lnTo>
                <a:lnTo>
                  <a:pt x="510905" y="119173"/>
                </a:lnTo>
                <a:close/>
              </a:path>
              <a:path w="577850" h="538479">
                <a:moveTo>
                  <a:pt x="577342" y="81661"/>
                </a:moveTo>
                <a:lnTo>
                  <a:pt x="543255" y="98831"/>
                </a:lnTo>
                <a:lnTo>
                  <a:pt x="551814" y="115824"/>
                </a:lnTo>
                <a:lnTo>
                  <a:pt x="517906" y="132969"/>
                </a:lnTo>
                <a:lnTo>
                  <a:pt x="577495" y="132969"/>
                </a:lnTo>
                <a:lnTo>
                  <a:pt x="577342" y="81661"/>
                </a:lnTo>
                <a:close/>
              </a:path>
              <a:path w="577850" h="538479">
                <a:moveTo>
                  <a:pt x="509269" y="115950"/>
                </a:moveTo>
                <a:lnTo>
                  <a:pt x="510905" y="119173"/>
                </a:lnTo>
                <a:lnTo>
                  <a:pt x="513714" y="121665"/>
                </a:lnTo>
                <a:lnTo>
                  <a:pt x="509269" y="115950"/>
                </a:lnTo>
                <a:close/>
              </a:path>
              <a:path w="577850" h="538479">
                <a:moveTo>
                  <a:pt x="543255" y="98831"/>
                </a:moveTo>
                <a:lnTo>
                  <a:pt x="509269" y="115950"/>
                </a:lnTo>
                <a:lnTo>
                  <a:pt x="513714" y="121665"/>
                </a:lnTo>
                <a:lnTo>
                  <a:pt x="540260" y="121665"/>
                </a:lnTo>
                <a:lnTo>
                  <a:pt x="551814" y="115824"/>
                </a:lnTo>
                <a:lnTo>
                  <a:pt x="543255" y="98831"/>
                </a:lnTo>
                <a:close/>
              </a:path>
              <a:path w="577850" h="538479">
                <a:moveTo>
                  <a:pt x="509269" y="115950"/>
                </a:moveTo>
                <a:lnTo>
                  <a:pt x="507996" y="116592"/>
                </a:lnTo>
                <a:lnTo>
                  <a:pt x="510905" y="119173"/>
                </a:lnTo>
                <a:lnTo>
                  <a:pt x="509269" y="115950"/>
                </a:lnTo>
                <a:close/>
              </a:path>
              <a:path w="577850" h="538479">
                <a:moveTo>
                  <a:pt x="458451" y="38100"/>
                </a:moveTo>
                <a:lnTo>
                  <a:pt x="298957" y="38100"/>
                </a:lnTo>
                <a:lnTo>
                  <a:pt x="323850" y="39115"/>
                </a:lnTo>
                <a:lnTo>
                  <a:pt x="348106" y="42163"/>
                </a:lnTo>
                <a:lnTo>
                  <a:pt x="395858" y="53721"/>
                </a:lnTo>
                <a:lnTo>
                  <a:pt x="440436" y="71627"/>
                </a:lnTo>
                <a:lnTo>
                  <a:pt x="480313" y="94614"/>
                </a:lnTo>
                <a:lnTo>
                  <a:pt x="507996" y="116592"/>
                </a:lnTo>
                <a:lnTo>
                  <a:pt x="543255" y="98831"/>
                </a:lnTo>
                <a:lnTo>
                  <a:pt x="500506" y="62357"/>
                </a:lnTo>
                <a:lnTo>
                  <a:pt x="478917" y="48895"/>
                </a:lnTo>
                <a:lnTo>
                  <a:pt x="45845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5994019" y="317881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4527041" y="2145537"/>
            <a:ext cx="288925" cy="148526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ts val="315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  <a:p>
            <a:pPr marL="98425">
              <a:lnSpc>
                <a:spcPts val="3150"/>
              </a:lnSpc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3970">
              <a:lnSpc>
                <a:spcPct val="100000"/>
              </a:lnSpc>
              <a:spcBef>
                <a:spcPts val="184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3245485" y="2522092"/>
            <a:ext cx="3217799" cy="1204087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860796" y="1522298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2790825" y="929131"/>
            <a:ext cx="450215" cy="1137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  <a:p>
            <a:pPr marL="33655">
              <a:lnSpc>
                <a:spcPct val="100000"/>
              </a:lnSpc>
              <a:spcBef>
                <a:spcPts val="2039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765554" y="637031"/>
            <a:ext cx="4563618" cy="154863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 txBox="1"/>
          <p:nvPr/>
        </p:nvSpPr>
        <p:spPr>
          <a:xfrm>
            <a:off x="4394961" y="628227"/>
            <a:ext cx="288290" cy="1346200"/>
          </a:xfrm>
          <a:prstGeom prst="rect">
            <a:avLst/>
          </a:prstGeom>
        </p:spPr>
        <p:txBody>
          <a:bodyPr wrap="square" lIns="0" tIns="246380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194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3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5140197" y="978535"/>
            <a:ext cx="328295" cy="871219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 indent="125095">
              <a:lnSpc>
                <a:spcPts val="3300"/>
              </a:lnSpc>
              <a:spcBef>
                <a:spcPts val="254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640963" y="1225194"/>
            <a:ext cx="203200" cy="1219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>
              <a:lnSpc>
                <a:spcPct val="139900"/>
              </a:lnSpc>
              <a:spcBef>
                <a:spcPts val="10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793994" y="671829"/>
            <a:ext cx="1835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4822190" y="5398261"/>
            <a:ext cx="2221230" cy="137160"/>
          </a:xfrm>
          <a:custGeom>
            <a:avLst/>
            <a:gdLst/>
            <a:ahLst/>
            <a:cxnLst/>
            <a:rect l="l" t="t" r="r" b="b"/>
            <a:pathLst>
              <a:path w="2221229" h="137160">
                <a:moveTo>
                  <a:pt x="2106126" y="38141"/>
                </a:moveTo>
                <a:lnTo>
                  <a:pt x="0" y="98806"/>
                </a:lnTo>
                <a:lnTo>
                  <a:pt x="1015" y="136906"/>
                </a:lnTo>
                <a:lnTo>
                  <a:pt x="2107227" y="76243"/>
                </a:lnTo>
                <a:lnTo>
                  <a:pt x="2106126" y="38141"/>
                </a:lnTo>
                <a:close/>
              </a:path>
              <a:path w="2221229" h="137160">
                <a:moveTo>
                  <a:pt x="2185971" y="37591"/>
                </a:moveTo>
                <a:lnTo>
                  <a:pt x="2125217" y="37591"/>
                </a:lnTo>
                <a:lnTo>
                  <a:pt x="2126361" y="75691"/>
                </a:lnTo>
                <a:lnTo>
                  <a:pt x="2107227" y="76243"/>
                </a:lnTo>
                <a:lnTo>
                  <a:pt x="2108327" y="114300"/>
                </a:lnTo>
                <a:lnTo>
                  <a:pt x="2220976" y="53847"/>
                </a:lnTo>
                <a:lnTo>
                  <a:pt x="2185971" y="37591"/>
                </a:lnTo>
                <a:close/>
              </a:path>
              <a:path w="2221229" h="137160">
                <a:moveTo>
                  <a:pt x="2125217" y="37591"/>
                </a:moveTo>
                <a:lnTo>
                  <a:pt x="2106126" y="38141"/>
                </a:lnTo>
                <a:lnTo>
                  <a:pt x="2107227" y="76243"/>
                </a:lnTo>
                <a:lnTo>
                  <a:pt x="2126361" y="75691"/>
                </a:lnTo>
                <a:lnTo>
                  <a:pt x="2125217" y="37591"/>
                </a:lnTo>
                <a:close/>
              </a:path>
              <a:path w="2221229" h="137160">
                <a:moveTo>
                  <a:pt x="2105025" y="0"/>
                </a:moveTo>
                <a:lnTo>
                  <a:pt x="2106126" y="38141"/>
                </a:lnTo>
                <a:lnTo>
                  <a:pt x="2125217" y="37591"/>
                </a:lnTo>
                <a:lnTo>
                  <a:pt x="2185971" y="37591"/>
                </a:lnTo>
                <a:lnTo>
                  <a:pt x="2105025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5924550" y="507626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4658105" y="5033264"/>
            <a:ext cx="690245" cy="504190"/>
          </a:xfrm>
          <a:custGeom>
            <a:avLst/>
            <a:gdLst/>
            <a:ahLst/>
            <a:cxnLst/>
            <a:rect l="l" t="t" r="r" b="b"/>
            <a:pathLst>
              <a:path w="690245" h="504189">
                <a:moveTo>
                  <a:pt x="659622" y="38100"/>
                </a:moveTo>
                <a:lnTo>
                  <a:pt x="655828" y="38100"/>
                </a:lnTo>
                <a:lnTo>
                  <a:pt x="649986" y="38988"/>
                </a:lnTo>
                <a:lnTo>
                  <a:pt x="642366" y="40640"/>
                </a:lnTo>
                <a:lnTo>
                  <a:pt x="641222" y="40958"/>
                </a:lnTo>
                <a:lnTo>
                  <a:pt x="638429" y="44450"/>
                </a:lnTo>
                <a:lnTo>
                  <a:pt x="630555" y="53212"/>
                </a:lnTo>
                <a:lnTo>
                  <a:pt x="598932" y="85090"/>
                </a:lnTo>
                <a:lnTo>
                  <a:pt x="555879" y="124333"/>
                </a:lnTo>
                <a:lnTo>
                  <a:pt x="503555" y="169544"/>
                </a:lnTo>
                <a:lnTo>
                  <a:pt x="464058" y="202692"/>
                </a:lnTo>
                <a:lnTo>
                  <a:pt x="376301" y="274574"/>
                </a:lnTo>
                <a:lnTo>
                  <a:pt x="126238" y="474091"/>
                </a:lnTo>
                <a:lnTo>
                  <a:pt x="149987" y="503809"/>
                </a:lnTo>
                <a:lnTo>
                  <a:pt x="400177" y="304292"/>
                </a:lnTo>
                <a:lnTo>
                  <a:pt x="488315" y="232029"/>
                </a:lnTo>
                <a:lnTo>
                  <a:pt x="528066" y="198755"/>
                </a:lnTo>
                <a:lnTo>
                  <a:pt x="564261" y="167640"/>
                </a:lnTo>
                <a:lnTo>
                  <a:pt x="596773" y="138937"/>
                </a:lnTo>
                <a:lnTo>
                  <a:pt x="624840" y="112903"/>
                </a:lnTo>
                <a:lnTo>
                  <a:pt x="658241" y="79375"/>
                </a:lnTo>
                <a:lnTo>
                  <a:pt x="684784" y="44704"/>
                </a:lnTo>
                <a:lnTo>
                  <a:pt x="687328" y="38735"/>
                </a:lnTo>
                <a:lnTo>
                  <a:pt x="662559" y="38735"/>
                </a:lnTo>
                <a:lnTo>
                  <a:pt x="659622" y="38100"/>
                </a:lnTo>
                <a:close/>
              </a:path>
              <a:path w="690245" h="504189">
                <a:moveTo>
                  <a:pt x="76327" y="216662"/>
                </a:moveTo>
                <a:lnTo>
                  <a:pt x="0" y="319151"/>
                </a:lnTo>
                <a:lnTo>
                  <a:pt x="127762" y="318643"/>
                </a:lnTo>
                <a:lnTo>
                  <a:pt x="114951" y="293243"/>
                </a:lnTo>
                <a:lnTo>
                  <a:pt x="93599" y="293243"/>
                </a:lnTo>
                <a:lnTo>
                  <a:pt x="76454" y="259207"/>
                </a:lnTo>
                <a:lnTo>
                  <a:pt x="93464" y="250641"/>
                </a:lnTo>
                <a:lnTo>
                  <a:pt x="76327" y="216662"/>
                </a:lnTo>
                <a:close/>
              </a:path>
              <a:path w="690245" h="504189">
                <a:moveTo>
                  <a:pt x="93464" y="250641"/>
                </a:moveTo>
                <a:lnTo>
                  <a:pt x="76454" y="259207"/>
                </a:lnTo>
                <a:lnTo>
                  <a:pt x="93599" y="293243"/>
                </a:lnTo>
                <a:lnTo>
                  <a:pt x="110638" y="284692"/>
                </a:lnTo>
                <a:lnTo>
                  <a:pt x="93464" y="250641"/>
                </a:lnTo>
                <a:close/>
              </a:path>
              <a:path w="690245" h="504189">
                <a:moveTo>
                  <a:pt x="110638" y="284692"/>
                </a:moveTo>
                <a:lnTo>
                  <a:pt x="93599" y="293243"/>
                </a:lnTo>
                <a:lnTo>
                  <a:pt x="114951" y="293243"/>
                </a:lnTo>
                <a:lnTo>
                  <a:pt x="110638" y="284692"/>
                </a:lnTo>
                <a:close/>
              </a:path>
              <a:path w="690245" h="504189">
                <a:moveTo>
                  <a:pt x="663448" y="0"/>
                </a:moveTo>
                <a:lnTo>
                  <a:pt x="655828" y="0"/>
                </a:lnTo>
                <a:lnTo>
                  <a:pt x="645541" y="1143"/>
                </a:lnTo>
                <a:lnTo>
                  <a:pt x="594995" y="15493"/>
                </a:lnTo>
                <a:lnTo>
                  <a:pt x="544957" y="34925"/>
                </a:lnTo>
                <a:lnTo>
                  <a:pt x="484886" y="60833"/>
                </a:lnTo>
                <a:lnTo>
                  <a:pt x="391541" y="103886"/>
                </a:lnTo>
                <a:lnTo>
                  <a:pt x="313309" y="141605"/>
                </a:lnTo>
                <a:lnTo>
                  <a:pt x="93464" y="250641"/>
                </a:lnTo>
                <a:lnTo>
                  <a:pt x="110638" y="284692"/>
                </a:lnTo>
                <a:lnTo>
                  <a:pt x="329946" y="175894"/>
                </a:lnTo>
                <a:lnTo>
                  <a:pt x="432308" y="126873"/>
                </a:lnTo>
                <a:lnTo>
                  <a:pt x="478536" y="105537"/>
                </a:lnTo>
                <a:lnTo>
                  <a:pt x="540766" y="78105"/>
                </a:lnTo>
                <a:lnTo>
                  <a:pt x="576707" y="63246"/>
                </a:lnTo>
                <a:lnTo>
                  <a:pt x="620649" y="46990"/>
                </a:lnTo>
                <a:lnTo>
                  <a:pt x="641222" y="40958"/>
                </a:lnTo>
                <a:lnTo>
                  <a:pt x="644525" y="36830"/>
                </a:lnTo>
                <a:lnTo>
                  <a:pt x="649097" y="30353"/>
                </a:lnTo>
                <a:lnTo>
                  <a:pt x="651763" y="25527"/>
                </a:lnTo>
                <a:lnTo>
                  <a:pt x="652018" y="23368"/>
                </a:lnTo>
                <a:lnTo>
                  <a:pt x="652483" y="23368"/>
                </a:lnTo>
                <a:lnTo>
                  <a:pt x="652780" y="22479"/>
                </a:lnTo>
                <a:lnTo>
                  <a:pt x="689991" y="22479"/>
                </a:lnTo>
                <a:lnTo>
                  <a:pt x="689864" y="21462"/>
                </a:lnTo>
                <a:lnTo>
                  <a:pt x="688721" y="18668"/>
                </a:lnTo>
                <a:lnTo>
                  <a:pt x="687451" y="15367"/>
                </a:lnTo>
                <a:lnTo>
                  <a:pt x="686181" y="11937"/>
                </a:lnTo>
                <a:lnTo>
                  <a:pt x="683768" y="8890"/>
                </a:lnTo>
                <a:lnTo>
                  <a:pt x="680720" y="6731"/>
                </a:lnTo>
                <a:lnTo>
                  <a:pt x="677799" y="4572"/>
                </a:lnTo>
                <a:lnTo>
                  <a:pt x="675767" y="3175"/>
                </a:lnTo>
                <a:lnTo>
                  <a:pt x="673354" y="2031"/>
                </a:lnTo>
                <a:lnTo>
                  <a:pt x="666242" y="508"/>
                </a:lnTo>
                <a:lnTo>
                  <a:pt x="664845" y="127"/>
                </a:lnTo>
                <a:lnTo>
                  <a:pt x="663448" y="0"/>
                </a:lnTo>
                <a:close/>
              </a:path>
              <a:path w="690245" h="504189">
                <a:moveTo>
                  <a:pt x="651763" y="25527"/>
                </a:moveTo>
                <a:lnTo>
                  <a:pt x="649058" y="30407"/>
                </a:lnTo>
                <a:lnTo>
                  <a:pt x="644423" y="36956"/>
                </a:lnTo>
                <a:lnTo>
                  <a:pt x="641222" y="40958"/>
                </a:lnTo>
                <a:lnTo>
                  <a:pt x="642366" y="40640"/>
                </a:lnTo>
                <a:lnTo>
                  <a:pt x="649986" y="38988"/>
                </a:lnTo>
                <a:lnTo>
                  <a:pt x="655828" y="38100"/>
                </a:lnTo>
                <a:lnTo>
                  <a:pt x="659622" y="38100"/>
                </a:lnTo>
                <a:lnTo>
                  <a:pt x="657860" y="37718"/>
                </a:lnTo>
                <a:lnTo>
                  <a:pt x="658622" y="37718"/>
                </a:lnTo>
                <a:lnTo>
                  <a:pt x="655701" y="35687"/>
                </a:lnTo>
                <a:lnTo>
                  <a:pt x="657038" y="35687"/>
                </a:lnTo>
                <a:lnTo>
                  <a:pt x="654365" y="32258"/>
                </a:lnTo>
                <a:lnTo>
                  <a:pt x="653161" y="32258"/>
                </a:lnTo>
                <a:lnTo>
                  <a:pt x="651891" y="29083"/>
                </a:lnTo>
                <a:lnTo>
                  <a:pt x="652752" y="29083"/>
                </a:lnTo>
                <a:lnTo>
                  <a:pt x="652573" y="27686"/>
                </a:lnTo>
                <a:lnTo>
                  <a:pt x="651510" y="27686"/>
                </a:lnTo>
                <a:lnTo>
                  <a:pt x="651763" y="25527"/>
                </a:lnTo>
                <a:close/>
              </a:path>
              <a:path w="690245" h="504189">
                <a:moveTo>
                  <a:pt x="657860" y="37718"/>
                </a:moveTo>
                <a:lnTo>
                  <a:pt x="662559" y="38735"/>
                </a:lnTo>
                <a:lnTo>
                  <a:pt x="660893" y="37994"/>
                </a:lnTo>
                <a:lnTo>
                  <a:pt x="657860" y="37718"/>
                </a:lnTo>
                <a:close/>
              </a:path>
              <a:path w="690245" h="504189">
                <a:moveTo>
                  <a:pt x="660893" y="37994"/>
                </a:moveTo>
                <a:lnTo>
                  <a:pt x="662559" y="38735"/>
                </a:lnTo>
                <a:lnTo>
                  <a:pt x="687328" y="38735"/>
                </a:lnTo>
                <a:lnTo>
                  <a:pt x="687598" y="38100"/>
                </a:lnTo>
                <a:lnTo>
                  <a:pt x="662051" y="38100"/>
                </a:lnTo>
                <a:lnTo>
                  <a:pt x="660893" y="37994"/>
                </a:lnTo>
                <a:close/>
              </a:path>
              <a:path w="690245" h="504189">
                <a:moveTo>
                  <a:pt x="689991" y="22479"/>
                </a:moveTo>
                <a:lnTo>
                  <a:pt x="652780" y="22479"/>
                </a:lnTo>
                <a:lnTo>
                  <a:pt x="652317" y="24376"/>
                </a:lnTo>
                <a:lnTo>
                  <a:pt x="652295" y="25527"/>
                </a:lnTo>
                <a:lnTo>
                  <a:pt x="652923" y="30407"/>
                </a:lnTo>
                <a:lnTo>
                  <a:pt x="657746" y="36596"/>
                </a:lnTo>
                <a:lnTo>
                  <a:pt x="660893" y="37994"/>
                </a:lnTo>
                <a:lnTo>
                  <a:pt x="662051" y="38100"/>
                </a:lnTo>
                <a:lnTo>
                  <a:pt x="687598" y="38100"/>
                </a:lnTo>
                <a:lnTo>
                  <a:pt x="688224" y="36596"/>
                </a:lnTo>
                <a:lnTo>
                  <a:pt x="688721" y="35306"/>
                </a:lnTo>
                <a:lnTo>
                  <a:pt x="689229" y="33655"/>
                </a:lnTo>
                <a:lnTo>
                  <a:pt x="689356" y="31877"/>
                </a:lnTo>
                <a:lnTo>
                  <a:pt x="690118" y="25527"/>
                </a:lnTo>
                <a:lnTo>
                  <a:pt x="689991" y="22479"/>
                </a:lnTo>
                <a:close/>
              </a:path>
              <a:path w="690245" h="504189">
                <a:moveTo>
                  <a:pt x="657746" y="36596"/>
                </a:moveTo>
                <a:lnTo>
                  <a:pt x="658622" y="37718"/>
                </a:lnTo>
                <a:lnTo>
                  <a:pt x="657860" y="37718"/>
                </a:lnTo>
                <a:lnTo>
                  <a:pt x="660893" y="37994"/>
                </a:lnTo>
                <a:lnTo>
                  <a:pt x="657746" y="36596"/>
                </a:lnTo>
                <a:close/>
              </a:path>
              <a:path w="690245" h="504189">
                <a:moveTo>
                  <a:pt x="655701" y="35687"/>
                </a:moveTo>
                <a:lnTo>
                  <a:pt x="658622" y="37718"/>
                </a:lnTo>
                <a:lnTo>
                  <a:pt x="657746" y="36596"/>
                </a:lnTo>
                <a:lnTo>
                  <a:pt x="655701" y="35687"/>
                </a:lnTo>
                <a:close/>
              </a:path>
              <a:path w="690245" h="504189">
                <a:moveTo>
                  <a:pt x="657038" y="35687"/>
                </a:moveTo>
                <a:lnTo>
                  <a:pt x="655701" y="35687"/>
                </a:lnTo>
                <a:lnTo>
                  <a:pt x="657746" y="36596"/>
                </a:lnTo>
                <a:lnTo>
                  <a:pt x="657038" y="35687"/>
                </a:lnTo>
                <a:close/>
              </a:path>
              <a:path w="690245" h="504189">
                <a:moveTo>
                  <a:pt x="651891" y="29083"/>
                </a:moveTo>
                <a:lnTo>
                  <a:pt x="653161" y="32258"/>
                </a:lnTo>
                <a:lnTo>
                  <a:pt x="652923" y="30407"/>
                </a:lnTo>
                <a:lnTo>
                  <a:pt x="651891" y="29083"/>
                </a:lnTo>
                <a:close/>
              </a:path>
              <a:path w="690245" h="504189">
                <a:moveTo>
                  <a:pt x="652923" y="30407"/>
                </a:moveTo>
                <a:lnTo>
                  <a:pt x="653161" y="32258"/>
                </a:lnTo>
                <a:lnTo>
                  <a:pt x="654365" y="32258"/>
                </a:lnTo>
                <a:lnTo>
                  <a:pt x="652923" y="30407"/>
                </a:lnTo>
                <a:close/>
              </a:path>
              <a:path w="690245" h="504189">
                <a:moveTo>
                  <a:pt x="652752" y="29083"/>
                </a:moveTo>
                <a:lnTo>
                  <a:pt x="651891" y="29083"/>
                </a:lnTo>
                <a:lnTo>
                  <a:pt x="652923" y="30407"/>
                </a:lnTo>
                <a:lnTo>
                  <a:pt x="652752" y="29083"/>
                </a:lnTo>
                <a:close/>
              </a:path>
              <a:path w="690245" h="504189">
                <a:moveTo>
                  <a:pt x="652147" y="24376"/>
                </a:moveTo>
                <a:lnTo>
                  <a:pt x="651763" y="25527"/>
                </a:lnTo>
                <a:lnTo>
                  <a:pt x="651510" y="27686"/>
                </a:lnTo>
                <a:lnTo>
                  <a:pt x="652206" y="24831"/>
                </a:lnTo>
                <a:lnTo>
                  <a:pt x="652147" y="24376"/>
                </a:lnTo>
                <a:close/>
              </a:path>
              <a:path w="690245" h="504189">
                <a:moveTo>
                  <a:pt x="652206" y="24831"/>
                </a:moveTo>
                <a:lnTo>
                  <a:pt x="651510" y="27686"/>
                </a:lnTo>
                <a:lnTo>
                  <a:pt x="652573" y="27686"/>
                </a:lnTo>
                <a:lnTo>
                  <a:pt x="652206" y="24831"/>
                </a:lnTo>
                <a:close/>
              </a:path>
              <a:path w="690245" h="504189">
                <a:moveTo>
                  <a:pt x="652018" y="23368"/>
                </a:moveTo>
                <a:lnTo>
                  <a:pt x="651763" y="25527"/>
                </a:lnTo>
                <a:lnTo>
                  <a:pt x="652147" y="24376"/>
                </a:lnTo>
                <a:lnTo>
                  <a:pt x="652018" y="23368"/>
                </a:lnTo>
                <a:close/>
              </a:path>
              <a:path w="690245" h="504189">
                <a:moveTo>
                  <a:pt x="652780" y="22479"/>
                </a:moveTo>
                <a:lnTo>
                  <a:pt x="652147" y="24376"/>
                </a:lnTo>
                <a:lnTo>
                  <a:pt x="652206" y="24831"/>
                </a:lnTo>
                <a:lnTo>
                  <a:pt x="652780" y="22479"/>
                </a:lnTo>
                <a:close/>
              </a:path>
              <a:path w="690245" h="504189">
                <a:moveTo>
                  <a:pt x="652483" y="23368"/>
                </a:moveTo>
                <a:lnTo>
                  <a:pt x="652018" y="23368"/>
                </a:lnTo>
                <a:lnTo>
                  <a:pt x="652147" y="24376"/>
                </a:lnTo>
                <a:lnTo>
                  <a:pt x="652483" y="23368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4960365" y="4700397"/>
            <a:ext cx="3822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126485" y="4950205"/>
            <a:ext cx="1049655" cy="529590"/>
          </a:xfrm>
          <a:custGeom>
            <a:avLst/>
            <a:gdLst/>
            <a:ahLst/>
            <a:cxnLst/>
            <a:rect l="l" t="t" r="r" b="b"/>
            <a:pathLst>
              <a:path w="1049654" h="529589">
                <a:moveTo>
                  <a:pt x="38226" y="407416"/>
                </a:moveTo>
                <a:lnTo>
                  <a:pt x="0" y="529336"/>
                </a:lnTo>
                <a:lnTo>
                  <a:pt x="120522" y="486664"/>
                </a:lnTo>
                <a:lnTo>
                  <a:pt x="107334" y="473964"/>
                </a:lnTo>
                <a:lnTo>
                  <a:pt x="79756" y="473964"/>
                </a:lnTo>
                <a:lnTo>
                  <a:pt x="52450" y="447548"/>
                </a:lnTo>
                <a:lnTo>
                  <a:pt x="65643" y="433817"/>
                </a:lnTo>
                <a:lnTo>
                  <a:pt x="38226" y="407416"/>
                </a:lnTo>
                <a:close/>
              </a:path>
              <a:path w="1049654" h="529589">
                <a:moveTo>
                  <a:pt x="779991" y="38100"/>
                </a:moveTo>
                <a:lnTo>
                  <a:pt x="658367" y="38100"/>
                </a:lnTo>
                <a:lnTo>
                  <a:pt x="672718" y="38354"/>
                </a:lnTo>
                <a:lnTo>
                  <a:pt x="686308" y="39624"/>
                </a:lnTo>
                <a:lnTo>
                  <a:pt x="725804" y="51054"/>
                </a:lnTo>
                <a:lnTo>
                  <a:pt x="763269" y="72898"/>
                </a:lnTo>
                <a:lnTo>
                  <a:pt x="799211" y="104394"/>
                </a:lnTo>
                <a:lnTo>
                  <a:pt x="833501" y="144907"/>
                </a:lnTo>
                <a:lnTo>
                  <a:pt x="855344" y="176149"/>
                </a:lnTo>
                <a:lnTo>
                  <a:pt x="876680" y="210439"/>
                </a:lnTo>
                <a:lnTo>
                  <a:pt x="897381" y="247396"/>
                </a:lnTo>
                <a:lnTo>
                  <a:pt x="917575" y="286766"/>
                </a:lnTo>
                <a:lnTo>
                  <a:pt x="937387" y="328168"/>
                </a:lnTo>
                <a:lnTo>
                  <a:pt x="956817" y="370967"/>
                </a:lnTo>
                <a:lnTo>
                  <a:pt x="976122" y="414909"/>
                </a:lnTo>
                <a:lnTo>
                  <a:pt x="995172" y="459740"/>
                </a:lnTo>
                <a:lnTo>
                  <a:pt x="1014222" y="504952"/>
                </a:lnTo>
                <a:lnTo>
                  <a:pt x="1049274" y="490220"/>
                </a:lnTo>
                <a:lnTo>
                  <a:pt x="1030224" y="445008"/>
                </a:lnTo>
                <a:lnTo>
                  <a:pt x="1011174" y="400050"/>
                </a:lnTo>
                <a:lnTo>
                  <a:pt x="991742" y="355727"/>
                </a:lnTo>
                <a:lnTo>
                  <a:pt x="972185" y="312420"/>
                </a:lnTo>
                <a:lnTo>
                  <a:pt x="951991" y="270256"/>
                </a:lnTo>
                <a:lnTo>
                  <a:pt x="931290" y="229997"/>
                </a:lnTo>
                <a:lnTo>
                  <a:pt x="909827" y="191643"/>
                </a:lnTo>
                <a:lnTo>
                  <a:pt x="887476" y="155575"/>
                </a:lnTo>
                <a:lnTo>
                  <a:pt x="864235" y="122428"/>
                </a:lnTo>
                <a:lnTo>
                  <a:pt x="839851" y="92329"/>
                </a:lnTo>
                <a:lnTo>
                  <a:pt x="800735" y="53848"/>
                </a:lnTo>
                <a:lnTo>
                  <a:pt x="786764" y="42799"/>
                </a:lnTo>
                <a:lnTo>
                  <a:pt x="779991" y="38100"/>
                </a:lnTo>
                <a:close/>
              </a:path>
              <a:path w="1049654" h="529589">
                <a:moveTo>
                  <a:pt x="65643" y="433817"/>
                </a:moveTo>
                <a:lnTo>
                  <a:pt x="52450" y="447548"/>
                </a:lnTo>
                <a:lnTo>
                  <a:pt x="79756" y="473964"/>
                </a:lnTo>
                <a:lnTo>
                  <a:pt x="93076" y="460233"/>
                </a:lnTo>
                <a:lnTo>
                  <a:pt x="65643" y="433817"/>
                </a:lnTo>
                <a:close/>
              </a:path>
              <a:path w="1049654" h="529589">
                <a:moveTo>
                  <a:pt x="93076" y="460233"/>
                </a:moveTo>
                <a:lnTo>
                  <a:pt x="79756" y="473964"/>
                </a:lnTo>
                <a:lnTo>
                  <a:pt x="107334" y="473964"/>
                </a:lnTo>
                <a:lnTo>
                  <a:pt x="93076" y="460233"/>
                </a:lnTo>
                <a:close/>
              </a:path>
              <a:path w="1049654" h="529589">
                <a:moveTo>
                  <a:pt x="659129" y="0"/>
                </a:moveTo>
                <a:lnTo>
                  <a:pt x="604265" y="8255"/>
                </a:lnTo>
                <a:lnTo>
                  <a:pt x="566801" y="20574"/>
                </a:lnTo>
                <a:lnTo>
                  <a:pt x="528319" y="37973"/>
                </a:lnTo>
                <a:lnTo>
                  <a:pt x="488950" y="59944"/>
                </a:lnTo>
                <a:lnTo>
                  <a:pt x="448563" y="85979"/>
                </a:lnTo>
                <a:lnTo>
                  <a:pt x="407288" y="115824"/>
                </a:lnTo>
                <a:lnTo>
                  <a:pt x="365378" y="148844"/>
                </a:lnTo>
                <a:lnTo>
                  <a:pt x="322452" y="185039"/>
                </a:lnTo>
                <a:lnTo>
                  <a:pt x="257048" y="243967"/>
                </a:lnTo>
                <a:lnTo>
                  <a:pt x="212851" y="286131"/>
                </a:lnTo>
                <a:lnTo>
                  <a:pt x="167893" y="330073"/>
                </a:lnTo>
                <a:lnTo>
                  <a:pt x="122808" y="375412"/>
                </a:lnTo>
                <a:lnTo>
                  <a:pt x="77343" y="421640"/>
                </a:lnTo>
                <a:lnTo>
                  <a:pt x="65643" y="433817"/>
                </a:lnTo>
                <a:lnTo>
                  <a:pt x="93076" y="460233"/>
                </a:lnTo>
                <a:lnTo>
                  <a:pt x="104520" y="448437"/>
                </a:lnTo>
                <a:lnTo>
                  <a:pt x="194563" y="357251"/>
                </a:lnTo>
                <a:lnTo>
                  <a:pt x="239013" y="313817"/>
                </a:lnTo>
                <a:lnTo>
                  <a:pt x="282828" y="272161"/>
                </a:lnTo>
                <a:lnTo>
                  <a:pt x="326009" y="232664"/>
                </a:lnTo>
                <a:lnTo>
                  <a:pt x="368426" y="195834"/>
                </a:lnTo>
                <a:lnTo>
                  <a:pt x="409828" y="162052"/>
                </a:lnTo>
                <a:lnTo>
                  <a:pt x="449961" y="131572"/>
                </a:lnTo>
                <a:lnTo>
                  <a:pt x="488950" y="104775"/>
                </a:lnTo>
                <a:lnTo>
                  <a:pt x="526668" y="82042"/>
                </a:lnTo>
                <a:lnTo>
                  <a:pt x="562610" y="63881"/>
                </a:lnTo>
                <a:lnTo>
                  <a:pt x="613028" y="45339"/>
                </a:lnTo>
                <a:lnTo>
                  <a:pt x="658367" y="38100"/>
                </a:lnTo>
                <a:lnTo>
                  <a:pt x="779991" y="38100"/>
                </a:lnTo>
                <a:lnTo>
                  <a:pt x="772667" y="33020"/>
                </a:lnTo>
                <a:lnTo>
                  <a:pt x="726693" y="10541"/>
                </a:lnTo>
                <a:lnTo>
                  <a:pt x="676655" y="381"/>
                </a:lnTo>
                <a:lnTo>
                  <a:pt x="659129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61" y="20574"/>
            <a:ext cx="9144000" cy="4343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761" y="20574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8739" y="46100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915283" y="46100"/>
            <a:ext cx="226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529578" y="46100"/>
            <a:ext cx="1993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5379465" y="3221862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09876" y="2627833"/>
            <a:ext cx="450215" cy="1137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  <a:p>
            <a:pPr marL="33655">
              <a:lnSpc>
                <a:spcPct val="100000"/>
              </a:lnSpc>
              <a:spcBef>
                <a:spcPts val="2039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4658995" y="2677413"/>
            <a:ext cx="328930" cy="871219"/>
          </a:xfrm>
          <a:prstGeom prst="rect">
            <a:avLst/>
          </a:prstGeom>
        </p:spPr>
        <p:txBody>
          <a:bodyPr wrap="square" lIns="0" tIns="32384" rIns="0" bIns="0" rtlCol="0" vert="horz">
            <a:spAutoFit/>
          </a:bodyPr>
          <a:lstStyle/>
          <a:p>
            <a:pPr marL="12700" marR="5080" indent="125095">
              <a:lnSpc>
                <a:spcPts val="3300"/>
              </a:lnSpc>
              <a:spcBef>
                <a:spcPts val="254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159632" y="2923946"/>
            <a:ext cx="203835" cy="1219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 marR="5080" indent="635">
              <a:lnSpc>
                <a:spcPct val="139900"/>
              </a:lnSpc>
              <a:spcBef>
                <a:spcPts val="10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5312790" y="2370531"/>
            <a:ext cx="18351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149860" y="2334767"/>
            <a:ext cx="7197217" cy="199263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89736" y="3248659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99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99"/>
                </a:solidFill>
                <a:latin typeface="Times New Roman"/>
                <a:cs typeface="Times New Roman"/>
              </a:rPr>
              <a:t>s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807454" y="3140710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99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99"/>
                </a:solidFill>
                <a:latin typeface="Times New Roman"/>
                <a:cs typeface="Times New Roman"/>
              </a:rPr>
              <a:t>z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578355" y="3080036"/>
            <a:ext cx="18161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5882766" y="3007586"/>
            <a:ext cx="448309" cy="90551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279400">
              <a:lnSpc>
                <a:spcPts val="3465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  <a:p>
            <a:pPr marL="12700">
              <a:lnSpc>
                <a:spcPts val="3465"/>
              </a:lnSpc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3914013" y="2327427"/>
            <a:ext cx="321310" cy="1985010"/>
          </a:xfrm>
          <a:prstGeom prst="rect">
            <a:avLst/>
          </a:prstGeom>
        </p:spPr>
        <p:txBody>
          <a:bodyPr wrap="square" lIns="0" tIns="246380" rIns="0" bIns="0" rtlCol="0" vert="horz">
            <a:spAutoFit/>
          </a:bodyPr>
          <a:lstStyle/>
          <a:p>
            <a:pPr marL="96520">
              <a:lnSpc>
                <a:spcPct val="100000"/>
              </a:lnSpc>
              <a:spcBef>
                <a:spcPts val="194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3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  <a:spcBef>
                <a:spcPts val="14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54629" y="4725670"/>
            <a:ext cx="450215" cy="1137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  <a:p>
            <a:pPr marL="33655">
              <a:lnSpc>
                <a:spcPct val="100000"/>
              </a:lnSpc>
              <a:spcBef>
                <a:spcPts val="2039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4358766" y="4424995"/>
            <a:ext cx="287655" cy="1346200"/>
          </a:xfrm>
          <a:prstGeom prst="rect">
            <a:avLst/>
          </a:prstGeom>
        </p:spPr>
        <p:txBody>
          <a:bodyPr wrap="square" lIns="0" tIns="245745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193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39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3604386" y="4401699"/>
            <a:ext cx="386715" cy="183959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 indent="23495">
              <a:lnSpc>
                <a:spcPct val="141200"/>
              </a:lnSpc>
              <a:spcBef>
                <a:spcPts val="150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ac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 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259839" y="534629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438147" y="5550509"/>
            <a:ext cx="11811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75665" y="4922646"/>
            <a:ext cx="7418069" cy="150177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7251827" y="5238394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4498340" y="5933459"/>
            <a:ext cx="181610" cy="484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0" name="object 40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37" name="object 37"/>
          <p:cNvSpPr txBox="1"/>
          <p:nvPr/>
        </p:nvSpPr>
        <p:spPr>
          <a:xfrm>
            <a:off x="2023110" y="5178016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327394" y="5534946"/>
            <a:ext cx="18161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4707890" y="1403858"/>
            <a:ext cx="2221230" cy="137160"/>
          </a:xfrm>
          <a:custGeom>
            <a:avLst/>
            <a:gdLst/>
            <a:ahLst/>
            <a:cxnLst/>
            <a:rect l="l" t="t" r="r" b="b"/>
            <a:pathLst>
              <a:path w="2221229" h="137159">
                <a:moveTo>
                  <a:pt x="2106126" y="38141"/>
                </a:moveTo>
                <a:lnTo>
                  <a:pt x="0" y="98805"/>
                </a:lnTo>
                <a:lnTo>
                  <a:pt x="1015" y="136905"/>
                </a:lnTo>
                <a:lnTo>
                  <a:pt x="2107227" y="76243"/>
                </a:lnTo>
                <a:lnTo>
                  <a:pt x="2106126" y="38141"/>
                </a:lnTo>
                <a:close/>
              </a:path>
              <a:path w="2221229" h="137159">
                <a:moveTo>
                  <a:pt x="2185971" y="37591"/>
                </a:moveTo>
                <a:lnTo>
                  <a:pt x="2125217" y="37591"/>
                </a:lnTo>
                <a:lnTo>
                  <a:pt x="2126361" y="75691"/>
                </a:lnTo>
                <a:lnTo>
                  <a:pt x="2107227" y="76243"/>
                </a:lnTo>
                <a:lnTo>
                  <a:pt x="2108327" y="114300"/>
                </a:lnTo>
                <a:lnTo>
                  <a:pt x="2220976" y="53847"/>
                </a:lnTo>
                <a:lnTo>
                  <a:pt x="2185971" y="37591"/>
                </a:lnTo>
                <a:close/>
              </a:path>
              <a:path w="2221229" h="137159">
                <a:moveTo>
                  <a:pt x="2125217" y="37591"/>
                </a:moveTo>
                <a:lnTo>
                  <a:pt x="2106126" y="38141"/>
                </a:lnTo>
                <a:lnTo>
                  <a:pt x="2107227" y="76243"/>
                </a:lnTo>
                <a:lnTo>
                  <a:pt x="2126361" y="75691"/>
                </a:lnTo>
                <a:lnTo>
                  <a:pt x="2125217" y="37591"/>
                </a:lnTo>
                <a:close/>
              </a:path>
              <a:path w="2221229" h="137159">
                <a:moveTo>
                  <a:pt x="2105025" y="0"/>
                </a:moveTo>
                <a:lnTo>
                  <a:pt x="2106126" y="38141"/>
                </a:lnTo>
                <a:lnTo>
                  <a:pt x="2125217" y="37591"/>
                </a:lnTo>
                <a:lnTo>
                  <a:pt x="2185971" y="37591"/>
                </a:lnTo>
                <a:lnTo>
                  <a:pt x="2105025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5810250" y="108122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640329" y="730758"/>
            <a:ext cx="449580" cy="113728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a,c</a:t>
            </a:r>
            <a:endParaRPr sz="2800">
              <a:latin typeface="Times New Roman"/>
              <a:cs typeface="Times New Roman"/>
            </a:endParaRPr>
          </a:p>
          <a:p>
            <a:pPr marL="33655">
              <a:lnSpc>
                <a:spcPct val="100000"/>
              </a:lnSpc>
              <a:spcBef>
                <a:spcPts val="203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45539" y="135127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323847" y="1555496"/>
            <a:ext cx="11811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946403" y="929766"/>
            <a:ext cx="6733032" cy="150025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7137527" y="1243329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908429" y="1182977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6213094" y="1540228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846065" y="705358"/>
            <a:ext cx="3822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3490086" y="406659"/>
            <a:ext cx="386715" cy="1839595"/>
          </a:xfrm>
          <a:prstGeom prst="rect">
            <a:avLst/>
          </a:prstGeom>
        </p:spPr>
        <p:txBody>
          <a:bodyPr wrap="square" lIns="0" tIns="19050" rIns="0" bIns="0" rtlCol="0" vert="horz">
            <a:spAutoFit/>
          </a:bodyPr>
          <a:lstStyle/>
          <a:p>
            <a:pPr marL="12700" marR="5080" indent="23495">
              <a:lnSpc>
                <a:spcPct val="141200"/>
              </a:lnSpc>
              <a:spcBef>
                <a:spcPts val="150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ac 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 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761" y="20574"/>
            <a:ext cx="9144000" cy="43433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761" y="20574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78739" y="46100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3915283" y="46100"/>
            <a:ext cx="226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6529578" y="46100"/>
            <a:ext cx="1993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500633" y="1525524"/>
            <a:ext cx="464820" cy="114300"/>
          </a:xfrm>
          <a:custGeom>
            <a:avLst/>
            <a:gdLst/>
            <a:ahLst/>
            <a:cxnLst/>
            <a:rect l="l" t="t" r="r" b="b"/>
            <a:pathLst>
              <a:path w="464819" h="114300">
                <a:moveTo>
                  <a:pt x="350519" y="0"/>
                </a:moveTo>
                <a:lnTo>
                  <a:pt x="350519" y="114300"/>
                </a:lnTo>
                <a:lnTo>
                  <a:pt x="426719" y="76200"/>
                </a:lnTo>
                <a:lnTo>
                  <a:pt x="369569" y="76200"/>
                </a:lnTo>
                <a:lnTo>
                  <a:pt x="369569" y="38100"/>
                </a:lnTo>
                <a:lnTo>
                  <a:pt x="426719" y="38100"/>
                </a:lnTo>
                <a:lnTo>
                  <a:pt x="350519" y="0"/>
                </a:lnTo>
                <a:close/>
              </a:path>
              <a:path w="464819" h="114300">
                <a:moveTo>
                  <a:pt x="35051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50519" y="76200"/>
                </a:lnTo>
                <a:lnTo>
                  <a:pt x="350519" y="38100"/>
                </a:lnTo>
                <a:close/>
              </a:path>
              <a:path w="464819" h="114300">
                <a:moveTo>
                  <a:pt x="426719" y="38100"/>
                </a:moveTo>
                <a:lnTo>
                  <a:pt x="369569" y="38100"/>
                </a:lnTo>
                <a:lnTo>
                  <a:pt x="369569" y="76200"/>
                </a:lnTo>
                <a:lnTo>
                  <a:pt x="426719" y="76200"/>
                </a:lnTo>
                <a:lnTo>
                  <a:pt x="464819" y="57150"/>
                </a:lnTo>
                <a:lnTo>
                  <a:pt x="426719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4831334" y="3480942"/>
            <a:ext cx="2221230" cy="135890"/>
          </a:xfrm>
          <a:custGeom>
            <a:avLst/>
            <a:gdLst/>
            <a:ahLst/>
            <a:cxnLst/>
            <a:rect l="l" t="t" r="r" b="b"/>
            <a:pathLst>
              <a:path w="2221229" h="135889">
                <a:moveTo>
                  <a:pt x="2106211" y="38126"/>
                </a:moveTo>
                <a:lnTo>
                  <a:pt x="0" y="97409"/>
                </a:lnTo>
                <a:lnTo>
                  <a:pt x="1015" y="135509"/>
                </a:lnTo>
                <a:lnTo>
                  <a:pt x="2107269" y="76229"/>
                </a:lnTo>
                <a:lnTo>
                  <a:pt x="2106211" y="38126"/>
                </a:lnTo>
                <a:close/>
              </a:path>
              <a:path w="2221229" h="135889">
                <a:moveTo>
                  <a:pt x="2185820" y="37592"/>
                </a:moveTo>
                <a:lnTo>
                  <a:pt x="2125217" y="37592"/>
                </a:lnTo>
                <a:lnTo>
                  <a:pt x="2126361" y="75692"/>
                </a:lnTo>
                <a:lnTo>
                  <a:pt x="2107269" y="76229"/>
                </a:lnTo>
                <a:lnTo>
                  <a:pt x="2108326" y="114300"/>
                </a:lnTo>
                <a:lnTo>
                  <a:pt x="2220975" y="53975"/>
                </a:lnTo>
                <a:lnTo>
                  <a:pt x="2185820" y="37592"/>
                </a:lnTo>
                <a:close/>
              </a:path>
              <a:path w="2221229" h="135889">
                <a:moveTo>
                  <a:pt x="2125217" y="37592"/>
                </a:moveTo>
                <a:lnTo>
                  <a:pt x="2106211" y="38126"/>
                </a:lnTo>
                <a:lnTo>
                  <a:pt x="2107269" y="76229"/>
                </a:lnTo>
                <a:lnTo>
                  <a:pt x="2126361" y="75692"/>
                </a:lnTo>
                <a:lnTo>
                  <a:pt x="2125217" y="37592"/>
                </a:lnTo>
                <a:close/>
              </a:path>
              <a:path w="2221229" h="135889">
                <a:moveTo>
                  <a:pt x="2105151" y="0"/>
                </a:moveTo>
                <a:lnTo>
                  <a:pt x="2106211" y="38126"/>
                </a:lnTo>
                <a:lnTo>
                  <a:pt x="2125217" y="37592"/>
                </a:lnTo>
                <a:lnTo>
                  <a:pt x="2185820" y="37592"/>
                </a:lnTo>
                <a:lnTo>
                  <a:pt x="2105151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5876671" y="3065812"/>
            <a:ext cx="61468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|</a:t>
            </a:r>
            <a:r>
              <a:rPr dirty="0" sz="2800" spc="-9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785110" y="349283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14420" y="327456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44466" y="430425"/>
            <a:ext cx="765175" cy="2676525"/>
          </a:xfrm>
          <a:prstGeom prst="rect">
            <a:avLst/>
          </a:prstGeom>
        </p:spPr>
        <p:txBody>
          <a:bodyPr wrap="square" lIns="0" tIns="245745" rIns="0" bIns="0" rtlCol="0" vert="horz">
            <a:spAutoFit/>
          </a:bodyPr>
          <a:lstStyle/>
          <a:p>
            <a:pPr marL="97155">
              <a:lnSpc>
                <a:spcPct val="100000"/>
              </a:lnSpc>
              <a:spcBef>
                <a:spcPts val="193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83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  <a:spcBef>
                <a:spcPts val="14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  <a:p>
            <a:pPr marL="141605">
              <a:lnSpc>
                <a:spcPct val="100000"/>
              </a:lnSpc>
              <a:spcBef>
                <a:spcPts val="208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243838" y="3428238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624077" y="3005454"/>
            <a:ext cx="7178802" cy="1500251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 txBox="1"/>
          <p:nvPr/>
        </p:nvSpPr>
        <p:spPr>
          <a:xfrm>
            <a:off x="7287006" y="3320288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7465314" y="3524504"/>
            <a:ext cx="11811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5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032507" y="3259935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368165" y="3220222"/>
            <a:ext cx="321310" cy="1271905"/>
          </a:xfrm>
          <a:prstGeom prst="rect">
            <a:avLst/>
          </a:prstGeom>
        </p:spPr>
        <p:txBody>
          <a:bodyPr wrap="square" lIns="0" tIns="1930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2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  <a:spcBef>
                <a:spcPts val="1490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744723" y="2610738"/>
            <a:ext cx="127635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68655" algn="l"/>
              </a:tabLst>
            </a:pPr>
            <a:r>
              <a:rPr dirty="0" baseline="-30753" sz="4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a|c	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ac|c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4983734" y="5494146"/>
            <a:ext cx="2221230" cy="135890"/>
          </a:xfrm>
          <a:custGeom>
            <a:avLst/>
            <a:gdLst/>
            <a:ahLst/>
            <a:cxnLst/>
            <a:rect l="l" t="t" r="r" b="b"/>
            <a:pathLst>
              <a:path w="2221229" h="135889">
                <a:moveTo>
                  <a:pt x="2106210" y="38127"/>
                </a:moveTo>
                <a:lnTo>
                  <a:pt x="0" y="97421"/>
                </a:lnTo>
                <a:lnTo>
                  <a:pt x="1015" y="135496"/>
                </a:lnTo>
                <a:lnTo>
                  <a:pt x="2107269" y="76229"/>
                </a:lnTo>
                <a:lnTo>
                  <a:pt x="2106210" y="38127"/>
                </a:lnTo>
                <a:close/>
              </a:path>
              <a:path w="2221229" h="135889">
                <a:moveTo>
                  <a:pt x="2185820" y="37591"/>
                </a:moveTo>
                <a:lnTo>
                  <a:pt x="2125217" y="37591"/>
                </a:lnTo>
                <a:lnTo>
                  <a:pt x="2126361" y="75691"/>
                </a:lnTo>
                <a:lnTo>
                  <a:pt x="2107269" y="76229"/>
                </a:lnTo>
                <a:lnTo>
                  <a:pt x="2108326" y="114312"/>
                </a:lnTo>
                <a:lnTo>
                  <a:pt x="2220975" y="53974"/>
                </a:lnTo>
                <a:lnTo>
                  <a:pt x="2185820" y="37591"/>
                </a:lnTo>
                <a:close/>
              </a:path>
              <a:path w="2221229" h="135889">
                <a:moveTo>
                  <a:pt x="2125217" y="37591"/>
                </a:moveTo>
                <a:lnTo>
                  <a:pt x="2106210" y="38127"/>
                </a:lnTo>
                <a:lnTo>
                  <a:pt x="2107269" y="76229"/>
                </a:lnTo>
                <a:lnTo>
                  <a:pt x="2126361" y="75691"/>
                </a:lnTo>
                <a:lnTo>
                  <a:pt x="2125217" y="37591"/>
                </a:lnTo>
                <a:close/>
              </a:path>
              <a:path w="2221229" h="135889">
                <a:moveTo>
                  <a:pt x="2105151" y="0"/>
                </a:moveTo>
                <a:lnTo>
                  <a:pt x="2106210" y="38127"/>
                </a:lnTo>
                <a:lnTo>
                  <a:pt x="2125217" y="37591"/>
                </a:lnTo>
                <a:lnTo>
                  <a:pt x="2185820" y="37591"/>
                </a:lnTo>
                <a:lnTo>
                  <a:pt x="2105151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6029325" y="5079591"/>
            <a:ext cx="61468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|</a:t>
            </a:r>
            <a:r>
              <a:rPr dirty="0" sz="2800" spc="-9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937510" y="5506618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520565" y="5414568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3766820" y="528746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96238" y="5441696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76477" y="5018659"/>
            <a:ext cx="7178802" cy="1500251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439406" y="533318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498340" y="5933459"/>
            <a:ext cx="181610" cy="484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3" name="object 4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7617714" y="5537403"/>
            <a:ext cx="118110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5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2184907" y="5273444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2897123" y="4606516"/>
            <a:ext cx="244284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605790" algn="l"/>
                <a:tab pos="1577340" algn="l"/>
              </a:tabLst>
            </a:pPr>
            <a:r>
              <a:rPr dirty="0" baseline="-30753" sz="4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a|c	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c	</a:t>
            </a:r>
            <a:r>
              <a:rPr dirty="0" baseline="-6944" sz="4200" spc="-22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baseline="-6944" sz="4200" spc="-22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baseline="-6591" sz="4425" spc="-22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baseline="-6944" sz="4200" spc="-22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-6944" sz="4200" spc="-22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baseline="-6944" sz="4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467861" y="3285744"/>
            <a:ext cx="3889375" cy="114300"/>
          </a:xfrm>
          <a:custGeom>
            <a:avLst/>
            <a:gdLst/>
            <a:ahLst/>
            <a:cxnLst/>
            <a:rect l="l" t="t" r="r" b="b"/>
            <a:pathLst>
              <a:path w="3889375" h="114300">
                <a:moveTo>
                  <a:pt x="3774947" y="0"/>
                </a:moveTo>
                <a:lnTo>
                  <a:pt x="3774947" y="114300"/>
                </a:lnTo>
                <a:lnTo>
                  <a:pt x="3851147" y="76200"/>
                </a:lnTo>
                <a:lnTo>
                  <a:pt x="3793997" y="76200"/>
                </a:lnTo>
                <a:lnTo>
                  <a:pt x="3793997" y="38100"/>
                </a:lnTo>
                <a:lnTo>
                  <a:pt x="3851147" y="38100"/>
                </a:lnTo>
                <a:lnTo>
                  <a:pt x="3774947" y="0"/>
                </a:lnTo>
                <a:close/>
              </a:path>
              <a:path w="3889375" h="114300">
                <a:moveTo>
                  <a:pt x="37749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774947" y="76200"/>
                </a:lnTo>
                <a:lnTo>
                  <a:pt x="3774947" y="38100"/>
                </a:lnTo>
                <a:close/>
              </a:path>
              <a:path w="3889375" h="114300">
                <a:moveTo>
                  <a:pt x="3851147" y="38100"/>
                </a:moveTo>
                <a:lnTo>
                  <a:pt x="3793997" y="38100"/>
                </a:lnTo>
                <a:lnTo>
                  <a:pt x="3793997" y="76200"/>
                </a:lnTo>
                <a:lnTo>
                  <a:pt x="3851147" y="76200"/>
                </a:lnTo>
                <a:lnTo>
                  <a:pt x="3889247" y="57150"/>
                </a:lnTo>
                <a:lnTo>
                  <a:pt x="3851147" y="381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198708" y="3420998"/>
            <a:ext cx="908050" cy="571500"/>
          </a:xfrm>
          <a:custGeom>
            <a:avLst/>
            <a:gdLst/>
            <a:ahLst/>
            <a:cxnLst/>
            <a:rect l="l" t="t" r="r" b="b"/>
            <a:pathLst>
              <a:path w="908050" h="571500">
                <a:moveTo>
                  <a:pt x="576749" y="0"/>
                </a:moveTo>
                <a:lnTo>
                  <a:pt x="351070" y="181610"/>
                </a:lnTo>
                <a:lnTo>
                  <a:pt x="248708" y="266700"/>
                </a:lnTo>
                <a:lnTo>
                  <a:pt x="201972" y="306577"/>
                </a:lnTo>
                <a:lnTo>
                  <a:pt x="158792" y="344550"/>
                </a:lnTo>
                <a:lnTo>
                  <a:pt x="119803" y="379983"/>
                </a:lnTo>
                <a:lnTo>
                  <a:pt x="85513" y="413003"/>
                </a:lnTo>
                <a:lnTo>
                  <a:pt x="56303" y="442849"/>
                </a:lnTo>
                <a:lnTo>
                  <a:pt x="23283" y="482092"/>
                </a:lnTo>
                <a:lnTo>
                  <a:pt x="3852" y="514984"/>
                </a:lnTo>
                <a:lnTo>
                  <a:pt x="3090" y="517144"/>
                </a:lnTo>
                <a:lnTo>
                  <a:pt x="2709" y="518159"/>
                </a:lnTo>
                <a:lnTo>
                  <a:pt x="804" y="525780"/>
                </a:lnTo>
                <a:lnTo>
                  <a:pt x="423" y="527176"/>
                </a:lnTo>
                <a:lnTo>
                  <a:pt x="169" y="528701"/>
                </a:lnTo>
                <a:lnTo>
                  <a:pt x="0" y="539623"/>
                </a:lnTo>
                <a:lnTo>
                  <a:pt x="169" y="541146"/>
                </a:lnTo>
                <a:lnTo>
                  <a:pt x="931" y="543306"/>
                </a:lnTo>
                <a:lnTo>
                  <a:pt x="2709" y="548639"/>
                </a:lnTo>
                <a:lnTo>
                  <a:pt x="3598" y="551180"/>
                </a:lnTo>
                <a:lnTo>
                  <a:pt x="4995" y="553593"/>
                </a:lnTo>
                <a:lnTo>
                  <a:pt x="6900" y="555498"/>
                </a:lnTo>
                <a:lnTo>
                  <a:pt x="10837" y="559688"/>
                </a:lnTo>
                <a:lnTo>
                  <a:pt x="34459" y="570102"/>
                </a:lnTo>
                <a:lnTo>
                  <a:pt x="35475" y="570357"/>
                </a:lnTo>
                <a:lnTo>
                  <a:pt x="36491" y="570483"/>
                </a:lnTo>
                <a:lnTo>
                  <a:pt x="37507" y="570483"/>
                </a:lnTo>
                <a:lnTo>
                  <a:pt x="47413" y="571119"/>
                </a:lnTo>
                <a:lnTo>
                  <a:pt x="93006" y="566546"/>
                </a:lnTo>
                <a:lnTo>
                  <a:pt x="130598" y="558419"/>
                </a:lnTo>
                <a:lnTo>
                  <a:pt x="174159" y="546607"/>
                </a:lnTo>
                <a:lnTo>
                  <a:pt x="203861" y="537718"/>
                </a:lnTo>
                <a:lnTo>
                  <a:pt x="38015" y="537718"/>
                </a:lnTo>
                <a:lnTo>
                  <a:pt x="37663" y="535432"/>
                </a:lnTo>
                <a:lnTo>
                  <a:pt x="37455" y="534076"/>
                </a:lnTo>
                <a:lnTo>
                  <a:pt x="36163" y="531963"/>
                </a:lnTo>
                <a:lnTo>
                  <a:pt x="36046" y="531828"/>
                </a:lnTo>
                <a:lnTo>
                  <a:pt x="35213" y="531203"/>
                </a:lnTo>
                <a:lnTo>
                  <a:pt x="34967" y="531113"/>
                </a:lnTo>
                <a:lnTo>
                  <a:pt x="35094" y="531113"/>
                </a:lnTo>
                <a:lnTo>
                  <a:pt x="33062" y="529589"/>
                </a:lnTo>
                <a:lnTo>
                  <a:pt x="39026" y="529589"/>
                </a:lnTo>
                <a:lnTo>
                  <a:pt x="39666" y="527812"/>
                </a:lnTo>
                <a:lnTo>
                  <a:pt x="39940" y="527812"/>
                </a:lnTo>
                <a:lnTo>
                  <a:pt x="41698" y="523875"/>
                </a:lnTo>
                <a:lnTo>
                  <a:pt x="46524" y="515493"/>
                </a:lnTo>
                <a:lnTo>
                  <a:pt x="72051" y="482345"/>
                </a:lnTo>
                <a:lnTo>
                  <a:pt x="112056" y="440308"/>
                </a:lnTo>
                <a:lnTo>
                  <a:pt x="145584" y="408050"/>
                </a:lnTo>
                <a:lnTo>
                  <a:pt x="184065" y="372999"/>
                </a:lnTo>
                <a:lnTo>
                  <a:pt x="226737" y="335533"/>
                </a:lnTo>
                <a:lnTo>
                  <a:pt x="297730" y="275208"/>
                </a:lnTo>
                <a:lnTo>
                  <a:pt x="375200" y="211200"/>
                </a:lnTo>
                <a:lnTo>
                  <a:pt x="600625" y="29717"/>
                </a:lnTo>
                <a:lnTo>
                  <a:pt x="576749" y="0"/>
                </a:lnTo>
                <a:close/>
              </a:path>
              <a:path w="908050" h="571500">
                <a:moveTo>
                  <a:pt x="37831" y="534692"/>
                </a:moveTo>
                <a:lnTo>
                  <a:pt x="37707" y="535157"/>
                </a:lnTo>
                <a:lnTo>
                  <a:pt x="37663" y="535432"/>
                </a:lnTo>
                <a:lnTo>
                  <a:pt x="38015" y="537718"/>
                </a:lnTo>
                <a:lnTo>
                  <a:pt x="38115" y="535157"/>
                </a:lnTo>
                <a:lnTo>
                  <a:pt x="37831" y="534692"/>
                </a:lnTo>
                <a:close/>
              </a:path>
              <a:path w="908050" h="571500">
                <a:moveTo>
                  <a:pt x="38115" y="535157"/>
                </a:moveTo>
                <a:lnTo>
                  <a:pt x="38015" y="537718"/>
                </a:lnTo>
                <a:lnTo>
                  <a:pt x="203861" y="537718"/>
                </a:lnTo>
                <a:lnTo>
                  <a:pt x="207830" y="536448"/>
                </a:lnTo>
                <a:lnTo>
                  <a:pt x="38904" y="536448"/>
                </a:lnTo>
                <a:lnTo>
                  <a:pt x="38115" y="535157"/>
                </a:lnTo>
                <a:close/>
              </a:path>
              <a:path w="908050" h="571500">
                <a:moveTo>
                  <a:pt x="38148" y="534330"/>
                </a:moveTo>
                <a:lnTo>
                  <a:pt x="38224" y="535336"/>
                </a:lnTo>
                <a:lnTo>
                  <a:pt x="38904" y="536448"/>
                </a:lnTo>
                <a:lnTo>
                  <a:pt x="38148" y="534330"/>
                </a:lnTo>
                <a:close/>
              </a:path>
              <a:path w="908050" h="571500">
                <a:moveTo>
                  <a:pt x="38183" y="533430"/>
                </a:moveTo>
                <a:lnTo>
                  <a:pt x="38237" y="534580"/>
                </a:lnTo>
                <a:lnTo>
                  <a:pt x="38904" y="536448"/>
                </a:lnTo>
                <a:lnTo>
                  <a:pt x="207830" y="536448"/>
                </a:lnTo>
                <a:lnTo>
                  <a:pt x="216164" y="533781"/>
                </a:lnTo>
                <a:lnTo>
                  <a:pt x="38650" y="533781"/>
                </a:lnTo>
                <a:lnTo>
                  <a:pt x="38183" y="533430"/>
                </a:lnTo>
                <a:close/>
              </a:path>
              <a:path w="908050" h="571500">
                <a:moveTo>
                  <a:pt x="37652" y="535362"/>
                </a:moveTo>
                <a:close/>
              </a:path>
              <a:path w="908050" h="571500">
                <a:moveTo>
                  <a:pt x="37763" y="534580"/>
                </a:moveTo>
                <a:lnTo>
                  <a:pt x="37652" y="535362"/>
                </a:lnTo>
                <a:lnTo>
                  <a:pt x="37707" y="535157"/>
                </a:lnTo>
                <a:lnTo>
                  <a:pt x="37763" y="534580"/>
                </a:lnTo>
                <a:close/>
              </a:path>
              <a:path w="908050" h="571500">
                <a:moveTo>
                  <a:pt x="37455" y="534076"/>
                </a:moveTo>
                <a:lnTo>
                  <a:pt x="37648" y="535336"/>
                </a:lnTo>
                <a:lnTo>
                  <a:pt x="37763" y="534580"/>
                </a:lnTo>
                <a:lnTo>
                  <a:pt x="37455" y="534076"/>
                </a:lnTo>
                <a:close/>
              </a:path>
              <a:path w="908050" h="571500">
                <a:moveTo>
                  <a:pt x="38022" y="533977"/>
                </a:moveTo>
                <a:lnTo>
                  <a:pt x="37831" y="534692"/>
                </a:lnTo>
                <a:lnTo>
                  <a:pt x="38115" y="535157"/>
                </a:lnTo>
                <a:lnTo>
                  <a:pt x="38022" y="533977"/>
                </a:lnTo>
                <a:close/>
              </a:path>
              <a:path w="908050" h="571500">
                <a:moveTo>
                  <a:pt x="37904" y="533648"/>
                </a:moveTo>
                <a:lnTo>
                  <a:pt x="37831" y="534692"/>
                </a:lnTo>
                <a:lnTo>
                  <a:pt x="37928" y="534330"/>
                </a:lnTo>
                <a:lnTo>
                  <a:pt x="37904" y="533648"/>
                </a:lnTo>
                <a:close/>
              </a:path>
              <a:path w="908050" h="571500">
                <a:moveTo>
                  <a:pt x="37247" y="532729"/>
                </a:moveTo>
                <a:lnTo>
                  <a:pt x="37455" y="534076"/>
                </a:lnTo>
                <a:lnTo>
                  <a:pt x="37763" y="534580"/>
                </a:lnTo>
                <a:lnTo>
                  <a:pt x="37884" y="533781"/>
                </a:lnTo>
                <a:lnTo>
                  <a:pt x="37767" y="533265"/>
                </a:lnTo>
                <a:lnTo>
                  <a:pt x="37696" y="533065"/>
                </a:lnTo>
                <a:lnTo>
                  <a:pt x="37247" y="532729"/>
                </a:lnTo>
                <a:close/>
              </a:path>
              <a:path w="908050" h="571500">
                <a:moveTo>
                  <a:pt x="36110" y="531876"/>
                </a:moveTo>
                <a:lnTo>
                  <a:pt x="37455" y="534076"/>
                </a:lnTo>
                <a:lnTo>
                  <a:pt x="37247" y="532729"/>
                </a:lnTo>
                <a:lnTo>
                  <a:pt x="36110" y="531876"/>
                </a:lnTo>
                <a:close/>
              </a:path>
              <a:path w="908050" h="571500">
                <a:moveTo>
                  <a:pt x="37962" y="533265"/>
                </a:moveTo>
                <a:lnTo>
                  <a:pt x="38022" y="533977"/>
                </a:lnTo>
                <a:lnTo>
                  <a:pt x="38109" y="533648"/>
                </a:lnTo>
                <a:lnTo>
                  <a:pt x="37995" y="533289"/>
                </a:lnTo>
                <a:close/>
              </a:path>
              <a:path w="908050" h="571500">
                <a:moveTo>
                  <a:pt x="38201" y="533303"/>
                </a:moveTo>
                <a:lnTo>
                  <a:pt x="38183" y="533430"/>
                </a:lnTo>
                <a:lnTo>
                  <a:pt x="38650" y="533781"/>
                </a:lnTo>
                <a:lnTo>
                  <a:pt x="38201" y="533303"/>
                </a:lnTo>
                <a:close/>
              </a:path>
              <a:path w="908050" h="571500">
                <a:moveTo>
                  <a:pt x="38448" y="532379"/>
                </a:moveTo>
                <a:lnTo>
                  <a:pt x="38321" y="533430"/>
                </a:lnTo>
                <a:lnTo>
                  <a:pt x="38650" y="533781"/>
                </a:lnTo>
                <a:lnTo>
                  <a:pt x="216164" y="533781"/>
                </a:lnTo>
                <a:lnTo>
                  <a:pt x="218148" y="533145"/>
                </a:lnTo>
                <a:lnTo>
                  <a:pt x="49953" y="533145"/>
                </a:lnTo>
                <a:lnTo>
                  <a:pt x="45940" y="532892"/>
                </a:lnTo>
                <a:lnTo>
                  <a:pt x="42968" y="532892"/>
                </a:lnTo>
                <a:lnTo>
                  <a:pt x="40936" y="532638"/>
                </a:lnTo>
                <a:lnTo>
                  <a:pt x="39133" y="532629"/>
                </a:lnTo>
                <a:lnTo>
                  <a:pt x="38448" y="532379"/>
                </a:lnTo>
                <a:close/>
              </a:path>
              <a:path w="908050" h="571500">
                <a:moveTo>
                  <a:pt x="37696" y="533065"/>
                </a:moveTo>
                <a:lnTo>
                  <a:pt x="37904" y="533648"/>
                </a:lnTo>
                <a:lnTo>
                  <a:pt x="37962" y="533265"/>
                </a:lnTo>
                <a:lnTo>
                  <a:pt x="37696" y="533065"/>
                </a:lnTo>
                <a:close/>
              </a:path>
              <a:path w="908050" h="571500">
                <a:moveTo>
                  <a:pt x="37990" y="533078"/>
                </a:moveTo>
                <a:lnTo>
                  <a:pt x="37995" y="533289"/>
                </a:lnTo>
                <a:lnTo>
                  <a:pt x="38170" y="533421"/>
                </a:lnTo>
                <a:lnTo>
                  <a:pt x="38053" y="533145"/>
                </a:lnTo>
                <a:close/>
              </a:path>
              <a:path w="908050" h="571500">
                <a:moveTo>
                  <a:pt x="38227" y="532299"/>
                </a:moveTo>
                <a:lnTo>
                  <a:pt x="38201" y="533303"/>
                </a:lnTo>
                <a:lnTo>
                  <a:pt x="38448" y="532379"/>
                </a:lnTo>
                <a:lnTo>
                  <a:pt x="38227" y="532299"/>
                </a:lnTo>
                <a:close/>
              </a:path>
              <a:path w="908050" h="571500">
                <a:moveTo>
                  <a:pt x="38115" y="532258"/>
                </a:moveTo>
                <a:lnTo>
                  <a:pt x="38053" y="533145"/>
                </a:lnTo>
                <a:lnTo>
                  <a:pt x="38188" y="533289"/>
                </a:lnTo>
                <a:lnTo>
                  <a:pt x="38115" y="532258"/>
                </a:lnTo>
                <a:close/>
              </a:path>
              <a:path w="908050" h="571500">
                <a:moveTo>
                  <a:pt x="37523" y="532581"/>
                </a:moveTo>
                <a:lnTo>
                  <a:pt x="37696" y="533065"/>
                </a:lnTo>
                <a:lnTo>
                  <a:pt x="37962" y="533265"/>
                </a:lnTo>
                <a:lnTo>
                  <a:pt x="37978" y="533065"/>
                </a:lnTo>
                <a:lnTo>
                  <a:pt x="37523" y="532581"/>
                </a:lnTo>
                <a:close/>
              </a:path>
              <a:path w="908050" h="571500">
                <a:moveTo>
                  <a:pt x="794855" y="273486"/>
                </a:moveTo>
                <a:lnTo>
                  <a:pt x="594783" y="353568"/>
                </a:lnTo>
                <a:lnTo>
                  <a:pt x="419015" y="421767"/>
                </a:lnTo>
                <a:lnTo>
                  <a:pt x="293793" y="467613"/>
                </a:lnTo>
                <a:lnTo>
                  <a:pt x="237913" y="486663"/>
                </a:lnTo>
                <a:lnTo>
                  <a:pt x="187113" y="503046"/>
                </a:lnTo>
                <a:lnTo>
                  <a:pt x="142028" y="516127"/>
                </a:lnTo>
                <a:lnTo>
                  <a:pt x="103420" y="525652"/>
                </a:lnTo>
                <a:lnTo>
                  <a:pt x="59986" y="532764"/>
                </a:lnTo>
                <a:lnTo>
                  <a:pt x="49953" y="533145"/>
                </a:lnTo>
                <a:lnTo>
                  <a:pt x="218148" y="533145"/>
                </a:lnTo>
                <a:lnTo>
                  <a:pt x="306366" y="503555"/>
                </a:lnTo>
                <a:lnTo>
                  <a:pt x="399457" y="469773"/>
                </a:lnTo>
                <a:lnTo>
                  <a:pt x="536109" y="417575"/>
                </a:lnTo>
                <a:lnTo>
                  <a:pt x="809096" y="308771"/>
                </a:lnTo>
                <a:lnTo>
                  <a:pt x="794855" y="273486"/>
                </a:lnTo>
                <a:close/>
              </a:path>
              <a:path w="908050" h="571500">
                <a:moveTo>
                  <a:pt x="37302" y="531963"/>
                </a:moveTo>
                <a:lnTo>
                  <a:pt x="37451" y="532379"/>
                </a:lnTo>
                <a:lnTo>
                  <a:pt x="37576" y="532638"/>
                </a:lnTo>
                <a:lnTo>
                  <a:pt x="37990" y="533078"/>
                </a:lnTo>
                <a:lnTo>
                  <a:pt x="38115" y="532258"/>
                </a:lnTo>
                <a:lnTo>
                  <a:pt x="37302" y="531963"/>
                </a:lnTo>
                <a:close/>
              </a:path>
              <a:path w="908050" h="571500">
                <a:moveTo>
                  <a:pt x="37166" y="532201"/>
                </a:moveTo>
                <a:lnTo>
                  <a:pt x="37295" y="532764"/>
                </a:lnTo>
                <a:lnTo>
                  <a:pt x="37696" y="533065"/>
                </a:lnTo>
                <a:lnTo>
                  <a:pt x="37576" y="532729"/>
                </a:lnTo>
                <a:lnTo>
                  <a:pt x="37457" y="532511"/>
                </a:lnTo>
                <a:lnTo>
                  <a:pt x="37166" y="532201"/>
                </a:lnTo>
                <a:close/>
              </a:path>
              <a:path w="908050" h="571500">
                <a:moveTo>
                  <a:pt x="39920" y="532511"/>
                </a:moveTo>
                <a:lnTo>
                  <a:pt x="42968" y="532892"/>
                </a:lnTo>
                <a:lnTo>
                  <a:pt x="41784" y="532629"/>
                </a:lnTo>
                <a:lnTo>
                  <a:pt x="39920" y="532511"/>
                </a:lnTo>
                <a:close/>
              </a:path>
              <a:path w="908050" h="571500">
                <a:moveTo>
                  <a:pt x="41784" y="532629"/>
                </a:moveTo>
                <a:lnTo>
                  <a:pt x="42968" y="532892"/>
                </a:lnTo>
                <a:lnTo>
                  <a:pt x="45940" y="532892"/>
                </a:lnTo>
                <a:lnTo>
                  <a:pt x="41784" y="532629"/>
                </a:lnTo>
                <a:close/>
              </a:path>
              <a:path w="908050" h="571500">
                <a:moveTo>
                  <a:pt x="35838" y="531430"/>
                </a:moveTo>
                <a:lnTo>
                  <a:pt x="36110" y="531876"/>
                </a:lnTo>
                <a:lnTo>
                  <a:pt x="37247" y="532729"/>
                </a:lnTo>
                <a:lnTo>
                  <a:pt x="37141" y="532175"/>
                </a:lnTo>
                <a:lnTo>
                  <a:pt x="36755" y="531764"/>
                </a:lnTo>
                <a:lnTo>
                  <a:pt x="35838" y="531430"/>
                </a:lnTo>
                <a:close/>
              </a:path>
              <a:path w="908050" h="571500">
                <a:moveTo>
                  <a:pt x="38471" y="532294"/>
                </a:moveTo>
                <a:lnTo>
                  <a:pt x="39158" y="532638"/>
                </a:lnTo>
                <a:lnTo>
                  <a:pt x="38471" y="532294"/>
                </a:lnTo>
                <a:close/>
              </a:path>
              <a:path w="908050" h="571500">
                <a:moveTo>
                  <a:pt x="38572" y="531915"/>
                </a:moveTo>
                <a:lnTo>
                  <a:pt x="38481" y="532299"/>
                </a:lnTo>
                <a:lnTo>
                  <a:pt x="39158" y="532638"/>
                </a:lnTo>
                <a:lnTo>
                  <a:pt x="40936" y="532638"/>
                </a:lnTo>
                <a:lnTo>
                  <a:pt x="39920" y="532511"/>
                </a:lnTo>
                <a:lnTo>
                  <a:pt x="41253" y="532511"/>
                </a:lnTo>
                <a:lnTo>
                  <a:pt x="38572" y="531915"/>
                </a:lnTo>
                <a:close/>
              </a:path>
              <a:path w="908050" h="571500">
                <a:moveTo>
                  <a:pt x="41253" y="532511"/>
                </a:moveTo>
                <a:lnTo>
                  <a:pt x="39920" y="532511"/>
                </a:lnTo>
                <a:lnTo>
                  <a:pt x="41784" y="532629"/>
                </a:lnTo>
                <a:lnTo>
                  <a:pt x="41253" y="532511"/>
                </a:lnTo>
                <a:close/>
              </a:path>
              <a:path w="908050" h="571500">
                <a:moveTo>
                  <a:pt x="37119" y="531896"/>
                </a:moveTo>
                <a:lnTo>
                  <a:pt x="37220" y="532258"/>
                </a:lnTo>
                <a:lnTo>
                  <a:pt x="37523" y="532581"/>
                </a:lnTo>
                <a:lnTo>
                  <a:pt x="37302" y="531963"/>
                </a:lnTo>
                <a:lnTo>
                  <a:pt x="37119" y="531896"/>
                </a:lnTo>
                <a:close/>
              </a:path>
              <a:path w="908050" h="571500">
                <a:moveTo>
                  <a:pt x="38232" y="532175"/>
                </a:moveTo>
                <a:lnTo>
                  <a:pt x="38448" y="532379"/>
                </a:lnTo>
                <a:lnTo>
                  <a:pt x="38232" y="532175"/>
                </a:lnTo>
                <a:close/>
              </a:path>
              <a:path w="908050" h="571500">
                <a:moveTo>
                  <a:pt x="38245" y="531842"/>
                </a:moveTo>
                <a:lnTo>
                  <a:pt x="38285" y="532201"/>
                </a:lnTo>
                <a:lnTo>
                  <a:pt x="38471" y="532294"/>
                </a:lnTo>
                <a:lnTo>
                  <a:pt x="38396" y="531876"/>
                </a:lnTo>
                <a:lnTo>
                  <a:pt x="38245" y="531842"/>
                </a:lnTo>
                <a:close/>
              </a:path>
              <a:path w="908050" h="571500">
                <a:moveTo>
                  <a:pt x="37192" y="531655"/>
                </a:moveTo>
                <a:lnTo>
                  <a:pt x="37302" y="531963"/>
                </a:lnTo>
                <a:lnTo>
                  <a:pt x="38115" y="532258"/>
                </a:lnTo>
                <a:lnTo>
                  <a:pt x="38135" y="532126"/>
                </a:lnTo>
                <a:lnTo>
                  <a:pt x="37192" y="531655"/>
                </a:lnTo>
                <a:close/>
              </a:path>
              <a:path w="908050" h="571500">
                <a:moveTo>
                  <a:pt x="36755" y="531764"/>
                </a:moveTo>
                <a:lnTo>
                  <a:pt x="37166" y="532201"/>
                </a:lnTo>
                <a:lnTo>
                  <a:pt x="37062" y="531876"/>
                </a:lnTo>
                <a:lnTo>
                  <a:pt x="36755" y="531764"/>
                </a:lnTo>
                <a:close/>
              </a:path>
              <a:path w="908050" h="571500">
                <a:moveTo>
                  <a:pt x="37174" y="531604"/>
                </a:moveTo>
                <a:lnTo>
                  <a:pt x="38135" y="532126"/>
                </a:lnTo>
                <a:lnTo>
                  <a:pt x="38180" y="531828"/>
                </a:lnTo>
                <a:lnTo>
                  <a:pt x="37174" y="531604"/>
                </a:lnTo>
                <a:close/>
              </a:path>
              <a:path w="908050" h="571500">
                <a:moveTo>
                  <a:pt x="37073" y="531595"/>
                </a:moveTo>
                <a:lnTo>
                  <a:pt x="37170" y="531915"/>
                </a:lnTo>
                <a:lnTo>
                  <a:pt x="37302" y="531963"/>
                </a:lnTo>
                <a:lnTo>
                  <a:pt x="37192" y="531655"/>
                </a:lnTo>
                <a:close/>
              </a:path>
              <a:path w="908050" h="571500">
                <a:moveTo>
                  <a:pt x="38751" y="531240"/>
                </a:moveTo>
                <a:lnTo>
                  <a:pt x="38269" y="531240"/>
                </a:lnTo>
                <a:lnTo>
                  <a:pt x="38245" y="531842"/>
                </a:lnTo>
                <a:lnTo>
                  <a:pt x="38572" y="531915"/>
                </a:lnTo>
                <a:lnTo>
                  <a:pt x="38751" y="531240"/>
                </a:lnTo>
                <a:close/>
              </a:path>
              <a:path w="908050" h="571500">
                <a:moveTo>
                  <a:pt x="36455" y="531444"/>
                </a:moveTo>
                <a:lnTo>
                  <a:pt x="36755" y="531764"/>
                </a:lnTo>
                <a:lnTo>
                  <a:pt x="37119" y="531896"/>
                </a:lnTo>
                <a:lnTo>
                  <a:pt x="37024" y="531571"/>
                </a:lnTo>
                <a:lnTo>
                  <a:pt x="36455" y="531444"/>
                </a:lnTo>
                <a:close/>
              </a:path>
              <a:path w="908050" h="571500">
                <a:moveTo>
                  <a:pt x="35213" y="531203"/>
                </a:moveTo>
                <a:lnTo>
                  <a:pt x="36110" y="531876"/>
                </a:lnTo>
                <a:lnTo>
                  <a:pt x="35838" y="531430"/>
                </a:lnTo>
                <a:lnTo>
                  <a:pt x="35213" y="531203"/>
                </a:lnTo>
                <a:close/>
              </a:path>
              <a:path w="908050" h="571500">
                <a:moveTo>
                  <a:pt x="38785" y="531113"/>
                </a:moveTo>
                <a:lnTo>
                  <a:pt x="36999" y="531113"/>
                </a:lnTo>
                <a:lnTo>
                  <a:pt x="37174" y="531604"/>
                </a:lnTo>
                <a:lnTo>
                  <a:pt x="38180" y="531828"/>
                </a:lnTo>
                <a:lnTo>
                  <a:pt x="38269" y="531240"/>
                </a:lnTo>
                <a:lnTo>
                  <a:pt x="38751" y="531240"/>
                </a:lnTo>
                <a:close/>
              </a:path>
              <a:path w="908050" h="571500">
                <a:moveTo>
                  <a:pt x="35751" y="531288"/>
                </a:moveTo>
                <a:lnTo>
                  <a:pt x="35876" y="531444"/>
                </a:lnTo>
                <a:lnTo>
                  <a:pt x="36755" y="531764"/>
                </a:lnTo>
                <a:lnTo>
                  <a:pt x="36455" y="531444"/>
                </a:lnTo>
                <a:lnTo>
                  <a:pt x="35751" y="531288"/>
                </a:lnTo>
                <a:close/>
              </a:path>
              <a:path w="908050" h="571500">
                <a:moveTo>
                  <a:pt x="36999" y="531113"/>
                </a:moveTo>
                <a:lnTo>
                  <a:pt x="37048" y="531430"/>
                </a:lnTo>
                <a:lnTo>
                  <a:pt x="37174" y="531604"/>
                </a:lnTo>
                <a:lnTo>
                  <a:pt x="36999" y="531113"/>
                </a:lnTo>
                <a:close/>
              </a:path>
              <a:path w="908050" h="571500">
                <a:moveTo>
                  <a:pt x="39026" y="529589"/>
                </a:moveTo>
                <a:lnTo>
                  <a:pt x="34713" y="529589"/>
                </a:lnTo>
                <a:lnTo>
                  <a:pt x="36175" y="531146"/>
                </a:lnTo>
                <a:lnTo>
                  <a:pt x="37071" y="531581"/>
                </a:lnTo>
                <a:lnTo>
                  <a:pt x="36999" y="531113"/>
                </a:lnTo>
                <a:lnTo>
                  <a:pt x="38785" y="531113"/>
                </a:lnTo>
                <a:lnTo>
                  <a:pt x="38523" y="530987"/>
                </a:lnTo>
                <a:lnTo>
                  <a:pt x="39026" y="529589"/>
                </a:lnTo>
                <a:close/>
              </a:path>
              <a:path w="908050" h="571500">
                <a:moveTo>
                  <a:pt x="36175" y="531146"/>
                </a:moveTo>
                <a:lnTo>
                  <a:pt x="36455" y="531444"/>
                </a:lnTo>
                <a:lnTo>
                  <a:pt x="37024" y="531571"/>
                </a:lnTo>
                <a:lnTo>
                  <a:pt x="36175" y="531146"/>
                </a:lnTo>
                <a:close/>
              </a:path>
              <a:path w="908050" h="571500">
                <a:moveTo>
                  <a:pt x="35439" y="530778"/>
                </a:moveTo>
                <a:lnTo>
                  <a:pt x="35751" y="531288"/>
                </a:lnTo>
                <a:lnTo>
                  <a:pt x="36455" y="531444"/>
                </a:lnTo>
                <a:lnTo>
                  <a:pt x="36175" y="531146"/>
                </a:lnTo>
                <a:lnTo>
                  <a:pt x="35439" y="530778"/>
                </a:lnTo>
                <a:close/>
              </a:path>
              <a:path w="908050" h="571500">
                <a:moveTo>
                  <a:pt x="35147" y="531154"/>
                </a:moveTo>
                <a:lnTo>
                  <a:pt x="35838" y="531430"/>
                </a:lnTo>
                <a:lnTo>
                  <a:pt x="35751" y="531288"/>
                </a:lnTo>
                <a:lnTo>
                  <a:pt x="35147" y="531154"/>
                </a:lnTo>
                <a:close/>
              </a:path>
              <a:path w="908050" h="571500">
                <a:moveTo>
                  <a:pt x="33062" y="529589"/>
                </a:moveTo>
                <a:lnTo>
                  <a:pt x="35147" y="531154"/>
                </a:lnTo>
                <a:lnTo>
                  <a:pt x="35751" y="531288"/>
                </a:lnTo>
                <a:lnTo>
                  <a:pt x="35439" y="530778"/>
                </a:lnTo>
                <a:lnTo>
                  <a:pt x="33062" y="529589"/>
                </a:lnTo>
                <a:close/>
              </a:path>
              <a:path w="908050" h="571500">
                <a:moveTo>
                  <a:pt x="34967" y="531113"/>
                </a:moveTo>
                <a:lnTo>
                  <a:pt x="35213" y="531203"/>
                </a:lnTo>
                <a:lnTo>
                  <a:pt x="34967" y="531113"/>
                </a:lnTo>
                <a:close/>
              </a:path>
              <a:path w="908050" h="571500">
                <a:moveTo>
                  <a:pt x="35094" y="531113"/>
                </a:moveTo>
                <a:lnTo>
                  <a:pt x="34967" y="531113"/>
                </a:lnTo>
                <a:lnTo>
                  <a:pt x="35147" y="531154"/>
                </a:lnTo>
                <a:close/>
              </a:path>
              <a:path w="908050" h="571500">
                <a:moveTo>
                  <a:pt x="34713" y="529589"/>
                </a:moveTo>
                <a:lnTo>
                  <a:pt x="35439" y="530778"/>
                </a:lnTo>
                <a:lnTo>
                  <a:pt x="36175" y="531146"/>
                </a:lnTo>
                <a:lnTo>
                  <a:pt x="34713" y="529589"/>
                </a:lnTo>
                <a:close/>
              </a:path>
              <a:path w="908050" h="571500">
                <a:moveTo>
                  <a:pt x="39666" y="527812"/>
                </a:moveTo>
                <a:lnTo>
                  <a:pt x="38523" y="530987"/>
                </a:lnTo>
                <a:lnTo>
                  <a:pt x="39259" y="529338"/>
                </a:lnTo>
                <a:lnTo>
                  <a:pt x="39666" y="527812"/>
                </a:lnTo>
                <a:close/>
              </a:path>
              <a:path w="908050" h="571500">
                <a:moveTo>
                  <a:pt x="39259" y="529338"/>
                </a:moveTo>
                <a:lnTo>
                  <a:pt x="38523" y="530987"/>
                </a:lnTo>
                <a:lnTo>
                  <a:pt x="38819" y="530987"/>
                </a:lnTo>
                <a:lnTo>
                  <a:pt x="39259" y="529338"/>
                </a:lnTo>
                <a:close/>
              </a:path>
              <a:path w="908050" h="571500">
                <a:moveTo>
                  <a:pt x="34713" y="529589"/>
                </a:moveTo>
                <a:lnTo>
                  <a:pt x="33062" y="529589"/>
                </a:lnTo>
                <a:lnTo>
                  <a:pt x="35439" y="530778"/>
                </a:lnTo>
                <a:lnTo>
                  <a:pt x="34713" y="529589"/>
                </a:lnTo>
                <a:close/>
              </a:path>
              <a:path w="908050" h="571500">
                <a:moveTo>
                  <a:pt x="39940" y="527812"/>
                </a:moveTo>
                <a:lnTo>
                  <a:pt x="39666" y="527812"/>
                </a:lnTo>
                <a:lnTo>
                  <a:pt x="39259" y="529338"/>
                </a:lnTo>
                <a:lnTo>
                  <a:pt x="39940" y="527812"/>
                </a:lnTo>
                <a:close/>
              </a:path>
              <a:path w="908050" h="571500">
                <a:moveTo>
                  <a:pt x="892057" y="266319"/>
                </a:moveTo>
                <a:lnTo>
                  <a:pt x="812588" y="266319"/>
                </a:lnTo>
                <a:lnTo>
                  <a:pt x="826812" y="301625"/>
                </a:lnTo>
                <a:lnTo>
                  <a:pt x="809096" y="308771"/>
                </a:lnTo>
                <a:lnTo>
                  <a:pt x="823383" y="344169"/>
                </a:lnTo>
                <a:lnTo>
                  <a:pt x="892057" y="266319"/>
                </a:lnTo>
                <a:close/>
              </a:path>
              <a:path w="908050" h="571500">
                <a:moveTo>
                  <a:pt x="812588" y="266319"/>
                </a:moveTo>
                <a:lnTo>
                  <a:pt x="794855" y="273486"/>
                </a:lnTo>
                <a:lnTo>
                  <a:pt x="809096" y="308771"/>
                </a:lnTo>
                <a:lnTo>
                  <a:pt x="826812" y="301625"/>
                </a:lnTo>
                <a:lnTo>
                  <a:pt x="812588" y="266319"/>
                </a:lnTo>
                <a:close/>
              </a:path>
              <a:path w="908050" h="571500">
                <a:moveTo>
                  <a:pt x="780584" y="238125"/>
                </a:moveTo>
                <a:lnTo>
                  <a:pt x="794855" y="273486"/>
                </a:lnTo>
                <a:lnTo>
                  <a:pt x="812588" y="266319"/>
                </a:lnTo>
                <a:lnTo>
                  <a:pt x="892057" y="266319"/>
                </a:lnTo>
                <a:lnTo>
                  <a:pt x="907965" y="248284"/>
                </a:lnTo>
                <a:lnTo>
                  <a:pt x="780584" y="238125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1223873" y="3837464"/>
            <a:ext cx="2254885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((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)*(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761" y="20574"/>
            <a:ext cx="9144000" cy="434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20574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6529578" y="46100"/>
            <a:ext cx="1993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809494" y="3129533"/>
            <a:ext cx="658495" cy="542925"/>
          </a:xfrm>
          <a:custGeom>
            <a:avLst/>
            <a:gdLst/>
            <a:ahLst/>
            <a:cxnLst/>
            <a:rect l="l" t="t" r="r" b="b"/>
            <a:pathLst>
              <a:path w="658495" h="542925">
                <a:moveTo>
                  <a:pt x="0" y="271271"/>
                </a:moveTo>
                <a:lnTo>
                  <a:pt x="4306" y="227260"/>
                </a:lnTo>
                <a:lnTo>
                  <a:pt x="16776" y="185513"/>
                </a:lnTo>
                <a:lnTo>
                  <a:pt x="36731" y="146588"/>
                </a:lnTo>
                <a:lnTo>
                  <a:pt x="63495" y="111044"/>
                </a:lnTo>
                <a:lnTo>
                  <a:pt x="96393" y="79438"/>
                </a:lnTo>
                <a:lnTo>
                  <a:pt x="134745" y="52328"/>
                </a:lnTo>
                <a:lnTo>
                  <a:pt x="177878" y="30271"/>
                </a:lnTo>
                <a:lnTo>
                  <a:pt x="225113" y="13825"/>
                </a:lnTo>
                <a:lnTo>
                  <a:pt x="275773" y="3549"/>
                </a:lnTo>
                <a:lnTo>
                  <a:pt x="329183" y="0"/>
                </a:lnTo>
                <a:lnTo>
                  <a:pt x="382594" y="3549"/>
                </a:lnTo>
                <a:lnTo>
                  <a:pt x="433254" y="13825"/>
                </a:lnTo>
                <a:lnTo>
                  <a:pt x="480489" y="30271"/>
                </a:lnTo>
                <a:lnTo>
                  <a:pt x="523622" y="52328"/>
                </a:lnTo>
                <a:lnTo>
                  <a:pt x="561974" y="79438"/>
                </a:lnTo>
                <a:lnTo>
                  <a:pt x="594872" y="111044"/>
                </a:lnTo>
                <a:lnTo>
                  <a:pt x="621636" y="146588"/>
                </a:lnTo>
                <a:lnTo>
                  <a:pt x="641591" y="185513"/>
                </a:lnTo>
                <a:lnTo>
                  <a:pt x="654061" y="227260"/>
                </a:lnTo>
                <a:lnTo>
                  <a:pt x="658368" y="271271"/>
                </a:lnTo>
                <a:lnTo>
                  <a:pt x="654061" y="315283"/>
                </a:lnTo>
                <a:lnTo>
                  <a:pt x="641591" y="357030"/>
                </a:lnTo>
                <a:lnTo>
                  <a:pt x="621636" y="395955"/>
                </a:lnTo>
                <a:lnTo>
                  <a:pt x="594872" y="431499"/>
                </a:lnTo>
                <a:lnTo>
                  <a:pt x="561975" y="463105"/>
                </a:lnTo>
                <a:lnTo>
                  <a:pt x="523622" y="490215"/>
                </a:lnTo>
                <a:lnTo>
                  <a:pt x="480489" y="512272"/>
                </a:lnTo>
                <a:lnTo>
                  <a:pt x="433254" y="528718"/>
                </a:lnTo>
                <a:lnTo>
                  <a:pt x="382594" y="538994"/>
                </a:lnTo>
                <a:lnTo>
                  <a:pt x="329183" y="542543"/>
                </a:lnTo>
                <a:lnTo>
                  <a:pt x="275773" y="538994"/>
                </a:lnTo>
                <a:lnTo>
                  <a:pt x="225113" y="528718"/>
                </a:lnTo>
                <a:lnTo>
                  <a:pt x="177878" y="512272"/>
                </a:lnTo>
                <a:lnTo>
                  <a:pt x="134745" y="490215"/>
                </a:lnTo>
                <a:lnTo>
                  <a:pt x="96392" y="463105"/>
                </a:lnTo>
                <a:lnTo>
                  <a:pt x="63495" y="431499"/>
                </a:lnTo>
                <a:lnTo>
                  <a:pt x="36731" y="395955"/>
                </a:lnTo>
                <a:lnTo>
                  <a:pt x="16776" y="357030"/>
                </a:lnTo>
                <a:lnTo>
                  <a:pt x="4306" y="315283"/>
                </a:lnTo>
                <a:lnTo>
                  <a:pt x="0" y="27127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989582" y="3285744"/>
            <a:ext cx="820419" cy="114300"/>
          </a:xfrm>
          <a:custGeom>
            <a:avLst/>
            <a:gdLst/>
            <a:ahLst/>
            <a:cxnLst/>
            <a:rect l="l" t="t" r="r" b="b"/>
            <a:pathLst>
              <a:path w="820419" h="114300">
                <a:moveTo>
                  <a:pt x="705612" y="0"/>
                </a:moveTo>
                <a:lnTo>
                  <a:pt x="705612" y="114300"/>
                </a:lnTo>
                <a:lnTo>
                  <a:pt x="781812" y="76200"/>
                </a:lnTo>
                <a:lnTo>
                  <a:pt x="724662" y="76200"/>
                </a:lnTo>
                <a:lnTo>
                  <a:pt x="724662" y="38100"/>
                </a:lnTo>
                <a:lnTo>
                  <a:pt x="781812" y="38100"/>
                </a:lnTo>
                <a:lnTo>
                  <a:pt x="705612" y="0"/>
                </a:lnTo>
                <a:close/>
              </a:path>
              <a:path w="820419" h="114300">
                <a:moveTo>
                  <a:pt x="7056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05612" y="76200"/>
                </a:lnTo>
                <a:lnTo>
                  <a:pt x="705612" y="38100"/>
                </a:lnTo>
                <a:close/>
              </a:path>
              <a:path w="820419" h="114300">
                <a:moveTo>
                  <a:pt x="781812" y="38100"/>
                </a:moveTo>
                <a:lnTo>
                  <a:pt x="724662" y="38100"/>
                </a:lnTo>
                <a:lnTo>
                  <a:pt x="724662" y="76200"/>
                </a:lnTo>
                <a:lnTo>
                  <a:pt x="781812" y="76200"/>
                </a:lnTo>
                <a:lnTo>
                  <a:pt x="819912" y="57150"/>
                </a:lnTo>
                <a:lnTo>
                  <a:pt x="78181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2800476" y="2845307"/>
            <a:ext cx="573405" cy="440055"/>
          </a:xfrm>
          <a:custGeom>
            <a:avLst/>
            <a:gdLst/>
            <a:ahLst/>
            <a:cxnLst/>
            <a:rect l="l" t="t" r="r" b="b"/>
            <a:pathLst>
              <a:path w="573404" h="440054">
                <a:moveTo>
                  <a:pt x="250062" y="0"/>
                </a:moveTo>
                <a:lnTo>
                  <a:pt x="207518" y="11049"/>
                </a:lnTo>
                <a:lnTo>
                  <a:pt x="171196" y="39369"/>
                </a:lnTo>
                <a:lnTo>
                  <a:pt x="146812" y="69214"/>
                </a:lnTo>
                <a:lnTo>
                  <a:pt x="124206" y="105537"/>
                </a:lnTo>
                <a:lnTo>
                  <a:pt x="102870" y="147319"/>
                </a:lnTo>
                <a:lnTo>
                  <a:pt x="75692" y="210057"/>
                </a:lnTo>
                <a:lnTo>
                  <a:pt x="49784" y="279145"/>
                </a:lnTo>
                <a:lnTo>
                  <a:pt x="37211" y="315340"/>
                </a:lnTo>
                <a:lnTo>
                  <a:pt x="24637" y="352551"/>
                </a:lnTo>
                <a:lnTo>
                  <a:pt x="0" y="427608"/>
                </a:lnTo>
                <a:lnTo>
                  <a:pt x="36322" y="439546"/>
                </a:lnTo>
                <a:lnTo>
                  <a:pt x="60833" y="364363"/>
                </a:lnTo>
                <a:lnTo>
                  <a:pt x="73279" y="327532"/>
                </a:lnTo>
                <a:lnTo>
                  <a:pt x="98425" y="257047"/>
                </a:lnTo>
                <a:lnTo>
                  <a:pt x="124206" y="192277"/>
                </a:lnTo>
                <a:lnTo>
                  <a:pt x="144145" y="149351"/>
                </a:lnTo>
                <a:lnTo>
                  <a:pt x="164592" y="111887"/>
                </a:lnTo>
                <a:lnTo>
                  <a:pt x="192405" y="72643"/>
                </a:lnTo>
                <a:lnTo>
                  <a:pt x="226568" y="43941"/>
                </a:lnTo>
                <a:lnTo>
                  <a:pt x="252095" y="38100"/>
                </a:lnTo>
                <a:lnTo>
                  <a:pt x="339702" y="38100"/>
                </a:lnTo>
                <a:lnTo>
                  <a:pt x="337185" y="36067"/>
                </a:lnTo>
                <a:lnTo>
                  <a:pt x="294259" y="9905"/>
                </a:lnTo>
                <a:lnTo>
                  <a:pt x="261112" y="634"/>
                </a:lnTo>
                <a:lnTo>
                  <a:pt x="250062" y="0"/>
                </a:lnTo>
                <a:close/>
              </a:path>
              <a:path w="573404" h="440054">
                <a:moveTo>
                  <a:pt x="493733" y="285495"/>
                </a:moveTo>
                <a:lnTo>
                  <a:pt x="462025" y="306577"/>
                </a:lnTo>
                <a:lnTo>
                  <a:pt x="572897" y="370077"/>
                </a:lnTo>
                <a:lnTo>
                  <a:pt x="564360" y="301370"/>
                </a:lnTo>
                <a:lnTo>
                  <a:pt x="504317" y="301370"/>
                </a:lnTo>
                <a:lnTo>
                  <a:pt x="493733" y="285495"/>
                </a:lnTo>
                <a:close/>
              </a:path>
              <a:path w="573404" h="440054">
                <a:moveTo>
                  <a:pt x="525426" y="264424"/>
                </a:moveTo>
                <a:lnTo>
                  <a:pt x="493733" y="285495"/>
                </a:lnTo>
                <a:lnTo>
                  <a:pt x="504317" y="301370"/>
                </a:lnTo>
                <a:lnTo>
                  <a:pt x="535939" y="280288"/>
                </a:lnTo>
                <a:lnTo>
                  <a:pt x="525426" y="264424"/>
                </a:lnTo>
                <a:close/>
              </a:path>
              <a:path w="573404" h="440054">
                <a:moveTo>
                  <a:pt x="557149" y="243331"/>
                </a:moveTo>
                <a:lnTo>
                  <a:pt x="525426" y="264424"/>
                </a:lnTo>
                <a:lnTo>
                  <a:pt x="535939" y="280288"/>
                </a:lnTo>
                <a:lnTo>
                  <a:pt x="504317" y="301370"/>
                </a:lnTo>
                <a:lnTo>
                  <a:pt x="564360" y="301370"/>
                </a:lnTo>
                <a:lnTo>
                  <a:pt x="557149" y="243331"/>
                </a:lnTo>
                <a:close/>
              </a:path>
              <a:path w="573404" h="440054">
                <a:moveTo>
                  <a:pt x="339702" y="38100"/>
                </a:moveTo>
                <a:lnTo>
                  <a:pt x="252095" y="38100"/>
                </a:lnTo>
                <a:lnTo>
                  <a:pt x="258699" y="38607"/>
                </a:lnTo>
                <a:lnTo>
                  <a:pt x="265430" y="40004"/>
                </a:lnTo>
                <a:lnTo>
                  <a:pt x="305689" y="60070"/>
                </a:lnTo>
                <a:lnTo>
                  <a:pt x="342900" y="91820"/>
                </a:lnTo>
                <a:lnTo>
                  <a:pt x="372745" y="123316"/>
                </a:lnTo>
                <a:lnTo>
                  <a:pt x="403987" y="160908"/>
                </a:lnTo>
                <a:lnTo>
                  <a:pt x="446531" y="217677"/>
                </a:lnTo>
                <a:lnTo>
                  <a:pt x="490347" y="280415"/>
                </a:lnTo>
                <a:lnTo>
                  <a:pt x="493733" y="285495"/>
                </a:lnTo>
                <a:lnTo>
                  <a:pt x="525426" y="264424"/>
                </a:lnTo>
                <a:lnTo>
                  <a:pt x="499490" y="226440"/>
                </a:lnTo>
                <a:lnTo>
                  <a:pt x="477265" y="195199"/>
                </a:lnTo>
                <a:lnTo>
                  <a:pt x="433450" y="136651"/>
                </a:lnTo>
                <a:lnTo>
                  <a:pt x="401193" y="98043"/>
                </a:lnTo>
                <a:lnTo>
                  <a:pt x="369062" y="64007"/>
                </a:lnTo>
                <a:lnTo>
                  <a:pt x="347725" y="44576"/>
                </a:lnTo>
                <a:lnTo>
                  <a:pt x="33970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3020948" y="2476957"/>
            <a:ext cx="438150" cy="11379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20" b="1" i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800">
              <a:latin typeface="Times New Roman"/>
              <a:cs typeface="Times New Roman"/>
            </a:endParaRPr>
          </a:p>
          <a:p>
            <a:pPr marL="27305">
              <a:lnSpc>
                <a:spcPct val="100000"/>
              </a:lnSpc>
              <a:spcBef>
                <a:spcPts val="2039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340358" y="3064001"/>
            <a:ext cx="658495" cy="544195"/>
          </a:xfrm>
          <a:custGeom>
            <a:avLst/>
            <a:gdLst/>
            <a:ahLst/>
            <a:cxnLst/>
            <a:rect l="l" t="t" r="r" b="b"/>
            <a:pathLst>
              <a:path w="658494" h="544195">
                <a:moveTo>
                  <a:pt x="0" y="272034"/>
                </a:moveTo>
                <a:lnTo>
                  <a:pt x="4306" y="227908"/>
                </a:lnTo>
                <a:lnTo>
                  <a:pt x="16776" y="186049"/>
                </a:lnTo>
                <a:lnTo>
                  <a:pt x="36731" y="147018"/>
                </a:lnTo>
                <a:lnTo>
                  <a:pt x="63495" y="111373"/>
                </a:lnTo>
                <a:lnTo>
                  <a:pt x="96393" y="79676"/>
                </a:lnTo>
                <a:lnTo>
                  <a:pt x="134745" y="52486"/>
                </a:lnTo>
                <a:lnTo>
                  <a:pt x="177878" y="30363"/>
                </a:lnTo>
                <a:lnTo>
                  <a:pt x="225113" y="13868"/>
                </a:lnTo>
                <a:lnTo>
                  <a:pt x="275773" y="3560"/>
                </a:lnTo>
                <a:lnTo>
                  <a:pt x="329184" y="0"/>
                </a:lnTo>
                <a:lnTo>
                  <a:pt x="382594" y="3560"/>
                </a:lnTo>
                <a:lnTo>
                  <a:pt x="433254" y="13868"/>
                </a:lnTo>
                <a:lnTo>
                  <a:pt x="480489" y="30363"/>
                </a:lnTo>
                <a:lnTo>
                  <a:pt x="523622" y="52486"/>
                </a:lnTo>
                <a:lnTo>
                  <a:pt x="561975" y="79676"/>
                </a:lnTo>
                <a:lnTo>
                  <a:pt x="594872" y="111373"/>
                </a:lnTo>
                <a:lnTo>
                  <a:pt x="621636" y="147018"/>
                </a:lnTo>
                <a:lnTo>
                  <a:pt x="641591" y="186049"/>
                </a:lnTo>
                <a:lnTo>
                  <a:pt x="654061" y="227908"/>
                </a:lnTo>
                <a:lnTo>
                  <a:pt x="658367" y="272034"/>
                </a:lnTo>
                <a:lnTo>
                  <a:pt x="654061" y="316159"/>
                </a:lnTo>
                <a:lnTo>
                  <a:pt x="641591" y="358018"/>
                </a:lnTo>
                <a:lnTo>
                  <a:pt x="621636" y="397049"/>
                </a:lnTo>
                <a:lnTo>
                  <a:pt x="594872" y="432694"/>
                </a:lnTo>
                <a:lnTo>
                  <a:pt x="561974" y="464391"/>
                </a:lnTo>
                <a:lnTo>
                  <a:pt x="523622" y="491581"/>
                </a:lnTo>
                <a:lnTo>
                  <a:pt x="480489" y="513704"/>
                </a:lnTo>
                <a:lnTo>
                  <a:pt x="433254" y="530199"/>
                </a:lnTo>
                <a:lnTo>
                  <a:pt x="382594" y="540507"/>
                </a:lnTo>
                <a:lnTo>
                  <a:pt x="329184" y="544068"/>
                </a:lnTo>
                <a:lnTo>
                  <a:pt x="275773" y="540507"/>
                </a:lnTo>
                <a:lnTo>
                  <a:pt x="225113" y="530199"/>
                </a:lnTo>
                <a:lnTo>
                  <a:pt x="177878" y="513704"/>
                </a:lnTo>
                <a:lnTo>
                  <a:pt x="134745" y="491581"/>
                </a:lnTo>
                <a:lnTo>
                  <a:pt x="96392" y="464391"/>
                </a:lnTo>
                <a:lnTo>
                  <a:pt x="63495" y="432694"/>
                </a:lnTo>
                <a:lnTo>
                  <a:pt x="36731" y="397049"/>
                </a:lnTo>
                <a:lnTo>
                  <a:pt x="16776" y="358018"/>
                </a:lnTo>
                <a:lnTo>
                  <a:pt x="4306" y="316159"/>
                </a:lnTo>
                <a:lnTo>
                  <a:pt x="0" y="27203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1520189" y="309747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698498" y="3301695"/>
            <a:ext cx="118110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7318247" y="2918714"/>
            <a:ext cx="734695" cy="618490"/>
          </a:xfrm>
          <a:custGeom>
            <a:avLst/>
            <a:gdLst/>
            <a:ahLst/>
            <a:cxnLst/>
            <a:rect l="l" t="t" r="r" b="b"/>
            <a:pathLst>
              <a:path w="734695" h="618489">
                <a:moveTo>
                  <a:pt x="366395" y="0"/>
                </a:moveTo>
                <a:lnTo>
                  <a:pt x="311657" y="3810"/>
                </a:lnTo>
                <a:lnTo>
                  <a:pt x="259206" y="13969"/>
                </a:lnTo>
                <a:lnTo>
                  <a:pt x="193294" y="36829"/>
                </a:lnTo>
                <a:lnTo>
                  <a:pt x="135000" y="69850"/>
                </a:lnTo>
                <a:lnTo>
                  <a:pt x="97281" y="100329"/>
                </a:lnTo>
                <a:lnTo>
                  <a:pt x="85725" y="110489"/>
                </a:lnTo>
                <a:lnTo>
                  <a:pt x="74675" y="123189"/>
                </a:lnTo>
                <a:lnTo>
                  <a:pt x="64007" y="134619"/>
                </a:lnTo>
                <a:lnTo>
                  <a:pt x="45466" y="160019"/>
                </a:lnTo>
                <a:lnTo>
                  <a:pt x="22986" y="201929"/>
                </a:lnTo>
                <a:lnTo>
                  <a:pt x="7493" y="247650"/>
                </a:lnTo>
                <a:lnTo>
                  <a:pt x="380" y="294639"/>
                </a:lnTo>
                <a:lnTo>
                  <a:pt x="0" y="311150"/>
                </a:lnTo>
                <a:lnTo>
                  <a:pt x="507" y="327660"/>
                </a:lnTo>
                <a:lnTo>
                  <a:pt x="8127" y="374650"/>
                </a:lnTo>
                <a:lnTo>
                  <a:pt x="23749" y="419100"/>
                </a:lnTo>
                <a:lnTo>
                  <a:pt x="46481" y="461010"/>
                </a:lnTo>
                <a:lnTo>
                  <a:pt x="75819" y="497839"/>
                </a:lnTo>
                <a:lnTo>
                  <a:pt x="87122" y="510539"/>
                </a:lnTo>
                <a:lnTo>
                  <a:pt x="137922" y="551179"/>
                </a:lnTo>
                <a:lnTo>
                  <a:pt x="211327" y="590550"/>
                </a:lnTo>
                <a:lnTo>
                  <a:pt x="260857" y="605789"/>
                </a:lnTo>
                <a:lnTo>
                  <a:pt x="313181" y="615950"/>
                </a:lnTo>
                <a:lnTo>
                  <a:pt x="349503" y="618489"/>
                </a:lnTo>
                <a:lnTo>
                  <a:pt x="386587" y="618489"/>
                </a:lnTo>
                <a:lnTo>
                  <a:pt x="440690" y="613410"/>
                </a:lnTo>
                <a:lnTo>
                  <a:pt x="508634" y="595629"/>
                </a:lnTo>
                <a:lnTo>
                  <a:pt x="515086" y="593089"/>
                </a:lnTo>
                <a:lnTo>
                  <a:pt x="350011" y="593089"/>
                </a:lnTo>
                <a:lnTo>
                  <a:pt x="315849" y="590550"/>
                </a:lnTo>
                <a:lnTo>
                  <a:pt x="266573" y="581660"/>
                </a:lnTo>
                <a:lnTo>
                  <a:pt x="220218" y="566419"/>
                </a:lnTo>
                <a:lnTo>
                  <a:pt x="177546" y="546100"/>
                </a:lnTo>
                <a:lnTo>
                  <a:pt x="126873" y="511810"/>
                </a:lnTo>
                <a:lnTo>
                  <a:pt x="94360" y="481329"/>
                </a:lnTo>
                <a:lnTo>
                  <a:pt x="67309" y="445769"/>
                </a:lnTo>
                <a:lnTo>
                  <a:pt x="46608" y="408939"/>
                </a:lnTo>
                <a:lnTo>
                  <a:pt x="32511" y="368300"/>
                </a:lnTo>
                <a:lnTo>
                  <a:pt x="25780" y="325119"/>
                </a:lnTo>
                <a:lnTo>
                  <a:pt x="25431" y="311150"/>
                </a:lnTo>
                <a:lnTo>
                  <a:pt x="25434" y="308610"/>
                </a:lnTo>
                <a:lnTo>
                  <a:pt x="29336" y="266700"/>
                </a:lnTo>
                <a:lnTo>
                  <a:pt x="40894" y="224789"/>
                </a:lnTo>
                <a:lnTo>
                  <a:pt x="59435" y="186689"/>
                </a:lnTo>
                <a:lnTo>
                  <a:pt x="84200" y="149860"/>
                </a:lnTo>
                <a:lnTo>
                  <a:pt x="93979" y="139700"/>
                </a:lnTo>
                <a:lnTo>
                  <a:pt x="104012" y="128269"/>
                </a:lnTo>
                <a:lnTo>
                  <a:pt x="150241" y="90169"/>
                </a:lnTo>
                <a:lnTo>
                  <a:pt x="204724" y="59689"/>
                </a:lnTo>
                <a:lnTo>
                  <a:pt x="266065" y="38100"/>
                </a:lnTo>
                <a:lnTo>
                  <a:pt x="315341" y="29210"/>
                </a:lnTo>
                <a:lnTo>
                  <a:pt x="367029" y="25400"/>
                </a:lnTo>
                <a:lnTo>
                  <a:pt x="511143" y="25400"/>
                </a:lnTo>
                <a:lnTo>
                  <a:pt x="507110" y="24129"/>
                </a:lnTo>
                <a:lnTo>
                  <a:pt x="490727" y="17779"/>
                </a:lnTo>
                <a:lnTo>
                  <a:pt x="439166" y="6350"/>
                </a:lnTo>
                <a:lnTo>
                  <a:pt x="421385" y="3810"/>
                </a:lnTo>
                <a:lnTo>
                  <a:pt x="366395" y="0"/>
                </a:lnTo>
                <a:close/>
              </a:path>
              <a:path w="734695" h="618489">
                <a:moveTo>
                  <a:pt x="511143" y="25400"/>
                </a:moveTo>
                <a:lnTo>
                  <a:pt x="367029" y="25400"/>
                </a:lnTo>
                <a:lnTo>
                  <a:pt x="384555" y="26669"/>
                </a:lnTo>
                <a:lnTo>
                  <a:pt x="401700" y="26669"/>
                </a:lnTo>
                <a:lnTo>
                  <a:pt x="451993" y="34289"/>
                </a:lnTo>
                <a:lnTo>
                  <a:pt x="499363" y="48260"/>
                </a:lnTo>
                <a:lnTo>
                  <a:pt x="557022" y="73660"/>
                </a:lnTo>
                <a:lnTo>
                  <a:pt x="607695" y="107950"/>
                </a:lnTo>
                <a:lnTo>
                  <a:pt x="640206" y="138429"/>
                </a:lnTo>
                <a:lnTo>
                  <a:pt x="667130" y="172719"/>
                </a:lnTo>
                <a:lnTo>
                  <a:pt x="687958" y="210819"/>
                </a:lnTo>
                <a:lnTo>
                  <a:pt x="702055" y="251460"/>
                </a:lnTo>
                <a:lnTo>
                  <a:pt x="708659" y="294639"/>
                </a:lnTo>
                <a:lnTo>
                  <a:pt x="709133" y="311150"/>
                </a:lnTo>
                <a:lnTo>
                  <a:pt x="708786" y="323850"/>
                </a:lnTo>
                <a:lnTo>
                  <a:pt x="702182" y="367029"/>
                </a:lnTo>
                <a:lnTo>
                  <a:pt x="688212" y="407669"/>
                </a:lnTo>
                <a:lnTo>
                  <a:pt x="667511" y="445769"/>
                </a:lnTo>
                <a:lnTo>
                  <a:pt x="659256" y="457200"/>
                </a:lnTo>
                <a:lnTo>
                  <a:pt x="650240" y="469900"/>
                </a:lnTo>
                <a:lnTo>
                  <a:pt x="640587" y="480060"/>
                </a:lnTo>
                <a:lnTo>
                  <a:pt x="630554" y="491489"/>
                </a:lnTo>
                <a:lnTo>
                  <a:pt x="619632" y="501650"/>
                </a:lnTo>
                <a:lnTo>
                  <a:pt x="584200" y="529589"/>
                </a:lnTo>
                <a:lnTo>
                  <a:pt x="529844" y="560069"/>
                </a:lnTo>
                <a:lnTo>
                  <a:pt x="484377" y="576579"/>
                </a:lnTo>
                <a:lnTo>
                  <a:pt x="468629" y="580389"/>
                </a:lnTo>
                <a:lnTo>
                  <a:pt x="452500" y="585469"/>
                </a:lnTo>
                <a:lnTo>
                  <a:pt x="419226" y="590550"/>
                </a:lnTo>
                <a:lnTo>
                  <a:pt x="385063" y="593089"/>
                </a:lnTo>
                <a:lnTo>
                  <a:pt x="515086" y="593089"/>
                </a:lnTo>
                <a:lnTo>
                  <a:pt x="571246" y="567689"/>
                </a:lnTo>
                <a:lnTo>
                  <a:pt x="625094" y="530860"/>
                </a:lnTo>
                <a:lnTo>
                  <a:pt x="659892" y="496569"/>
                </a:lnTo>
                <a:lnTo>
                  <a:pt x="689101" y="459739"/>
                </a:lnTo>
                <a:lnTo>
                  <a:pt x="711580" y="417829"/>
                </a:lnTo>
                <a:lnTo>
                  <a:pt x="727075" y="372110"/>
                </a:lnTo>
                <a:lnTo>
                  <a:pt x="734186" y="325119"/>
                </a:lnTo>
                <a:lnTo>
                  <a:pt x="734568" y="308610"/>
                </a:lnTo>
                <a:lnTo>
                  <a:pt x="733932" y="292100"/>
                </a:lnTo>
                <a:lnTo>
                  <a:pt x="726440" y="245110"/>
                </a:lnTo>
                <a:lnTo>
                  <a:pt x="710819" y="199389"/>
                </a:lnTo>
                <a:lnTo>
                  <a:pt x="687958" y="158750"/>
                </a:lnTo>
                <a:lnTo>
                  <a:pt x="658622" y="120650"/>
                </a:lnTo>
                <a:lnTo>
                  <a:pt x="622807" y="87629"/>
                </a:lnTo>
                <a:lnTo>
                  <a:pt x="568451" y="50800"/>
                </a:lnTo>
                <a:lnTo>
                  <a:pt x="523240" y="29210"/>
                </a:lnTo>
                <a:lnTo>
                  <a:pt x="511143" y="25400"/>
                </a:lnTo>
                <a:close/>
              </a:path>
              <a:path w="734695" h="618489">
                <a:moveTo>
                  <a:pt x="400050" y="52069"/>
                </a:moveTo>
                <a:lnTo>
                  <a:pt x="335025" y="52069"/>
                </a:lnTo>
                <a:lnTo>
                  <a:pt x="287908" y="59689"/>
                </a:lnTo>
                <a:lnTo>
                  <a:pt x="229488" y="77469"/>
                </a:lnTo>
                <a:lnTo>
                  <a:pt x="189865" y="95250"/>
                </a:lnTo>
                <a:lnTo>
                  <a:pt x="142875" y="128269"/>
                </a:lnTo>
                <a:lnTo>
                  <a:pt x="132460" y="135889"/>
                </a:lnTo>
                <a:lnTo>
                  <a:pt x="104394" y="166369"/>
                </a:lnTo>
                <a:lnTo>
                  <a:pt x="81660" y="198119"/>
                </a:lnTo>
                <a:lnTo>
                  <a:pt x="64897" y="233679"/>
                </a:lnTo>
                <a:lnTo>
                  <a:pt x="54482" y="270510"/>
                </a:lnTo>
                <a:lnTo>
                  <a:pt x="50834" y="308610"/>
                </a:lnTo>
                <a:lnTo>
                  <a:pt x="50838" y="311150"/>
                </a:lnTo>
                <a:lnTo>
                  <a:pt x="57023" y="360679"/>
                </a:lnTo>
                <a:lnTo>
                  <a:pt x="69596" y="397510"/>
                </a:lnTo>
                <a:lnTo>
                  <a:pt x="88265" y="431800"/>
                </a:lnTo>
                <a:lnTo>
                  <a:pt x="112775" y="463550"/>
                </a:lnTo>
                <a:lnTo>
                  <a:pt x="121920" y="472439"/>
                </a:lnTo>
                <a:lnTo>
                  <a:pt x="131952" y="482600"/>
                </a:lnTo>
                <a:lnTo>
                  <a:pt x="164592" y="508000"/>
                </a:lnTo>
                <a:lnTo>
                  <a:pt x="215392" y="535939"/>
                </a:lnTo>
                <a:lnTo>
                  <a:pt x="257555" y="552450"/>
                </a:lnTo>
                <a:lnTo>
                  <a:pt x="318516" y="565150"/>
                </a:lnTo>
                <a:lnTo>
                  <a:pt x="350647" y="567689"/>
                </a:lnTo>
                <a:lnTo>
                  <a:pt x="383412" y="567689"/>
                </a:lnTo>
                <a:lnTo>
                  <a:pt x="415544" y="565150"/>
                </a:lnTo>
                <a:lnTo>
                  <a:pt x="446658" y="560069"/>
                </a:lnTo>
                <a:lnTo>
                  <a:pt x="476503" y="552450"/>
                </a:lnTo>
                <a:lnTo>
                  <a:pt x="505078" y="542289"/>
                </a:lnTo>
                <a:lnTo>
                  <a:pt x="351154" y="542289"/>
                </a:lnTo>
                <a:lnTo>
                  <a:pt x="306577" y="538479"/>
                </a:lnTo>
                <a:lnTo>
                  <a:pt x="292226" y="534669"/>
                </a:lnTo>
                <a:lnTo>
                  <a:pt x="278002" y="532129"/>
                </a:lnTo>
                <a:lnTo>
                  <a:pt x="264413" y="528319"/>
                </a:lnTo>
                <a:lnTo>
                  <a:pt x="225298" y="513079"/>
                </a:lnTo>
                <a:lnTo>
                  <a:pt x="177926" y="486410"/>
                </a:lnTo>
                <a:lnTo>
                  <a:pt x="139446" y="454660"/>
                </a:lnTo>
                <a:lnTo>
                  <a:pt x="115697" y="426719"/>
                </a:lnTo>
                <a:lnTo>
                  <a:pt x="109093" y="417829"/>
                </a:lnTo>
                <a:lnTo>
                  <a:pt x="88010" y="375919"/>
                </a:lnTo>
                <a:lnTo>
                  <a:pt x="77470" y="331469"/>
                </a:lnTo>
                <a:lnTo>
                  <a:pt x="76200" y="308610"/>
                </a:lnTo>
                <a:lnTo>
                  <a:pt x="76580" y="297179"/>
                </a:lnTo>
                <a:lnTo>
                  <a:pt x="85090" y="252729"/>
                </a:lnTo>
                <a:lnTo>
                  <a:pt x="104012" y="210819"/>
                </a:lnTo>
                <a:lnTo>
                  <a:pt x="116967" y="191769"/>
                </a:lnTo>
                <a:lnTo>
                  <a:pt x="124586" y="181610"/>
                </a:lnTo>
                <a:lnTo>
                  <a:pt x="159257" y="147319"/>
                </a:lnTo>
                <a:lnTo>
                  <a:pt x="203200" y="116839"/>
                </a:lnTo>
                <a:lnTo>
                  <a:pt x="239395" y="100329"/>
                </a:lnTo>
                <a:lnTo>
                  <a:pt x="293624" y="83819"/>
                </a:lnTo>
                <a:lnTo>
                  <a:pt x="337566" y="77469"/>
                </a:lnTo>
                <a:lnTo>
                  <a:pt x="352678" y="77469"/>
                </a:lnTo>
                <a:lnTo>
                  <a:pt x="368173" y="76200"/>
                </a:lnTo>
                <a:lnTo>
                  <a:pt x="502062" y="76200"/>
                </a:lnTo>
                <a:lnTo>
                  <a:pt x="477011" y="67310"/>
                </a:lnTo>
                <a:lnTo>
                  <a:pt x="447167" y="59689"/>
                </a:lnTo>
                <a:lnTo>
                  <a:pt x="400050" y="52069"/>
                </a:lnTo>
                <a:close/>
              </a:path>
              <a:path w="734695" h="618489">
                <a:moveTo>
                  <a:pt x="502062" y="76200"/>
                </a:moveTo>
                <a:lnTo>
                  <a:pt x="368173" y="76200"/>
                </a:lnTo>
                <a:lnTo>
                  <a:pt x="383412" y="77469"/>
                </a:lnTo>
                <a:lnTo>
                  <a:pt x="398525" y="77469"/>
                </a:lnTo>
                <a:lnTo>
                  <a:pt x="413384" y="80010"/>
                </a:lnTo>
                <a:lnTo>
                  <a:pt x="428117" y="81279"/>
                </a:lnTo>
                <a:lnTo>
                  <a:pt x="442468" y="85089"/>
                </a:lnTo>
                <a:lnTo>
                  <a:pt x="456565" y="87629"/>
                </a:lnTo>
                <a:lnTo>
                  <a:pt x="496697" y="101600"/>
                </a:lnTo>
                <a:lnTo>
                  <a:pt x="534161" y="119379"/>
                </a:lnTo>
                <a:lnTo>
                  <a:pt x="577342" y="148589"/>
                </a:lnTo>
                <a:lnTo>
                  <a:pt x="611504" y="182879"/>
                </a:lnTo>
                <a:lnTo>
                  <a:pt x="618744" y="193039"/>
                </a:lnTo>
                <a:lnTo>
                  <a:pt x="625475" y="201929"/>
                </a:lnTo>
                <a:lnTo>
                  <a:pt x="646302" y="243839"/>
                </a:lnTo>
                <a:lnTo>
                  <a:pt x="657098" y="288289"/>
                </a:lnTo>
                <a:lnTo>
                  <a:pt x="658368" y="311150"/>
                </a:lnTo>
                <a:lnTo>
                  <a:pt x="657986" y="322579"/>
                </a:lnTo>
                <a:lnTo>
                  <a:pt x="649477" y="367029"/>
                </a:lnTo>
                <a:lnTo>
                  <a:pt x="630554" y="408939"/>
                </a:lnTo>
                <a:lnTo>
                  <a:pt x="617601" y="427989"/>
                </a:lnTo>
                <a:lnTo>
                  <a:pt x="610234" y="438150"/>
                </a:lnTo>
                <a:lnTo>
                  <a:pt x="575055" y="472439"/>
                </a:lnTo>
                <a:lnTo>
                  <a:pt x="531368" y="502919"/>
                </a:lnTo>
                <a:lnTo>
                  <a:pt x="495173" y="519429"/>
                </a:lnTo>
                <a:lnTo>
                  <a:pt x="440944" y="535939"/>
                </a:lnTo>
                <a:lnTo>
                  <a:pt x="411860" y="539750"/>
                </a:lnTo>
                <a:lnTo>
                  <a:pt x="397001" y="542289"/>
                </a:lnTo>
                <a:lnTo>
                  <a:pt x="505078" y="542289"/>
                </a:lnTo>
                <a:lnTo>
                  <a:pt x="518541" y="537210"/>
                </a:lnTo>
                <a:lnTo>
                  <a:pt x="569086" y="509269"/>
                </a:lnTo>
                <a:lnTo>
                  <a:pt x="602233" y="482600"/>
                </a:lnTo>
                <a:lnTo>
                  <a:pt x="630301" y="453389"/>
                </a:lnTo>
                <a:lnTo>
                  <a:pt x="652906" y="421639"/>
                </a:lnTo>
                <a:lnTo>
                  <a:pt x="669671" y="386079"/>
                </a:lnTo>
                <a:lnTo>
                  <a:pt x="680084" y="349250"/>
                </a:lnTo>
                <a:lnTo>
                  <a:pt x="683733" y="311150"/>
                </a:lnTo>
                <a:lnTo>
                  <a:pt x="683729" y="308610"/>
                </a:lnTo>
                <a:lnTo>
                  <a:pt x="680211" y="270510"/>
                </a:lnTo>
                <a:lnTo>
                  <a:pt x="669798" y="233679"/>
                </a:lnTo>
                <a:lnTo>
                  <a:pt x="653160" y="199389"/>
                </a:lnTo>
                <a:lnTo>
                  <a:pt x="630681" y="166369"/>
                </a:lnTo>
                <a:lnTo>
                  <a:pt x="602615" y="137160"/>
                </a:lnTo>
                <a:lnTo>
                  <a:pt x="569976" y="111760"/>
                </a:lnTo>
                <a:lnTo>
                  <a:pt x="519175" y="82550"/>
                </a:lnTo>
                <a:lnTo>
                  <a:pt x="505586" y="77469"/>
                </a:lnTo>
                <a:lnTo>
                  <a:pt x="502062" y="76200"/>
                </a:lnTo>
                <a:close/>
              </a:path>
              <a:path w="734695" h="618489">
                <a:moveTo>
                  <a:pt x="367537" y="50800"/>
                </a:moveTo>
                <a:lnTo>
                  <a:pt x="351154" y="52069"/>
                </a:lnTo>
                <a:lnTo>
                  <a:pt x="383921" y="52069"/>
                </a:lnTo>
                <a:lnTo>
                  <a:pt x="367537" y="508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7512431" y="2989833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283332" y="2929160"/>
            <a:ext cx="18161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3105530" y="3479038"/>
            <a:ext cx="4446905" cy="697865"/>
          </a:xfrm>
          <a:custGeom>
            <a:avLst/>
            <a:gdLst/>
            <a:ahLst/>
            <a:cxnLst/>
            <a:rect l="l" t="t" r="r" b="b"/>
            <a:pathLst>
              <a:path w="4446905" h="697864">
                <a:moveTo>
                  <a:pt x="26669" y="162560"/>
                </a:moveTo>
                <a:lnTo>
                  <a:pt x="0" y="189992"/>
                </a:lnTo>
                <a:lnTo>
                  <a:pt x="50545" y="239013"/>
                </a:lnTo>
                <a:lnTo>
                  <a:pt x="101854" y="287909"/>
                </a:lnTo>
                <a:lnTo>
                  <a:pt x="154685" y="336042"/>
                </a:lnTo>
                <a:lnTo>
                  <a:pt x="209931" y="383159"/>
                </a:lnTo>
                <a:lnTo>
                  <a:pt x="267969" y="428751"/>
                </a:lnTo>
                <a:lnTo>
                  <a:pt x="329692" y="472186"/>
                </a:lnTo>
                <a:lnTo>
                  <a:pt x="362204" y="493013"/>
                </a:lnTo>
                <a:lnTo>
                  <a:pt x="395605" y="513206"/>
                </a:lnTo>
                <a:lnTo>
                  <a:pt x="430530" y="532638"/>
                </a:lnTo>
                <a:lnTo>
                  <a:pt x="466597" y="551180"/>
                </a:lnTo>
                <a:lnTo>
                  <a:pt x="504190" y="568960"/>
                </a:lnTo>
                <a:lnTo>
                  <a:pt x="543052" y="585851"/>
                </a:lnTo>
                <a:lnTo>
                  <a:pt x="583565" y="601726"/>
                </a:lnTo>
                <a:lnTo>
                  <a:pt x="625856" y="616585"/>
                </a:lnTo>
                <a:lnTo>
                  <a:pt x="669670" y="630428"/>
                </a:lnTo>
                <a:lnTo>
                  <a:pt x="715518" y="643128"/>
                </a:lnTo>
                <a:lnTo>
                  <a:pt x="763143" y="654431"/>
                </a:lnTo>
                <a:lnTo>
                  <a:pt x="812672" y="664718"/>
                </a:lnTo>
                <a:lnTo>
                  <a:pt x="864234" y="673735"/>
                </a:lnTo>
                <a:lnTo>
                  <a:pt x="917956" y="681355"/>
                </a:lnTo>
                <a:lnTo>
                  <a:pt x="974217" y="687451"/>
                </a:lnTo>
                <a:lnTo>
                  <a:pt x="1062355" y="694055"/>
                </a:lnTo>
                <a:lnTo>
                  <a:pt x="1156081" y="697230"/>
                </a:lnTo>
                <a:lnTo>
                  <a:pt x="1188593" y="697484"/>
                </a:lnTo>
                <a:lnTo>
                  <a:pt x="1255648" y="696722"/>
                </a:lnTo>
                <a:lnTo>
                  <a:pt x="1361058" y="692531"/>
                </a:lnTo>
                <a:lnTo>
                  <a:pt x="1434719" y="687578"/>
                </a:lnTo>
                <a:lnTo>
                  <a:pt x="1510792" y="681228"/>
                </a:lnTo>
                <a:lnTo>
                  <a:pt x="1589405" y="673226"/>
                </a:lnTo>
                <a:lnTo>
                  <a:pt x="1670558" y="663701"/>
                </a:lnTo>
                <a:lnTo>
                  <a:pt x="1703495" y="659384"/>
                </a:lnTo>
                <a:lnTo>
                  <a:pt x="1188973" y="659384"/>
                </a:lnTo>
                <a:lnTo>
                  <a:pt x="1156970" y="659130"/>
                </a:lnTo>
                <a:lnTo>
                  <a:pt x="1064768" y="655955"/>
                </a:lnTo>
                <a:lnTo>
                  <a:pt x="1006347" y="652144"/>
                </a:lnTo>
                <a:lnTo>
                  <a:pt x="950341" y="646811"/>
                </a:lnTo>
                <a:lnTo>
                  <a:pt x="870839" y="636143"/>
                </a:lnTo>
                <a:lnTo>
                  <a:pt x="820293" y="627380"/>
                </a:lnTo>
                <a:lnTo>
                  <a:pt x="771906" y="617474"/>
                </a:lnTo>
                <a:lnTo>
                  <a:pt x="725678" y="606298"/>
                </a:lnTo>
                <a:lnTo>
                  <a:pt x="681101" y="594106"/>
                </a:lnTo>
                <a:lnTo>
                  <a:pt x="638556" y="580644"/>
                </a:lnTo>
                <a:lnTo>
                  <a:pt x="597534" y="566166"/>
                </a:lnTo>
                <a:lnTo>
                  <a:pt x="558165" y="550799"/>
                </a:lnTo>
                <a:lnTo>
                  <a:pt x="520319" y="534543"/>
                </a:lnTo>
                <a:lnTo>
                  <a:pt x="483996" y="517398"/>
                </a:lnTo>
                <a:lnTo>
                  <a:pt x="449071" y="499237"/>
                </a:lnTo>
                <a:lnTo>
                  <a:pt x="415290" y="480568"/>
                </a:lnTo>
                <a:lnTo>
                  <a:pt x="382651" y="460882"/>
                </a:lnTo>
                <a:lnTo>
                  <a:pt x="320674" y="419862"/>
                </a:lnTo>
                <a:lnTo>
                  <a:pt x="262381" y="376428"/>
                </a:lnTo>
                <a:lnTo>
                  <a:pt x="207009" y="331088"/>
                </a:lnTo>
                <a:lnTo>
                  <a:pt x="128143" y="260350"/>
                </a:lnTo>
                <a:lnTo>
                  <a:pt x="77088" y="211709"/>
                </a:lnTo>
                <a:lnTo>
                  <a:pt x="26669" y="162560"/>
                </a:lnTo>
                <a:close/>
              </a:path>
              <a:path w="4446905" h="697864">
                <a:moveTo>
                  <a:pt x="4331155" y="36876"/>
                </a:moveTo>
                <a:lnTo>
                  <a:pt x="3106547" y="344169"/>
                </a:lnTo>
                <a:lnTo>
                  <a:pt x="2687320" y="440436"/>
                </a:lnTo>
                <a:lnTo>
                  <a:pt x="2387219" y="504063"/>
                </a:lnTo>
                <a:lnTo>
                  <a:pt x="2195322" y="541528"/>
                </a:lnTo>
                <a:lnTo>
                  <a:pt x="2010664" y="574675"/>
                </a:lnTo>
                <a:lnTo>
                  <a:pt x="1921256" y="589407"/>
                </a:lnTo>
                <a:lnTo>
                  <a:pt x="1834007" y="602869"/>
                </a:lnTo>
                <a:lnTo>
                  <a:pt x="1748917" y="615061"/>
                </a:lnTo>
                <a:lnTo>
                  <a:pt x="1666113" y="625856"/>
                </a:lnTo>
                <a:lnTo>
                  <a:pt x="1585595" y="635254"/>
                </a:lnTo>
                <a:lnTo>
                  <a:pt x="1507617" y="643255"/>
                </a:lnTo>
                <a:lnTo>
                  <a:pt x="1432179" y="649605"/>
                </a:lnTo>
                <a:lnTo>
                  <a:pt x="1359281" y="654431"/>
                </a:lnTo>
                <a:lnTo>
                  <a:pt x="1289049" y="657732"/>
                </a:lnTo>
                <a:lnTo>
                  <a:pt x="1188973" y="659384"/>
                </a:lnTo>
                <a:lnTo>
                  <a:pt x="1703495" y="659384"/>
                </a:lnTo>
                <a:lnTo>
                  <a:pt x="1753870" y="652780"/>
                </a:lnTo>
                <a:lnTo>
                  <a:pt x="1839341" y="640588"/>
                </a:lnTo>
                <a:lnTo>
                  <a:pt x="2016886" y="612267"/>
                </a:lnTo>
                <a:lnTo>
                  <a:pt x="2202180" y="579119"/>
                </a:lnTo>
                <a:lnTo>
                  <a:pt x="2394711" y="541401"/>
                </a:lnTo>
                <a:lnTo>
                  <a:pt x="2695447" y="477647"/>
                </a:lnTo>
                <a:lnTo>
                  <a:pt x="3115183" y="381254"/>
                </a:lnTo>
                <a:lnTo>
                  <a:pt x="4340650" y="73839"/>
                </a:lnTo>
                <a:lnTo>
                  <a:pt x="4331155" y="36876"/>
                </a:lnTo>
                <a:close/>
              </a:path>
              <a:path w="4446905" h="697864">
                <a:moveTo>
                  <a:pt x="4440655" y="32131"/>
                </a:moveTo>
                <a:lnTo>
                  <a:pt x="4349623" y="32131"/>
                </a:lnTo>
                <a:lnTo>
                  <a:pt x="4359148" y="69087"/>
                </a:lnTo>
                <a:lnTo>
                  <a:pt x="4340650" y="73839"/>
                </a:lnTo>
                <a:lnTo>
                  <a:pt x="4350131" y="110744"/>
                </a:lnTo>
                <a:lnTo>
                  <a:pt x="4440655" y="32131"/>
                </a:lnTo>
                <a:close/>
              </a:path>
              <a:path w="4446905" h="697864">
                <a:moveTo>
                  <a:pt x="4349623" y="32131"/>
                </a:moveTo>
                <a:lnTo>
                  <a:pt x="4331155" y="36876"/>
                </a:lnTo>
                <a:lnTo>
                  <a:pt x="4340650" y="73839"/>
                </a:lnTo>
                <a:lnTo>
                  <a:pt x="4359148" y="69087"/>
                </a:lnTo>
                <a:lnTo>
                  <a:pt x="4349623" y="32131"/>
                </a:lnTo>
                <a:close/>
              </a:path>
              <a:path w="4446905" h="697864">
                <a:moveTo>
                  <a:pt x="4321683" y="0"/>
                </a:moveTo>
                <a:lnTo>
                  <a:pt x="4331155" y="36876"/>
                </a:lnTo>
                <a:lnTo>
                  <a:pt x="4349623" y="32131"/>
                </a:lnTo>
                <a:lnTo>
                  <a:pt x="4440655" y="32131"/>
                </a:lnTo>
                <a:lnTo>
                  <a:pt x="4446651" y="26924"/>
                </a:lnTo>
                <a:lnTo>
                  <a:pt x="4321683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 txBox="1"/>
          <p:nvPr/>
        </p:nvSpPr>
        <p:spPr>
          <a:xfrm>
            <a:off x="4427346" y="2867311"/>
            <a:ext cx="2096770" cy="129476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((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)*(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343535">
              <a:lnSpc>
                <a:spcPct val="100000"/>
              </a:lnSpc>
              <a:spcBef>
                <a:spcPts val="2910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639318" y="3285744"/>
            <a:ext cx="701040" cy="114300"/>
          </a:xfrm>
          <a:custGeom>
            <a:avLst/>
            <a:gdLst/>
            <a:ahLst/>
            <a:cxnLst/>
            <a:rect l="l" t="t" r="r" b="b"/>
            <a:pathLst>
              <a:path w="701040" h="114300">
                <a:moveTo>
                  <a:pt x="586740" y="0"/>
                </a:moveTo>
                <a:lnTo>
                  <a:pt x="586740" y="114300"/>
                </a:lnTo>
                <a:lnTo>
                  <a:pt x="662940" y="76200"/>
                </a:lnTo>
                <a:lnTo>
                  <a:pt x="605790" y="76200"/>
                </a:lnTo>
                <a:lnTo>
                  <a:pt x="605790" y="38100"/>
                </a:lnTo>
                <a:lnTo>
                  <a:pt x="662940" y="38100"/>
                </a:lnTo>
                <a:lnTo>
                  <a:pt x="586740" y="0"/>
                </a:lnTo>
                <a:close/>
              </a:path>
              <a:path w="701040" h="114300">
                <a:moveTo>
                  <a:pt x="58674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86740" y="76200"/>
                </a:lnTo>
                <a:lnTo>
                  <a:pt x="586740" y="38100"/>
                </a:lnTo>
                <a:close/>
              </a:path>
              <a:path w="701040" h="114300">
                <a:moveTo>
                  <a:pt x="662940" y="38100"/>
                </a:moveTo>
                <a:lnTo>
                  <a:pt x="605790" y="38100"/>
                </a:lnTo>
                <a:lnTo>
                  <a:pt x="605790" y="76200"/>
                </a:lnTo>
                <a:lnTo>
                  <a:pt x="662940" y="76200"/>
                </a:lnTo>
                <a:lnTo>
                  <a:pt x="701040" y="57150"/>
                </a:lnTo>
                <a:lnTo>
                  <a:pt x="66294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/>
          <p:nvPr/>
        </p:nvSpPr>
        <p:spPr>
          <a:xfrm>
            <a:off x="4845050" y="1379347"/>
            <a:ext cx="2221230" cy="135890"/>
          </a:xfrm>
          <a:custGeom>
            <a:avLst/>
            <a:gdLst/>
            <a:ahLst/>
            <a:cxnLst/>
            <a:rect l="l" t="t" r="r" b="b"/>
            <a:pathLst>
              <a:path w="2221229" h="135890">
                <a:moveTo>
                  <a:pt x="2106211" y="38126"/>
                </a:moveTo>
                <a:lnTo>
                  <a:pt x="0" y="97408"/>
                </a:lnTo>
                <a:lnTo>
                  <a:pt x="1015" y="135508"/>
                </a:lnTo>
                <a:lnTo>
                  <a:pt x="2107269" y="76229"/>
                </a:lnTo>
                <a:lnTo>
                  <a:pt x="2106211" y="38126"/>
                </a:lnTo>
                <a:close/>
              </a:path>
              <a:path w="2221229" h="135890">
                <a:moveTo>
                  <a:pt x="2185820" y="37591"/>
                </a:moveTo>
                <a:lnTo>
                  <a:pt x="2125218" y="37591"/>
                </a:lnTo>
                <a:lnTo>
                  <a:pt x="2126360" y="75691"/>
                </a:lnTo>
                <a:lnTo>
                  <a:pt x="2107269" y="76229"/>
                </a:lnTo>
                <a:lnTo>
                  <a:pt x="2108327" y="114300"/>
                </a:lnTo>
                <a:lnTo>
                  <a:pt x="2220976" y="53975"/>
                </a:lnTo>
                <a:lnTo>
                  <a:pt x="2185820" y="37591"/>
                </a:lnTo>
                <a:close/>
              </a:path>
              <a:path w="2221229" h="135890">
                <a:moveTo>
                  <a:pt x="2125218" y="37591"/>
                </a:moveTo>
                <a:lnTo>
                  <a:pt x="2106211" y="38126"/>
                </a:lnTo>
                <a:lnTo>
                  <a:pt x="2107269" y="76229"/>
                </a:lnTo>
                <a:lnTo>
                  <a:pt x="2126360" y="75691"/>
                </a:lnTo>
                <a:lnTo>
                  <a:pt x="2125218" y="37591"/>
                </a:lnTo>
                <a:close/>
              </a:path>
              <a:path w="2221229" h="135890">
                <a:moveTo>
                  <a:pt x="2105152" y="0"/>
                </a:moveTo>
                <a:lnTo>
                  <a:pt x="2106211" y="38126"/>
                </a:lnTo>
                <a:lnTo>
                  <a:pt x="2125218" y="37591"/>
                </a:lnTo>
                <a:lnTo>
                  <a:pt x="2185820" y="37591"/>
                </a:lnTo>
                <a:lnTo>
                  <a:pt x="2105152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979414" y="963902"/>
            <a:ext cx="43624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2799333" y="139090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628771" y="117208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258188" y="1326006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639318" y="903858"/>
            <a:ext cx="7177278" cy="150025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7300976" y="1217498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7479538" y="1421714"/>
            <a:ext cx="118110" cy="311150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1850" spc="5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2046858" y="1157705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4382515" y="1118394"/>
            <a:ext cx="321310" cy="1271905"/>
          </a:xfrm>
          <a:prstGeom prst="rect">
            <a:avLst/>
          </a:prstGeom>
        </p:spPr>
        <p:txBody>
          <a:bodyPr wrap="square" lIns="0" tIns="19240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51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51765">
              <a:lnSpc>
                <a:spcPct val="100000"/>
              </a:lnSpc>
              <a:spcBef>
                <a:spcPts val="14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3339" y="0"/>
            <a:ext cx="6149975" cy="1014094"/>
          </a:xfrm>
          <a:prstGeom prst="rect">
            <a:avLst/>
          </a:prstGeom>
        </p:spPr>
        <p:txBody>
          <a:bodyPr wrap="square" lIns="0" tIns="10795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850"/>
              </a:spcBef>
              <a:tabLst>
                <a:tab pos="618490" algn="l"/>
                <a:tab pos="3874135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2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  <a:p>
            <a:pPr marL="2743835">
              <a:lnSpc>
                <a:spcPct val="100000"/>
              </a:lnSpc>
              <a:spcBef>
                <a:spcPts val="1095"/>
              </a:spcBef>
              <a:tabLst>
                <a:tab pos="3311525" algn="l"/>
                <a:tab pos="4283075" algn="l"/>
              </a:tabLst>
            </a:pPr>
            <a:r>
              <a:rPr dirty="0" baseline="-30753" sz="42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a|c	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c	</a:t>
            </a:r>
            <a:r>
              <a:rPr dirty="0" baseline="-6944" sz="4200" spc="-22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baseline="-6944" sz="4200" spc="-22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baseline="-6591" sz="4425" spc="-22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baseline="-6944" sz="4200" spc="-22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baseline="-6944" sz="4200" spc="-22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baseline="-6944" sz="42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2882645" y="5127497"/>
            <a:ext cx="658495" cy="542925"/>
          </a:xfrm>
          <a:custGeom>
            <a:avLst/>
            <a:gdLst/>
            <a:ahLst/>
            <a:cxnLst/>
            <a:rect l="l" t="t" r="r" b="b"/>
            <a:pathLst>
              <a:path w="658495" h="542925">
                <a:moveTo>
                  <a:pt x="0" y="271271"/>
                </a:moveTo>
                <a:lnTo>
                  <a:pt x="4306" y="227260"/>
                </a:lnTo>
                <a:lnTo>
                  <a:pt x="16776" y="185513"/>
                </a:lnTo>
                <a:lnTo>
                  <a:pt x="36731" y="146588"/>
                </a:lnTo>
                <a:lnTo>
                  <a:pt x="63495" y="111044"/>
                </a:lnTo>
                <a:lnTo>
                  <a:pt x="96393" y="79438"/>
                </a:lnTo>
                <a:lnTo>
                  <a:pt x="134745" y="52328"/>
                </a:lnTo>
                <a:lnTo>
                  <a:pt x="177878" y="30271"/>
                </a:lnTo>
                <a:lnTo>
                  <a:pt x="225113" y="13825"/>
                </a:lnTo>
                <a:lnTo>
                  <a:pt x="275773" y="3549"/>
                </a:lnTo>
                <a:lnTo>
                  <a:pt x="329184" y="0"/>
                </a:lnTo>
                <a:lnTo>
                  <a:pt x="382594" y="3549"/>
                </a:lnTo>
                <a:lnTo>
                  <a:pt x="433254" y="13825"/>
                </a:lnTo>
                <a:lnTo>
                  <a:pt x="480489" y="30271"/>
                </a:lnTo>
                <a:lnTo>
                  <a:pt x="523622" y="52328"/>
                </a:lnTo>
                <a:lnTo>
                  <a:pt x="561974" y="79438"/>
                </a:lnTo>
                <a:lnTo>
                  <a:pt x="594872" y="111044"/>
                </a:lnTo>
                <a:lnTo>
                  <a:pt x="621636" y="146588"/>
                </a:lnTo>
                <a:lnTo>
                  <a:pt x="641591" y="185513"/>
                </a:lnTo>
                <a:lnTo>
                  <a:pt x="654061" y="227260"/>
                </a:lnTo>
                <a:lnTo>
                  <a:pt x="658368" y="271271"/>
                </a:lnTo>
                <a:lnTo>
                  <a:pt x="654061" y="315283"/>
                </a:lnTo>
                <a:lnTo>
                  <a:pt x="641591" y="357030"/>
                </a:lnTo>
                <a:lnTo>
                  <a:pt x="621636" y="395955"/>
                </a:lnTo>
                <a:lnTo>
                  <a:pt x="594872" y="431499"/>
                </a:lnTo>
                <a:lnTo>
                  <a:pt x="561975" y="463105"/>
                </a:lnTo>
                <a:lnTo>
                  <a:pt x="523622" y="490215"/>
                </a:lnTo>
                <a:lnTo>
                  <a:pt x="480489" y="512272"/>
                </a:lnTo>
                <a:lnTo>
                  <a:pt x="433254" y="528718"/>
                </a:lnTo>
                <a:lnTo>
                  <a:pt x="382594" y="538994"/>
                </a:lnTo>
                <a:lnTo>
                  <a:pt x="329184" y="542543"/>
                </a:lnTo>
                <a:lnTo>
                  <a:pt x="275773" y="538994"/>
                </a:lnTo>
                <a:lnTo>
                  <a:pt x="225113" y="528718"/>
                </a:lnTo>
                <a:lnTo>
                  <a:pt x="177878" y="512272"/>
                </a:lnTo>
                <a:lnTo>
                  <a:pt x="134745" y="490215"/>
                </a:lnTo>
                <a:lnTo>
                  <a:pt x="96393" y="463105"/>
                </a:lnTo>
                <a:lnTo>
                  <a:pt x="63495" y="431499"/>
                </a:lnTo>
                <a:lnTo>
                  <a:pt x="36731" y="395955"/>
                </a:lnTo>
                <a:lnTo>
                  <a:pt x="16776" y="357030"/>
                </a:lnTo>
                <a:lnTo>
                  <a:pt x="4306" y="315283"/>
                </a:lnTo>
                <a:lnTo>
                  <a:pt x="0" y="27127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109086" y="516008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062733" y="5282184"/>
            <a:ext cx="820419" cy="114300"/>
          </a:xfrm>
          <a:custGeom>
            <a:avLst/>
            <a:gdLst/>
            <a:ahLst/>
            <a:cxnLst/>
            <a:rect l="l" t="t" r="r" b="b"/>
            <a:pathLst>
              <a:path w="820419" h="114300">
                <a:moveTo>
                  <a:pt x="705612" y="0"/>
                </a:moveTo>
                <a:lnTo>
                  <a:pt x="705612" y="114299"/>
                </a:lnTo>
                <a:lnTo>
                  <a:pt x="781812" y="76199"/>
                </a:lnTo>
                <a:lnTo>
                  <a:pt x="724662" y="76199"/>
                </a:lnTo>
                <a:lnTo>
                  <a:pt x="724662" y="38099"/>
                </a:lnTo>
                <a:lnTo>
                  <a:pt x="781812" y="38099"/>
                </a:lnTo>
                <a:lnTo>
                  <a:pt x="705612" y="0"/>
                </a:lnTo>
                <a:close/>
              </a:path>
              <a:path w="820419" h="114300">
                <a:moveTo>
                  <a:pt x="705612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705612" y="76199"/>
                </a:lnTo>
                <a:lnTo>
                  <a:pt x="705612" y="38099"/>
                </a:lnTo>
                <a:close/>
              </a:path>
              <a:path w="820419" h="114300">
                <a:moveTo>
                  <a:pt x="781812" y="38099"/>
                </a:moveTo>
                <a:lnTo>
                  <a:pt x="724662" y="38099"/>
                </a:lnTo>
                <a:lnTo>
                  <a:pt x="724662" y="76199"/>
                </a:lnTo>
                <a:lnTo>
                  <a:pt x="781812" y="76199"/>
                </a:lnTo>
                <a:lnTo>
                  <a:pt x="819912" y="57149"/>
                </a:lnTo>
                <a:lnTo>
                  <a:pt x="781812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413510" y="5061965"/>
            <a:ext cx="658495" cy="542925"/>
          </a:xfrm>
          <a:custGeom>
            <a:avLst/>
            <a:gdLst/>
            <a:ahLst/>
            <a:cxnLst/>
            <a:rect l="l" t="t" r="r" b="b"/>
            <a:pathLst>
              <a:path w="658494" h="542925">
                <a:moveTo>
                  <a:pt x="0" y="271271"/>
                </a:moveTo>
                <a:lnTo>
                  <a:pt x="4306" y="227260"/>
                </a:lnTo>
                <a:lnTo>
                  <a:pt x="16776" y="185513"/>
                </a:lnTo>
                <a:lnTo>
                  <a:pt x="36731" y="146588"/>
                </a:lnTo>
                <a:lnTo>
                  <a:pt x="63495" y="111044"/>
                </a:lnTo>
                <a:lnTo>
                  <a:pt x="96393" y="79438"/>
                </a:lnTo>
                <a:lnTo>
                  <a:pt x="134745" y="52328"/>
                </a:lnTo>
                <a:lnTo>
                  <a:pt x="177878" y="30271"/>
                </a:lnTo>
                <a:lnTo>
                  <a:pt x="225113" y="13825"/>
                </a:lnTo>
                <a:lnTo>
                  <a:pt x="275773" y="3549"/>
                </a:lnTo>
                <a:lnTo>
                  <a:pt x="329184" y="0"/>
                </a:lnTo>
                <a:lnTo>
                  <a:pt x="382594" y="3549"/>
                </a:lnTo>
                <a:lnTo>
                  <a:pt x="433254" y="13825"/>
                </a:lnTo>
                <a:lnTo>
                  <a:pt x="480489" y="30271"/>
                </a:lnTo>
                <a:lnTo>
                  <a:pt x="523622" y="52328"/>
                </a:lnTo>
                <a:lnTo>
                  <a:pt x="561975" y="79438"/>
                </a:lnTo>
                <a:lnTo>
                  <a:pt x="594872" y="111044"/>
                </a:lnTo>
                <a:lnTo>
                  <a:pt x="621636" y="146588"/>
                </a:lnTo>
                <a:lnTo>
                  <a:pt x="641591" y="185513"/>
                </a:lnTo>
                <a:lnTo>
                  <a:pt x="654061" y="227260"/>
                </a:lnTo>
                <a:lnTo>
                  <a:pt x="658367" y="271271"/>
                </a:lnTo>
                <a:lnTo>
                  <a:pt x="654061" y="315283"/>
                </a:lnTo>
                <a:lnTo>
                  <a:pt x="641591" y="357030"/>
                </a:lnTo>
                <a:lnTo>
                  <a:pt x="621636" y="395955"/>
                </a:lnTo>
                <a:lnTo>
                  <a:pt x="594872" y="431499"/>
                </a:lnTo>
                <a:lnTo>
                  <a:pt x="561974" y="463105"/>
                </a:lnTo>
                <a:lnTo>
                  <a:pt x="523622" y="490215"/>
                </a:lnTo>
                <a:lnTo>
                  <a:pt x="480489" y="512272"/>
                </a:lnTo>
                <a:lnTo>
                  <a:pt x="433254" y="528718"/>
                </a:lnTo>
                <a:lnTo>
                  <a:pt x="382594" y="538994"/>
                </a:lnTo>
                <a:lnTo>
                  <a:pt x="329184" y="542543"/>
                </a:lnTo>
                <a:lnTo>
                  <a:pt x="275773" y="538994"/>
                </a:lnTo>
                <a:lnTo>
                  <a:pt x="225113" y="528718"/>
                </a:lnTo>
                <a:lnTo>
                  <a:pt x="177878" y="512272"/>
                </a:lnTo>
                <a:lnTo>
                  <a:pt x="134745" y="490215"/>
                </a:lnTo>
                <a:lnTo>
                  <a:pt x="96393" y="463105"/>
                </a:lnTo>
                <a:lnTo>
                  <a:pt x="63495" y="431499"/>
                </a:lnTo>
                <a:lnTo>
                  <a:pt x="36731" y="395955"/>
                </a:lnTo>
                <a:lnTo>
                  <a:pt x="16776" y="357030"/>
                </a:lnTo>
                <a:lnTo>
                  <a:pt x="4306" y="315283"/>
                </a:lnTo>
                <a:lnTo>
                  <a:pt x="0" y="27127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567561" y="5095494"/>
            <a:ext cx="3479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391400" y="4915153"/>
            <a:ext cx="734695" cy="618490"/>
          </a:xfrm>
          <a:custGeom>
            <a:avLst/>
            <a:gdLst/>
            <a:ahLst/>
            <a:cxnLst/>
            <a:rect l="l" t="t" r="r" b="b"/>
            <a:pathLst>
              <a:path w="734695" h="618489">
                <a:moveTo>
                  <a:pt x="366395" y="0"/>
                </a:moveTo>
                <a:lnTo>
                  <a:pt x="311657" y="3810"/>
                </a:lnTo>
                <a:lnTo>
                  <a:pt x="259206" y="13970"/>
                </a:lnTo>
                <a:lnTo>
                  <a:pt x="193294" y="36830"/>
                </a:lnTo>
                <a:lnTo>
                  <a:pt x="135000" y="69850"/>
                </a:lnTo>
                <a:lnTo>
                  <a:pt x="97281" y="100330"/>
                </a:lnTo>
                <a:lnTo>
                  <a:pt x="85725" y="110490"/>
                </a:lnTo>
                <a:lnTo>
                  <a:pt x="74675" y="123190"/>
                </a:lnTo>
                <a:lnTo>
                  <a:pt x="64007" y="134620"/>
                </a:lnTo>
                <a:lnTo>
                  <a:pt x="45466" y="160020"/>
                </a:lnTo>
                <a:lnTo>
                  <a:pt x="22986" y="201930"/>
                </a:lnTo>
                <a:lnTo>
                  <a:pt x="7493" y="247650"/>
                </a:lnTo>
                <a:lnTo>
                  <a:pt x="380" y="294640"/>
                </a:lnTo>
                <a:lnTo>
                  <a:pt x="0" y="311150"/>
                </a:lnTo>
                <a:lnTo>
                  <a:pt x="507" y="327660"/>
                </a:lnTo>
                <a:lnTo>
                  <a:pt x="8127" y="374650"/>
                </a:lnTo>
                <a:lnTo>
                  <a:pt x="23749" y="419100"/>
                </a:lnTo>
                <a:lnTo>
                  <a:pt x="46481" y="461010"/>
                </a:lnTo>
                <a:lnTo>
                  <a:pt x="75819" y="497840"/>
                </a:lnTo>
                <a:lnTo>
                  <a:pt x="87122" y="510540"/>
                </a:lnTo>
                <a:lnTo>
                  <a:pt x="137922" y="551180"/>
                </a:lnTo>
                <a:lnTo>
                  <a:pt x="211327" y="590550"/>
                </a:lnTo>
                <a:lnTo>
                  <a:pt x="260857" y="605790"/>
                </a:lnTo>
                <a:lnTo>
                  <a:pt x="313181" y="615950"/>
                </a:lnTo>
                <a:lnTo>
                  <a:pt x="349503" y="618490"/>
                </a:lnTo>
                <a:lnTo>
                  <a:pt x="386588" y="618490"/>
                </a:lnTo>
                <a:lnTo>
                  <a:pt x="440690" y="613410"/>
                </a:lnTo>
                <a:lnTo>
                  <a:pt x="508634" y="595630"/>
                </a:lnTo>
                <a:lnTo>
                  <a:pt x="515086" y="593090"/>
                </a:lnTo>
                <a:lnTo>
                  <a:pt x="350011" y="593090"/>
                </a:lnTo>
                <a:lnTo>
                  <a:pt x="315849" y="590550"/>
                </a:lnTo>
                <a:lnTo>
                  <a:pt x="266573" y="581660"/>
                </a:lnTo>
                <a:lnTo>
                  <a:pt x="220218" y="566420"/>
                </a:lnTo>
                <a:lnTo>
                  <a:pt x="177546" y="546100"/>
                </a:lnTo>
                <a:lnTo>
                  <a:pt x="126873" y="511810"/>
                </a:lnTo>
                <a:lnTo>
                  <a:pt x="94360" y="481330"/>
                </a:lnTo>
                <a:lnTo>
                  <a:pt x="67309" y="445770"/>
                </a:lnTo>
                <a:lnTo>
                  <a:pt x="46608" y="408940"/>
                </a:lnTo>
                <a:lnTo>
                  <a:pt x="32511" y="368300"/>
                </a:lnTo>
                <a:lnTo>
                  <a:pt x="25780" y="325120"/>
                </a:lnTo>
                <a:lnTo>
                  <a:pt x="25431" y="311150"/>
                </a:lnTo>
                <a:lnTo>
                  <a:pt x="25434" y="308610"/>
                </a:lnTo>
                <a:lnTo>
                  <a:pt x="29336" y="266700"/>
                </a:lnTo>
                <a:lnTo>
                  <a:pt x="40894" y="224790"/>
                </a:lnTo>
                <a:lnTo>
                  <a:pt x="59435" y="186690"/>
                </a:lnTo>
                <a:lnTo>
                  <a:pt x="84200" y="149860"/>
                </a:lnTo>
                <a:lnTo>
                  <a:pt x="93979" y="139700"/>
                </a:lnTo>
                <a:lnTo>
                  <a:pt x="104013" y="128270"/>
                </a:lnTo>
                <a:lnTo>
                  <a:pt x="150241" y="90170"/>
                </a:lnTo>
                <a:lnTo>
                  <a:pt x="204724" y="59690"/>
                </a:lnTo>
                <a:lnTo>
                  <a:pt x="266065" y="38100"/>
                </a:lnTo>
                <a:lnTo>
                  <a:pt x="315341" y="29210"/>
                </a:lnTo>
                <a:lnTo>
                  <a:pt x="367029" y="25400"/>
                </a:lnTo>
                <a:lnTo>
                  <a:pt x="511143" y="25400"/>
                </a:lnTo>
                <a:lnTo>
                  <a:pt x="507110" y="24130"/>
                </a:lnTo>
                <a:lnTo>
                  <a:pt x="490727" y="17780"/>
                </a:lnTo>
                <a:lnTo>
                  <a:pt x="439166" y="6350"/>
                </a:lnTo>
                <a:lnTo>
                  <a:pt x="421385" y="3810"/>
                </a:lnTo>
                <a:lnTo>
                  <a:pt x="366395" y="0"/>
                </a:lnTo>
                <a:close/>
              </a:path>
              <a:path w="734695" h="618489">
                <a:moveTo>
                  <a:pt x="511143" y="25400"/>
                </a:moveTo>
                <a:lnTo>
                  <a:pt x="367029" y="25400"/>
                </a:lnTo>
                <a:lnTo>
                  <a:pt x="384555" y="26670"/>
                </a:lnTo>
                <a:lnTo>
                  <a:pt x="401700" y="26670"/>
                </a:lnTo>
                <a:lnTo>
                  <a:pt x="451993" y="34290"/>
                </a:lnTo>
                <a:lnTo>
                  <a:pt x="499364" y="48260"/>
                </a:lnTo>
                <a:lnTo>
                  <a:pt x="557022" y="73660"/>
                </a:lnTo>
                <a:lnTo>
                  <a:pt x="607695" y="107950"/>
                </a:lnTo>
                <a:lnTo>
                  <a:pt x="640206" y="138430"/>
                </a:lnTo>
                <a:lnTo>
                  <a:pt x="667130" y="172720"/>
                </a:lnTo>
                <a:lnTo>
                  <a:pt x="687958" y="210820"/>
                </a:lnTo>
                <a:lnTo>
                  <a:pt x="702055" y="251460"/>
                </a:lnTo>
                <a:lnTo>
                  <a:pt x="708659" y="294640"/>
                </a:lnTo>
                <a:lnTo>
                  <a:pt x="709133" y="311150"/>
                </a:lnTo>
                <a:lnTo>
                  <a:pt x="708786" y="323850"/>
                </a:lnTo>
                <a:lnTo>
                  <a:pt x="702182" y="367030"/>
                </a:lnTo>
                <a:lnTo>
                  <a:pt x="688213" y="407670"/>
                </a:lnTo>
                <a:lnTo>
                  <a:pt x="667511" y="445770"/>
                </a:lnTo>
                <a:lnTo>
                  <a:pt x="659256" y="457200"/>
                </a:lnTo>
                <a:lnTo>
                  <a:pt x="650240" y="469900"/>
                </a:lnTo>
                <a:lnTo>
                  <a:pt x="640588" y="480060"/>
                </a:lnTo>
                <a:lnTo>
                  <a:pt x="630554" y="491490"/>
                </a:lnTo>
                <a:lnTo>
                  <a:pt x="619632" y="501650"/>
                </a:lnTo>
                <a:lnTo>
                  <a:pt x="584200" y="529590"/>
                </a:lnTo>
                <a:lnTo>
                  <a:pt x="529844" y="560070"/>
                </a:lnTo>
                <a:lnTo>
                  <a:pt x="484377" y="576580"/>
                </a:lnTo>
                <a:lnTo>
                  <a:pt x="435991" y="588010"/>
                </a:lnTo>
                <a:lnTo>
                  <a:pt x="385064" y="593090"/>
                </a:lnTo>
                <a:lnTo>
                  <a:pt x="515086" y="593090"/>
                </a:lnTo>
                <a:lnTo>
                  <a:pt x="571246" y="567690"/>
                </a:lnTo>
                <a:lnTo>
                  <a:pt x="625094" y="530860"/>
                </a:lnTo>
                <a:lnTo>
                  <a:pt x="659892" y="496570"/>
                </a:lnTo>
                <a:lnTo>
                  <a:pt x="689101" y="459740"/>
                </a:lnTo>
                <a:lnTo>
                  <a:pt x="711580" y="417830"/>
                </a:lnTo>
                <a:lnTo>
                  <a:pt x="727075" y="372110"/>
                </a:lnTo>
                <a:lnTo>
                  <a:pt x="734186" y="325120"/>
                </a:lnTo>
                <a:lnTo>
                  <a:pt x="734568" y="308610"/>
                </a:lnTo>
                <a:lnTo>
                  <a:pt x="733932" y="292100"/>
                </a:lnTo>
                <a:lnTo>
                  <a:pt x="726440" y="245110"/>
                </a:lnTo>
                <a:lnTo>
                  <a:pt x="710819" y="199390"/>
                </a:lnTo>
                <a:lnTo>
                  <a:pt x="687958" y="158750"/>
                </a:lnTo>
                <a:lnTo>
                  <a:pt x="658622" y="120650"/>
                </a:lnTo>
                <a:lnTo>
                  <a:pt x="622807" y="87630"/>
                </a:lnTo>
                <a:lnTo>
                  <a:pt x="568451" y="50800"/>
                </a:lnTo>
                <a:lnTo>
                  <a:pt x="523240" y="29210"/>
                </a:lnTo>
                <a:lnTo>
                  <a:pt x="511143" y="25400"/>
                </a:lnTo>
                <a:close/>
              </a:path>
              <a:path w="734695" h="618489">
                <a:moveTo>
                  <a:pt x="400050" y="52070"/>
                </a:moveTo>
                <a:lnTo>
                  <a:pt x="335025" y="52070"/>
                </a:lnTo>
                <a:lnTo>
                  <a:pt x="319024" y="54610"/>
                </a:lnTo>
                <a:lnTo>
                  <a:pt x="303402" y="55880"/>
                </a:lnTo>
                <a:lnTo>
                  <a:pt x="287908" y="59690"/>
                </a:lnTo>
                <a:lnTo>
                  <a:pt x="272923" y="62230"/>
                </a:lnTo>
                <a:lnTo>
                  <a:pt x="258064" y="67310"/>
                </a:lnTo>
                <a:lnTo>
                  <a:pt x="216153" y="82550"/>
                </a:lnTo>
                <a:lnTo>
                  <a:pt x="165607" y="110490"/>
                </a:lnTo>
                <a:lnTo>
                  <a:pt x="142875" y="128270"/>
                </a:lnTo>
                <a:lnTo>
                  <a:pt x="132460" y="135890"/>
                </a:lnTo>
                <a:lnTo>
                  <a:pt x="104394" y="166370"/>
                </a:lnTo>
                <a:lnTo>
                  <a:pt x="81660" y="198120"/>
                </a:lnTo>
                <a:lnTo>
                  <a:pt x="64897" y="233680"/>
                </a:lnTo>
                <a:lnTo>
                  <a:pt x="54482" y="270510"/>
                </a:lnTo>
                <a:lnTo>
                  <a:pt x="50834" y="308610"/>
                </a:lnTo>
                <a:lnTo>
                  <a:pt x="50838" y="311150"/>
                </a:lnTo>
                <a:lnTo>
                  <a:pt x="57023" y="360680"/>
                </a:lnTo>
                <a:lnTo>
                  <a:pt x="69596" y="397510"/>
                </a:lnTo>
                <a:lnTo>
                  <a:pt x="88265" y="431800"/>
                </a:lnTo>
                <a:lnTo>
                  <a:pt x="95757" y="441960"/>
                </a:lnTo>
                <a:lnTo>
                  <a:pt x="103885" y="453390"/>
                </a:lnTo>
                <a:lnTo>
                  <a:pt x="112775" y="463550"/>
                </a:lnTo>
                <a:lnTo>
                  <a:pt x="121920" y="472440"/>
                </a:lnTo>
                <a:lnTo>
                  <a:pt x="131952" y="482600"/>
                </a:lnTo>
                <a:lnTo>
                  <a:pt x="164592" y="508000"/>
                </a:lnTo>
                <a:lnTo>
                  <a:pt x="215392" y="535940"/>
                </a:lnTo>
                <a:lnTo>
                  <a:pt x="257555" y="552450"/>
                </a:lnTo>
                <a:lnTo>
                  <a:pt x="318516" y="565150"/>
                </a:lnTo>
                <a:lnTo>
                  <a:pt x="350647" y="567690"/>
                </a:lnTo>
                <a:lnTo>
                  <a:pt x="383413" y="567690"/>
                </a:lnTo>
                <a:lnTo>
                  <a:pt x="415544" y="565150"/>
                </a:lnTo>
                <a:lnTo>
                  <a:pt x="446658" y="560070"/>
                </a:lnTo>
                <a:lnTo>
                  <a:pt x="476503" y="552450"/>
                </a:lnTo>
                <a:lnTo>
                  <a:pt x="505078" y="542290"/>
                </a:lnTo>
                <a:lnTo>
                  <a:pt x="351154" y="542290"/>
                </a:lnTo>
                <a:lnTo>
                  <a:pt x="321182" y="539750"/>
                </a:lnTo>
                <a:lnTo>
                  <a:pt x="278002" y="532130"/>
                </a:lnTo>
                <a:lnTo>
                  <a:pt x="237871" y="518160"/>
                </a:lnTo>
                <a:lnTo>
                  <a:pt x="200278" y="500380"/>
                </a:lnTo>
                <a:lnTo>
                  <a:pt x="157352" y="471170"/>
                </a:lnTo>
                <a:lnTo>
                  <a:pt x="123063" y="436880"/>
                </a:lnTo>
                <a:lnTo>
                  <a:pt x="115697" y="426720"/>
                </a:lnTo>
                <a:lnTo>
                  <a:pt x="109093" y="417830"/>
                </a:lnTo>
                <a:lnTo>
                  <a:pt x="88010" y="375920"/>
                </a:lnTo>
                <a:lnTo>
                  <a:pt x="77470" y="331470"/>
                </a:lnTo>
                <a:lnTo>
                  <a:pt x="76200" y="308610"/>
                </a:lnTo>
                <a:lnTo>
                  <a:pt x="76580" y="297180"/>
                </a:lnTo>
                <a:lnTo>
                  <a:pt x="85090" y="252730"/>
                </a:lnTo>
                <a:lnTo>
                  <a:pt x="104013" y="210820"/>
                </a:lnTo>
                <a:lnTo>
                  <a:pt x="116967" y="191770"/>
                </a:lnTo>
                <a:lnTo>
                  <a:pt x="124586" y="181610"/>
                </a:lnTo>
                <a:lnTo>
                  <a:pt x="159257" y="147320"/>
                </a:lnTo>
                <a:lnTo>
                  <a:pt x="203200" y="116840"/>
                </a:lnTo>
                <a:lnTo>
                  <a:pt x="239395" y="100330"/>
                </a:lnTo>
                <a:lnTo>
                  <a:pt x="293624" y="83820"/>
                </a:lnTo>
                <a:lnTo>
                  <a:pt x="337566" y="77470"/>
                </a:lnTo>
                <a:lnTo>
                  <a:pt x="352678" y="77470"/>
                </a:lnTo>
                <a:lnTo>
                  <a:pt x="368173" y="76200"/>
                </a:lnTo>
                <a:lnTo>
                  <a:pt x="502062" y="76200"/>
                </a:lnTo>
                <a:lnTo>
                  <a:pt x="477011" y="67310"/>
                </a:lnTo>
                <a:lnTo>
                  <a:pt x="431800" y="55880"/>
                </a:lnTo>
                <a:lnTo>
                  <a:pt x="416051" y="54610"/>
                </a:lnTo>
                <a:lnTo>
                  <a:pt x="400050" y="52070"/>
                </a:lnTo>
                <a:close/>
              </a:path>
              <a:path w="734695" h="618489">
                <a:moveTo>
                  <a:pt x="502062" y="76200"/>
                </a:moveTo>
                <a:lnTo>
                  <a:pt x="368173" y="76200"/>
                </a:lnTo>
                <a:lnTo>
                  <a:pt x="383413" y="77470"/>
                </a:lnTo>
                <a:lnTo>
                  <a:pt x="398525" y="77470"/>
                </a:lnTo>
                <a:lnTo>
                  <a:pt x="413384" y="80010"/>
                </a:lnTo>
                <a:lnTo>
                  <a:pt x="428117" y="81280"/>
                </a:lnTo>
                <a:lnTo>
                  <a:pt x="442468" y="85090"/>
                </a:lnTo>
                <a:lnTo>
                  <a:pt x="456565" y="87630"/>
                </a:lnTo>
                <a:lnTo>
                  <a:pt x="470153" y="91440"/>
                </a:lnTo>
                <a:lnTo>
                  <a:pt x="483616" y="96520"/>
                </a:lnTo>
                <a:lnTo>
                  <a:pt x="496697" y="100330"/>
                </a:lnTo>
                <a:lnTo>
                  <a:pt x="534161" y="119380"/>
                </a:lnTo>
                <a:lnTo>
                  <a:pt x="577342" y="148590"/>
                </a:lnTo>
                <a:lnTo>
                  <a:pt x="611504" y="182880"/>
                </a:lnTo>
                <a:lnTo>
                  <a:pt x="618744" y="193040"/>
                </a:lnTo>
                <a:lnTo>
                  <a:pt x="625475" y="201930"/>
                </a:lnTo>
                <a:lnTo>
                  <a:pt x="631571" y="212090"/>
                </a:lnTo>
                <a:lnTo>
                  <a:pt x="637158" y="222250"/>
                </a:lnTo>
                <a:lnTo>
                  <a:pt x="642111" y="232410"/>
                </a:lnTo>
                <a:lnTo>
                  <a:pt x="646302" y="243840"/>
                </a:lnTo>
                <a:lnTo>
                  <a:pt x="650113" y="254000"/>
                </a:lnTo>
                <a:lnTo>
                  <a:pt x="657986" y="299720"/>
                </a:lnTo>
                <a:lnTo>
                  <a:pt x="658368" y="311150"/>
                </a:lnTo>
                <a:lnTo>
                  <a:pt x="657986" y="322580"/>
                </a:lnTo>
                <a:lnTo>
                  <a:pt x="649477" y="367030"/>
                </a:lnTo>
                <a:lnTo>
                  <a:pt x="630554" y="408940"/>
                </a:lnTo>
                <a:lnTo>
                  <a:pt x="617601" y="427990"/>
                </a:lnTo>
                <a:lnTo>
                  <a:pt x="610234" y="438150"/>
                </a:lnTo>
                <a:lnTo>
                  <a:pt x="575055" y="472440"/>
                </a:lnTo>
                <a:lnTo>
                  <a:pt x="531368" y="501650"/>
                </a:lnTo>
                <a:lnTo>
                  <a:pt x="495173" y="519430"/>
                </a:lnTo>
                <a:lnTo>
                  <a:pt x="440944" y="535940"/>
                </a:lnTo>
                <a:lnTo>
                  <a:pt x="411860" y="539750"/>
                </a:lnTo>
                <a:lnTo>
                  <a:pt x="397001" y="542290"/>
                </a:lnTo>
                <a:lnTo>
                  <a:pt x="505078" y="542290"/>
                </a:lnTo>
                <a:lnTo>
                  <a:pt x="518541" y="537210"/>
                </a:lnTo>
                <a:lnTo>
                  <a:pt x="569086" y="509270"/>
                </a:lnTo>
                <a:lnTo>
                  <a:pt x="602233" y="482600"/>
                </a:lnTo>
                <a:lnTo>
                  <a:pt x="630301" y="453390"/>
                </a:lnTo>
                <a:lnTo>
                  <a:pt x="645922" y="431800"/>
                </a:lnTo>
                <a:lnTo>
                  <a:pt x="652906" y="421640"/>
                </a:lnTo>
                <a:lnTo>
                  <a:pt x="669671" y="386080"/>
                </a:lnTo>
                <a:lnTo>
                  <a:pt x="680084" y="349250"/>
                </a:lnTo>
                <a:lnTo>
                  <a:pt x="683733" y="311150"/>
                </a:lnTo>
                <a:lnTo>
                  <a:pt x="683729" y="308610"/>
                </a:lnTo>
                <a:lnTo>
                  <a:pt x="680211" y="270510"/>
                </a:lnTo>
                <a:lnTo>
                  <a:pt x="669798" y="233680"/>
                </a:lnTo>
                <a:lnTo>
                  <a:pt x="653160" y="199390"/>
                </a:lnTo>
                <a:lnTo>
                  <a:pt x="630681" y="166370"/>
                </a:lnTo>
                <a:lnTo>
                  <a:pt x="602615" y="137160"/>
                </a:lnTo>
                <a:lnTo>
                  <a:pt x="569976" y="111760"/>
                </a:lnTo>
                <a:lnTo>
                  <a:pt x="519175" y="82550"/>
                </a:lnTo>
                <a:lnTo>
                  <a:pt x="505586" y="77470"/>
                </a:lnTo>
                <a:lnTo>
                  <a:pt x="502062" y="76200"/>
                </a:lnTo>
                <a:close/>
              </a:path>
              <a:path w="734695" h="618489">
                <a:moveTo>
                  <a:pt x="367538" y="50800"/>
                </a:moveTo>
                <a:lnTo>
                  <a:pt x="351154" y="52070"/>
                </a:lnTo>
                <a:lnTo>
                  <a:pt x="383921" y="52070"/>
                </a:lnTo>
                <a:lnTo>
                  <a:pt x="367538" y="508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585202" y="4987544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356230" y="4927191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541014" y="5282184"/>
            <a:ext cx="3889375" cy="114300"/>
          </a:xfrm>
          <a:custGeom>
            <a:avLst/>
            <a:gdLst/>
            <a:ahLst/>
            <a:cxnLst/>
            <a:rect l="l" t="t" r="r" b="b"/>
            <a:pathLst>
              <a:path w="3889375" h="114300">
                <a:moveTo>
                  <a:pt x="3774947" y="0"/>
                </a:moveTo>
                <a:lnTo>
                  <a:pt x="3774947" y="114299"/>
                </a:lnTo>
                <a:lnTo>
                  <a:pt x="3851147" y="76199"/>
                </a:lnTo>
                <a:lnTo>
                  <a:pt x="3793997" y="76199"/>
                </a:lnTo>
                <a:lnTo>
                  <a:pt x="3793997" y="38099"/>
                </a:lnTo>
                <a:lnTo>
                  <a:pt x="3851147" y="38099"/>
                </a:lnTo>
                <a:lnTo>
                  <a:pt x="3774947" y="0"/>
                </a:lnTo>
                <a:close/>
              </a:path>
              <a:path w="3889375" h="114300">
                <a:moveTo>
                  <a:pt x="3774947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3774947" y="76199"/>
                </a:lnTo>
                <a:lnTo>
                  <a:pt x="3774947" y="38099"/>
                </a:lnTo>
                <a:close/>
              </a:path>
              <a:path w="3889375" h="114300">
                <a:moveTo>
                  <a:pt x="3851147" y="38099"/>
                </a:moveTo>
                <a:lnTo>
                  <a:pt x="3793997" y="38099"/>
                </a:lnTo>
                <a:lnTo>
                  <a:pt x="3793997" y="76199"/>
                </a:lnTo>
                <a:lnTo>
                  <a:pt x="3851147" y="76199"/>
                </a:lnTo>
                <a:lnTo>
                  <a:pt x="3889247" y="57149"/>
                </a:lnTo>
                <a:lnTo>
                  <a:pt x="3851147" y="38099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4330953" y="4865342"/>
            <a:ext cx="232918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((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271758" y="5418963"/>
            <a:ext cx="906780" cy="571500"/>
          </a:xfrm>
          <a:custGeom>
            <a:avLst/>
            <a:gdLst/>
            <a:ahLst/>
            <a:cxnLst/>
            <a:rect l="l" t="t" r="r" b="b"/>
            <a:pathLst>
              <a:path w="906780" h="571500">
                <a:moveTo>
                  <a:pt x="575835" y="0"/>
                </a:moveTo>
                <a:lnTo>
                  <a:pt x="350537" y="181622"/>
                </a:lnTo>
                <a:lnTo>
                  <a:pt x="272813" y="245948"/>
                </a:lnTo>
                <a:lnTo>
                  <a:pt x="201693" y="306628"/>
                </a:lnTo>
                <a:lnTo>
                  <a:pt x="158513" y="344550"/>
                </a:lnTo>
                <a:lnTo>
                  <a:pt x="119651" y="380047"/>
                </a:lnTo>
                <a:lnTo>
                  <a:pt x="85361" y="412991"/>
                </a:lnTo>
                <a:lnTo>
                  <a:pt x="56405" y="442912"/>
                </a:lnTo>
                <a:lnTo>
                  <a:pt x="23061" y="482333"/>
                </a:lnTo>
                <a:lnTo>
                  <a:pt x="3843" y="515454"/>
                </a:lnTo>
                <a:lnTo>
                  <a:pt x="2938" y="517969"/>
                </a:lnTo>
                <a:lnTo>
                  <a:pt x="779" y="525589"/>
                </a:lnTo>
                <a:lnTo>
                  <a:pt x="398" y="527050"/>
                </a:lnTo>
                <a:lnTo>
                  <a:pt x="228" y="528066"/>
                </a:lnTo>
                <a:lnTo>
                  <a:pt x="125" y="531088"/>
                </a:lnTo>
                <a:lnTo>
                  <a:pt x="0" y="539572"/>
                </a:lnTo>
                <a:lnTo>
                  <a:pt x="271" y="541185"/>
                </a:lnTo>
                <a:lnTo>
                  <a:pt x="906" y="543331"/>
                </a:lnTo>
                <a:lnTo>
                  <a:pt x="2811" y="548665"/>
                </a:lnTo>
                <a:lnTo>
                  <a:pt x="3700" y="551218"/>
                </a:lnTo>
                <a:lnTo>
                  <a:pt x="47388" y="571169"/>
                </a:lnTo>
                <a:lnTo>
                  <a:pt x="61231" y="570826"/>
                </a:lnTo>
                <a:lnTo>
                  <a:pt x="111015" y="562927"/>
                </a:lnTo>
                <a:lnTo>
                  <a:pt x="151401" y="552983"/>
                </a:lnTo>
                <a:lnTo>
                  <a:pt x="197629" y="539572"/>
                </a:lnTo>
                <a:lnTo>
                  <a:pt x="203348" y="537756"/>
                </a:lnTo>
                <a:lnTo>
                  <a:pt x="37990" y="537756"/>
                </a:lnTo>
                <a:lnTo>
                  <a:pt x="37714" y="535686"/>
                </a:lnTo>
                <a:lnTo>
                  <a:pt x="37506" y="534171"/>
                </a:lnTo>
                <a:lnTo>
                  <a:pt x="36053" y="531789"/>
                </a:lnTo>
                <a:lnTo>
                  <a:pt x="35411" y="531315"/>
                </a:lnTo>
                <a:lnTo>
                  <a:pt x="34815" y="531101"/>
                </a:lnTo>
                <a:lnTo>
                  <a:pt x="35147" y="531101"/>
                </a:lnTo>
                <a:lnTo>
                  <a:pt x="33291" y="529691"/>
                </a:lnTo>
                <a:lnTo>
                  <a:pt x="34774" y="529691"/>
                </a:lnTo>
                <a:lnTo>
                  <a:pt x="34688" y="529551"/>
                </a:lnTo>
                <a:lnTo>
                  <a:pt x="39099" y="529551"/>
                </a:lnTo>
                <a:lnTo>
                  <a:pt x="39641" y="528066"/>
                </a:lnTo>
                <a:lnTo>
                  <a:pt x="39843" y="528066"/>
                </a:lnTo>
                <a:lnTo>
                  <a:pt x="61866" y="494474"/>
                </a:lnTo>
                <a:lnTo>
                  <a:pt x="97299" y="455155"/>
                </a:lnTo>
                <a:lnTo>
                  <a:pt x="128160" y="424561"/>
                </a:lnTo>
                <a:lnTo>
                  <a:pt x="164101" y="390944"/>
                </a:lnTo>
                <a:lnTo>
                  <a:pt x="226458" y="335546"/>
                </a:lnTo>
                <a:lnTo>
                  <a:pt x="272813" y="295833"/>
                </a:lnTo>
                <a:lnTo>
                  <a:pt x="374540" y="211188"/>
                </a:lnTo>
                <a:lnTo>
                  <a:pt x="599584" y="29718"/>
                </a:lnTo>
                <a:lnTo>
                  <a:pt x="575835" y="0"/>
                </a:lnTo>
                <a:close/>
              </a:path>
              <a:path w="906780" h="571500">
                <a:moveTo>
                  <a:pt x="37859" y="534749"/>
                </a:moveTo>
                <a:lnTo>
                  <a:pt x="37757" y="535131"/>
                </a:lnTo>
                <a:lnTo>
                  <a:pt x="37714" y="535686"/>
                </a:lnTo>
                <a:lnTo>
                  <a:pt x="37990" y="537756"/>
                </a:lnTo>
                <a:lnTo>
                  <a:pt x="38092" y="535131"/>
                </a:lnTo>
                <a:lnTo>
                  <a:pt x="37859" y="534749"/>
                </a:lnTo>
                <a:close/>
              </a:path>
              <a:path w="906780" h="571500">
                <a:moveTo>
                  <a:pt x="38092" y="535131"/>
                </a:moveTo>
                <a:lnTo>
                  <a:pt x="37990" y="537756"/>
                </a:lnTo>
                <a:lnTo>
                  <a:pt x="203348" y="537756"/>
                </a:lnTo>
                <a:lnTo>
                  <a:pt x="207547" y="536422"/>
                </a:lnTo>
                <a:lnTo>
                  <a:pt x="38879" y="536422"/>
                </a:lnTo>
                <a:lnTo>
                  <a:pt x="38092" y="535131"/>
                </a:lnTo>
                <a:close/>
              </a:path>
              <a:path w="906780" h="571500">
                <a:moveTo>
                  <a:pt x="38129" y="534171"/>
                </a:moveTo>
                <a:lnTo>
                  <a:pt x="38197" y="535303"/>
                </a:lnTo>
                <a:lnTo>
                  <a:pt x="38879" y="536422"/>
                </a:lnTo>
                <a:lnTo>
                  <a:pt x="38129" y="534171"/>
                </a:lnTo>
                <a:close/>
              </a:path>
              <a:path w="906780" h="571500">
                <a:moveTo>
                  <a:pt x="38211" y="533428"/>
                </a:moveTo>
                <a:lnTo>
                  <a:pt x="38133" y="534184"/>
                </a:lnTo>
                <a:lnTo>
                  <a:pt x="38879" y="536422"/>
                </a:lnTo>
                <a:lnTo>
                  <a:pt x="207547" y="536422"/>
                </a:lnTo>
                <a:lnTo>
                  <a:pt x="215984" y="533742"/>
                </a:lnTo>
                <a:lnTo>
                  <a:pt x="38625" y="533742"/>
                </a:lnTo>
                <a:lnTo>
                  <a:pt x="38211" y="533428"/>
                </a:lnTo>
                <a:close/>
              </a:path>
              <a:path w="906780" h="571500">
                <a:moveTo>
                  <a:pt x="37679" y="535423"/>
                </a:moveTo>
                <a:lnTo>
                  <a:pt x="37609" y="535686"/>
                </a:lnTo>
                <a:lnTo>
                  <a:pt x="37679" y="535423"/>
                </a:lnTo>
                <a:close/>
              </a:path>
              <a:path w="906780" h="571500">
                <a:moveTo>
                  <a:pt x="37764" y="534593"/>
                </a:moveTo>
                <a:lnTo>
                  <a:pt x="37679" y="535423"/>
                </a:lnTo>
                <a:lnTo>
                  <a:pt x="37757" y="535131"/>
                </a:lnTo>
                <a:lnTo>
                  <a:pt x="37764" y="534593"/>
                </a:lnTo>
                <a:close/>
              </a:path>
              <a:path w="906780" h="571500">
                <a:moveTo>
                  <a:pt x="37514" y="534184"/>
                </a:moveTo>
                <a:lnTo>
                  <a:pt x="37663" y="535303"/>
                </a:lnTo>
                <a:lnTo>
                  <a:pt x="37764" y="534593"/>
                </a:lnTo>
                <a:lnTo>
                  <a:pt x="37514" y="534184"/>
                </a:lnTo>
                <a:close/>
              </a:path>
              <a:path w="906780" h="571500">
                <a:moveTo>
                  <a:pt x="38065" y="533978"/>
                </a:moveTo>
                <a:lnTo>
                  <a:pt x="37859" y="534749"/>
                </a:lnTo>
                <a:lnTo>
                  <a:pt x="38092" y="535131"/>
                </a:lnTo>
                <a:lnTo>
                  <a:pt x="38065" y="533978"/>
                </a:lnTo>
                <a:close/>
              </a:path>
              <a:path w="906780" h="571500">
                <a:moveTo>
                  <a:pt x="37914" y="533527"/>
                </a:moveTo>
                <a:lnTo>
                  <a:pt x="37859" y="534749"/>
                </a:lnTo>
                <a:lnTo>
                  <a:pt x="38013" y="534171"/>
                </a:lnTo>
                <a:lnTo>
                  <a:pt x="37914" y="533527"/>
                </a:lnTo>
                <a:close/>
              </a:path>
              <a:path w="906780" h="571500">
                <a:moveTo>
                  <a:pt x="37323" y="532754"/>
                </a:moveTo>
                <a:lnTo>
                  <a:pt x="37514" y="534184"/>
                </a:lnTo>
                <a:lnTo>
                  <a:pt x="37764" y="534593"/>
                </a:lnTo>
                <a:lnTo>
                  <a:pt x="37884" y="533742"/>
                </a:lnTo>
                <a:lnTo>
                  <a:pt x="37769" y="533092"/>
                </a:lnTo>
                <a:lnTo>
                  <a:pt x="37323" y="532754"/>
                </a:lnTo>
                <a:close/>
              </a:path>
              <a:path w="906780" h="571500">
                <a:moveTo>
                  <a:pt x="36053" y="531789"/>
                </a:moveTo>
                <a:lnTo>
                  <a:pt x="37514" y="534184"/>
                </a:lnTo>
                <a:lnTo>
                  <a:pt x="37304" y="532739"/>
                </a:lnTo>
                <a:lnTo>
                  <a:pt x="36053" y="531789"/>
                </a:lnTo>
                <a:close/>
              </a:path>
              <a:path w="906780" h="571500">
                <a:moveTo>
                  <a:pt x="37956" y="533234"/>
                </a:moveTo>
                <a:lnTo>
                  <a:pt x="37960" y="533663"/>
                </a:lnTo>
                <a:lnTo>
                  <a:pt x="38065" y="533978"/>
                </a:lnTo>
                <a:lnTo>
                  <a:pt x="37956" y="533234"/>
                </a:lnTo>
                <a:close/>
              </a:path>
              <a:path w="906780" h="571500">
                <a:moveTo>
                  <a:pt x="38238" y="533330"/>
                </a:moveTo>
                <a:lnTo>
                  <a:pt x="38625" y="533742"/>
                </a:lnTo>
                <a:lnTo>
                  <a:pt x="38238" y="533330"/>
                </a:lnTo>
                <a:close/>
              </a:path>
              <a:path w="906780" h="571500">
                <a:moveTo>
                  <a:pt x="38481" y="532416"/>
                </a:moveTo>
                <a:lnTo>
                  <a:pt x="38439" y="532576"/>
                </a:lnTo>
                <a:lnTo>
                  <a:pt x="38330" y="533428"/>
                </a:lnTo>
                <a:lnTo>
                  <a:pt x="38625" y="533742"/>
                </a:lnTo>
                <a:lnTo>
                  <a:pt x="215984" y="533742"/>
                </a:lnTo>
                <a:lnTo>
                  <a:pt x="217824" y="533158"/>
                </a:lnTo>
                <a:lnTo>
                  <a:pt x="49928" y="533158"/>
                </a:lnTo>
                <a:lnTo>
                  <a:pt x="46190" y="532904"/>
                </a:lnTo>
                <a:lnTo>
                  <a:pt x="42816" y="532904"/>
                </a:lnTo>
                <a:lnTo>
                  <a:pt x="41123" y="532650"/>
                </a:lnTo>
                <a:lnTo>
                  <a:pt x="39133" y="532650"/>
                </a:lnTo>
                <a:lnTo>
                  <a:pt x="38481" y="532416"/>
                </a:lnTo>
                <a:close/>
              </a:path>
              <a:path w="906780" h="571500">
                <a:moveTo>
                  <a:pt x="37769" y="533092"/>
                </a:moveTo>
                <a:lnTo>
                  <a:pt x="37914" y="533527"/>
                </a:lnTo>
                <a:lnTo>
                  <a:pt x="37856" y="533158"/>
                </a:lnTo>
                <a:close/>
              </a:path>
              <a:path w="906780" h="571500">
                <a:moveTo>
                  <a:pt x="37981" y="533056"/>
                </a:moveTo>
                <a:lnTo>
                  <a:pt x="38082" y="533330"/>
                </a:lnTo>
                <a:lnTo>
                  <a:pt x="38077" y="533158"/>
                </a:lnTo>
                <a:close/>
              </a:path>
              <a:path w="906780" h="571500">
                <a:moveTo>
                  <a:pt x="38201" y="532316"/>
                </a:moveTo>
                <a:lnTo>
                  <a:pt x="38238" y="533330"/>
                </a:lnTo>
                <a:lnTo>
                  <a:pt x="38481" y="532416"/>
                </a:lnTo>
                <a:lnTo>
                  <a:pt x="38201" y="532316"/>
                </a:lnTo>
                <a:close/>
              </a:path>
              <a:path w="906780" h="571500">
                <a:moveTo>
                  <a:pt x="38091" y="532276"/>
                </a:moveTo>
                <a:lnTo>
                  <a:pt x="38077" y="533158"/>
                </a:lnTo>
                <a:lnTo>
                  <a:pt x="38091" y="532276"/>
                </a:lnTo>
                <a:close/>
              </a:path>
              <a:path w="906780" h="571500">
                <a:moveTo>
                  <a:pt x="37635" y="532688"/>
                </a:moveTo>
                <a:lnTo>
                  <a:pt x="37757" y="533056"/>
                </a:lnTo>
                <a:lnTo>
                  <a:pt x="37956" y="533234"/>
                </a:lnTo>
                <a:lnTo>
                  <a:pt x="37981" y="533056"/>
                </a:lnTo>
                <a:lnTo>
                  <a:pt x="37635" y="532688"/>
                </a:lnTo>
                <a:close/>
              </a:path>
              <a:path w="906780" h="571500">
                <a:moveTo>
                  <a:pt x="793429" y="273534"/>
                </a:moveTo>
                <a:lnTo>
                  <a:pt x="418355" y="421728"/>
                </a:lnTo>
                <a:lnTo>
                  <a:pt x="293387" y="467601"/>
                </a:lnTo>
                <a:lnTo>
                  <a:pt x="237507" y="486714"/>
                </a:lnTo>
                <a:lnTo>
                  <a:pt x="186834" y="503034"/>
                </a:lnTo>
                <a:lnTo>
                  <a:pt x="141876" y="516102"/>
                </a:lnTo>
                <a:lnTo>
                  <a:pt x="103395" y="525589"/>
                </a:lnTo>
                <a:lnTo>
                  <a:pt x="59961" y="532739"/>
                </a:lnTo>
                <a:lnTo>
                  <a:pt x="49928" y="533158"/>
                </a:lnTo>
                <a:lnTo>
                  <a:pt x="217824" y="533158"/>
                </a:lnTo>
                <a:lnTo>
                  <a:pt x="277004" y="513638"/>
                </a:lnTo>
                <a:lnTo>
                  <a:pt x="335805" y="492848"/>
                </a:lnTo>
                <a:lnTo>
                  <a:pt x="431690" y="457415"/>
                </a:lnTo>
                <a:lnTo>
                  <a:pt x="607839" y="389000"/>
                </a:lnTo>
                <a:lnTo>
                  <a:pt x="807695" y="308852"/>
                </a:lnTo>
                <a:lnTo>
                  <a:pt x="793429" y="273534"/>
                </a:lnTo>
                <a:close/>
              </a:path>
              <a:path w="906780" h="571500">
                <a:moveTo>
                  <a:pt x="37262" y="532291"/>
                </a:moveTo>
                <a:lnTo>
                  <a:pt x="37323" y="532754"/>
                </a:lnTo>
                <a:lnTo>
                  <a:pt x="37769" y="533092"/>
                </a:lnTo>
                <a:lnTo>
                  <a:pt x="37652" y="532739"/>
                </a:lnTo>
                <a:lnTo>
                  <a:pt x="37262" y="532291"/>
                </a:lnTo>
                <a:close/>
              </a:path>
              <a:path w="906780" h="571500">
                <a:moveTo>
                  <a:pt x="37417" y="532034"/>
                </a:moveTo>
                <a:lnTo>
                  <a:pt x="37597" y="532576"/>
                </a:lnTo>
                <a:lnTo>
                  <a:pt x="37696" y="532754"/>
                </a:lnTo>
                <a:lnTo>
                  <a:pt x="37981" y="533056"/>
                </a:lnTo>
                <a:lnTo>
                  <a:pt x="38091" y="532276"/>
                </a:lnTo>
                <a:lnTo>
                  <a:pt x="37417" y="532034"/>
                </a:lnTo>
                <a:close/>
              </a:path>
              <a:path w="906780" h="571500">
                <a:moveTo>
                  <a:pt x="40022" y="532485"/>
                </a:moveTo>
                <a:lnTo>
                  <a:pt x="42816" y="532904"/>
                </a:lnTo>
                <a:lnTo>
                  <a:pt x="41360" y="532576"/>
                </a:lnTo>
                <a:lnTo>
                  <a:pt x="40022" y="532485"/>
                </a:lnTo>
                <a:close/>
              </a:path>
              <a:path w="906780" h="571500">
                <a:moveTo>
                  <a:pt x="41360" y="532576"/>
                </a:moveTo>
                <a:lnTo>
                  <a:pt x="42816" y="532904"/>
                </a:lnTo>
                <a:lnTo>
                  <a:pt x="46190" y="532904"/>
                </a:lnTo>
                <a:lnTo>
                  <a:pt x="41360" y="532576"/>
                </a:lnTo>
                <a:close/>
              </a:path>
              <a:path w="906780" h="571500">
                <a:moveTo>
                  <a:pt x="35863" y="531477"/>
                </a:moveTo>
                <a:lnTo>
                  <a:pt x="36053" y="531789"/>
                </a:lnTo>
                <a:lnTo>
                  <a:pt x="37323" y="532754"/>
                </a:lnTo>
                <a:lnTo>
                  <a:pt x="37248" y="532276"/>
                </a:lnTo>
                <a:lnTo>
                  <a:pt x="36819" y="531820"/>
                </a:lnTo>
                <a:lnTo>
                  <a:pt x="35863" y="531477"/>
                </a:lnTo>
                <a:close/>
              </a:path>
              <a:path w="906780" h="571500">
                <a:moveTo>
                  <a:pt x="37218" y="531963"/>
                </a:moveTo>
                <a:lnTo>
                  <a:pt x="37260" y="532276"/>
                </a:lnTo>
                <a:lnTo>
                  <a:pt x="37635" y="532688"/>
                </a:lnTo>
                <a:lnTo>
                  <a:pt x="37417" y="532034"/>
                </a:lnTo>
                <a:lnTo>
                  <a:pt x="37218" y="531963"/>
                </a:lnTo>
                <a:close/>
              </a:path>
              <a:path w="906780" h="571500">
                <a:moveTo>
                  <a:pt x="38504" y="532331"/>
                </a:moveTo>
                <a:lnTo>
                  <a:pt x="39133" y="532650"/>
                </a:lnTo>
                <a:lnTo>
                  <a:pt x="38504" y="532331"/>
                </a:lnTo>
                <a:close/>
              </a:path>
              <a:path w="906780" h="571500">
                <a:moveTo>
                  <a:pt x="38604" y="531955"/>
                </a:moveTo>
                <a:lnTo>
                  <a:pt x="38504" y="532331"/>
                </a:lnTo>
                <a:lnTo>
                  <a:pt x="39133" y="532650"/>
                </a:lnTo>
                <a:lnTo>
                  <a:pt x="41123" y="532650"/>
                </a:lnTo>
                <a:lnTo>
                  <a:pt x="40022" y="532485"/>
                </a:lnTo>
                <a:lnTo>
                  <a:pt x="40957" y="532485"/>
                </a:lnTo>
                <a:lnTo>
                  <a:pt x="38604" y="531955"/>
                </a:lnTo>
                <a:close/>
              </a:path>
              <a:path w="906780" h="571500">
                <a:moveTo>
                  <a:pt x="40957" y="532485"/>
                </a:moveTo>
                <a:lnTo>
                  <a:pt x="40022" y="532485"/>
                </a:lnTo>
                <a:lnTo>
                  <a:pt x="41360" y="532576"/>
                </a:lnTo>
                <a:lnTo>
                  <a:pt x="40957" y="532485"/>
                </a:lnTo>
                <a:close/>
              </a:path>
              <a:path w="906780" h="571500">
                <a:moveTo>
                  <a:pt x="38206" y="532180"/>
                </a:moveTo>
                <a:lnTo>
                  <a:pt x="38245" y="532331"/>
                </a:lnTo>
                <a:lnTo>
                  <a:pt x="38481" y="532416"/>
                </a:lnTo>
                <a:lnTo>
                  <a:pt x="38395" y="532276"/>
                </a:lnTo>
                <a:lnTo>
                  <a:pt x="38206" y="532180"/>
                </a:lnTo>
                <a:close/>
              </a:path>
              <a:path w="906780" h="571500">
                <a:moveTo>
                  <a:pt x="38218" y="531868"/>
                </a:moveTo>
                <a:lnTo>
                  <a:pt x="38206" y="532180"/>
                </a:lnTo>
                <a:lnTo>
                  <a:pt x="38504" y="532331"/>
                </a:lnTo>
                <a:lnTo>
                  <a:pt x="38604" y="531955"/>
                </a:lnTo>
                <a:lnTo>
                  <a:pt x="38218" y="531868"/>
                </a:lnTo>
                <a:close/>
              </a:path>
              <a:path w="906780" h="571500">
                <a:moveTo>
                  <a:pt x="36819" y="531820"/>
                </a:moveTo>
                <a:lnTo>
                  <a:pt x="37262" y="532291"/>
                </a:lnTo>
                <a:lnTo>
                  <a:pt x="37195" y="531955"/>
                </a:lnTo>
                <a:lnTo>
                  <a:pt x="36819" y="531820"/>
                </a:lnTo>
                <a:close/>
              </a:path>
              <a:path w="906780" h="571500">
                <a:moveTo>
                  <a:pt x="37315" y="531729"/>
                </a:moveTo>
                <a:lnTo>
                  <a:pt x="37417" y="532034"/>
                </a:lnTo>
                <a:lnTo>
                  <a:pt x="38091" y="532276"/>
                </a:lnTo>
                <a:lnTo>
                  <a:pt x="38111" y="532132"/>
                </a:lnTo>
                <a:lnTo>
                  <a:pt x="37315" y="531729"/>
                </a:lnTo>
                <a:close/>
              </a:path>
              <a:path w="906780" h="571500">
                <a:moveTo>
                  <a:pt x="37292" y="531659"/>
                </a:moveTo>
                <a:lnTo>
                  <a:pt x="38111" y="532132"/>
                </a:lnTo>
                <a:lnTo>
                  <a:pt x="38151" y="531853"/>
                </a:lnTo>
                <a:lnTo>
                  <a:pt x="37292" y="531659"/>
                </a:lnTo>
                <a:close/>
              </a:path>
              <a:path w="906780" h="571500">
                <a:moveTo>
                  <a:pt x="37178" y="531660"/>
                </a:moveTo>
                <a:lnTo>
                  <a:pt x="37218" y="531963"/>
                </a:lnTo>
                <a:lnTo>
                  <a:pt x="37417" y="532034"/>
                </a:lnTo>
                <a:lnTo>
                  <a:pt x="37315" y="531729"/>
                </a:lnTo>
                <a:lnTo>
                  <a:pt x="37178" y="531660"/>
                </a:lnTo>
                <a:close/>
              </a:path>
              <a:path w="906780" h="571500">
                <a:moveTo>
                  <a:pt x="36501" y="531481"/>
                </a:moveTo>
                <a:lnTo>
                  <a:pt x="36790" y="531789"/>
                </a:lnTo>
                <a:lnTo>
                  <a:pt x="37218" y="531963"/>
                </a:lnTo>
                <a:lnTo>
                  <a:pt x="37124" y="531632"/>
                </a:lnTo>
                <a:lnTo>
                  <a:pt x="36501" y="531481"/>
                </a:lnTo>
                <a:close/>
              </a:path>
              <a:path w="906780" h="571500">
                <a:moveTo>
                  <a:pt x="38808" y="531190"/>
                </a:moveTo>
                <a:lnTo>
                  <a:pt x="38244" y="531190"/>
                </a:lnTo>
                <a:lnTo>
                  <a:pt x="38218" y="531868"/>
                </a:lnTo>
                <a:lnTo>
                  <a:pt x="38604" y="531955"/>
                </a:lnTo>
                <a:lnTo>
                  <a:pt x="38808" y="531190"/>
                </a:lnTo>
                <a:close/>
              </a:path>
              <a:path w="906780" h="571500">
                <a:moveTo>
                  <a:pt x="38835" y="531088"/>
                </a:moveTo>
                <a:lnTo>
                  <a:pt x="37101" y="531088"/>
                </a:lnTo>
                <a:lnTo>
                  <a:pt x="37294" y="531660"/>
                </a:lnTo>
                <a:lnTo>
                  <a:pt x="38151" y="531853"/>
                </a:lnTo>
                <a:lnTo>
                  <a:pt x="38244" y="531190"/>
                </a:lnTo>
                <a:lnTo>
                  <a:pt x="38808" y="531190"/>
                </a:lnTo>
                <a:close/>
              </a:path>
              <a:path w="906780" h="571500">
                <a:moveTo>
                  <a:pt x="35764" y="531315"/>
                </a:moveTo>
                <a:lnTo>
                  <a:pt x="35874" y="531481"/>
                </a:lnTo>
                <a:lnTo>
                  <a:pt x="36819" y="531820"/>
                </a:lnTo>
                <a:lnTo>
                  <a:pt x="36483" y="531477"/>
                </a:lnTo>
                <a:lnTo>
                  <a:pt x="35764" y="531315"/>
                </a:lnTo>
                <a:close/>
              </a:path>
              <a:path w="906780" h="571500">
                <a:moveTo>
                  <a:pt x="35445" y="531327"/>
                </a:moveTo>
                <a:lnTo>
                  <a:pt x="36053" y="531789"/>
                </a:lnTo>
                <a:lnTo>
                  <a:pt x="35863" y="531477"/>
                </a:lnTo>
                <a:lnTo>
                  <a:pt x="35445" y="531327"/>
                </a:lnTo>
                <a:close/>
              </a:path>
              <a:path w="906780" h="571500">
                <a:moveTo>
                  <a:pt x="37174" y="531632"/>
                </a:moveTo>
                <a:lnTo>
                  <a:pt x="37315" y="531729"/>
                </a:lnTo>
                <a:lnTo>
                  <a:pt x="37174" y="531632"/>
                </a:lnTo>
                <a:close/>
              </a:path>
              <a:path w="906780" h="571500">
                <a:moveTo>
                  <a:pt x="37101" y="531088"/>
                </a:moveTo>
                <a:lnTo>
                  <a:pt x="37171" y="531612"/>
                </a:lnTo>
                <a:lnTo>
                  <a:pt x="37101" y="531088"/>
                </a:lnTo>
                <a:close/>
              </a:path>
              <a:path w="906780" h="571500">
                <a:moveTo>
                  <a:pt x="39099" y="529551"/>
                </a:moveTo>
                <a:lnTo>
                  <a:pt x="34688" y="529551"/>
                </a:lnTo>
                <a:lnTo>
                  <a:pt x="36207" y="531168"/>
                </a:lnTo>
                <a:lnTo>
                  <a:pt x="37084" y="531612"/>
                </a:lnTo>
                <a:lnTo>
                  <a:pt x="37101" y="531088"/>
                </a:lnTo>
                <a:lnTo>
                  <a:pt x="38835" y="531088"/>
                </a:lnTo>
                <a:lnTo>
                  <a:pt x="38900" y="530847"/>
                </a:lnTo>
                <a:lnTo>
                  <a:pt x="38625" y="530847"/>
                </a:lnTo>
                <a:lnTo>
                  <a:pt x="39099" y="529551"/>
                </a:lnTo>
                <a:close/>
              </a:path>
              <a:path w="906780" h="571500">
                <a:moveTo>
                  <a:pt x="36207" y="531168"/>
                </a:moveTo>
                <a:lnTo>
                  <a:pt x="36501" y="531481"/>
                </a:lnTo>
                <a:lnTo>
                  <a:pt x="37084" y="531612"/>
                </a:lnTo>
                <a:lnTo>
                  <a:pt x="36207" y="531168"/>
                </a:lnTo>
                <a:close/>
              </a:path>
              <a:path w="906780" h="571500">
                <a:moveTo>
                  <a:pt x="35436" y="530778"/>
                </a:moveTo>
                <a:lnTo>
                  <a:pt x="35764" y="531315"/>
                </a:lnTo>
                <a:lnTo>
                  <a:pt x="36501" y="531481"/>
                </a:lnTo>
                <a:lnTo>
                  <a:pt x="36207" y="531168"/>
                </a:lnTo>
                <a:lnTo>
                  <a:pt x="35436" y="530778"/>
                </a:lnTo>
                <a:close/>
              </a:path>
              <a:path w="906780" h="571500">
                <a:moveTo>
                  <a:pt x="35287" y="531207"/>
                </a:moveTo>
                <a:lnTo>
                  <a:pt x="35452" y="531329"/>
                </a:lnTo>
                <a:lnTo>
                  <a:pt x="35863" y="531477"/>
                </a:lnTo>
                <a:lnTo>
                  <a:pt x="35764" y="531315"/>
                </a:lnTo>
                <a:lnTo>
                  <a:pt x="35287" y="531207"/>
                </a:lnTo>
                <a:close/>
              </a:path>
              <a:path w="906780" h="571500">
                <a:moveTo>
                  <a:pt x="34815" y="531101"/>
                </a:moveTo>
                <a:lnTo>
                  <a:pt x="35445" y="531327"/>
                </a:lnTo>
                <a:lnTo>
                  <a:pt x="35287" y="531207"/>
                </a:lnTo>
                <a:lnTo>
                  <a:pt x="34815" y="531101"/>
                </a:lnTo>
                <a:close/>
              </a:path>
              <a:path w="906780" h="571500">
                <a:moveTo>
                  <a:pt x="33291" y="529691"/>
                </a:moveTo>
                <a:lnTo>
                  <a:pt x="35287" y="531207"/>
                </a:lnTo>
                <a:lnTo>
                  <a:pt x="35764" y="531315"/>
                </a:lnTo>
                <a:lnTo>
                  <a:pt x="35436" y="530778"/>
                </a:lnTo>
                <a:lnTo>
                  <a:pt x="33291" y="529691"/>
                </a:lnTo>
                <a:close/>
              </a:path>
              <a:path w="906780" h="571500">
                <a:moveTo>
                  <a:pt x="35147" y="531101"/>
                </a:moveTo>
                <a:lnTo>
                  <a:pt x="34815" y="531101"/>
                </a:lnTo>
                <a:lnTo>
                  <a:pt x="35287" y="531207"/>
                </a:lnTo>
                <a:lnTo>
                  <a:pt x="35147" y="531101"/>
                </a:lnTo>
                <a:close/>
              </a:path>
              <a:path w="906780" h="571500">
                <a:moveTo>
                  <a:pt x="34688" y="529551"/>
                </a:moveTo>
                <a:lnTo>
                  <a:pt x="35436" y="530778"/>
                </a:lnTo>
                <a:lnTo>
                  <a:pt x="36207" y="531168"/>
                </a:lnTo>
                <a:lnTo>
                  <a:pt x="34688" y="529551"/>
                </a:lnTo>
                <a:close/>
              </a:path>
              <a:path w="906780" h="571500">
                <a:moveTo>
                  <a:pt x="39641" y="528066"/>
                </a:moveTo>
                <a:lnTo>
                  <a:pt x="38625" y="530847"/>
                </a:lnTo>
                <a:lnTo>
                  <a:pt x="39327" y="529245"/>
                </a:lnTo>
                <a:lnTo>
                  <a:pt x="39641" y="528066"/>
                </a:lnTo>
                <a:close/>
              </a:path>
              <a:path w="906780" h="571500">
                <a:moveTo>
                  <a:pt x="39327" y="529245"/>
                </a:moveTo>
                <a:lnTo>
                  <a:pt x="38625" y="530847"/>
                </a:lnTo>
                <a:lnTo>
                  <a:pt x="38900" y="530847"/>
                </a:lnTo>
                <a:lnTo>
                  <a:pt x="39327" y="529245"/>
                </a:lnTo>
                <a:close/>
              </a:path>
              <a:path w="906780" h="571500">
                <a:moveTo>
                  <a:pt x="34774" y="529691"/>
                </a:moveTo>
                <a:lnTo>
                  <a:pt x="33291" y="529691"/>
                </a:lnTo>
                <a:lnTo>
                  <a:pt x="35436" y="530778"/>
                </a:lnTo>
                <a:lnTo>
                  <a:pt x="34774" y="529691"/>
                </a:lnTo>
                <a:close/>
              </a:path>
              <a:path w="906780" h="571500">
                <a:moveTo>
                  <a:pt x="39843" y="528066"/>
                </a:moveTo>
                <a:lnTo>
                  <a:pt x="39641" y="528066"/>
                </a:lnTo>
                <a:lnTo>
                  <a:pt x="39327" y="529245"/>
                </a:lnTo>
                <a:lnTo>
                  <a:pt x="39843" y="528066"/>
                </a:lnTo>
                <a:close/>
              </a:path>
              <a:path w="906780" h="571500">
                <a:moveTo>
                  <a:pt x="890597" y="266382"/>
                </a:moveTo>
                <a:lnTo>
                  <a:pt x="811166" y="266382"/>
                </a:lnTo>
                <a:lnTo>
                  <a:pt x="825390" y="301713"/>
                </a:lnTo>
                <a:lnTo>
                  <a:pt x="807695" y="308852"/>
                </a:lnTo>
                <a:lnTo>
                  <a:pt x="821961" y="344170"/>
                </a:lnTo>
                <a:lnTo>
                  <a:pt x="890597" y="266382"/>
                </a:lnTo>
                <a:close/>
              </a:path>
              <a:path w="906780" h="571500">
                <a:moveTo>
                  <a:pt x="811166" y="266382"/>
                </a:moveTo>
                <a:lnTo>
                  <a:pt x="793429" y="273534"/>
                </a:lnTo>
                <a:lnTo>
                  <a:pt x="807695" y="308852"/>
                </a:lnTo>
                <a:lnTo>
                  <a:pt x="825390" y="301713"/>
                </a:lnTo>
                <a:lnTo>
                  <a:pt x="811166" y="266382"/>
                </a:lnTo>
                <a:close/>
              </a:path>
              <a:path w="906780" h="571500">
                <a:moveTo>
                  <a:pt x="779162" y="238213"/>
                </a:moveTo>
                <a:lnTo>
                  <a:pt x="793429" y="273534"/>
                </a:lnTo>
                <a:lnTo>
                  <a:pt x="811166" y="266382"/>
                </a:lnTo>
                <a:lnTo>
                  <a:pt x="890597" y="266382"/>
                </a:lnTo>
                <a:lnTo>
                  <a:pt x="906543" y="248310"/>
                </a:lnTo>
                <a:lnTo>
                  <a:pt x="779162" y="238213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810005" y="5282184"/>
            <a:ext cx="603885" cy="114300"/>
          </a:xfrm>
          <a:custGeom>
            <a:avLst/>
            <a:gdLst/>
            <a:ahLst/>
            <a:cxnLst/>
            <a:rect l="l" t="t" r="r" b="b"/>
            <a:pathLst>
              <a:path w="603885" h="114300">
                <a:moveTo>
                  <a:pt x="489203" y="0"/>
                </a:moveTo>
                <a:lnTo>
                  <a:pt x="489203" y="114299"/>
                </a:lnTo>
                <a:lnTo>
                  <a:pt x="565404" y="76199"/>
                </a:lnTo>
                <a:lnTo>
                  <a:pt x="508253" y="76199"/>
                </a:lnTo>
                <a:lnTo>
                  <a:pt x="508253" y="38099"/>
                </a:lnTo>
                <a:lnTo>
                  <a:pt x="565404" y="38099"/>
                </a:lnTo>
                <a:lnTo>
                  <a:pt x="489203" y="0"/>
                </a:lnTo>
                <a:close/>
              </a:path>
              <a:path w="603885" h="114300">
                <a:moveTo>
                  <a:pt x="489203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489203" y="76199"/>
                </a:lnTo>
                <a:lnTo>
                  <a:pt x="489203" y="38099"/>
                </a:lnTo>
                <a:close/>
              </a:path>
              <a:path w="603885" h="114300">
                <a:moveTo>
                  <a:pt x="565404" y="38099"/>
                </a:moveTo>
                <a:lnTo>
                  <a:pt x="508253" y="38099"/>
                </a:lnTo>
                <a:lnTo>
                  <a:pt x="508253" y="76199"/>
                </a:lnTo>
                <a:lnTo>
                  <a:pt x="565404" y="76199"/>
                </a:lnTo>
                <a:lnTo>
                  <a:pt x="603504" y="57149"/>
                </a:lnTo>
                <a:lnTo>
                  <a:pt x="565404" y="3809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740535" y="5824036"/>
            <a:ext cx="2739390" cy="484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((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)*(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c|c|a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27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20574"/>
            <a:ext cx="9144000" cy="434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20574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46100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15283" y="46100"/>
            <a:ext cx="226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9578" y="46100"/>
            <a:ext cx="1993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882645" y="5020817"/>
            <a:ext cx="658495" cy="542925"/>
          </a:xfrm>
          <a:custGeom>
            <a:avLst/>
            <a:gdLst/>
            <a:ahLst/>
            <a:cxnLst/>
            <a:rect l="l" t="t" r="r" b="b"/>
            <a:pathLst>
              <a:path w="658495" h="542925">
                <a:moveTo>
                  <a:pt x="0" y="271271"/>
                </a:moveTo>
                <a:lnTo>
                  <a:pt x="4306" y="227260"/>
                </a:lnTo>
                <a:lnTo>
                  <a:pt x="16776" y="185513"/>
                </a:lnTo>
                <a:lnTo>
                  <a:pt x="36731" y="146588"/>
                </a:lnTo>
                <a:lnTo>
                  <a:pt x="63495" y="111044"/>
                </a:lnTo>
                <a:lnTo>
                  <a:pt x="96393" y="79438"/>
                </a:lnTo>
                <a:lnTo>
                  <a:pt x="134745" y="52328"/>
                </a:lnTo>
                <a:lnTo>
                  <a:pt x="177878" y="30271"/>
                </a:lnTo>
                <a:lnTo>
                  <a:pt x="225113" y="13825"/>
                </a:lnTo>
                <a:lnTo>
                  <a:pt x="275773" y="3549"/>
                </a:lnTo>
                <a:lnTo>
                  <a:pt x="329184" y="0"/>
                </a:lnTo>
                <a:lnTo>
                  <a:pt x="382594" y="3549"/>
                </a:lnTo>
                <a:lnTo>
                  <a:pt x="433254" y="13825"/>
                </a:lnTo>
                <a:lnTo>
                  <a:pt x="480489" y="30271"/>
                </a:lnTo>
                <a:lnTo>
                  <a:pt x="523622" y="52328"/>
                </a:lnTo>
                <a:lnTo>
                  <a:pt x="561974" y="79438"/>
                </a:lnTo>
                <a:lnTo>
                  <a:pt x="594872" y="111044"/>
                </a:lnTo>
                <a:lnTo>
                  <a:pt x="621636" y="146588"/>
                </a:lnTo>
                <a:lnTo>
                  <a:pt x="641591" y="185513"/>
                </a:lnTo>
                <a:lnTo>
                  <a:pt x="654061" y="227260"/>
                </a:lnTo>
                <a:lnTo>
                  <a:pt x="658368" y="271271"/>
                </a:lnTo>
                <a:lnTo>
                  <a:pt x="654061" y="315283"/>
                </a:lnTo>
                <a:lnTo>
                  <a:pt x="641591" y="357030"/>
                </a:lnTo>
                <a:lnTo>
                  <a:pt x="621636" y="395955"/>
                </a:lnTo>
                <a:lnTo>
                  <a:pt x="594872" y="431499"/>
                </a:lnTo>
                <a:lnTo>
                  <a:pt x="561975" y="463105"/>
                </a:lnTo>
                <a:lnTo>
                  <a:pt x="523622" y="490215"/>
                </a:lnTo>
                <a:lnTo>
                  <a:pt x="480489" y="512272"/>
                </a:lnTo>
                <a:lnTo>
                  <a:pt x="433254" y="528718"/>
                </a:lnTo>
                <a:lnTo>
                  <a:pt x="382594" y="538994"/>
                </a:lnTo>
                <a:lnTo>
                  <a:pt x="329184" y="542543"/>
                </a:lnTo>
                <a:lnTo>
                  <a:pt x="275773" y="538994"/>
                </a:lnTo>
                <a:lnTo>
                  <a:pt x="225113" y="528718"/>
                </a:lnTo>
                <a:lnTo>
                  <a:pt x="177878" y="512272"/>
                </a:lnTo>
                <a:lnTo>
                  <a:pt x="134745" y="490215"/>
                </a:lnTo>
                <a:lnTo>
                  <a:pt x="96393" y="463105"/>
                </a:lnTo>
                <a:lnTo>
                  <a:pt x="63495" y="431499"/>
                </a:lnTo>
                <a:lnTo>
                  <a:pt x="36731" y="395955"/>
                </a:lnTo>
                <a:lnTo>
                  <a:pt x="16776" y="357030"/>
                </a:lnTo>
                <a:lnTo>
                  <a:pt x="4306" y="315283"/>
                </a:lnTo>
                <a:lnTo>
                  <a:pt x="0" y="27127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 txBox="1"/>
          <p:nvPr/>
        </p:nvSpPr>
        <p:spPr>
          <a:xfrm>
            <a:off x="3109086" y="505366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2062733" y="5175503"/>
            <a:ext cx="820419" cy="114300"/>
          </a:xfrm>
          <a:custGeom>
            <a:avLst/>
            <a:gdLst/>
            <a:ahLst/>
            <a:cxnLst/>
            <a:rect l="l" t="t" r="r" b="b"/>
            <a:pathLst>
              <a:path w="820419" h="114300">
                <a:moveTo>
                  <a:pt x="705612" y="0"/>
                </a:moveTo>
                <a:lnTo>
                  <a:pt x="705612" y="114300"/>
                </a:lnTo>
                <a:lnTo>
                  <a:pt x="781812" y="76200"/>
                </a:lnTo>
                <a:lnTo>
                  <a:pt x="724662" y="76200"/>
                </a:lnTo>
                <a:lnTo>
                  <a:pt x="724662" y="38100"/>
                </a:lnTo>
                <a:lnTo>
                  <a:pt x="781812" y="38100"/>
                </a:lnTo>
                <a:lnTo>
                  <a:pt x="705612" y="0"/>
                </a:lnTo>
                <a:close/>
              </a:path>
              <a:path w="820419" h="114300">
                <a:moveTo>
                  <a:pt x="7056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05612" y="76200"/>
                </a:lnTo>
                <a:lnTo>
                  <a:pt x="705612" y="38100"/>
                </a:lnTo>
                <a:close/>
              </a:path>
              <a:path w="820419" h="114300">
                <a:moveTo>
                  <a:pt x="781812" y="38100"/>
                </a:moveTo>
                <a:lnTo>
                  <a:pt x="724662" y="38100"/>
                </a:lnTo>
                <a:lnTo>
                  <a:pt x="724662" y="76200"/>
                </a:lnTo>
                <a:lnTo>
                  <a:pt x="781812" y="76200"/>
                </a:lnTo>
                <a:lnTo>
                  <a:pt x="819912" y="57150"/>
                </a:lnTo>
                <a:lnTo>
                  <a:pt x="78181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13510" y="4955285"/>
            <a:ext cx="658495" cy="542925"/>
          </a:xfrm>
          <a:custGeom>
            <a:avLst/>
            <a:gdLst/>
            <a:ahLst/>
            <a:cxnLst/>
            <a:rect l="l" t="t" r="r" b="b"/>
            <a:pathLst>
              <a:path w="658494" h="542925">
                <a:moveTo>
                  <a:pt x="0" y="271271"/>
                </a:moveTo>
                <a:lnTo>
                  <a:pt x="4306" y="227260"/>
                </a:lnTo>
                <a:lnTo>
                  <a:pt x="16776" y="185513"/>
                </a:lnTo>
                <a:lnTo>
                  <a:pt x="36731" y="146588"/>
                </a:lnTo>
                <a:lnTo>
                  <a:pt x="63495" y="111044"/>
                </a:lnTo>
                <a:lnTo>
                  <a:pt x="96393" y="79438"/>
                </a:lnTo>
                <a:lnTo>
                  <a:pt x="134745" y="52328"/>
                </a:lnTo>
                <a:lnTo>
                  <a:pt x="177878" y="30271"/>
                </a:lnTo>
                <a:lnTo>
                  <a:pt x="225113" y="13825"/>
                </a:lnTo>
                <a:lnTo>
                  <a:pt x="275773" y="3549"/>
                </a:lnTo>
                <a:lnTo>
                  <a:pt x="329184" y="0"/>
                </a:lnTo>
                <a:lnTo>
                  <a:pt x="382594" y="3549"/>
                </a:lnTo>
                <a:lnTo>
                  <a:pt x="433254" y="13825"/>
                </a:lnTo>
                <a:lnTo>
                  <a:pt x="480489" y="30271"/>
                </a:lnTo>
                <a:lnTo>
                  <a:pt x="523622" y="52328"/>
                </a:lnTo>
                <a:lnTo>
                  <a:pt x="561975" y="79438"/>
                </a:lnTo>
                <a:lnTo>
                  <a:pt x="594872" y="111044"/>
                </a:lnTo>
                <a:lnTo>
                  <a:pt x="621636" y="146588"/>
                </a:lnTo>
                <a:lnTo>
                  <a:pt x="641591" y="185513"/>
                </a:lnTo>
                <a:lnTo>
                  <a:pt x="654061" y="227260"/>
                </a:lnTo>
                <a:lnTo>
                  <a:pt x="658367" y="271271"/>
                </a:lnTo>
                <a:lnTo>
                  <a:pt x="654061" y="315283"/>
                </a:lnTo>
                <a:lnTo>
                  <a:pt x="641591" y="357030"/>
                </a:lnTo>
                <a:lnTo>
                  <a:pt x="621636" y="395955"/>
                </a:lnTo>
                <a:lnTo>
                  <a:pt x="594872" y="431499"/>
                </a:lnTo>
                <a:lnTo>
                  <a:pt x="561974" y="463105"/>
                </a:lnTo>
                <a:lnTo>
                  <a:pt x="523622" y="490215"/>
                </a:lnTo>
                <a:lnTo>
                  <a:pt x="480489" y="512272"/>
                </a:lnTo>
                <a:lnTo>
                  <a:pt x="433254" y="528718"/>
                </a:lnTo>
                <a:lnTo>
                  <a:pt x="382594" y="538994"/>
                </a:lnTo>
                <a:lnTo>
                  <a:pt x="329184" y="542544"/>
                </a:lnTo>
                <a:lnTo>
                  <a:pt x="275773" y="538994"/>
                </a:lnTo>
                <a:lnTo>
                  <a:pt x="225113" y="528718"/>
                </a:lnTo>
                <a:lnTo>
                  <a:pt x="177878" y="512272"/>
                </a:lnTo>
                <a:lnTo>
                  <a:pt x="134745" y="490215"/>
                </a:lnTo>
                <a:lnTo>
                  <a:pt x="96393" y="463105"/>
                </a:lnTo>
                <a:lnTo>
                  <a:pt x="63495" y="431499"/>
                </a:lnTo>
                <a:lnTo>
                  <a:pt x="36731" y="395955"/>
                </a:lnTo>
                <a:lnTo>
                  <a:pt x="16776" y="357030"/>
                </a:lnTo>
                <a:lnTo>
                  <a:pt x="4306" y="315283"/>
                </a:lnTo>
                <a:lnTo>
                  <a:pt x="0" y="27127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567561" y="4989067"/>
            <a:ext cx="3479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7391400" y="4808473"/>
            <a:ext cx="734695" cy="618490"/>
          </a:xfrm>
          <a:custGeom>
            <a:avLst/>
            <a:gdLst/>
            <a:ahLst/>
            <a:cxnLst/>
            <a:rect l="l" t="t" r="r" b="b"/>
            <a:pathLst>
              <a:path w="734695" h="618489">
                <a:moveTo>
                  <a:pt x="366395" y="0"/>
                </a:moveTo>
                <a:lnTo>
                  <a:pt x="311657" y="3809"/>
                </a:lnTo>
                <a:lnTo>
                  <a:pt x="259206" y="13969"/>
                </a:lnTo>
                <a:lnTo>
                  <a:pt x="193294" y="36829"/>
                </a:lnTo>
                <a:lnTo>
                  <a:pt x="135000" y="69850"/>
                </a:lnTo>
                <a:lnTo>
                  <a:pt x="97281" y="100329"/>
                </a:lnTo>
                <a:lnTo>
                  <a:pt x="85725" y="110489"/>
                </a:lnTo>
                <a:lnTo>
                  <a:pt x="74675" y="123189"/>
                </a:lnTo>
                <a:lnTo>
                  <a:pt x="64007" y="134619"/>
                </a:lnTo>
                <a:lnTo>
                  <a:pt x="45466" y="160019"/>
                </a:lnTo>
                <a:lnTo>
                  <a:pt x="22986" y="201929"/>
                </a:lnTo>
                <a:lnTo>
                  <a:pt x="7493" y="247650"/>
                </a:lnTo>
                <a:lnTo>
                  <a:pt x="380" y="294639"/>
                </a:lnTo>
                <a:lnTo>
                  <a:pt x="0" y="311150"/>
                </a:lnTo>
                <a:lnTo>
                  <a:pt x="507" y="327659"/>
                </a:lnTo>
                <a:lnTo>
                  <a:pt x="8127" y="374650"/>
                </a:lnTo>
                <a:lnTo>
                  <a:pt x="23749" y="419100"/>
                </a:lnTo>
                <a:lnTo>
                  <a:pt x="46481" y="461009"/>
                </a:lnTo>
                <a:lnTo>
                  <a:pt x="75819" y="497839"/>
                </a:lnTo>
                <a:lnTo>
                  <a:pt x="87122" y="510539"/>
                </a:lnTo>
                <a:lnTo>
                  <a:pt x="137922" y="551179"/>
                </a:lnTo>
                <a:lnTo>
                  <a:pt x="211327" y="590549"/>
                </a:lnTo>
                <a:lnTo>
                  <a:pt x="260857" y="605789"/>
                </a:lnTo>
                <a:lnTo>
                  <a:pt x="313181" y="615949"/>
                </a:lnTo>
                <a:lnTo>
                  <a:pt x="349503" y="618489"/>
                </a:lnTo>
                <a:lnTo>
                  <a:pt x="386588" y="618489"/>
                </a:lnTo>
                <a:lnTo>
                  <a:pt x="440690" y="613409"/>
                </a:lnTo>
                <a:lnTo>
                  <a:pt x="508634" y="595629"/>
                </a:lnTo>
                <a:lnTo>
                  <a:pt x="515086" y="593089"/>
                </a:lnTo>
                <a:lnTo>
                  <a:pt x="350011" y="593089"/>
                </a:lnTo>
                <a:lnTo>
                  <a:pt x="315849" y="590549"/>
                </a:lnTo>
                <a:lnTo>
                  <a:pt x="266573" y="581659"/>
                </a:lnTo>
                <a:lnTo>
                  <a:pt x="220218" y="566419"/>
                </a:lnTo>
                <a:lnTo>
                  <a:pt x="177546" y="546099"/>
                </a:lnTo>
                <a:lnTo>
                  <a:pt x="126873" y="511809"/>
                </a:lnTo>
                <a:lnTo>
                  <a:pt x="94360" y="481329"/>
                </a:lnTo>
                <a:lnTo>
                  <a:pt x="67309" y="445769"/>
                </a:lnTo>
                <a:lnTo>
                  <a:pt x="46608" y="408939"/>
                </a:lnTo>
                <a:lnTo>
                  <a:pt x="32511" y="368300"/>
                </a:lnTo>
                <a:lnTo>
                  <a:pt x="25780" y="325119"/>
                </a:lnTo>
                <a:lnTo>
                  <a:pt x="25431" y="311150"/>
                </a:lnTo>
                <a:lnTo>
                  <a:pt x="25434" y="308609"/>
                </a:lnTo>
                <a:lnTo>
                  <a:pt x="29336" y="266700"/>
                </a:lnTo>
                <a:lnTo>
                  <a:pt x="40894" y="224789"/>
                </a:lnTo>
                <a:lnTo>
                  <a:pt x="59435" y="186689"/>
                </a:lnTo>
                <a:lnTo>
                  <a:pt x="84200" y="149859"/>
                </a:lnTo>
                <a:lnTo>
                  <a:pt x="93979" y="139700"/>
                </a:lnTo>
                <a:lnTo>
                  <a:pt x="104013" y="128269"/>
                </a:lnTo>
                <a:lnTo>
                  <a:pt x="150241" y="90169"/>
                </a:lnTo>
                <a:lnTo>
                  <a:pt x="204724" y="59689"/>
                </a:lnTo>
                <a:lnTo>
                  <a:pt x="266065" y="38100"/>
                </a:lnTo>
                <a:lnTo>
                  <a:pt x="315341" y="29209"/>
                </a:lnTo>
                <a:lnTo>
                  <a:pt x="367029" y="25400"/>
                </a:lnTo>
                <a:lnTo>
                  <a:pt x="511143" y="25400"/>
                </a:lnTo>
                <a:lnTo>
                  <a:pt x="507110" y="24129"/>
                </a:lnTo>
                <a:lnTo>
                  <a:pt x="490727" y="17779"/>
                </a:lnTo>
                <a:lnTo>
                  <a:pt x="439166" y="6350"/>
                </a:lnTo>
                <a:lnTo>
                  <a:pt x="421385" y="3809"/>
                </a:lnTo>
                <a:lnTo>
                  <a:pt x="366395" y="0"/>
                </a:lnTo>
                <a:close/>
              </a:path>
              <a:path w="734695" h="618489">
                <a:moveTo>
                  <a:pt x="511143" y="25400"/>
                </a:moveTo>
                <a:lnTo>
                  <a:pt x="367029" y="25400"/>
                </a:lnTo>
                <a:lnTo>
                  <a:pt x="384555" y="26669"/>
                </a:lnTo>
                <a:lnTo>
                  <a:pt x="401700" y="26669"/>
                </a:lnTo>
                <a:lnTo>
                  <a:pt x="451993" y="34289"/>
                </a:lnTo>
                <a:lnTo>
                  <a:pt x="499364" y="48259"/>
                </a:lnTo>
                <a:lnTo>
                  <a:pt x="557022" y="73659"/>
                </a:lnTo>
                <a:lnTo>
                  <a:pt x="607695" y="107950"/>
                </a:lnTo>
                <a:lnTo>
                  <a:pt x="640206" y="138429"/>
                </a:lnTo>
                <a:lnTo>
                  <a:pt x="667130" y="172719"/>
                </a:lnTo>
                <a:lnTo>
                  <a:pt x="687958" y="210819"/>
                </a:lnTo>
                <a:lnTo>
                  <a:pt x="702055" y="251459"/>
                </a:lnTo>
                <a:lnTo>
                  <a:pt x="708659" y="294639"/>
                </a:lnTo>
                <a:lnTo>
                  <a:pt x="709133" y="311150"/>
                </a:lnTo>
                <a:lnTo>
                  <a:pt x="708786" y="323850"/>
                </a:lnTo>
                <a:lnTo>
                  <a:pt x="702182" y="367029"/>
                </a:lnTo>
                <a:lnTo>
                  <a:pt x="688213" y="407669"/>
                </a:lnTo>
                <a:lnTo>
                  <a:pt x="667511" y="445769"/>
                </a:lnTo>
                <a:lnTo>
                  <a:pt x="659256" y="457199"/>
                </a:lnTo>
                <a:lnTo>
                  <a:pt x="650240" y="469899"/>
                </a:lnTo>
                <a:lnTo>
                  <a:pt x="640588" y="480059"/>
                </a:lnTo>
                <a:lnTo>
                  <a:pt x="630554" y="491489"/>
                </a:lnTo>
                <a:lnTo>
                  <a:pt x="619632" y="501649"/>
                </a:lnTo>
                <a:lnTo>
                  <a:pt x="584200" y="529589"/>
                </a:lnTo>
                <a:lnTo>
                  <a:pt x="529844" y="560069"/>
                </a:lnTo>
                <a:lnTo>
                  <a:pt x="484377" y="576579"/>
                </a:lnTo>
                <a:lnTo>
                  <a:pt x="468629" y="580389"/>
                </a:lnTo>
                <a:lnTo>
                  <a:pt x="452500" y="585469"/>
                </a:lnTo>
                <a:lnTo>
                  <a:pt x="419226" y="590549"/>
                </a:lnTo>
                <a:lnTo>
                  <a:pt x="385064" y="593089"/>
                </a:lnTo>
                <a:lnTo>
                  <a:pt x="515086" y="593089"/>
                </a:lnTo>
                <a:lnTo>
                  <a:pt x="571246" y="567689"/>
                </a:lnTo>
                <a:lnTo>
                  <a:pt x="625094" y="530859"/>
                </a:lnTo>
                <a:lnTo>
                  <a:pt x="659892" y="496569"/>
                </a:lnTo>
                <a:lnTo>
                  <a:pt x="689101" y="459739"/>
                </a:lnTo>
                <a:lnTo>
                  <a:pt x="711580" y="417829"/>
                </a:lnTo>
                <a:lnTo>
                  <a:pt x="727075" y="372109"/>
                </a:lnTo>
                <a:lnTo>
                  <a:pt x="734186" y="325119"/>
                </a:lnTo>
                <a:lnTo>
                  <a:pt x="734568" y="308609"/>
                </a:lnTo>
                <a:lnTo>
                  <a:pt x="733932" y="292100"/>
                </a:lnTo>
                <a:lnTo>
                  <a:pt x="726440" y="245109"/>
                </a:lnTo>
                <a:lnTo>
                  <a:pt x="710819" y="199389"/>
                </a:lnTo>
                <a:lnTo>
                  <a:pt x="687958" y="158750"/>
                </a:lnTo>
                <a:lnTo>
                  <a:pt x="658622" y="120650"/>
                </a:lnTo>
                <a:lnTo>
                  <a:pt x="622807" y="87629"/>
                </a:lnTo>
                <a:lnTo>
                  <a:pt x="568451" y="50800"/>
                </a:lnTo>
                <a:lnTo>
                  <a:pt x="523240" y="29209"/>
                </a:lnTo>
                <a:lnTo>
                  <a:pt x="511143" y="25400"/>
                </a:lnTo>
                <a:close/>
              </a:path>
              <a:path w="734695" h="618489">
                <a:moveTo>
                  <a:pt x="400050" y="52069"/>
                </a:moveTo>
                <a:lnTo>
                  <a:pt x="335025" y="52069"/>
                </a:lnTo>
                <a:lnTo>
                  <a:pt x="287908" y="59689"/>
                </a:lnTo>
                <a:lnTo>
                  <a:pt x="229489" y="77469"/>
                </a:lnTo>
                <a:lnTo>
                  <a:pt x="189865" y="95250"/>
                </a:lnTo>
                <a:lnTo>
                  <a:pt x="142875" y="128269"/>
                </a:lnTo>
                <a:lnTo>
                  <a:pt x="132460" y="135889"/>
                </a:lnTo>
                <a:lnTo>
                  <a:pt x="104394" y="166369"/>
                </a:lnTo>
                <a:lnTo>
                  <a:pt x="81660" y="198119"/>
                </a:lnTo>
                <a:lnTo>
                  <a:pt x="64897" y="233679"/>
                </a:lnTo>
                <a:lnTo>
                  <a:pt x="54482" y="270509"/>
                </a:lnTo>
                <a:lnTo>
                  <a:pt x="50834" y="308609"/>
                </a:lnTo>
                <a:lnTo>
                  <a:pt x="50838" y="311150"/>
                </a:lnTo>
                <a:lnTo>
                  <a:pt x="57023" y="360679"/>
                </a:lnTo>
                <a:lnTo>
                  <a:pt x="69596" y="397509"/>
                </a:lnTo>
                <a:lnTo>
                  <a:pt x="88265" y="431799"/>
                </a:lnTo>
                <a:lnTo>
                  <a:pt x="112775" y="463549"/>
                </a:lnTo>
                <a:lnTo>
                  <a:pt x="121920" y="472439"/>
                </a:lnTo>
                <a:lnTo>
                  <a:pt x="131952" y="482599"/>
                </a:lnTo>
                <a:lnTo>
                  <a:pt x="164592" y="507999"/>
                </a:lnTo>
                <a:lnTo>
                  <a:pt x="215392" y="535939"/>
                </a:lnTo>
                <a:lnTo>
                  <a:pt x="257555" y="552449"/>
                </a:lnTo>
                <a:lnTo>
                  <a:pt x="318516" y="565149"/>
                </a:lnTo>
                <a:lnTo>
                  <a:pt x="350647" y="567689"/>
                </a:lnTo>
                <a:lnTo>
                  <a:pt x="383413" y="567689"/>
                </a:lnTo>
                <a:lnTo>
                  <a:pt x="415544" y="565149"/>
                </a:lnTo>
                <a:lnTo>
                  <a:pt x="446658" y="560069"/>
                </a:lnTo>
                <a:lnTo>
                  <a:pt x="476503" y="552449"/>
                </a:lnTo>
                <a:lnTo>
                  <a:pt x="505078" y="542289"/>
                </a:lnTo>
                <a:lnTo>
                  <a:pt x="351154" y="542289"/>
                </a:lnTo>
                <a:lnTo>
                  <a:pt x="306577" y="538479"/>
                </a:lnTo>
                <a:lnTo>
                  <a:pt x="292226" y="534669"/>
                </a:lnTo>
                <a:lnTo>
                  <a:pt x="278002" y="532129"/>
                </a:lnTo>
                <a:lnTo>
                  <a:pt x="264414" y="528319"/>
                </a:lnTo>
                <a:lnTo>
                  <a:pt x="225298" y="513079"/>
                </a:lnTo>
                <a:lnTo>
                  <a:pt x="177926" y="486409"/>
                </a:lnTo>
                <a:lnTo>
                  <a:pt x="139446" y="454659"/>
                </a:lnTo>
                <a:lnTo>
                  <a:pt x="115697" y="426719"/>
                </a:lnTo>
                <a:lnTo>
                  <a:pt x="109093" y="417829"/>
                </a:lnTo>
                <a:lnTo>
                  <a:pt x="88010" y="375919"/>
                </a:lnTo>
                <a:lnTo>
                  <a:pt x="77470" y="331469"/>
                </a:lnTo>
                <a:lnTo>
                  <a:pt x="76200" y="308609"/>
                </a:lnTo>
                <a:lnTo>
                  <a:pt x="76580" y="297179"/>
                </a:lnTo>
                <a:lnTo>
                  <a:pt x="85090" y="252729"/>
                </a:lnTo>
                <a:lnTo>
                  <a:pt x="104013" y="210819"/>
                </a:lnTo>
                <a:lnTo>
                  <a:pt x="116967" y="191769"/>
                </a:lnTo>
                <a:lnTo>
                  <a:pt x="124586" y="181609"/>
                </a:lnTo>
                <a:lnTo>
                  <a:pt x="159257" y="147319"/>
                </a:lnTo>
                <a:lnTo>
                  <a:pt x="203200" y="116839"/>
                </a:lnTo>
                <a:lnTo>
                  <a:pt x="239395" y="100329"/>
                </a:lnTo>
                <a:lnTo>
                  <a:pt x="293624" y="83819"/>
                </a:lnTo>
                <a:lnTo>
                  <a:pt x="337566" y="77469"/>
                </a:lnTo>
                <a:lnTo>
                  <a:pt x="352678" y="77469"/>
                </a:lnTo>
                <a:lnTo>
                  <a:pt x="368173" y="76200"/>
                </a:lnTo>
                <a:lnTo>
                  <a:pt x="502062" y="76200"/>
                </a:lnTo>
                <a:lnTo>
                  <a:pt x="477011" y="67309"/>
                </a:lnTo>
                <a:lnTo>
                  <a:pt x="447167" y="59689"/>
                </a:lnTo>
                <a:lnTo>
                  <a:pt x="400050" y="52069"/>
                </a:lnTo>
                <a:close/>
              </a:path>
              <a:path w="734695" h="618489">
                <a:moveTo>
                  <a:pt x="502062" y="76200"/>
                </a:moveTo>
                <a:lnTo>
                  <a:pt x="368173" y="76200"/>
                </a:lnTo>
                <a:lnTo>
                  <a:pt x="383413" y="77469"/>
                </a:lnTo>
                <a:lnTo>
                  <a:pt x="398525" y="77469"/>
                </a:lnTo>
                <a:lnTo>
                  <a:pt x="413384" y="80009"/>
                </a:lnTo>
                <a:lnTo>
                  <a:pt x="428117" y="81279"/>
                </a:lnTo>
                <a:lnTo>
                  <a:pt x="442468" y="85089"/>
                </a:lnTo>
                <a:lnTo>
                  <a:pt x="456565" y="87629"/>
                </a:lnTo>
                <a:lnTo>
                  <a:pt x="496697" y="101600"/>
                </a:lnTo>
                <a:lnTo>
                  <a:pt x="534161" y="119379"/>
                </a:lnTo>
                <a:lnTo>
                  <a:pt x="577342" y="148589"/>
                </a:lnTo>
                <a:lnTo>
                  <a:pt x="611504" y="182879"/>
                </a:lnTo>
                <a:lnTo>
                  <a:pt x="618744" y="193039"/>
                </a:lnTo>
                <a:lnTo>
                  <a:pt x="625475" y="201929"/>
                </a:lnTo>
                <a:lnTo>
                  <a:pt x="631571" y="212089"/>
                </a:lnTo>
                <a:lnTo>
                  <a:pt x="637158" y="222250"/>
                </a:lnTo>
                <a:lnTo>
                  <a:pt x="642111" y="232409"/>
                </a:lnTo>
                <a:lnTo>
                  <a:pt x="646302" y="243839"/>
                </a:lnTo>
                <a:lnTo>
                  <a:pt x="650113" y="254000"/>
                </a:lnTo>
                <a:lnTo>
                  <a:pt x="657986" y="299719"/>
                </a:lnTo>
                <a:lnTo>
                  <a:pt x="658368" y="311150"/>
                </a:lnTo>
                <a:lnTo>
                  <a:pt x="657986" y="322579"/>
                </a:lnTo>
                <a:lnTo>
                  <a:pt x="649477" y="367029"/>
                </a:lnTo>
                <a:lnTo>
                  <a:pt x="630554" y="408939"/>
                </a:lnTo>
                <a:lnTo>
                  <a:pt x="617601" y="427989"/>
                </a:lnTo>
                <a:lnTo>
                  <a:pt x="610234" y="438149"/>
                </a:lnTo>
                <a:lnTo>
                  <a:pt x="575055" y="472439"/>
                </a:lnTo>
                <a:lnTo>
                  <a:pt x="531368" y="502919"/>
                </a:lnTo>
                <a:lnTo>
                  <a:pt x="495173" y="519429"/>
                </a:lnTo>
                <a:lnTo>
                  <a:pt x="440944" y="535939"/>
                </a:lnTo>
                <a:lnTo>
                  <a:pt x="411860" y="539749"/>
                </a:lnTo>
                <a:lnTo>
                  <a:pt x="397001" y="542289"/>
                </a:lnTo>
                <a:lnTo>
                  <a:pt x="505078" y="542289"/>
                </a:lnTo>
                <a:lnTo>
                  <a:pt x="518541" y="537209"/>
                </a:lnTo>
                <a:lnTo>
                  <a:pt x="569086" y="509269"/>
                </a:lnTo>
                <a:lnTo>
                  <a:pt x="602233" y="482599"/>
                </a:lnTo>
                <a:lnTo>
                  <a:pt x="630301" y="453389"/>
                </a:lnTo>
                <a:lnTo>
                  <a:pt x="652906" y="421639"/>
                </a:lnTo>
                <a:lnTo>
                  <a:pt x="669671" y="386079"/>
                </a:lnTo>
                <a:lnTo>
                  <a:pt x="680084" y="349250"/>
                </a:lnTo>
                <a:lnTo>
                  <a:pt x="683733" y="311150"/>
                </a:lnTo>
                <a:lnTo>
                  <a:pt x="683729" y="308609"/>
                </a:lnTo>
                <a:lnTo>
                  <a:pt x="680211" y="270509"/>
                </a:lnTo>
                <a:lnTo>
                  <a:pt x="669798" y="233679"/>
                </a:lnTo>
                <a:lnTo>
                  <a:pt x="653160" y="199389"/>
                </a:lnTo>
                <a:lnTo>
                  <a:pt x="630681" y="166369"/>
                </a:lnTo>
                <a:lnTo>
                  <a:pt x="602615" y="137159"/>
                </a:lnTo>
                <a:lnTo>
                  <a:pt x="569976" y="111759"/>
                </a:lnTo>
                <a:lnTo>
                  <a:pt x="519175" y="82550"/>
                </a:lnTo>
                <a:lnTo>
                  <a:pt x="505586" y="77469"/>
                </a:lnTo>
                <a:lnTo>
                  <a:pt x="502062" y="76200"/>
                </a:lnTo>
                <a:close/>
              </a:path>
              <a:path w="734695" h="618489">
                <a:moveTo>
                  <a:pt x="367538" y="50800"/>
                </a:moveTo>
                <a:lnTo>
                  <a:pt x="351154" y="52069"/>
                </a:lnTo>
                <a:lnTo>
                  <a:pt x="383921" y="52069"/>
                </a:lnTo>
                <a:lnTo>
                  <a:pt x="367538" y="508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585202" y="4881117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356230" y="4820765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3541014" y="5175503"/>
            <a:ext cx="3889375" cy="114300"/>
          </a:xfrm>
          <a:custGeom>
            <a:avLst/>
            <a:gdLst/>
            <a:ahLst/>
            <a:cxnLst/>
            <a:rect l="l" t="t" r="r" b="b"/>
            <a:pathLst>
              <a:path w="3889375" h="114300">
                <a:moveTo>
                  <a:pt x="3774947" y="0"/>
                </a:moveTo>
                <a:lnTo>
                  <a:pt x="3774947" y="114300"/>
                </a:lnTo>
                <a:lnTo>
                  <a:pt x="3851147" y="76200"/>
                </a:lnTo>
                <a:lnTo>
                  <a:pt x="3793997" y="76200"/>
                </a:lnTo>
                <a:lnTo>
                  <a:pt x="3793997" y="38100"/>
                </a:lnTo>
                <a:lnTo>
                  <a:pt x="3851147" y="38100"/>
                </a:lnTo>
                <a:lnTo>
                  <a:pt x="3774947" y="0"/>
                </a:lnTo>
                <a:close/>
              </a:path>
              <a:path w="3889375" h="114300">
                <a:moveTo>
                  <a:pt x="37749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774947" y="76200"/>
                </a:lnTo>
                <a:lnTo>
                  <a:pt x="3774947" y="38100"/>
                </a:lnTo>
                <a:close/>
              </a:path>
              <a:path w="3889375" h="114300">
                <a:moveTo>
                  <a:pt x="3851147" y="38100"/>
                </a:moveTo>
                <a:lnTo>
                  <a:pt x="3793997" y="38100"/>
                </a:lnTo>
                <a:lnTo>
                  <a:pt x="3793997" y="76200"/>
                </a:lnTo>
                <a:lnTo>
                  <a:pt x="3851147" y="76200"/>
                </a:lnTo>
                <a:lnTo>
                  <a:pt x="3889247" y="57150"/>
                </a:lnTo>
                <a:lnTo>
                  <a:pt x="3851147" y="381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4619625" y="4758916"/>
            <a:ext cx="126936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950" spc="-6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))*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2271758" y="5312283"/>
            <a:ext cx="906780" cy="571500"/>
          </a:xfrm>
          <a:custGeom>
            <a:avLst/>
            <a:gdLst/>
            <a:ahLst/>
            <a:cxnLst/>
            <a:rect l="l" t="t" r="r" b="b"/>
            <a:pathLst>
              <a:path w="906780" h="571500">
                <a:moveTo>
                  <a:pt x="575835" y="0"/>
                </a:moveTo>
                <a:lnTo>
                  <a:pt x="350537" y="181609"/>
                </a:lnTo>
                <a:lnTo>
                  <a:pt x="298086" y="224916"/>
                </a:lnTo>
                <a:lnTo>
                  <a:pt x="248302" y="266699"/>
                </a:lnTo>
                <a:lnTo>
                  <a:pt x="201693" y="306628"/>
                </a:lnTo>
                <a:lnTo>
                  <a:pt x="158513" y="344550"/>
                </a:lnTo>
                <a:lnTo>
                  <a:pt x="119651" y="380047"/>
                </a:lnTo>
                <a:lnTo>
                  <a:pt x="85361" y="412991"/>
                </a:lnTo>
                <a:lnTo>
                  <a:pt x="56405" y="442912"/>
                </a:lnTo>
                <a:lnTo>
                  <a:pt x="23061" y="482333"/>
                </a:lnTo>
                <a:lnTo>
                  <a:pt x="3843" y="515454"/>
                </a:lnTo>
                <a:lnTo>
                  <a:pt x="2938" y="517969"/>
                </a:lnTo>
                <a:lnTo>
                  <a:pt x="779" y="525589"/>
                </a:lnTo>
                <a:lnTo>
                  <a:pt x="398" y="527049"/>
                </a:lnTo>
                <a:lnTo>
                  <a:pt x="228" y="528065"/>
                </a:lnTo>
                <a:lnTo>
                  <a:pt x="125" y="531088"/>
                </a:lnTo>
                <a:lnTo>
                  <a:pt x="0" y="539572"/>
                </a:lnTo>
                <a:lnTo>
                  <a:pt x="271" y="541185"/>
                </a:lnTo>
                <a:lnTo>
                  <a:pt x="906" y="543331"/>
                </a:lnTo>
                <a:lnTo>
                  <a:pt x="2811" y="548665"/>
                </a:lnTo>
                <a:lnTo>
                  <a:pt x="3700" y="551218"/>
                </a:lnTo>
                <a:lnTo>
                  <a:pt x="47388" y="571169"/>
                </a:lnTo>
                <a:lnTo>
                  <a:pt x="61231" y="570826"/>
                </a:lnTo>
                <a:lnTo>
                  <a:pt x="111015" y="562927"/>
                </a:lnTo>
                <a:lnTo>
                  <a:pt x="151401" y="552983"/>
                </a:lnTo>
                <a:lnTo>
                  <a:pt x="197629" y="539572"/>
                </a:lnTo>
                <a:lnTo>
                  <a:pt x="203348" y="537756"/>
                </a:lnTo>
                <a:lnTo>
                  <a:pt x="37990" y="537756"/>
                </a:lnTo>
                <a:lnTo>
                  <a:pt x="37714" y="535685"/>
                </a:lnTo>
                <a:lnTo>
                  <a:pt x="37506" y="534171"/>
                </a:lnTo>
                <a:lnTo>
                  <a:pt x="36053" y="531789"/>
                </a:lnTo>
                <a:lnTo>
                  <a:pt x="35411" y="531315"/>
                </a:lnTo>
                <a:lnTo>
                  <a:pt x="34815" y="531101"/>
                </a:lnTo>
                <a:lnTo>
                  <a:pt x="35147" y="531101"/>
                </a:lnTo>
                <a:lnTo>
                  <a:pt x="33291" y="529691"/>
                </a:lnTo>
                <a:lnTo>
                  <a:pt x="34774" y="529691"/>
                </a:lnTo>
                <a:lnTo>
                  <a:pt x="34688" y="529551"/>
                </a:lnTo>
                <a:lnTo>
                  <a:pt x="39099" y="529551"/>
                </a:lnTo>
                <a:lnTo>
                  <a:pt x="39641" y="528065"/>
                </a:lnTo>
                <a:lnTo>
                  <a:pt x="39843" y="528065"/>
                </a:lnTo>
                <a:lnTo>
                  <a:pt x="61866" y="494474"/>
                </a:lnTo>
                <a:lnTo>
                  <a:pt x="97299" y="455155"/>
                </a:lnTo>
                <a:lnTo>
                  <a:pt x="128160" y="424560"/>
                </a:lnTo>
                <a:lnTo>
                  <a:pt x="164101" y="390944"/>
                </a:lnTo>
                <a:lnTo>
                  <a:pt x="226458" y="335546"/>
                </a:lnTo>
                <a:lnTo>
                  <a:pt x="272813" y="295833"/>
                </a:lnTo>
                <a:lnTo>
                  <a:pt x="374540" y="211200"/>
                </a:lnTo>
                <a:lnTo>
                  <a:pt x="599584" y="29717"/>
                </a:lnTo>
                <a:lnTo>
                  <a:pt x="575835" y="0"/>
                </a:lnTo>
                <a:close/>
              </a:path>
              <a:path w="906780" h="571500">
                <a:moveTo>
                  <a:pt x="37859" y="534749"/>
                </a:moveTo>
                <a:lnTo>
                  <a:pt x="37757" y="535131"/>
                </a:lnTo>
                <a:lnTo>
                  <a:pt x="37714" y="535685"/>
                </a:lnTo>
                <a:lnTo>
                  <a:pt x="37990" y="537756"/>
                </a:lnTo>
                <a:lnTo>
                  <a:pt x="38092" y="535131"/>
                </a:lnTo>
                <a:lnTo>
                  <a:pt x="37859" y="534749"/>
                </a:lnTo>
                <a:close/>
              </a:path>
              <a:path w="906780" h="571500">
                <a:moveTo>
                  <a:pt x="38092" y="535131"/>
                </a:moveTo>
                <a:lnTo>
                  <a:pt x="37990" y="537756"/>
                </a:lnTo>
                <a:lnTo>
                  <a:pt x="203348" y="537756"/>
                </a:lnTo>
                <a:lnTo>
                  <a:pt x="207547" y="536422"/>
                </a:lnTo>
                <a:lnTo>
                  <a:pt x="38879" y="536422"/>
                </a:lnTo>
                <a:lnTo>
                  <a:pt x="38092" y="535131"/>
                </a:lnTo>
                <a:close/>
              </a:path>
              <a:path w="906780" h="571500">
                <a:moveTo>
                  <a:pt x="38129" y="534171"/>
                </a:moveTo>
                <a:lnTo>
                  <a:pt x="38197" y="535303"/>
                </a:lnTo>
                <a:lnTo>
                  <a:pt x="38879" y="536422"/>
                </a:lnTo>
                <a:lnTo>
                  <a:pt x="38129" y="534171"/>
                </a:lnTo>
                <a:close/>
              </a:path>
              <a:path w="906780" h="571500">
                <a:moveTo>
                  <a:pt x="38211" y="533428"/>
                </a:moveTo>
                <a:lnTo>
                  <a:pt x="38133" y="534184"/>
                </a:lnTo>
                <a:lnTo>
                  <a:pt x="38879" y="536422"/>
                </a:lnTo>
                <a:lnTo>
                  <a:pt x="207547" y="536422"/>
                </a:lnTo>
                <a:lnTo>
                  <a:pt x="215984" y="533742"/>
                </a:lnTo>
                <a:lnTo>
                  <a:pt x="38625" y="533742"/>
                </a:lnTo>
                <a:lnTo>
                  <a:pt x="38211" y="533428"/>
                </a:lnTo>
                <a:close/>
              </a:path>
              <a:path w="906780" h="571500">
                <a:moveTo>
                  <a:pt x="37679" y="535423"/>
                </a:moveTo>
                <a:lnTo>
                  <a:pt x="37609" y="535685"/>
                </a:lnTo>
                <a:lnTo>
                  <a:pt x="37679" y="535423"/>
                </a:lnTo>
                <a:close/>
              </a:path>
              <a:path w="906780" h="571500">
                <a:moveTo>
                  <a:pt x="37764" y="534593"/>
                </a:moveTo>
                <a:lnTo>
                  <a:pt x="37679" y="535423"/>
                </a:lnTo>
                <a:lnTo>
                  <a:pt x="37757" y="535131"/>
                </a:lnTo>
                <a:lnTo>
                  <a:pt x="37764" y="534593"/>
                </a:lnTo>
                <a:close/>
              </a:path>
              <a:path w="906780" h="571500">
                <a:moveTo>
                  <a:pt x="37514" y="534184"/>
                </a:moveTo>
                <a:lnTo>
                  <a:pt x="37663" y="535303"/>
                </a:lnTo>
                <a:lnTo>
                  <a:pt x="37764" y="534593"/>
                </a:lnTo>
                <a:lnTo>
                  <a:pt x="37514" y="534184"/>
                </a:lnTo>
                <a:close/>
              </a:path>
              <a:path w="906780" h="571500">
                <a:moveTo>
                  <a:pt x="38065" y="533978"/>
                </a:moveTo>
                <a:lnTo>
                  <a:pt x="37859" y="534749"/>
                </a:lnTo>
                <a:lnTo>
                  <a:pt x="38092" y="535131"/>
                </a:lnTo>
                <a:lnTo>
                  <a:pt x="38065" y="533978"/>
                </a:lnTo>
                <a:close/>
              </a:path>
              <a:path w="906780" h="571500">
                <a:moveTo>
                  <a:pt x="37914" y="533527"/>
                </a:moveTo>
                <a:lnTo>
                  <a:pt x="37859" y="534749"/>
                </a:lnTo>
                <a:lnTo>
                  <a:pt x="38013" y="534171"/>
                </a:lnTo>
                <a:lnTo>
                  <a:pt x="37914" y="533527"/>
                </a:lnTo>
                <a:close/>
              </a:path>
              <a:path w="906780" h="571500">
                <a:moveTo>
                  <a:pt x="37323" y="532754"/>
                </a:moveTo>
                <a:lnTo>
                  <a:pt x="37514" y="534184"/>
                </a:lnTo>
                <a:lnTo>
                  <a:pt x="37764" y="534593"/>
                </a:lnTo>
                <a:lnTo>
                  <a:pt x="37884" y="533742"/>
                </a:lnTo>
                <a:lnTo>
                  <a:pt x="37769" y="533092"/>
                </a:lnTo>
                <a:lnTo>
                  <a:pt x="37323" y="532754"/>
                </a:lnTo>
                <a:close/>
              </a:path>
              <a:path w="906780" h="571500">
                <a:moveTo>
                  <a:pt x="36053" y="531789"/>
                </a:moveTo>
                <a:lnTo>
                  <a:pt x="37514" y="534184"/>
                </a:lnTo>
                <a:lnTo>
                  <a:pt x="37304" y="532739"/>
                </a:lnTo>
                <a:lnTo>
                  <a:pt x="36053" y="531789"/>
                </a:lnTo>
                <a:close/>
              </a:path>
              <a:path w="906780" h="571500">
                <a:moveTo>
                  <a:pt x="37956" y="533234"/>
                </a:moveTo>
                <a:lnTo>
                  <a:pt x="37960" y="533663"/>
                </a:lnTo>
                <a:lnTo>
                  <a:pt x="38065" y="533978"/>
                </a:lnTo>
                <a:lnTo>
                  <a:pt x="37956" y="533234"/>
                </a:lnTo>
                <a:close/>
              </a:path>
              <a:path w="906780" h="571500">
                <a:moveTo>
                  <a:pt x="38238" y="533330"/>
                </a:moveTo>
                <a:lnTo>
                  <a:pt x="38625" y="533742"/>
                </a:lnTo>
                <a:lnTo>
                  <a:pt x="38238" y="533330"/>
                </a:lnTo>
                <a:close/>
              </a:path>
              <a:path w="906780" h="571500">
                <a:moveTo>
                  <a:pt x="38481" y="532416"/>
                </a:moveTo>
                <a:lnTo>
                  <a:pt x="38439" y="532576"/>
                </a:lnTo>
                <a:lnTo>
                  <a:pt x="38330" y="533428"/>
                </a:lnTo>
                <a:lnTo>
                  <a:pt x="38625" y="533742"/>
                </a:lnTo>
                <a:lnTo>
                  <a:pt x="215984" y="533742"/>
                </a:lnTo>
                <a:lnTo>
                  <a:pt x="217824" y="533158"/>
                </a:lnTo>
                <a:lnTo>
                  <a:pt x="49928" y="533158"/>
                </a:lnTo>
                <a:lnTo>
                  <a:pt x="46190" y="532904"/>
                </a:lnTo>
                <a:lnTo>
                  <a:pt x="42816" y="532904"/>
                </a:lnTo>
                <a:lnTo>
                  <a:pt x="41123" y="532650"/>
                </a:lnTo>
                <a:lnTo>
                  <a:pt x="39133" y="532650"/>
                </a:lnTo>
                <a:lnTo>
                  <a:pt x="38481" y="532416"/>
                </a:lnTo>
                <a:close/>
              </a:path>
              <a:path w="906780" h="571500">
                <a:moveTo>
                  <a:pt x="37769" y="533092"/>
                </a:moveTo>
                <a:lnTo>
                  <a:pt x="37914" y="533527"/>
                </a:lnTo>
                <a:lnTo>
                  <a:pt x="37856" y="533158"/>
                </a:lnTo>
                <a:close/>
              </a:path>
              <a:path w="906780" h="571500">
                <a:moveTo>
                  <a:pt x="37981" y="533056"/>
                </a:moveTo>
                <a:lnTo>
                  <a:pt x="38082" y="533330"/>
                </a:lnTo>
                <a:lnTo>
                  <a:pt x="38077" y="533158"/>
                </a:lnTo>
                <a:close/>
              </a:path>
              <a:path w="906780" h="571500">
                <a:moveTo>
                  <a:pt x="38201" y="532316"/>
                </a:moveTo>
                <a:lnTo>
                  <a:pt x="38238" y="533330"/>
                </a:lnTo>
                <a:lnTo>
                  <a:pt x="38481" y="532416"/>
                </a:lnTo>
                <a:lnTo>
                  <a:pt x="38201" y="532316"/>
                </a:lnTo>
                <a:close/>
              </a:path>
              <a:path w="906780" h="571500">
                <a:moveTo>
                  <a:pt x="38091" y="532276"/>
                </a:moveTo>
                <a:lnTo>
                  <a:pt x="38077" y="533158"/>
                </a:lnTo>
                <a:lnTo>
                  <a:pt x="38091" y="532276"/>
                </a:lnTo>
                <a:close/>
              </a:path>
              <a:path w="906780" h="571500">
                <a:moveTo>
                  <a:pt x="37635" y="532688"/>
                </a:moveTo>
                <a:lnTo>
                  <a:pt x="37757" y="533056"/>
                </a:lnTo>
                <a:lnTo>
                  <a:pt x="37956" y="533234"/>
                </a:lnTo>
                <a:lnTo>
                  <a:pt x="37981" y="533056"/>
                </a:lnTo>
                <a:lnTo>
                  <a:pt x="37635" y="532688"/>
                </a:lnTo>
                <a:close/>
              </a:path>
              <a:path w="906780" h="571500">
                <a:moveTo>
                  <a:pt x="793404" y="273498"/>
                </a:moveTo>
                <a:lnTo>
                  <a:pt x="744364" y="293319"/>
                </a:lnTo>
                <a:lnTo>
                  <a:pt x="418355" y="421728"/>
                </a:lnTo>
                <a:lnTo>
                  <a:pt x="293387" y="467601"/>
                </a:lnTo>
                <a:lnTo>
                  <a:pt x="237507" y="486714"/>
                </a:lnTo>
                <a:lnTo>
                  <a:pt x="186834" y="503034"/>
                </a:lnTo>
                <a:lnTo>
                  <a:pt x="141876" y="516102"/>
                </a:lnTo>
                <a:lnTo>
                  <a:pt x="103395" y="525589"/>
                </a:lnTo>
                <a:lnTo>
                  <a:pt x="59961" y="532739"/>
                </a:lnTo>
                <a:lnTo>
                  <a:pt x="49928" y="533158"/>
                </a:lnTo>
                <a:lnTo>
                  <a:pt x="217824" y="533158"/>
                </a:lnTo>
                <a:lnTo>
                  <a:pt x="277004" y="513638"/>
                </a:lnTo>
                <a:lnTo>
                  <a:pt x="335805" y="492848"/>
                </a:lnTo>
                <a:lnTo>
                  <a:pt x="431690" y="457415"/>
                </a:lnTo>
                <a:lnTo>
                  <a:pt x="607839" y="389000"/>
                </a:lnTo>
                <a:lnTo>
                  <a:pt x="807691" y="308854"/>
                </a:lnTo>
                <a:lnTo>
                  <a:pt x="793404" y="273498"/>
                </a:lnTo>
                <a:close/>
              </a:path>
              <a:path w="906780" h="571500">
                <a:moveTo>
                  <a:pt x="37262" y="532291"/>
                </a:moveTo>
                <a:lnTo>
                  <a:pt x="37323" y="532754"/>
                </a:lnTo>
                <a:lnTo>
                  <a:pt x="37769" y="533092"/>
                </a:lnTo>
                <a:lnTo>
                  <a:pt x="37652" y="532739"/>
                </a:lnTo>
                <a:lnTo>
                  <a:pt x="37262" y="532291"/>
                </a:lnTo>
                <a:close/>
              </a:path>
              <a:path w="906780" h="571500">
                <a:moveTo>
                  <a:pt x="37417" y="532034"/>
                </a:moveTo>
                <a:lnTo>
                  <a:pt x="37597" y="532576"/>
                </a:lnTo>
                <a:lnTo>
                  <a:pt x="37696" y="532754"/>
                </a:lnTo>
                <a:lnTo>
                  <a:pt x="37981" y="533056"/>
                </a:lnTo>
                <a:lnTo>
                  <a:pt x="38091" y="532276"/>
                </a:lnTo>
                <a:lnTo>
                  <a:pt x="37417" y="532034"/>
                </a:lnTo>
                <a:close/>
              </a:path>
              <a:path w="906780" h="571500">
                <a:moveTo>
                  <a:pt x="40022" y="532485"/>
                </a:moveTo>
                <a:lnTo>
                  <a:pt x="42816" y="532904"/>
                </a:lnTo>
                <a:lnTo>
                  <a:pt x="41360" y="532576"/>
                </a:lnTo>
                <a:lnTo>
                  <a:pt x="40022" y="532485"/>
                </a:lnTo>
                <a:close/>
              </a:path>
              <a:path w="906780" h="571500">
                <a:moveTo>
                  <a:pt x="41360" y="532576"/>
                </a:moveTo>
                <a:lnTo>
                  <a:pt x="42816" y="532904"/>
                </a:lnTo>
                <a:lnTo>
                  <a:pt x="46190" y="532904"/>
                </a:lnTo>
                <a:lnTo>
                  <a:pt x="41360" y="532576"/>
                </a:lnTo>
                <a:close/>
              </a:path>
              <a:path w="906780" h="571500">
                <a:moveTo>
                  <a:pt x="35863" y="531477"/>
                </a:moveTo>
                <a:lnTo>
                  <a:pt x="36053" y="531789"/>
                </a:lnTo>
                <a:lnTo>
                  <a:pt x="37323" y="532754"/>
                </a:lnTo>
                <a:lnTo>
                  <a:pt x="37248" y="532276"/>
                </a:lnTo>
                <a:lnTo>
                  <a:pt x="36819" y="531820"/>
                </a:lnTo>
                <a:lnTo>
                  <a:pt x="35863" y="531477"/>
                </a:lnTo>
                <a:close/>
              </a:path>
              <a:path w="906780" h="571500">
                <a:moveTo>
                  <a:pt x="37218" y="531963"/>
                </a:moveTo>
                <a:lnTo>
                  <a:pt x="37260" y="532276"/>
                </a:lnTo>
                <a:lnTo>
                  <a:pt x="37635" y="532688"/>
                </a:lnTo>
                <a:lnTo>
                  <a:pt x="37417" y="532034"/>
                </a:lnTo>
                <a:lnTo>
                  <a:pt x="37218" y="531963"/>
                </a:lnTo>
                <a:close/>
              </a:path>
              <a:path w="906780" h="571500">
                <a:moveTo>
                  <a:pt x="38504" y="532331"/>
                </a:moveTo>
                <a:lnTo>
                  <a:pt x="39133" y="532650"/>
                </a:lnTo>
                <a:lnTo>
                  <a:pt x="38504" y="532331"/>
                </a:lnTo>
                <a:close/>
              </a:path>
              <a:path w="906780" h="571500">
                <a:moveTo>
                  <a:pt x="38604" y="531955"/>
                </a:moveTo>
                <a:lnTo>
                  <a:pt x="38504" y="532331"/>
                </a:lnTo>
                <a:lnTo>
                  <a:pt x="39133" y="532650"/>
                </a:lnTo>
                <a:lnTo>
                  <a:pt x="41123" y="532650"/>
                </a:lnTo>
                <a:lnTo>
                  <a:pt x="40022" y="532485"/>
                </a:lnTo>
                <a:lnTo>
                  <a:pt x="40957" y="532485"/>
                </a:lnTo>
                <a:lnTo>
                  <a:pt x="38604" y="531955"/>
                </a:lnTo>
                <a:close/>
              </a:path>
              <a:path w="906780" h="571500">
                <a:moveTo>
                  <a:pt x="40957" y="532485"/>
                </a:moveTo>
                <a:lnTo>
                  <a:pt x="40022" y="532485"/>
                </a:lnTo>
                <a:lnTo>
                  <a:pt x="41360" y="532576"/>
                </a:lnTo>
                <a:lnTo>
                  <a:pt x="40957" y="532485"/>
                </a:lnTo>
                <a:close/>
              </a:path>
              <a:path w="906780" h="571500">
                <a:moveTo>
                  <a:pt x="38206" y="532180"/>
                </a:moveTo>
                <a:lnTo>
                  <a:pt x="38245" y="532331"/>
                </a:lnTo>
                <a:lnTo>
                  <a:pt x="38481" y="532416"/>
                </a:lnTo>
                <a:lnTo>
                  <a:pt x="38395" y="532276"/>
                </a:lnTo>
                <a:lnTo>
                  <a:pt x="38206" y="532180"/>
                </a:lnTo>
                <a:close/>
              </a:path>
              <a:path w="906780" h="571500">
                <a:moveTo>
                  <a:pt x="38218" y="531868"/>
                </a:moveTo>
                <a:lnTo>
                  <a:pt x="38206" y="532180"/>
                </a:lnTo>
                <a:lnTo>
                  <a:pt x="38504" y="532331"/>
                </a:lnTo>
                <a:lnTo>
                  <a:pt x="38604" y="531955"/>
                </a:lnTo>
                <a:lnTo>
                  <a:pt x="38218" y="531868"/>
                </a:lnTo>
                <a:close/>
              </a:path>
              <a:path w="906780" h="571500">
                <a:moveTo>
                  <a:pt x="36819" y="531820"/>
                </a:moveTo>
                <a:lnTo>
                  <a:pt x="37262" y="532291"/>
                </a:lnTo>
                <a:lnTo>
                  <a:pt x="37195" y="531955"/>
                </a:lnTo>
                <a:lnTo>
                  <a:pt x="36819" y="531820"/>
                </a:lnTo>
                <a:close/>
              </a:path>
              <a:path w="906780" h="571500">
                <a:moveTo>
                  <a:pt x="37315" y="531729"/>
                </a:moveTo>
                <a:lnTo>
                  <a:pt x="37417" y="532034"/>
                </a:lnTo>
                <a:lnTo>
                  <a:pt x="38091" y="532276"/>
                </a:lnTo>
                <a:lnTo>
                  <a:pt x="38111" y="532132"/>
                </a:lnTo>
                <a:lnTo>
                  <a:pt x="37315" y="531729"/>
                </a:lnTo>
                <a:close/>
              </a:path>
              <a:path w="906780" h="571500">
                <a:moveTo>
                  <a:pt x="37292" y="531659"/>
                </a:moveTo>
                <a:lnTo>
                  <a:pt x="38111" y="532132"/>
                </a:lnTo>
                <a:lnTo>
                  <a:pt x="38151" y="531853"/>
                </a:lnTo>
                <a:lnTo>
                  <a:pt x="37292" y="531659"/>
                </a:lnTo>
                <a:close/>
              </a:path>
              <a:path w="906780" h="571500">
                <a:moveTo>
                  <a:pt x="37178" y="531660"/>
                </a:moveTo>
                <a:lnTo>
                  <a:pt x="37218" y="531963"/>
                </a:lnTo>
                <a:lnTo>
                  <a:pt x="37417" y="532034"/>
                </a:lnTo>
                <a:lnTo>
                  <a:pt x="37315" y="531729"/>
                </a:lnTo>
                <a:lnTo>
                  <a:pt x="37178" y="531660"/>
                </a:lnTo>
                <a:close/>
              </a:path>
              <a:path w="906780" h="571500">
                <a:moveTo>
                  <a:pt x="36501" y="531481"/>
                </a:moveTo>
                <a:lnTo>
                  <a:pt x="36790" y="531789"/>
                </a:lnTo>
                <a:lnTo>
                  <a:pt x="37218" y="531963"/>
                </a:lnTo>
                <a:lnTo>
                  <a:pt x="37124" y="531632"/>
                </a:lnTo>
                <a:lnTo>
                  <a:pt x="36501" y="531481"/>
                </a:lnTo>
                <a:close/>
              </a:path>
              <a:path w="906780" h="571500">
                <a:moveTo>
                  <a:pt x="38808" y="531190"/>
                </a:moveTo>
                <a:lnTo>
                  <a:pt x="38244" y="531190"/>
                </a:lnTo>
                <a:lnTo>
                  <a:pt x="38218" y="531868"/>
                </a:lnTo>
                <a:lnTo>
                  <a:pt x="38604" y="531955"/>
                </a:lnTo>
                <a:lnTo>
                  <a:pt x="38808" y="531190"/>
                </a:lnTo>
                <a:close/>
              </a:path>
              <a:path w="906780" h="571500">
                <a:moveTo>
                  <a:pt x="38835" y="531088"/>
                </a:moveTo>
                <a:lnTo>
                  <a:pt x="37101" y="531088"/>
                </a:lnTo>
                <a:lnTo>
                  <a:pt x="37294" y="531660"/>
                </a:lnTo>
                <a:lnTo>
                  <a:pt x="38151" y="531853"/>
                </a:lnTo>
                <a:lnTo>
                  <a:pt x="38244" y="531190"/>
                </a:lnTo>
                <a:lnTo>
                  <a:pt x="38808" y="531190"/>
                </a:lnTo>
                <a:close/>
              </a:path>
              <a:path w="906780" h="571500">
                <a:moveTo>
                  <a:pt x="35764" y="531315"/>
                </a:moveTo>
                <a:lnTo>
                  <a:pt x="35874" y="531481"/>
                </a:lnTo>
                <a:lnTo>
                  <a:pt x="36819" y="531820"/>
                </a:lnTo>
                <a:lnTo>
                  <a:pt x="36483" y="531477"/>
                </a:lnTo>
                <a:lnTo>
                  <a:pt x="35764" y="531315"/>
                </a:lnTo>
                <a:close/>
              </a:path>
              <a:path w="906780" h="571500">
                <a:moveTo>
                  <a:pt x="35445" y="531327"/>
                </a:moveTo>
                <a:lnTo>
                  <a:pt x="36053" y="531789"/>
                </a:lnTo>
                <a:lnTo>
                  <a:pt x="35863" y="531477"/>
                </a:lnTo>
                <a:lnTo>
                  <a:pt x="35445" y="531327"/>
                </a:lnTo>
                <a:close/>
              </a:path>
              <a:path w="906780" h="571500">
                <a:moveTo>
                  <a:pt x="37174" y="531632"/>
                </a:moveTo>
                <a:lnTo>
                  <a:pt x="37315" y="531729"/>
                </a:lnTo>
                <a:lnTo>
                  <a:pt x="37174" y="531632"/>
                </a:lnTo>
                <a:close/>
              </a:path>
              <a:path w="906780" h="571500">
                <a:moveTo>
                  <a:pt x="37101" y="531088"/>
                </a:moveTo>
                <a:lnTo>
                  <a:pt x="37171" y="531612"/>
                </a:lnTo>
                <a:lnTo>
                  <a:pt x="37101" y="531088"/>
                </a:lnTo>
                <a:close/>
              </a:path>
              <a:path w="906780" h="571500">
                <a:moveTo>
                  <a:pt x="39099" y="529551"/>
                </a:moveTo>
                <a:lnTo>
                  <a:pt x="34688" y="529551"/>
                </a:lnTo>
                <a:lnTo>
                  <a:pt x="36207" y="531168"/>
                </a:lnTo>
                <a:lnTo>
                  <a:pt x="37084" y="531612"/>
                </a:lnTo>
                <a:lnTo>
                  <a:pt x="37101" y="531088"/>
                </a:lnTo>
                <a:lnTo>
                  <a:pt x="38835" y="531088"/>
                </a:lnTo>
                <a:lnTo>
                  <a:pt x="38900" y="530847"/>
                </a:lnTo>
                <a:lnTo>
                  <a:pt x="38625" y="530847"/>
                </a:lnTo>
                <a:lnTo>
                  <a:pt x="39099" y="529551"/>
                </a:lnTo>
                <a:close/>
              </a:path>
              <a:path w="906780" h="571500">
                <a:moveTo>
                  <a:pt x="36207" y="531168"/>
                </a:moveTo>
                <a:lnTo>
                  <a:pt x="36501" y="531481"/>
                </a:lnTo>
                <a:lnTo>
                  <a:pt x="37084" y="531612"/>
                </a:lnTo>
                <a:lnTo>
                  <a:pt x="36207" y="531168"/>
                </a:lnTo>
                <a:close/>
              </a:path>
              <a:path w="906780" h="571500">
                <a:moveTo>
                  <a:pt x="35436" y="530778"/>
                </a:moveTo>
                <a:lnTo>
                  <a:pt x="35764" y="531315"/>
                </a:lnTo>
                <a:lnTo>
                  <a:pt x="36501" y="531481"/>
                </a:lnTo>
                <a:lnTo>
                  <a:pt x="36207" y="531168"/>
                </a:lnTo>
                <a:lnTo>
                  <a:pt x="35436" y="530778"/>
                </a:lnTo>
                <a:close/>
              </a:path>
              <a:path w="906780" h="571500">
                <a:moveTo>
                  <a:pt x="35287" y="531207"/>
                </a:moveTo>
                <a:lnTo>
                  <a:pt x="35452" y="531329"/>
                </a:lnTo>
                <a:lnTo>
                  <a:pt x="35863" y="531477"/>
                </a:lnTo>
                <a:lnTo>
                  <a:pt x="35764" y="531315"/>
                </a:lnTo>
                <a:lnTo>
                  <a:pt x="35287" y="531207"/>
                </a:lnTo>
                <a:close/>
              </a:path>
              <a:path w="906780" h="571500">
                <a:moveTo>
                  <a:pt x="34815" y="531101"/>
                </a:moveTo>
                <a:lnTo>
                  <a:pt x="35445" y="531327"/>
                </a:lnTo>
                <a:lnTo>
                  <a:pt x="35287" y="531207"/>
                </a:lnTo>
                <a:lnTo>
                  <a:pt x="34815" y="531101"/>
                </a:lnTo>
                <a:close/>
              </a:path>
              <a:path w="906780" h="571500">
                <a:moveTo>
                  <a:pt x="33291" y="529691"/>
                </a:moveTo>
                <a:lnTo>
                  <a:pt x="35287" y="531207"/>
                </a:lnTo>
                <a:lnTo>
                  <a:pt x="35764" y="531315"/>
                </a:lnTo>
                <a:lnTo>
                  <a:pt x="35436" y="530778"/>
                </a:lnTo>
                <a:lnTo>
                  <a:pt x="33291" y="529691"/>
                </a:lnTo>
                <a:close/>
              </a:path>
              <a:path w="906780" h="571500">
                <a:moveTo>
                  <a:pt x="35147" y="531101"/>
                </a:moveTo>
                <a:lnTo>
                  <a:pt x="34815" y="531101"/>
                </a:lnTo>
                <a:lnTo>
                  <a:pt x="35287" y="531207"/>
                </a:lnTo>
                <a:lnTo>
                  <a:pt x="35147" y="531101"/>
                </a:lnTo>
                <a:close/>
              </a:path>
              <a:path w="906780" h="571500">
                <a:moveTo>
                  <a:pt x="34688" y="529551"/>
                </a:moveTo>
                <a:lnTo>
                  <a:pt x="35436" y="530778"/>
                </a:lnTo>
                <a:lnTo>
                  <a:pt x="36207" y="531168"/>
                </a:lnTo>
                <a:lnTo>
                  <a:pt x="34688" y="529551"/>
                </a:lnTo>
                <a:close/>
              </a:path>
              <a:path w="906780" h="571500">
                <a:moveTo>
                  <a:pt x="39641" y="528065"/>
                </a:moveTo>
                <a:lnTo>
                  <a:pt x="38625" y="530847"/>
                </a:lnTo>
                <a:lnTo>
                  <a:pt x="39327" y="529245"/>
                </a:lnTo>
                <a:lnTo>
                  <a:pt x="39641" y="528065"/>
                </a:lnTo>
                <a:close/>
              </a:path>
              <a:path w="906780" h="571500">
                <a:moveTo>
                  <a:pt x="39327" y="529245"/>
                </a:moveTo>
                <a:lnTo>
                  <a:pt x="38625" y="530847"/>
                </a:lnTo>
                <a:lnTo>
                  <a:pt x="38900" y="530847"/>
                </a:lnTo>
                <a:lnTo>
                  <a:pt x="39327" y="529245"/>
                </a:lnTo>
                <a:close/>
              </a:path>
              <a:path w="906780" h="571500">
                <a:moveTo>
                  <a:pt x="34774" y="529691"/>
                </a:moveTo>
                <a:lnTo>
                  <a:pt x="33291" y="529691"/>
                </a:lnTo>
                <a:lnTo>
                  <a:pt x="35436" y="530778"/>
                </a:lnTo>
                <a:lnTo>
                  <a:pt x="34774" y="529691"/>
                </a:lnTo>
                <a:close/>
              </a:path>
              <a:path w="906780" h="571500">
                <a:moveTo>
                  <a:pt x="39843" y="528065"/>
                </a:moveTo>
                <a:lnTo>
                  <a:pt x="39641" y="528065"/>
                </a:lnTo>
                <a:lnTo>
                  <a:pt x="39327" y="529245"/>
                </a:lnTo>
                <a:lnTo>
                  <a:pt x="39843" y="528065"/>
                </a:lnTo>
                <a:close/>
              </a:path>
              <a:path w="906780" h="571500">
                <a:moveTo>
                  <a:pt x="890635" y="266318"/>
                </a:moveTo>
                <a:lnTo>
                  <a:pt x="811166" y="266318"/>
                </a:lnTo>
                <a:lnTo>
                  <a:pt x="825390" y="301713"/>
                </a:lnTo>
                <a:lnTo>
                  <a:pt x="807691" y="308854"/>
                </a:lnTo>
                <a:lnTo>
                  <a:pt x="821961" y="344169"/>
                </a:lnTo>
                <a:lnTo>
                  <a:pt x="890635" y="266318"/>
                </a:lnTo>
                <a:close/>
              </a:path>
              <a:path w="906780" h="571500">
                <a:moveTo>
                  <a:pt x="811166" y="266318"/>
                </a:moveTo>
                <a:lnTo>
                  <a:pt x="793404" y="273498"/>
                </a:lnTo>
                <a:lnTo>
                  <a:pt x="807691" y="308854"/>
                </a:lnTo>
                <a:lnTo>
                  <a:pt x="825390" y="301713"/>
                </a:lnTo>
                <a:lnTo>
                  <a:pt x="811166" y="266318"/>
                </a:lnTo>
                <a:close/>
              </a:path>
              <a:path w="906780" h="571500">
                <a:moveTo>
                  <a:pt x="779162" y="238251"/>
                </a:moveTo>
                <a:lnTo>
                  <a:pt x="793404" y="273498"/>
                </a:lnTo>
                <a:lnTo>
                  <a:pt x="811166" y="266318"/>
                </a:lnTo>
                <a:lnTo>
                  <a:pt x="890635" y="266318"/>
                </a:lnTo>
                <a:lnTo>
                  <a:pt x="906543" y="248284"/>
                </a:lnTo>
                <a:lnTo>
                  <a:pt x="779162" y="23825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/>
          <p:nvPr/>
        </p:nvSpPr>
        <p:spPr>
          <a:xfrm>
            <a:off x="810005" y="5175503"/>
            <a:ext cx="603885" cy="114300"/>
          </a:xfrm>
          <a:custGeom>
            <a:avLst/>
            <a:gdLst/>
            <a:ahLst/>
            <a:cxnLst/>
            <a:rect l="l" t="t" r="r" b="b"/>
            <a:pathLst>
              <a:path w="603885" h="114300">
                <a:moveTo>
                  <a:pt x="489203" y="0"/>
                </a:moveTo>
                <a:lnTo>
                  <a:pt x="489203" y="114300"/>
                </a:lnTo>
                <a:lnTo>
                  <a:pt x="565404" y="76200"/>
                </a:lnTo>
                <a:lnTo>
                  <a:pt x="508253" y="76200"/>
                </a:lnTo>
                <a:lnTo>
                  <a:pt x="508253" y="38100"/>
                </a:lnTo>
                <a:lnTo>
                  <a:pt x="565404" y="38100"/>
                </a:lnTo>
                <a:lnTo>
                  <a:pt x="489203" y="0"/>
                </a:lnTo>
                <a:close/>
              </a:path>
              <a:path w="603885" h="114300">
                <a:moveTo>
                  <a:pt x="48920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89203" y="76200"/>
                </a:lnTo>
                <a:lnTo>
                  <a:pt x="489203" y="38100"/>
                </a:lnTo>
                <a:close/>
              </a:path>
              <a:path w="603885" h="114300">
                <a:moveTo>
                  <a:pt x="565404" y="38100"/>
                </a:moveTo>
                <a:lnTo>
                  <a:pt x="508253" y="38100"/>
                </a:lnTo>
                <a:lnTo>
                  <a:pt x="508253" y="76200"/>
                </a:lnTo>
                <a:lnTo>
                  <a:pt x="565404" y="76200"/>
                </a:lnTo>
                <a:lnTo>
                  <a:pt x="603504" y="57150"/>
                </a:lnTo>
                <a:lnTo>
                  <a:pt x="56540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2882645" y="799337"/>
            <a:ext cx="658495" cy="542925"/>
          </a:xfrm>
          <a:custGeom>
            <a:avLst/>
            <a:gdLst/>
            <a:ahLst/>
            <a:cxnLst/>
            <a:rect l="l" t="t" r="r" b="b"/>
            <a:pathLst>
              <a:path w="658495" h="542925">
                <a:moveTo>
                  <a:pt x="0" y="271272"/>
                </a:moveTo>
                <a:lnTo>
                  <a:pt x="4306" y="227260"/>
                </a:lnTo>
                <a:lnTo>
                  <a:pt x="16776" y="185513"/>
                </a:lnTo>
                <a:lnTo>
                  <a:pt x="36731" y="146588"/>
                </a:lnTo>
                <a:lnTo>
                  <a:pt x="63495" y="111044"/>
                </a:lnTo>
                <a:lnTo>
                  <a:pt x="96393" y="79438"/>
                </a:lnTo>
                <a:lnTo>
                  <a:pt x="134745" y="52328"/>
                </a:lnTo>
                <a:lnTo>
                  <a:pt x="177878" y="30271"/>
                </a:lnTo>
                <a:lnTo>
                  <a:pt x="225113" y="13825"/>
                </a:lnTo>
                <a:lnTo>
                  <a:pt x="275773" y="3549"/>
                </a:lnTo>
                <a:lnTo>
                  <a:pt x="329184" y="0"/>
                </a:lnTo>
                <a:lnTo>
                  <a:pt x="382594" y="3549"/>
                </a:lnTo>
                <a:lnTo>
                  <a:pt x="433254" y="13825"/>
                </a:lnTo>
                <a:lnTo>
                  <a:pt x="480489" y="30271"/>
                </a:lnTo>
                <a:lnTo>
                  <a:pt x="523622" y="52328"/>
                </a:lnTo>
                <a:lnTo>
                  <a:pt x="561974" y="79438"/>
                </a:lnTo>
                <a:lnTo>
                  <a:pt x="594872" y="111044"/>
                </a:lnTo>
                <a:lnTo>
                  <a:pt x="621636" y="146588"/>
                </a:lnTo>
                <a:lnTo>
                  <a:pt x="641591" y="185513"/>
                </a:lnTo>
                <a:lnTo>
                  <a:pt x="654061" y="227260"/>
                </a:lnTo>
                <a:lnTo>
                  <a:pt x="658368" y="271272"/>
                </a:lnTo>
                <a:lnTo>
                  <a:pt x="654061" y="315283"/>
                </a:lnTo>
                <a:lnTo>
                  <a:pt x="641591" y="357030"/>
                </a:lnTo>
                <a:lnTo>
                  <a:pt x="621636" y="395955"/>
                </a:lnTo>
                <a:lnTo>
                  <a:pt x="594872" y="431499"/>
                </a:lnTo>
                <a:lnTo>
                  <a:pt x="561975" y="463105"/>
                </a:lnTo>
                <a:lnTo>
                  <a:pt x="523622" y="490215"/>
                </a:lnTo>
                <a:lnTo>
                  <a:pt x="480489" y="512272"/>
                </a:lnTo>
                <a:lnTo>
                  <a:pt x="433254" y="528718"/>
                </a:lnTo>
                <a:lnTo>
                  <a:pt x="382594" y="538994"/>
                </a:lnTo>
                <a:lnTo>
                  <a:pt x="329184" y="542544"/>
                </a:lnTo>
                <a:lnTo>
                  <a:pt x="275773" y="538994"/>
                </a:lnTo>
                <a:lnTo>
                  <a:pt x="225113" y="528718"/>
                </a:lnTo>
                <a:lnTo>
                  <a:pt x="177878" y="512272"/>
                </a:lnTo>
                <a:lnTo>
                  <a:pt x="134745" y="490215"/>
                </a:lnTo>
                <a:lnTo>
                  <a:pt x="96393" y="463105"/>
                </a:lnTo>
                <a:lnTo>
                  <a:pt x="63495" y="431499"/>
                </a:lnTo>
                <a:lnTo>
                  <a:pt x="36731" y="395955"/>
                </a:lnTo>
                <a:lnTo>
                  <a:pt x="16776" y="357030"/>
                </a:lnTo>
                <a:lnTo>
                  <a:pt x="4306" y="315283"/>
                </a:lnTo>
                <a:lnTo>
                  <a:pt x="0" y="27127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109086" y="831545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2062733" y="955547"/>
            <a:ext cx="820419" cy="114300"/>
          </a:xfrm>
          <a:custGeom>
            <a:avLst/>
            <a:gdLst/>
            <a:ahLst/>
            <a:cxnLst/>
            <a:rect l="l" t="t" r="r" b="b"/>
            <a:pathLst>
              <a:path w="820419" h="114300">
                <a:moveTo>
                  <a:pt x="705612" y="0"/>
                </a:moveTo>
                <a:lnTo>
                  <a:pt x="705612" y="114300"/>
                </a:lnTo>
                <a:lnTo>
                  <a:pt x="781812" y="76200"/>
                </a:lnTo>
                <a:lnTo>
                  <a:pt x="724662" y="76200"/>
                </a:lnTo>
                <a:lnTo>
                  <a:pt x="724662" y="38100"/>
                </a:lnTo>
                <a:lnTo>
                  <a:pt x="781812" y="38100"/>
                </a:lnTo>
                <a:lnTo>
                  <a:pt x="705612" y="0"/>
                </a:lnTo>
                <a:close/>
              </a:path>
              <a:path w="820419" h="114300">
                <a:moveTo>
                  <a:pt x="7056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05612" y="76200"/>
                </a:lnTo>
                <a:lnTo>
                  <a:pt x="705612" y="38100"/>
                </a:lnTo>
                <a:close/>
              </a:path>
              <a:path w="820419" h="114300">
                <a:moveTo>
                  <a:pt x="781812" y="38100"/>
                </a:moveTo>
                <a:lnTo>
                  <a:pt x="724662" y="38100"/>
                </a:lnTo>
                <a:lnTo>
                  <a:pt x="724662" y="76200"/>
                </a:lnTo>
                <a:lnTo>
                  <a:pt x="781812" y="76200"/>
                </a:lnTo>
                <a:lnTo>
                  <a:pt x="819912" y="57150"/>
                </a:lnTo>
                <a:lnTo>
                  <a:pt x="78181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1413510" y="733805"/>
            <a:ext cx="658495" cy="544195"/>
          </a:xfrm>
          <a:custGeom>
            <a:avLst/>
            <a:gdLst/>
            <a:ahLst/>
            <a:cxnLst/>
            <a:rect l="l" t="t" r="r" b="b"/>
            <a:pathLst>
              <a:path w="658494" h="544194">
                <a:moveTo>
                  <a:pt x="0" y="272034"/>
                </a:moveTo>
                <a:lnTo>
                  <a:pt x="4306" y="227908"/>
                </a:lnTo>
                <a:lnTo>
                  <a:pt x="16776" y="186049"/>
                </a:lnTo>
                <a:lnTo>
                  <a:pt x="36731" y="147018"/>
                </a:lnTo>
                <a:lnTo>
                  <a:pt x="63495" y="111373"/>
                </a:lnTo>
                <a:lnTo>
                  <a:pt x="96393" y="79676"/>
                </a:lnTo>
                <a:lnTo>
                  <a:pt x="134745" y="52486"/>
                </a:lnTo>
                <a:lnTo>
                  <a:pt x="177878" y="30363"/>
                </a:lnTo>
                <a:lnTo>
                  <a:pt x="225113" y="13868"/>
                </a:lnTo>
                <a:lnTo>
                  <a:pt x="275773" y="3560"/>
                </a:lnTo>
                <a:lnTo>
                  <a:pt x="329184" y="0"/>
                </a:lnTo>
                <a:lnTo>
                  <a:pt x="382594" y="3560"/>
                </a:lnTo>
                <a:lnTo>
                  <a:pt x="433254" y="13868"/>
                </a:lnTo>
                <a:lnTo>
                  <a:pt x="480489" y="30363"/>
                </a:lnTo>
                <a:lnTo>
                  <a:pt x="523622" y="52486"/>
                </a:lnTo>
                <a:lnTo>
                  <a:pt x="561975" y="79676"/>
                </a:lnTo>
                <a:lnTo>
                  <a:pt x="594872" y="111373"/>
                </a:lnTo>
                <a:lnTo>
                  <a:pt x="621636" y="147018"/>
                </a:lnTo>
                <a:lnTo>
                  <a:pt x="641591" y="186049"/>
                </a:lnTo>
                <a:lnTo>
                  <a:pt x="654061" y="227908"/>
                </a:lnTo>
                <a:lnTo>
                  <a:pt x="658367" y="272034"/>
                </a:lnTo>
                <a:lnTo>
                  <a:pt x="654061" y="316159"/>
                </a:lnTo>
                <a:lnTo>
                  <a:pt x="641591" y="358018"/>
                </a:lnTo>
                <a:lnTo>
                  <a:pt x="621636" y="397049"/>
                </a:lnTo>
                <a:lnTo>
                  <a:pt x="594872" y="432694"/>
                </a:lnTo>
                <a:lnTo>
                  <a:pt x="561974" y="464391"/>
                </a:lnTo>
                <a:lnTo>
                  <a:pt x="523622" y="491581"/>
                </a:lnTo>
                <a:lnTo>
                  <a:pt x="480489" y="513704"/>
                </a:lnTo>
                <a:lnTo>
                  <a:pt x="433254" y="530199"/>
                </a:lnTo>
                <a:lnTo>
                  <a:pt x="382594" y="540507"/>
                </a:lnTo>
                <a:lnTo>
                  <a:pt x="329184" y="544068"/>
                </a:lnTo>
                <a:lnTo>
                  <a:pt x="275773" y="540507"/>
                </a:lnTo>
                <a:lnTo>
                  <a:pt x="225113" y="530199"/>
                </a:lnTo>
                <a:lnTo>
                  <a:pt x="177878" y="513704"/>
                </a:lnTo>
                <a:lnTo>
                  <a:pt x="134745" y="491581"/>
                </a:lnTo>
                <a:lnTo>
                  <a:pt x="96393" y="464391"/>
                </a:lnTo>
                <a:lnTo>
                  <a:pt x="63495" y="432694"/>
                </a:lnTo>
                <a:lnTo>
                  <a:pt x="36731" y="397049"/>
                </a:lnTo>
                <a:lnTo>
                  <a:pt x="16776" y="358018"/>
                </a:lnTo>
                <a:lnTo>
                  <a:pt x="4306" y="316159"/>
                </a:lnTo>
                <a:lnTo>
                  <a:pt x="0" y="27203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567561" y="766953"/>
            <a:ext cx="3479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7391400" y="687577"/>
            <a:ext cx="734695" cy="618490"/>
          </a:xfrm>
          <a:custGeom>
            <a:avLst/>
            <a:gdLst/>
            <a:ahLst/>
            <a:cxnLst/>
            <a:rect l="l" t="t" r="r" b="b"/>
            <a:pathLst>
              <a:path w="734695" h="618490">
                <a:moveTo>
                  <a:pt x="366395" y="0"/>
                </a:moveTo>
                <a:lnTo>
                  <a:pt x="311657" y="3810"/>
                </a:lnTo>
                <a:lnTo>
                  <a:pt x="259206" y="13969"/>
                </a:lnTo>
                <a:lnTo>
                  <a:pt x="193294" y="36829"/>
                </a:lnTo>
                <a:lnTo>
                  <a:pt x="135000" y="69850"/>
                </a:lnTo>
                <a:lnTo>
                  <a:pt x="97281" y="100329"/>
                </a:lnTo>
                <a:lnTo>
                  <a:pt x="85725" y="110489"/>
                </a:lnTo>
                <a:lnTo>
                  <a:pt x="74675" y="123189"/>
                </a:lnTo>
                <a:lnTo>
                  <a:pt x="64007" y="134619"/>
                </a:lnTo>
                <a:lnTo>
                  <a:pt x="45466" y="160019"/>
                </a:lnTo>
                <a:lnTo>
                  <a:pt x="22986" y="201929"/>
                </a:lnTo>
                <a:lnTo>
                  <a:pt x="7493" y="247650"/>
                </a:lnTo>
                <a:lnTo>
                  <a:pt x="380" y="294639"/>
                </a:lnTo>
                <a:lnTo>
                  <a:pt x="0" y="311150"/>
                </a:lnTo>
                <a:lnTo>
                  <a:pt x="507" y="327660"/>
                </a:lnTo>
                <a:lnTo>
                  <a:pt x="8127" y="374650"/>
                </a:lnTo>
                <a:lnTo>
                  <a:pt x="23749" y="419100"/>
                </a:lnTo>
                <a:lnTo>
                  <a:pt x="46481" y="461010"/>
                </a:lnTo>
                <a:lnTo>
                  <a:pt x="75819" y="497839"/>
                </a:lnTo>
                <a:lnTo>
                  <a:pt x="87122" y="510539"/>
                </a:lnTo>
                <a:lnTo>
                  <a:pt x="137922" y="551179"/>
                </a:lnTo>
                <a:lnTo>
                  <a:pt x="211327" y="590550"/>
                </a:lnTo>
                <a:lnTo>
                  <a:pt x="260857" y="605789"/>
                </a:lnTo>
                <a:lnTo>
                  <a:pt x="313181" y="615950"/>
                </a:lnTo>
                <a:lnTo>
                  <a:pt x="349503" y="618489"/>
                </a:lnTo>
                <a:lnTo>
                  <a:pt x="386588" y="618489"/>
                </a:lnTo>
                <a:lnTo>
                  <a:pt x="440690" y="613410"/>
                </a:lnTo>
                <a:lnTo>
                  <a:pt x="508634" y="595629"/>
                </a:lnTo>
                <a:lnTo>
                  <a:pt x="515086" y="593089"/>
                </a:lnTo>
                <a:lnTo>
                  <a:pt x="350011" y="593089"/>
                </a:lnTo>
                <a:lnTo>
                  <a:pt x="315849" y="590550"/>
                </a:lnTo>
                <a:lnTo>
                  <a:pt x="266573" y="581660"/>
                </a:lnTo>
                <a:lnTo>
                  <a:pt x="220218" y="566419"/>
                </a:lnTo>
                <a:lnTo>
                  <a:pt x="177546" y="546100"/>
                </a:lnTo>
                <a:lnTo>
                  <a:pt x="126873" y="511810"/>
                </a:lnTo>
                <a:lnTo>
                  <a:pt x="94360" y="481329"/>
                </a:lnTo>
                <a:lnTo>
                  <a:pt x="67309" y="445769"/>
                </a:lnTo>
                <a:lnTo>
                  <a:pt x="46608" y="408939"/>
                </a:lnTo>
                <a:lnTo>
                  <a:pt x="32511" y="368300"/>
                </a:lnTo>
                <a:lnTo>
                  <a:pt x="25780" y="325119"/>
                </a:lnTo>
                <a:lnTo>
                  <a:pt x="25431" y="311150"/>
                </a:lnTo>
                <a:lnTo>
                  <a:pt x="25434" y="308610"/>
                </a:lnTo>
                <a:lnTo>
                  <a:pt x="29336" y="266700"/>
                </a:lnTo>
                <a:lnTo>
                  <a:pt x="40894" y="224789"/>
                </a:lnTo>
                <a:lnTo>
                  <a:pt x="59435" y="186689"/>
                </a:lnTo>
                <a:lnTo>
                  <a:pt x="84200" y="149860"/>
                </a:lnTo>
                <a:lnTo>
                  <a:pt x="93979" y="139700"/>
                </a:lnTo>
                <a:lnTo>
                  <a:pt x="104013" y="128269"/>
                </a:lnTo>
                <a:lnTo>
                  <a:pt x="150241" y="90169"/>
                </a:lnTo>
                <a:lnTo>
                  <a:pt x="204724" y="59689"/>
                </a:lnTo>
                <a:lnTo>
                  <a:pt x="266065" y="38100"/>
                </a:lnTo>
                <a:lnTo>
                  <a:pt x="315341" y="29210"/>
                </a:lnTo>
                <a:lnTo>
                  <a:pt x="367029" y="25400"/>
                </a:lnTo>
                <a:lnTo>
                  <a:pt x="511143" y="25400"/>
                </a:lnTo>
                <a:lnTo>
                  <a:pt x="507110" y="24129"/>
                </a:lnTo>
                <a:lnTo>
                  <a:pt x="490727" y="17779"/>
                </a:lnTo>
                <a:lnTo>
                  <a:pt x="439166" y="6350"/>
                </a:lnTo>
                <a:lnTo>
                  <a:pt x="421385" y="3810"/>
                </a:lnTo>
                <a:lnTo>
                  <a:pt x="366395" y="0"/>
                </a:lnTo>
                <a:close/>
              </a:path>
              <a:path w="734695" h="618490">
                <a:moveTo>
                  <a:pt x="511143" y="25400"/>
                </a:moveTo>
                <a:lnTo>
                  <a:pt x="367029" y="25400"/>
                </a:lnTo>
                <a:lnTo>
                  <a:pt x="384555" y="26669"/>
                </a:lnTo>
                <a:lnTo>
                  <a:pt x="401700" y="26669"/>
                </a:lnTo>
                <a:lnTo>
                  <a:pt x="451993" y="34289"/>
                </a:lnTo>
                <a:lnTo>
                  <a:pt x="499364" y="48260"/>
                </a:lnTo>
                <a:lnTo>
                  <a:pt x="557022" y="73660"/>
                </a:lnTo>
                <a:lnTo>
                  <a:pt x="607695" y="107950"/>
                </a:lnTo>
                <a:lnTo>
                  <a:pt x="640206" y="138429"/>
                </a:lnTo>
                <a:lnTo>
                  <a:pt x="667130" y="172719"/>
                </a:lnTo>
                <a:lnTo>
                  <a:pt x="687958" y="210819"/>
                </a:lnTo>
                <a:lnTo>
                  <a:pt x="702055" y="251460"/>
                </a:lnTo>
                <a:lnTo>
                  <a:pt x="708659" y="294639"/>
                </a:lnTo>
                <a:lnTo>
                  <a:pt x="709133" y="311150"/>
                </a:lnTo>
                <a:lnTo>
                  <a:pt x="708786" y="323850"/>
                </a:lnTo>
                <a:lnTo>
                  <a:pt x="702182" y="367029"/>
                </a:lnTo>
                <a:lnTo>
                  <a:pt x="688213" y="407669"/>
                </a:lnTo>
                <a:lnTo>
                  <a:pt x="667511" y="445769"/>
                </a:lnTo>
                <a:lnTo>
                  <a:pt x="659256" y="457200"/>
                </a:lnTo>
                <a:lnTo>
                  <a:pt x="650240" y="469900"/>
                </a:lnTo>
                <a:lnTo>
                  <a:pt x="640588" y="480060"/>
                </a:lnTo>
                <a:lnTo>
                  <a:pt x="630554" y="491489"/>
                </a:lnTo>
                <a:lnTo>
                  <a:pt x="619632" y="501650"/>
                </a:lnTo>
                <a:lnTo>
                  <a:pt x="584200" y="529589"/>
                </a:lnTo>
                <a:lnTo>
                  <a:pt x="529844" y="560069"/>
                </a:lnTo>
                <a:lnTo>
                  <a:pt x="484377" y="576579"/>
                </a:lnTo>
                <a:lnTo>
                  <a:pt x="468629" y="580389"/>
                </a:lnTo>
                <a:lnTo>
                  <a:pt x="452500" y="585469"/>
                </a:lnTo>
                <a:lnTo>
                  <a:pt x="419226" y="590550"/>
                </a:lnTo>
                <a:lnTo>
                  <a:pt x="385064" y="593089"/>
                </a:lnTo>
                <a:lnTo>
                  <a:pt x="515086" y="593089"/>
                </a:lnTo>
                <a:lnTo>
                  <a:pt x="571246" y="567689"/>
                </a:lnTo>
                <a:lnTo>
                  <a:pt x="625094" y="530860"/>
                </a:lnTo>
                <a:lnTo>
                  <a:pt x="659892" y="496569"/>
                </a:lnTo>
                <a:lnTo>
                  <a:pt x="689101" y="459739"/>
                </a:lnTo>
                <a:lnTo>
                  <a:pt x="711580" y="417829"/>
                </a:lnTo>
                <a:lnTo>
                  <a:pt x="727075" y="372110"/>
                </a:lnTo>
                <a:lnTo>
                  <a:pt x="734186" y="325119"/>
                </a:lnTo>
                <a:lnTo>
                  <a:pt x="734568" y="308610"/>
                </a:lnTo>
                <a:lnTo>
                  <a:pt x="733932" y="292100"/>
                </a:lnTo>
                <a:lnTo>
                  <a:pt x="726440" y="245110"/>
                </a:lnTo>
                <a:lnTo>
                  <a:pt x="710819" y="199389"/>
                </a:lnTo>
                <a:lnTo>
                  <a:pt x="687958" y="158750"/>
                </a:lnTo>
                <a:lnTo>
                  <a:pt x="658622" y="120650"/>
                </a:lnTo>
                <a:lnTo>
                  <a:pt x="622807" y="87629"/>
                </a:lnTo>
                <a:lnTo>
                  <a:pt x="568451" y="50800"/>
                </a:lnTo>
                <a:lnTo>
                  <a:pt x="523240" y="29210"/>
                </a:lnTo>
                <a:lnTo>
                  <a:pt x="511143" y="25400"/>
                </a:lnTo>
                <a:close/>
              </a:path>
              <a:path w="734695" h="618490">
                <a:moveTo>
                  <a:pt x="400050" y="52069"/>
                </a:moveTo>
                <a:lnTo>
                  <a:pt x="335025" y="52069"/>
                </a:lnTo>
                <a:lnTo>
                  <a:pt x="287908" y="59689"/>
                </a:lnTo>
                <a:lnTo>
                  <a:pt x="229489" y="77469"/>
                </a:lnTo>
                <a:lnTo>
                  <a:pt x="189865" y="95250"/>
                </a:lnTo>
                <a:lnTo>
                  <a:pt x="142875" y="128269"/>
                </a:lnTo>
                <a:lnTo>
                  <a:pt x="132460" y="135889"/>
                </a:lnTo>
                <a:lnTo>
                  <a:pt x="104394" y="166369"/>
                </a:lnTo>
                <a:lnTo>
                  <a:pt x="81660" y="198119"/>
                </a:lnTo>
                <a:lnTo>
                  <a:pt x="64897" y="233679"/>
                </a:lnTo>
                <a:lnTo>
                  <a:pt x="54482" y="270510"/>
                </a:lnTo>
                <a:lnTo>
                  <a:pt x="50834" y="308610"/>
                </a:lnTo>
                <a:lnTo>
                  <a:pt x="50838" y="311150"/>
                </a:lnTo>
                <a:lnTo>
                  <a:pt x="57023" y="360679"/>
                </a:lnTo>
                <a:lnTo>
                  <a:pt x="69596" y="397510"/>
                </a:lnTo>
                <a:lnTo>
                  <a:pt x="88265" y="431800"/>
                </a:lnTo>
                <a:lnTo>
                  <a:pt x="112775" y="463550"/>
                </a:lnTo>
                <a:lnTo>
                  <a:pt x="121920" y="472439"/>
                </a:lnTo>
                <a:lnTo>
                  <a:pt x="131952" y="482600"/>
                </a:lnTo>
                <a:lnTo>
                  <a:pt x="164592" y="508000"/>
                </a:lnTo>
                <a:lnTo>
                  <a:pt x="215392" y="535939"/>
                </a:lnTo>
                <a:lnTo>
                  <a:pt x="257555" y="552450"/>
                </a:lnTo>
                <a:lnTo>
                  <a:pt x="318516" y="565150"/>
                </a:lnTo>
                <a:lnTo>
                  <a:pt x="350647" y="567689"/>
                </a:lnTo>
                <a:lnTo>
                  <a:pt x="383413" y="567689"/>
                </a:lnTo>
                <a:lnTo>
                  <a:pt x="415544" y="565150"/>
                </a:lnTo>
                <a:lnTo>
                  <a:pt x="446658" y="560069"/>
                </a:lnTo>
                <a:lnTo>
                  <a:pt x="476503" y="552450"/>
                </a:lnTo>
                <a:lnTo>
                  <a:pt x="505078" y="542289"/>
                </a:lnTo>
                <a:lnTo>
                  <a:pt x="351154" y="542289"/>
                </a:lnTo>
                <a:lnTo>
                  <a:pt x="306577" y="538479"/>
                </a:lnTo>
                <a:lnTo>
                  <a:pt x="292226" y="534669"/>
                </a:lnTo>
                <a:lnTo>
                  <a:pt x="278002" y="532129"/>
                </a:lnTo>
                <a:lnTo>
                  <a:pt x="264414" y="528319"/>
                </a:lnTo>
                <a:lnTo>
                  <a:pt x="225298" y="513079"/>
                </a:lnTo>
                <a:lnTo>
                  <a:pt x="177926" y="486410"/>
                </a:lnTo>
                <a:lnTo>
                  <a:pt x="139446" y="454660"/>
                </a:lnTo>
                <a:lnTo>
                  <a:pt x="115697" y="426719"/>
                </a:lnTo>
                <a:lnTo>
                  <a:pt x="109093" y="417829"/>
                </a:lnTo>
                <a:lnTo>
                  <a:pt x="88010" y="375919"/>
                </a:lnTo>
                <a:lnTo>
                  <a:pt x="77470" y="331469"/>
                </a:lnTo>
                <a:lnTo>
                  <a:pt x="76200" y="308610"/>
                </a:lnTo>
                <a:lnTo>
                  <a:pt x="76580" y="297179"/>
                </a:lnTo>
                <a:lnTo>
                  <a:pt x="85090" y="252729"/>
                </a:lnTo>
                <a:lnTo>
                  <a:pt x="104013" y="210819"/>
                </a:lnTo>
                <a:lnTo>
                  <a:pt x="116967" y="191769"/>
                </a:lnTo>
                <a:lnTo>
                  <a:pt x="124586" y="181610"/>
                </a:lnTo>
                <a:lnTo>
                  <a:pt x="159257" y="147319"/>
                </a:lnTo>
                <a:lnTo>
                  <a:pt x="203200" y="116839"/>
                </a:lnTo>
                <a:lnTo>
                  <a:pt x="239395" y="100329"/>
                </a:lnTo>
                <a:lnTo>
                  <a:pt x="293624" y="83819"/>
                </a:lnTo>
                <a:lnTo>
                  <a:pt x="337566" y="77469"/>
                </a:lnTo>
                <a:lnTo>
                  <a:pt x="352678" y="77469"/>
                </a:lnTo>
                <a:lnTo>
                  <a:pt x="368173" y="76200"/>
                </a:lnTo>
                <a:lnTo>
                  <a:pt x="502062" y="76200"/>
                </a:lnTo>
                <a:lnTo>
                  <a:pt x="477011" y="67310"/>
                </a:lnTo>
                <a:lnTo>
                  <a:pt x="447167" y="59689"/>
                </a:lnTo>
                <a:lnTo>
                  <a:pt x="400050" y="52069"/>
                </a:lnTo>
                <a:close/>
              </a:path>
              <a:path w="734695" h="618490">
                <a:moveTo>
                  <a:pt x="502062" y="76200"/>
                </a:moveTo>
                <a:lnTo>
                  <a:pt x="368173" y="76200"/>
                </a:lnTo>
                <a:lnTo>
                  <a:pt x="383413" y="77469"/>
                </a:lnTo>
                <a:lnTo>
                  <a:pt x="398525" y="77469"/>
                </a:lnTo>
                <a:lnTo>
                  <a:pt x="413384" y="80010"/>
                </a:lnTo>
                <a:lnTo>
                  <a:pt x="428117" y="81279"/>
                </a:lnTo>
                <a:lnTo>
                  <a:pt x="442468" y="85089"/>
                </a:lnTo>
                <a:lnTo>
                  <a:pt x="456565" y="87629"/>
                </a:lnTo>
                <a:lnTo>
                  <a:pt x="496697" y="101600"/>
                </a:lnTo>
                <a:lnTo>
                  <a:pt x="534161" y="119379"/>
                </a:lnTo>
                <a:lnTo>
                  <a:pt x="577342" y="148589"/>
                </a:lnTo>
                <a:lnTo>
                  <a:pt x="611504" y="182879"/>
                </a:lnTo>
                <a:lnTo>
                  <a:pt x="618744" y="193039"/>
                </a:lnTo>
                <a:lnTo>
                  <a:pt x="625475" y="201929"/>
                </a:lnTo>
                <a:lnTo>
                  <a:pt x="646302" y="243839"/>
                </a:lnTo>
                <a:lnTo>
                  <a:pt x="657098" y="288289"/>
                </a:lnTo>
                <a:lnTo>
                  <a:pt x="658368" y="311150"/>
                </a:lnTo>
                <a:lnTo>
                  <a:pt x="657986" y="322579"/>
                </a:lnTo>
                <a:lnTo>
                  <a:pt x="649477" y="367029"/>
                </a:lnTo>
                <a:lnTo>
                  <a:pt x="630554" y="408939"/>
                </a:lnTo>
                <a:lnTo>
                  <a:pt x="617601" y="427989"/>
                </a:lnTo>
                <a:lnTo>
                  <a:pt x="610234" y="438150"/>
                </a:lnTo>
                <a:lnTo>
                  <a:pt x="575055" y="472439"/>
                </a:lnTo>
                <a:lnTo>
                  <a:pt x="531368" y="502919"/>
                </a:lnTo>
                <a:lnTo>
                  <a:pt x="495173" y="519429"/>
                </a:lnTo>
                <a:lnTo>
                  <a:pt x="440944" y="535939"/>
                </a:lnTo>
                <a:lnTo>
                  <a:pt x="411860" y="539750"/>
                </a:lnTo>
                <a:lnTo>
                  <a:pt x="397001" y="542289"/>
                </a:lnTo>
                <a:lnTo>
                  <a:pt x="505078" y="542289"/>
                </a:lnTo>
                <a:lnTo>
                  <a:pt x="518541" y="537210"/>
                </a:lnTo>
                <a:lnTo>
                  <a:pt x="569086" y="509269"/>
                </a:lnTo>
                <a:lnTo>
                  <a:pt x="602233" y="482600"/>
                </a:lnTo>
                <a:lnTo>
                  <a:pt x="630301" y="453389"/>
                </a:lnTo>
                <a:lnTo>
                  <a:pt x="652906" y="421639"/>
                </a:lnTo>
                <a:lnTo>
                  <a:pt x="669671" y="386079"/>
                </a:lnTo>
                <a:lnTo>
                  <a:pt x="680084" y="349250"/>
                </a:lnTo>
                <a:lnTo>
                  <a:pt x="683733" y="311150"/>
                </a:lnTo>
                <a:lnTo>
                  <a:pt x="683729" y="308610"/>
                </a:lnTo>
                <a:lnTo>
                  <a:pt x="680211" y="270510"/>
                </a:lnTo>
                <a:lnTo>
                  <a:pt x="669798" y="233679"/>
                </a:lnTo>
                <a:lnTo>
                  <a:pt x="653160" y="199389"/>
                </a:lnTo>
                <a:lnTo>
                  <a:pt x="630681" y="166369"/>
                </a:lnTo>
                <a:lnTo>
                  <a:pt x="602615" y="137160"/>
                </a:lnTo>
                <a:lnTo>
                  <a:pt x="569976" y="111760"/>
                </a:lnTo>
                <a:lnTo>
                  <a:pt x="519175" y="82550"/>
                </a:lnTo>
                <a:lnTo>
                  <a:pt x="505586" y="77469"/>
                </a:lnTo>
                <a:lnTo>
                  <a:pt x="502062" y="76200"/>
                </a:lnTo>
                <a:close/>
              </a:path>
              <a:path w="734695" h="618490">
                <a:moveTo>
                  <a:pt x="367538" y="50800"/>
                </a:moveTo>
                <a:lnTo>
                  <a:pt x="351154" y="52069"/>
                </a:lnTo>
                <a:lnTo>
                  <a:pt x="383921" y="52069"/>
                </a:lnTo>
                <a:lnTo>
                  <a:pt x="367538" y="508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585202" y="759079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2356230" y="598777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3541014" y="955547"/>
            <a:ext cx="3889375" cy="114300"/>
          </a:xfrm>
          <a:custGeom>
            <a:avLst/>
            <a:gdLst/>
            <a:ahLst/>
            <a:cxnLst/>
            <a:rect l="l" t="t" r="r" b="b"/>
            <a:pathLst>
              <a:path w="3889375" h="114300">
                <a:moveTo>
                  <a:pt x="3774947" y="0"/>
                </a:moveTo>
                <a:lnTo>
                  <a:pt x="3774947" y="114300"/>
                </a:lnTo>
                <a:lnTo>
                  <a:pt x="3851147" y="76200"/>
                </a:lnTo>
                <a:lnTo>
                  <a:pt x="3793997" y="76200"/>
                </a:lnTo>
                <a:lnTo>
                  <a:pt x="3793997" y="38100"/>
                </a:lnTo>
                <a:lnTo>
                  <a:pt x="3851147" y="38100"/>
                </a:lnTo>
                <a:lnTo>
                  <a:pt x="3774947" y="0"/>
                </a:lnTo>
                <a:close/>
              </a:path>
              <a:path w="3889375" h="114300">
                <a:moveTo>
                  <a:pt x="3774947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774947" y="76200"/>
                </a:lnTo>
                <a:lnTo>
                  <a:pt x="3774947" y="38100"/>
                </a:lnTo>
                <a:close/>
              </a:path>
              <a:path w="3889375" h="114300">
                <a:moveTo>
                  <a:pt x="3851147" y="38100"/>
                </a:moveTo>
                <a:lnTo>
                  <a:pt x="3793997" y="38100"/>
                </a:lnTo>
                <a:lnTo>
                  <a:pt x="3793997" y="76200"/>
                </a:lnTo>
                <a:lnTo>
                  <a:pt x="3851147" y="76200"/>
                </a:lnTo>
                <a:lnTo>
                  <a:pt x="3889247" y="57150"/>
                </a:lnTo>
                <a:lnTo>
                  <a:pt x="3851147" y="381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4089272" y="536801"/>
            <a:ext cx="232918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((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2271776" y="1090802"/>
            <a:ext cx="906780" cy="571500"/>
          </a:xfrm>
          <a:custGeom>
            <a:avLst/>
            <a:gdLst/>
            <a:ahLst/>
            <a:cxnLst/>
            <a:rect l="l" t="t" r="r" b="b"/>
            <a:pathLst>
              <a:path w="906780" h="571500">
                <a:moveTo>
                  <a:pt x="575818" y="0"/>
                </a:moveTo>
                <a:lnTo>
                  <a:pt x="350519" y="181610"/>
                </a:lnTo>
                <a:lnTo>
                  <a:pt x="298069" y="224917"/>
                </a:lnTo>
                <a:lnTo>
                  <a:pt x="248285" y="266700"/>
                </a:lnTo>
                <a:lnTo>
                  <a:pt x="201675" y="306577"/>
                </a:lnTo>
                <a:lnTo>
                  <a:pt x="158623" y="344550"/>
                </a:lnTo>
                <a:lnTo>
                  <a:pt x="119634" y="380111"/>
                </a:lnTo>
                <a:lnTo>
                  <a:pt x="85343" y="413004"/>
                </a:lnTo>
                <a:lnTo>
                  <a:pt x="56387" y="442849"/>
                </a:lnTo>
                <a:lnTo>
                  <a:pt x="23026" y="482346"/>
                </a:lnTo>
                <a:lnTo>
                  <a:pt x="3828" y="515493"/>
                </a:lnTo>
                <a:lnTo>
                  <a:pt x="0" y="539623"/>
                </a:lnTo>
                <a:lnTo>
                  <a:pt x="254" y="541147"/>
                </a:lnTo>
                <a:lnTo>
                  <a:pt x="888" y="543306"/>
                </a:lnTo>
                <a:lnTo>
                  <a:pt x="3682" y="551180"/>
                </a:lnTo>
                <a:lnTo>
                  <a:pt x="5080" y="553593"/>
                </a:lnTo>
                <a:lnTo>
                  <a:pt x="10794" y="559688"/>
                </a:lnTo>
                <a:lnTo>
                  <a:pt x="12318" y="561339"/>
                </a:lnTo>
                <a:lnTo>
                  <a:pt x="14097" y="562737"/>
                </a:lnTo>
                <a:lnTo>
                  <a:pt x="16129" y="563752"/>
                </a:lnTo>
                <a:lnTo>
                  <a:pt x="22098" y="566674"/>
                </a:lnTo>
                <a:lnTo>
                  <a:pt x="23494" y="567436"/>
                </a:lnTo>
                <a:lnTo>
                  <a:pt x="24892" y="567944"/>
                </a:lnTo>
                <a:lnTo>
                  <a:pt x="26416" y="568325"/>
                </a:lnTo>
                <a:lnTo>
                  <a:pt x="34543" y="570102"/>
                </a:lnTo>
                <a:lnTo>
                  <a:pt x="35432" y="570357"/>
                </a:lnTo>
                <a:lnTo>
                  <a:pt x="36449" y="570484"/>
                </a:lnTo>
                <a:lnTo>
                  <a:pt x="37465" y="570484"/>
                </a:lnTo>
                <a:lnTo>
                  <a:pt x="47371" y="571119"/>
                </a:lnTo>
                <a:lnTo>
                  <a:pt x="92837" y="566547"/>
                </a:lnTo>
                <a:lnTo>
                  <a:pt x="130429" y="558419"/>
                </a:lnTo>
                <a:lnTo>
                  <a:pt x="173990" y="546608"/>
                </a:lnTo>
                <a:lnTo>
                  <a:pt x="203530" y="537718"/>
                </a:lnTo>
                <a:lnTo>
                  <a:pt x="37973" y="537718"/>
                </a:lnTo>
                <a:lnTo>
                  <a:pt x="37699" y="535686"/>
                </a:lnTo>
                <a:lnTo>
                  <a:pt x="37485" y="534195"/>
                </a:lnTo>
                <a:lnTo>
                  <a:pt x="36011" y="531802"/>
                </a:lnTo>
                <a:lnTo>
                  <a:pt x="35374" y="531317"/>
                </a:lnTo>
                <a:lnTo>
                  <a:pt x="34798" y="531113"/>
                </a:lnTo>
                <a:lnTo>
                  <a:pt x="35107" y="531113"/>
                </a:lnTo>
                <a:lnTo>
                  <a:pt x="33274" y="529717"/>
                </a:lnTo>
                <a:lnTo>
                  <a:pt x="34748" y="529717"/>
                </a:lnTo>
                <a:lnTo>
                  <a:pt x="34671" y="529589"/>
                </a:lnTo>
                <a:lnTo>
                  <a:pt x="39069" y="529589"/>
                </a:lnTo>
                <a:lnTo>
                  <a:pt x="39624" y="528066"/>
                </a:lnTo>
                <a:lnTo>
                  <a:pt x="39827" y="528066"/>
                </a:lnTo>
                <a:lnTo>
                  <a:pt x="61849" y="494538"/>
                </a:lnTo>
                <a:lnTo>
                  <a:pt x="97281" y="455168"/>
                </a:lnTo>
                <a:lnTo>
                  <a:pt x="128143" y="424561"/>
                </a:lnTo>
                <a:lnTo>
                  <a:pt x="164084" y="390906"/>
                </a:lnTo>
                <a:lnTo>
                  <a:pt x="226441" y="335534"/>
                </a:lnTo>
                <a:lnTo>
                  <a:pt x="272796" y="295783"/>
                </a:lnTo>
                <a:lnTo>
                  <a:pt x="374523" y="211200"/>
                </a:lnTo>
                <a:lnTo>
                  <a:pt x="599567" y="29718"/>
                </a:lnTo>
                <a:lnTo>
                  <a:pt x="575818" y="0"/>
                </a:lnTo>
                <a:close/>
              </a:path>
              <a:path w="906780" h="571500">
                <a:moveTo>
                  <a:pt x="37836" y="534769"/>
                </a:moveTo>
                <a:lnTo>
                  <a:pt x="37732" y="535157"/>
                </a:lnTo>
                <a:lnTo>
                  <a:pt x="37699" y="535686"/>
                </a:lnTo>
                <a:lnTo>
                  <a:pt x="37973" y="537718"/>
                </a:lnTo>
                <a:lnTo>
                  <a:pt x="38073" y="535157"/>
                </a:lnTo>
                <a:lnTo>
                  <a:pt x="37836" y="534769"/>
                </a:lnTo>
                <a:close/>
              </a:path>
              <a:path w="906780" h="571500">
                <a:moveTo>
                  <a:pt x="38073" y="535157"/>
                </a:moveTo>
                <a:lnTo>
                  <a:pt x="37973" y="537718"/>
                </a:lnTo>
                <a:lnTo>
                  <a:pt x="203530" y="537718"/>
                </a:lnTo>
                <a:lnTo>
                  <a:pt x="207476" y="536448"/>
                </a:lnTo>
                <a:lnTo>
                  <a:pt x="38862" y="536448"/>
                </a:lnTo>
                <a:lnTo>
                  <a:pt x="38073" y="535157"/>
                </a:lnTo>
                <a:close/>
              </a:path>
              <a:path w="906780" h="571500">
                <a:moveTo>
                  <a:pt x="38111" y="534195"/>
                </a:moveTo>
                <a:lnTo>
                  <a:pt x="38159" y="535298"/>
                </a:lnTo>
                <a:lnTo>
                  <a:pt x="38862" y="536448"/>
                </a:lnTo>
                <a:lnTo>
                  <a:pt x="38111" y="534195"/>
                </a:lnTo>
                <a:close/>
              </a:path>
              <a:path w="906780" h="571500">
                <a:moveTo>
                  <a:pt x="38185" y="533459"/>
                </a:moveTo>
                <a:lnTo>
                  <a:pt x="38120" y="534223"/>
                </a:lnTo>
                <a:lnTo>
                  <a:pt x="38862" y="536448"/>
                </a:lnTo>
                <a:lnTo>
                  <a:pt x="207476" y="536448"/>
                </a:lnTo>
                <a:lnTo>
                  <a:pt x="215762" y="533781"/>
                </a:lnTo>
                <a:lnTo>
                  <a:pt x="38607" y="533781"/>
                </a:lnTo>
                <a:lnTo>
                  <a:pt x="38185" y="533459"/>
                </a:lnTo>
                <a:close/>
              </a:path>
              <a:path w="906780" h="571500">
                <a:moveTo>
                  <a:pt x="37663" y="535418"/>
                </a:moveTo>
                <a:lnTo>
                  <a:pt x="37592" y="535686"/>
                </a:lnTo>
                <a:lnTo>
                  <a:pt x="37663" y="535418"/>
                </a:lnTo>
                <a:close/>
              </a:path>
              <a:path w="906780" h="571500">
                <a:moveTo>
                  <a:pt x="37744" y="534619"/>
                </a:moveTo>
                <a:lnTo>
                  <a:pt x="37663" y="535418"/>
                </a:lnTo>
                <a:lnTo>
                  <a:pt x="37732" y="535157"/>
                </a:lnTo>
                <a:lnTo>
                  <a:pt x="37744" y="534619"/>
                </a:lnTo>
                <a:close/>
              </a:path>
              <a:path w="906780" h="571500">
                <a:moveTo>
                  <a:pt x="37502" y="534223"/>
                </a:moveTo>
                <a:lnTo>
                  <a:pt x="37647" y="535298"/>
                </a:lnTo>
                <a:lnTo>
                  <a:pt x="37744" y="534619"/>
                </a:lnTo>
                <a:lnTo>
                  <a:pt x="37502" y="534223"/>
                </a:lnTo>
                <a:close/>
              </a:path>
              <a:path w="906780" h="571500">
                <a:moveTo>
                  <a:pt x="38043" y="533992"/>
                </a:moveTo>
                <a:lnTo>
                  <a:pt x="37836" y="534769"/>
                </a:lnTo>
                <a:lnTo>
                  <a:pt x="38073" y="535157"/>
                </a:lnTo>
                <a:lnTo>
                  <a:pt x="38043" y="533992"/>
                </a:lnTo>
                <a:close/>
              </a:path>
              <a:path w="906780" h="571500">
                <a:moveTo>
                  <a:pt x="37896" y="533552"/>
                </a:moveTo>
                <a:lnTo>
                  <a:pt x="37836" y="534769"/>
                </a:lnTo>
                <a:lnTo>
                  <a:pt x="37989" y="534195"/>
                </a:lnTo>
                <a:lnTo>
                  <a:pt x="37896" y="533552"/>
                </a:lnTo>
                <a:close/>
              </a:path>
              <a:path w="906780" h="571500">
                <a:moveTo>
                  <a:pt x="37309" y="532791"/>
                </a:moveTo>
                <a:lnTo>
                  <a:pt x="37502" y="534223"/>
                </a:lnTo>
                <a:lnTo>
                  <a:pt x="37744" y="534619"/>
                </a:lnTo>
                <a:lnTo>
                  <a:pt x="37864" y="533781"/>
                </a:lnTo>
                <a:lnTo>
                  <a:pt x="37756" y="533132"/>
                </a:lnTo>
                <a:lnTo>
                  <a:pt x="37309" y="532791"/>
                </a:lnTo>
                <a:close/>
              </a:path>
              <a:path w="906780" h="571500">
                <a:moveTo>
                  <a:pt x="36033" y="531819"/>
                </a:moveTo>
                <a:lnTo>
                  <a:pt x="37502" y="534223"/>
                </a:lnTo>
                <a:lnTo>
                  <a:pt x="37376" y="533289"/>
                </a:lnTo>
                <a:lnTo>
                  <a:pt x="37274" y="532764"/>
                </a:lnTo>
                <a:lnTo>
                  <a:pt x="36033" y="531819"/>
                </a:lnTo>
                <a:close/>
              </a:path>
              <a:path w="906780" h="571500">
                <a:moveTo>
                  <a:pt x="37937" y="533269"/>
                </a:moveTo>
                <a:lnTo>
                  <a:pt x="37932" y="533660"/>
                </a:lnTo>
                <a:lnTo>
                  <a:pt x="38043" y="533992"/>
                </a:lnTo>
                <a:lnTo>
                  <a:pt x="37937" y="533269"/>
                </a:lnTo>
                <a:close/>
              </a:path>
              <a:path w="906780" h="571500">
                <a:moveTo>
                  <a:pt x="38212" y="533359"/>
                </a:moveTo>
                <a:lnTo>
                  <a:pt x="38307" y="533552"/>
                </a:lnTo>
                <a:lnTo>
                  <a:pt x="38607" y="533781"/>
                </a:lnTo>
                <a:lnTo>
                  <a:pt x="38212" y="533359"/>
                </a:lnTo>
                <a:close/>
              </a:path>
              <a:path w="906780" h="571500">
                <a:moveTo>
                  <a:pt x="38465" y="532408"/>
                </a:moveTo>
                <a:lnTo>
                  <a:pt x="38379" y="532733"/>
                </a:lnTo>
                <a:lnTo>
                  <a:pt x="38273" y="533425"/>
                </a:lnTo>
                <a:lnTo>
                  <a:pt x="38607" y="533781"/>
                </a:lnTo>
                <a:lnTo>
                  <a:pt x="215762" y="533781"/>
                </a:lnTo>
                <a:lnTo>
                  <a:pt x="217735" y="533146"/>
                </a:lnTo>
                <a:lnTo>
                  <a:pt x="49911" y="533146"/>
                </a:lnTo>
                <a:lnTo>
                  <a:pt x="45948" y="532892"/>
                </a:lnTo>
                <a:lnTo>
                  <a:pt x="42799" y="532892"/>
                </a:lnTo>
                <a:lnTo>
                  <a:pt x="40936" y="532638"/>
                </a:lnTo>
                <a:lnTo>
                  <a:pt x="39116" y="532638"/>
                </a:lnTo>
                <a:lnTo>
                  <a:pt x="38465" y="532408"/>
                </a:lnTo>
                <a:close/>
              </a:path>
              <a:path w="906780" h="571500">
                <a:moveTo>
                  <a:pt x="37756" y="533132"/>
                </a:moveTo>
                <a:lnTo>
                  <a:pt x="37896" y="533552"/>
                </a:lnTo>
                <a:lnTo>
                  <a:pt x="37937" y="533269"/>
                </a:lnTo>
                <a:lnTo>
                  <a:pt x="37756" y="533132"/>
                </a:lnTo>
                <a:close/>
              </a:path>
              <a:path w="906780" h="571500">
                <a:moveTo>
                  <a:pt x="37962" y="533093"/>
                </a:moveTo>
                <a:lnTo>
                  <a:pt x="38055" y="533359"/>
                </a:lnTo>
                <a:lnTo>
                  <a:pt x="37962" y="533093"/>
                </a:lnTo>
                <a:close/>
              </a:path>
              <a:path w="906780" h="571500">
                <a:moveTo>
                  <a:pt x="38185" y="532309"/>
                </a:moveTo>
                <a:lnTo>
                  <a:pt x="38212" y="533359"/>
                </a:lnTo>
                <a:lnTo>
                  <a:pt x="38465" y="532408"/>
                </a:lnTo>
                <a:lnTo>
                  <a:pt x="38185" y="532309"/>
                </a:lnTo>
                <a:close/>
              </a:path>
              <a:path w="906780" h="571500">
                <a:moveTo>
                  <a:pt x="38079" y="532272"/>
                </a:moveTo>
                <a:lnTo>
                  <a:pt x="38011" y="533146"/>
                </a:lnTo>
                <a:lnTo>
                  <a:pt x="38146" y="533289"/>
                </a:lnTo>
                <a:lnTo>
                  <a:pt x="38079" y="532272"/>
                </a:lnTo>
                <a:close/>
              </a:path>
              <a:path w="906780" h="571500">
                <a:moveTo>
                  <a:pt x="37623" y="532733"/>
                </a:moveTo>
                <a:lnTo>
                  <a:pt x="37774" y="533146"/>
                </a:lnTo>
                <a:lnTo>
                  <a:pt x="37937" y="533269"/>
                </a:lnTo>
                <a:lnTo>
                  <a:pt x="37962" y="533093"/>
                </a:lnTo>
                <a:lnTo>
                  <a:pt x="37623" y="532733"/>
                </a:lnTo>
                <a:close/>
              </a:path>
              <a:path w="906780" h="571500">
                <a:moveTo>
                  <a:pt x="793391" y="273509"/>
                </a:moveTo>
                <a:lnTo>
                  <a:pt x="744347" y="293370"/>
                </a:lnTo>
                <a:lnTo>
                  <a:pt x="418338" y="421767"/>
                </a:lnTo>
                <a:lnTo>
                  <a:pt x="293369" y="467613"/>
                </a:lnTo>
                <a:lnTo>
                  <a:pt x="211328" y="495300"/>
                </a:lnTo>
                <a:lnTo>
                  <a:pt x="141859" y="516127"/>
                </a:lnTo>
                <a:lnTo>
                  <a:pt x="103378" y="525652"/>
                </a:lnTo>
                <a:lnTo>
                  <a:pt x="59943" y="532764"/>
                </a:lnTo>
                <a:lnTo>
                  <a:pt x="49911" y="533146"/>
                </a:lnTo>
                <a:lnTo>
                  <a:pt x="217735" y="533146"/>
                </a:lnTo>
                <a:lnTo>
                  <a:pt x="305816" y="503555"/>
                </a:lnTo>
                <a:lnTo>
                  <a:pt x="398780" y="469773"/>
                </a:lnTo>
                <a:lnTo>
                  <a:pt x="499999" y="431292"/>
                </a:lnTo>
                <a:lnTo>
                  <a:pt x="807684" y="308881"/>
                </a:lnTo>
                <a:lnTo>
                  <a:pt x="793391" y="273509"/>
                </a:lnTo>
                <a:close/>
              </a:path>
              <a:path w="906780" h="571500">
                <a:moveTo>
                  <a:pt x="37248" y="532333"/>
                </a:moveTo>
                <a:lnTo>
                  <a:pt x="37309" y="532791"/>
                </a:lnTo>
                <a:lnTo>
                  <a:pt x="37756" y="533132"/>
                </a:lnTo>
                <a:lnTo>
                  <a:pt x="37634" y="532764"/>
                </a:lnTo>
                <a:lnTo>
                  <a:pt x="37248" y="532333"/>
                </a:lnTo>
                <a:close/>
              </a:path>
              <a:path w="906780" h="571500">
                <a:moveTo>
                  <a:pt x="37388" y="532028"/>
                </a:moveTo>
                <a:lnTo>
                  <a:pt x="37653" y="532764"/>
                </a:lnTo>
                <a:lnTo>
                  <a:pt x="37962" y="533093"/>
                </a:lnTo>
                <a:lnTo>
                  <a:pt x="38079" y="532272"/>
                </a:lnTo>
                <a:lnTo>
                  <a:pt x="37388" y="532028"/>
                </a:lnTo>
                <a:close/>
              </a:path>
              <a:path w="906780" h="571500">
                <a:moveTo>
                  <a:pt x="40005" y="532511"/>
                </a:moveTo>
                <a:lnTo>
                  <a:pt x="42799" y="532892"/>
                </a:lnTo>
                <a:lnTo>
                  <a:pt x="41522" y="532608"/>
                </a:lnTo>
                <a:lnTo>
                  <a:pt x="40005" y="532511"/>
                </a:lnTo>
                <a:close/>
              </a:path>
              <a:path w="906780" h="571500">
                <a:moveTo>
                  <a:pt x="41522" y="532608"/>
                </a:moveTo>
                <a:lnTo>
                  <a:pt x="42799" y="532892"/>
                </a:lnTo>
                <a:lnTo>
                  <a:pt x="45948" y="532892"/>
                </a:lnTo>
                <a:lnTo>
                  <a:pt x="41522" y="532608"/>
                </a:lnTo>
                <a:close/>
              </a:path>
              <a:path w="906780" h="571500">
                <a:moveTo>
                  <a:pt x="35823" y="531475"/>
                </a:moveTo>
                <a:lnTo>
                  <a:pt x="35974" y="531723"/>
                </a:lnTo>
                <a:lnTo>
                  <a:pt x="36100" y="531870"/>
                </a:lnTo>
                <a:lnTo>
                  <a:pt x="37309" y="532791"/>
                </a:lnTo>
                <a:lnTo>
                  <a:pt x="37190" y="532272"/>
                </a:lnTo>
                <a:lnTo>
                  <a:pt x="36749" y="531802"/>
                </a:lnTo>
                <a:lnTo>
                  <a:pt x="35823" y="531475"/>
                </a:lnTo>
                <a:close/>
              </a:path>
              <a:path w="906780" h="571500">
                <a:moveTo>
                  <a:pt x="37198" y="531961"/>
                </a:moveTo>
                <a:lnTo>
                  <a:pt x="37318" y="532408"/>
                </a:lnTo>
                <a:lnTo>
                  <a:pt x="37623" y="532733"/>
                </a:lnTo>
                <a:lnTo>
                  <a:pt x="37388" y="532028"/>
                </a:lnTo>
                <a:lnTo>
                  <a:pt x="37198" y="531961"/>
                </a:lnTo>
                <a:close/>
              </a:path>
              <a:path w="906780" h="571500">
                <a:moveTo>
                  <a:pt x="38488" y="532324"/>
                </a:moveTo>
                <a:lnTo>
                  <a:pt x="39116" y="532638"/>
                </a:lnTo>
                <a:lnTo>
                  <a:pt x="38488" y="532324"/>
                </a:lnTo>
                <a:close/>
              </a:path>
              <a:path w="906780" h="571500">
                <a:moveTo>
                  <a:pt x="38586" y="531955"/>
                </a:moveTo>
                <a:lnTo>
                  <a:pt x="38506" y="532333"/>
                </a:lnTo>
                <a:lnTo>
                  <a:pt x="39116" y="532638"/>
                </a:lnTo>
                <a:lnTo>
                  <a:pt x="40936" y="532638"/>
                </a:lnTo>
                <a:lnTo>
                  <a:pt x="40005" y="532511"/>
                </a:lnTo>
                <a:lnTo>
                  <a:pt x="41084" y="532511"/>
                </a:lnTo>
                <a:lnTo>
                  <a:pt x="38586" y="531955"/>
                </a:lnTo>
                <a:close/>
              </a:path>
              <a:path w="906780" h="571500">
                <a:moveTo>
                  <a:pt x="41084" y="532511"/>
                </a:moveTo>
                <a:lnTo>
                  <a:pt x="40005" y="532511"/>
                </a:lnTo>
                <a:lnTo>
                  <a:pt x="41522" y="532608"/>
                </a:lnTo>
                <a:lnTo>
                  <a:pt x="41084" y="532511"/>
                </a:lnTo>
                <a:close/>
              </a:path>
              <a:path w="906780" h="571500">
                <a:moveTo>
                  <a:pt x="38190" y="532175"/>
                </a:moveTo>
                <a:lnTo>
                  <a:pt x="38253" y="532333"/>
                </a:lnTo>
                <a:lnTo>
                  <a:pt x="38465" y="532408"/>
                </a:lnTo>
                <a:lnTo>
                  <a:pt x="38384" y="532272"/>
                </a:lnTo>
                <a:lnTo>
                  <a:pt x="38190" y="532175"/>
                </a:lnTo>
                <a:close/>
              </a:path>
              <a:path w="906780" h="571500">
                <a:moveTo>
                  <a:pt x="36749" y="531802"/>
                </a:moveTo>
                <a:lnTo>
                  <a:pt x="37248" y="532333"/>
                </a:lnTo>
                <a:lnTo>
                  <a:pt x="37183" y="531955"/>
                </a:lnTo>
                <a:lnTo>
                  <a:pt x="36749" y="531802"/>
                </a:lnTo>
                <a:close/>
              </a:path>
              <a:path w="906780" h="571500">
                <a:moveTo>
                  <a:pt x="38202" y="531870"/>
                </a:moveTo>
                <a:lnTo>
                  <a:pt x="38190" y="532175"/>
                </a:lnTo>
                <a:lnTo>
                  <a:pt x="38488" y="532324"/>
                </a:lnTo>
                <a:lnTo>
                  <a:pt x="38586" y="531955"/>
                </a:lnTo>
                <a:lnTo>
                  <a:pt x="38202" y="531870"/>
                </a:lnTo>
                <a:close/>
              </a:path>
              <a:path w="906780" h="571500">
                <a:moveTo>
                  <a:pt x="37287" y="531723"/>
                </a:moveTo>
                <a:lnTo>
                  <a:pt x="37388" y="532028"/>
                </a:lnTo>
                <a:lnTo>
                  <a:pt x="38079" y="532272"/>
                </a:lnTo>
                <a:lnTo>
                  <a:pt x="38100" y="532129"/>
                </a:lnTo>
                <a:lnTo>
                  <a:pt x="37287" y="531723"/>
                </a:lnTo>
                <a:close/>
              </a:path>
              <a:path w="906780" h="571500">
                <a:moveTo>
                  <a:pt x="37266" y="531662"/>
                </a:moveTo>
                <a:lnTo>
                  <a:pt x="38100" y="532129"/>
                </a:lnTo>
                <a:lnTo>
                  <a:pt x="38139" y="531856"/>
                </a:lnTo>
                <a:lnTo>
                  <a:pt x="37266" y="531662"/>
                </a:lnTo>
                <a:close/>
              </a:path>
              <a:path w="906780" h="571500">
                <a:moveTo>
                  <a:pt x="37157" y="531658"/>
                </a:moveTo>
                <a:lnTo>
                  <a:pt x="37198" y="531961"/>
                </a:lnTo>
                <a:lnTo>
                  <a:pt x="37388" y="532028"/>
                </a:lnTo>
                <a:lnTo>
                  <a:pt x="37287" y="531723"/>
                </a:lnTo>
                <a:lnTo>
                  <a:pt x="37157" y="531658"/>
                </a:lnTo>
                <a:close/>
              </a:path>
              <a:path w="906780" h="571500">
                <a:moveTo>
                  <a:pt x="36446" y="531480"/>
                </a:moveTo>
                <a:lnTo>
                  <a:pt x="36675" y="531723"/>
                </a:lnTo>
                <a:lnTo>
                  <a:pt x="37198" y="531961"/>
                </a:lnTo>
                <a:lnTo>
                  <a:pt x="37083" y="531622"/>
                </a:lnTo>
                <a:lnTo>
                  <a:pt x="36446" y="531480"/>
                </a:lnTo>
                <a:close/>
              </a:path>
              <a:path w="906780" h="571500">
                <a:moveTo>
                  <a:pt x="38777" y="531241"/>
                </a:moveTo>
                <a:lnTo>
                  <a:pt x="38226" y="531241"/>
                </a:lnTo>
                <a:lnTo>
                  <a:pt x="38202" y="531870"/>
                </a:lnTo>
                <a:lnTo>
                  <a:pt x="38586" y="531955"/>
                </a:lnTo>
                <a:lnTo>
                  <a:pt x="38777" y="531241"/>
                </a:lnTo>
                <a:close/>
              </a:path>
              <a:path w="906780" h="571500">
                <a:moveTo>
                  <a:pt x="38811" y="531113"/>
                </a:moveTo>
                <a:lnTo>
                  <a:pt x="37084" y="531113"/>
                </a:lnTo>
                <a:lnTo>
                  <a:pt x="37266" y="531662"/>
                </a:lnTo>
                <a:lnTo>
                  <a:pt x="38139" y="531856"/>
                </a:lnTo>
                <a:lnTo>
                  <a:pt x="38226" y="531241"/>
                </a:lnTo>
                <a:lnTo>
                  <a:pt x="38777" y="531241"/>
                </a:lnTo>
                <a:lnTo>
                  <a:pt x="38811" y="531113"/>
                </a:lnTo>
                <a:close/>
              </a:path>
              <a:path w="906780" h="571500">
                <a:moveTo>
                  <a:pt x="35374" y="531317"/>
                </a:moveTo>
                <a:lnTo>
                  <a:pt x="36033" y="531819"/>
                </a:lnTo>
                <a:lnTo>
                  <a:pt x="35823" y="531475"/>
                </a:lnTo>
                <a:lnTo>
                  <a:pt x="35374" y="531317"/>
                </a:lnTo>
                <a:close/>
              </a:path>
              <a:path w="906780" h="571500">
                <a:moveTo>
                  <a:pt x="35728" y="531320"/>
                </a:moveTo>
                <a:lnTo>
                  <a:pt x="35836" y="531480"/>
                </a:lnTo>
                <a:lnTo>
                  <a:pt x="36749" y="531802"/>
                </a:lnTo>
                <a:lnTo>
                  <a:pt x="36426" y="531475"/>
                </a:lnTo>
                <a:lnTo>
                  <a:pt x="35728" y="531320"/>
                </a:lnTo>
                <a:close/>
              </a:path>
              <a:path w="906780" h="571500">
                <a:moveTo>
                  <a:pt x="37154" y="531637"/>
                </a:moveTo>
                <a:lnTo>
                  <a:pt x="37287" y="531723"/>
                </a:lnTo>
                <a:lnTo>
                  <a:pt x="37154" y="531637"/>
                </a:lnTo>
                <a:close/>
              </a:path>
              <a:path w="906780" h="571500">
                <a:moveTo>
                  <a:pt x="37084" y="531113"/>
                </a:moveTo>
                <a:lnTo>
                  <a:pt x="37152" y="531622"/>
                </a:lnTo>
                <a:lnTo>
                  <a:pt x="37084" y="531113"/>
                </a:lnTo>
                <a:close/>
              </a:path>
              <a:path w="906780" h="571500">
                <a:moveTo>
                  <a:pt x="39069" y="529589"/>
                </a:moveTo>
                <a:lnTo>
                  <a:pt x="34671" y="529589"/>
                </a:lnTo>
                <a:lnTo>
                  <a:pt x="36133" y="531146"/>
                </a:lnTo>
                <a:lnTo>
                  <a:pt x="37083" y="531622"/>
                </a:lnTo>
                <a:lnTo>
                  <a:pt x="37084" y="531113"/>
                </a:lnTo>
                <a:lnTo>
                  <a:pt x="38811" y="531113"/>
                </a:lnTo>
                <a:lnTo>
                  <a:pt x="38878" y="530860"/>
                </a:lnTo>
                <a:lnTo>
                  <a:pt x="38607" y="530860"/>
                </a:lnTo>
                <a:lnTo>
                  <a:pt x="39069" y="529589"/>
                </a:lnTo>
                <a:close/>
              </a:path>
              <a:path w="906780" h="571500">
                <a:moveTo>
                  <a:pt x="36133" y="531146"/>
                </a:moveTo>
                <a:lnTo>
                  <a:pt x="36446" y="531480"/>
                </a:lnTo>
                <a:lnTo>
                  <a:pt x="37083" y="531622"/>
                </a:lnTo>
                <a:lnTo>
                  <a:pt x="36133" y="531146"/>
                </a:lnTo>
                <a:close/>
              </a:path>
              <a:path w="906780" h="571500">
                <a:moveTo>
                  <a:pt x="35397" y="530778"/>
                </a:moveTo>
                <a:lnTo>
                  <a:pt x="35728" y="531320"/>
                </a:lnTo>
                <a:lnTo>
                  <a:pt x="36446" y="531480"/>
                </a:lnTo>
                <a:lnTo>
                  <a:pt x="36133" y="531146"/>
                </a:lnTo>
                <a:lnTo>
                  <a:pt x="35397" y="530778"/>
                </a:lnTo>
                <a:close/>
              </a:path>
              <a:path w="906780" h="571500">
                <a:moveTo>
                  <a:pt x="35235" y="531211"/>
                </a:moveTo>
                <a:lnTo>
                  <a:pt x="35384" y="531320"/>
                </a:lnTo>
                <a:lnTo>
                  <a:pt x="35823" y="531475"/>
                </a:lnTo>
                <a:lnTo>
                  <a:pt x="35713" y="531317"/>
                </a:lnTo>
                <a:lnTo>
                  <a:pt x="35235" y="531211"/>
                </a:lnTo>
                <a:close/>
              </a:path>
              <a:path w="906780" h="571500">
                <a:moveTo>
                  <a:pt x="33274" y="529717"/>
                </a:moveTo>
                <a:lnTo>
                  <a:pt x="35235" y="531211"/>
                </a:lnTo>
                <a:lnTo>
                  <a:pt x="35728" y="531320"/>
                </a:lnTo>
                <a:lnTo>
                  <a:pt x="35397" y="530778"/>
                </a:lnTo>
                <a:lnTo>
                  <a:pt x="33274" y="529717"/>
                </a:lnTo>
                <a:close/>
              </a:path>
              <a:path w="906780" h="571500">
                <a:moveTo>
                  <a:pt x="34798" y="531113"/>
                </a:moveTo>
                <a:lnTo>
                  <a:pt x="35374" y="531317"/>
                </a:lnTo>
                <a:lnTo>
                  <a:pt x="35235" y="531211"/>
                </a:lnTo>
                <a:lnTo>
                  <a:pt x="34798" y="531113"/>
                </a:lnTo>
                <a:close/>
              </a:path>
              <a:path w="906780" h="571500">
                <a:moveTo>
                  <a:pt x="35107" y="531113"/>
                </a:moveTo>
                <a:lnTo>
                  <a:pt x="34798" y="531113"/>
                </a:lnTo>
                <a:lnTo>
                  <a:pt x="35235" y="531211"/>
                </a:lnTo>
                <a:lnTo>
                  <a:pt x="35107" y="531113"/>
                </a:lnTo>
                <a:close/>
              </a:path>
              <a:path w="906780" h="571500">
                <a:moveTo>
                  <a:pt x="34671" y="529589"/>
                </a:moveTo>
                <a:lnTo>
                  <a:pt x="35397" y="530778"/>
                </a:lnTo>
                <a:lnTo>
                  <a:pt x="36133" y="531146"/>
                </a:lnTo>
                <a:lnTo>
                  <a:pt x="34671" y="529589"/>
                </a:lnTo>
                <a:close/>
              </a:path>
              <a:path w="906780" h="571500">
                <a:moveTo>
                  <a:pt x="39624" y="528066"/>
                </a:moveTo>
                <a:lnTo>
                  <a:pt x="38607" y="530860"/>
                </a:lnTo>
                <a:lnTo>
                  <a:pt x="39304" y="529263"/>
                </a:lnTo>
                <a:lnTo>
                  <a:pt x="39624" y="528066"/>
                </a:lnTo>
                <a:close/>
              </a:path>
              <a:path w="906780" h="571500">
                <a:moveTo>
                  <a:pt x="39304" y="529263"/>
                </a:moveTo>
                <a:lnTo>
                  <a:pt x="38607" y="530860"/>
                </a:lnTo>
                <a:lnTo>
                  <a:pt x="38878" y="530860"/>
                </a:lnTo>
                <a:lnTo>
                  <a:pt x="39304" y="529263"/>
                </a:lnTo>
                <a:close/>
              </a:path>
              <a:path w="906780" h="571500">
                <a:moveTo>
                  <a:pt x="34748" y="529717"/>
                </a:moveTo>
                <a:lnTo>
                  <a:pt x="33274" y="529717"/>
                </a:lnTo>
                <a:lnTo>
                  <a:pt x="35397" y="530778"/>
                </a:lnTo>
                <a:lnTo>
                  <a:pt x="34748" y="529717"/>
                </a:lnTo>
                <a:close/>
              </a:path>
              <a:path w="906780" h="571500">
                <a:moveTo>
                  <a:pt x="39827" y="528066"/>
                </a:moveTo>
                <a:lnTo>
                  <a:pt x="39624" y="528066"/>
                </a:lnTo>
                <a:lnTo>
                  <a:pt x="39304" y="529263"/>
                </a:lnTo>
                <a:lnTo>
                  <a:pt x="39827" y="528066"/>
                </a:lnTo>
                <a:close/>
              </a:path>
              <a:path w="906780" h="571500">
                <a:moveTo>
                  <a:pt x="890617" y="266319"/>
                </a:moveTo>
                <a:lnTo>
                  <a:pt x="811149" y="266319"/>
                </a:lnTo>
                <a:lnTo>
                  <a:pt x="825373" y="301751"/>
                </a:lnTo>
                <a:lnTo>
                  <a:pt x="807684" y="308881"/>
                </a:lnTo>
                <a:lnTo>
                  <a:pt x="821944" y="344170"/>
                </a:lnTo>
                <a:lnTo>
                  <a:pt x="890617" y="266319"/>
                </a:lnTo>
                <a:close/>
              </a:path>
              <a:path w="906780" h="571500">
                <a:moveTo>
                  <a:pt x="811149" y="266319"/>
                </a:moveTo>
                <a:lnTo>
                  <a:pt x="793391" y="273509"/>
                </a:lnTo>
                <a:lnTo>
                  <a:pt x="807684" y="308881"/>
                </a:lnTo>
                <a:lnTo>
                  <a:pt x="825373" y="301751"/>
                </a:lnTo>
                <a:lnTo>
                  <a:pt x="811149" y="266319"/>
                </a:lnTo>
                <a:close/>
              </a:path>
              <a:path w="906780" h="571500">
                <a:moveTo>
                  <a:pt x="779144" y="238251"/>
                </a:moveTo>
                <a:lnTo>
                  <a:pt x="793391" y="273509"/>
                </a:lnTo>
                <a:lnTo>
                  <a:pt x="811149" y="266319"/>
                </a:lnTo>
                <a:lnTo>
                  <a:pt x="890617" y="266319"/>
                </a:lnTo>
                <a:lnTo>
                  <a:pt x="906526" y="248285"/>
                </a:lnTo>
                <a:lnTo>
                  <a:pt x="779144" y="23825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376299" y="1507082"/>
            <a:ext cx="273939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((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)*(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c|c|a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810005" y="955547"/>
            <a:ext cx="603885" cy="114300"/>
          </a:xfrm>
          <a:custGeom>
            <a:avLst/>
            <a:gdLst/>
            <a:ahLst/>
            <a:cxnLst/>
            <a:rect l="l" t="t" r="r" b="b"/>
            <a:pathLst>
              <a:path w="603885" h="114300">
                <a:moveTo>
                  <a:pt x="489203" y="0"/>
                </a:moveTo>
                <a:lnTo>
                  <a:pt x="489203" y="114300"/>
                </a:lnTo>
                <a:lnTo>
                  <a:pt x="565404" y="76200"/>
                </a:lnTo>
                <a:lnTo>
                  <a:pt x="508253" y="76200"/>
                </a:lnTo>
                <a:lnTo>
                  <a:pt x="508253" y="38100"/>
                </a:lnTo>
                <a:lnTo>
                  <a:pt x="565404" y="38100"/>
                </a:lnTo>
                <a:lnTo>
                  <a:pt x="489203" y="0"/>
                </a:lnTo>
                <a:close/>
              </a:path>
              <a:path w="603885" h="114300">
                <a:moveTo>
                  <a:pt x="48920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89203" y="76200"/>
                </a:lnTo>
                <a:lnTo>
                  <a:pt x="489203" y="38100"/>
                </a:lnTo>
                <a:close/>
              </a:path>
              <a:path w="603885" h="114300">
                <a:moveTo>
                  <a:pt x="565404" y="38100"/>
                </a:moveTo>
                <a:lnTo>
                  <a:pt x="508253" y="38100"/>
                </a:lnTo>
                <a:lnTo>
                  <a:pt x="508253" y="76200"/>
                </a:lnTo>
                <a:lnTo>
                  <a:pt x="565404" y="76200"/>
                </a:lnTo>
                <a:lnTo>
                  <a:pt x="603504" y="57150"/>
                </a:lnTo>
                <a:lnTo>
                  <a:pt x="56540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/>
          <p:nvPr/>
        </p:nvSpPr>
        <p:spPr>
          <a:xfrm>
            <a:off x="3013710" y="2887217"/>
            <a:ext cx="658495" cy="542925"/>
          </a:xfrm>
          <a:custGeom>
            <a:avLst/>
            <a:gdLst/>
            <a:ahLst/>
            <a:cxnLst/>
            <a:rect l="l" t="t" r="r" b="b"/>
            <a:pathLst>
              <a:path w="658495" h="542925">
                <a:moveTo>
                  <a:pt x="0" y="271272"/>
                </a:moveTo>
                <a:lnTo>
                  <a:pt x="4306" y="227260"/>
                </a:lnTo>
                <a:lnTo>
                  <a:pt x="16776" y="185513"/>
                </a:lnTo>
                <a:lnTo>
                  <a:pt x="36731" y="146588"/>
                </a:lnTo>
                <a:lnTo>
                  <a:pt x="63495" y="111044"/>
                </a:lnTo>
                <a:lnTo>
                  <a:pt x="96393" y="79438"/>
                </a:lnTo>
                <a:lnTo>
                  <a:pt x="134745" y="52328"/>
                </a:lnTo>
                <a:lnTo>
                  <a:pt x="177878" y="30271"/>
                </a:lnTo>
                <a:lnTo>
                  <a:pt x="225113" y="13825"/>
                </a:lnTo>
                <a:lnTo>
                  <a:pt x="275773" y="3549"/>
                </a:lnTo>
                <a:lnTo>
                  <a:pt x="329184" y="0"/>
                </a:lnTo>
                <a:lnTo>
                  <a:pt x="382594" y="3549"/>
                </a:lnTo>
                <a:lnTo>
                  <a:pt x="433254" y="13825"/>
                </a:lnTo>
                <a:lnTo>
                  <a:pt x="480489" y="30271"/>
                </a:lnTo>
                <a:lnTo>
                  <a:pt x="523622" y="52328"/>
                </a:lnTo>
                <a:lnTo>
                  <a:pt x="561974" y="79438"/>
                </a:lnTo>
                <a:lnTo>
                  <a:pt x="594872" y="111044"/>
                </a:lnTo>
                <a:lnTo>
                  <a:pt x="621636" y="146588"/>
                </a:lnTo>
                <a:lnTo>
                  <a:pt x="641591" y="185513"/>
                </a:lnTo>
                <a:lnTo>
                  <a:pt x="654061" y="227260"/>
                </a:lnTo>
                <a:lnTo>
                  <a:pt x="658367" y="271272"/>
                </a:lnTo>
                <a:lnTo>
                  <a:pt x="654061" y="315283"/>
                </a:lnTo>
                <a:lnTo>
                  <a:pt x="641591" y="357030"/>
                </a:lnTo>
                <a:lnTo>
                  <a:pt x="621636" y="395955"/>
                </a:lnTo>
                <a:lnTo>
                  <a:pt x="594872" y="431499"/>
                </a:lnTo>
                <a:lnTo>
                  <a:pt x="561975" y="463105"/>
                </a:lnTo>
                <a:lnTo>
                  <a:pt x="523622" y="490215"/>
                </a:lnTo>
                <a:lnTo>
                  <a:pt x="480489" y="512272"/>
                </a:lnTo>
                <a:lnTo>
                  <a:pt x="433254" y="528718"/>
                </a:lnTo>
                <a:lnTo>
                  <a:pt x="382594" y="538994"/>
                </a:lnTo>
                <a:lnTo>
                  <a:pt x="329184" y="542544"/>
                </a:lnTo>
                <a:lnTo>
                  <a:pt x="275773" y="538994"/>
                </a:lnTo>
                <a:lnTo>
                  <a:pt x="225113" y="528718"/>
                </a:lnTo>
                <a:lnTo>
                  <a:pt x="177878" y="512272"/>
                </a:lnTo>
                <a:lnTo>
                  <a:pt x="134745" y="490215"/>
                </a:lnTo>
                <a:lnTo>
                  <a:pt x="96393" y="463105"/>
                </a:lnTo>
                <a:lnTo>
                  <a:pt x="63495" y="431499"/>
                </a:lnTo>
                <a:lnTo>
                  <a:pt x="36731" y="395955"/>
                </a:lnTo>
                <a:lnTo>
                  <a:pt x="16776" y="357030"/>
                </a:lnTo>
                <a:lnTo>
                  <a:pt x="4306" y="315283"/>
                </a:lnTo>
                <a:lnTo>
                  <a:pt x="0" y="27127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3240785" y="2920111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2195322" y="3041904"/>
            <a:ext cx="818515" cy="114300"/>
          </a:xfrm>
          <a:custGeom>
            <a:avLst/>
            <a:gdLst/>
            <a:ahLst/>
            <a:cxnLst/>
            <a:rect l="l" t="t" r="r" b="b"/>
            <a:pathLst>
              <a:path w="818514" h="114300">
                <a:moveTo>
                  <a:pt x="704088" y="0"/>
                </a:moveTo>
                <a:lnTo>
                  <a:pt x="704088" y="114300"/>
                </a:lnTo>
                <a:lnTo>
                  <a:pt x="780288" y="76200"/>
                </a:lnTo>
                <a:lnTo>
                  <a:pt x="723138" y="76200"/>
                </a:lnTo>
                <a:lnTo>
                  <a:pt x="723138" y="38100"/>
                </a:lnTo>
                <a:lnTo>
                  <a:pt x="780288" y="38100"/>
                </a:lnTo>
                <a:lnTo>
                  <a:pt x="704088" y="0"/>
                </a:lnTo>
                <a:close/>
              </a:path>
              <a:path w="818514" h="114300">
                <a:moveTo>
                  <a:pt x="7040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04088" y="76200"/>
                </a:lnTo>
                <a:lnTo>
                  <a:pt x="704088" y="38100"/>
                </a:lnTo>
                <a:close/>
              </a:path>
              <a:path w="818514" h="114300">
                <a:moveTo>
                  <a:pt x="780288" y="38100"/>
                </a:moveTo>
                <a:lnTo>
                  <a:pt x="723138" y="38100"/>
                </a:lnTo>
                <a:lnTo>
                  <a:pt x="723138" y="76200"/>
                </a:lnTo>
                <a:lnTo>
                  <a:pt x="780288" y="76200"/>
                </a:lnTo>
                <a:lnTo>
                  <a:pt x="818388" y="57150"/>
                </a:lnTo>
                <a:lnTo>
                  <a:pt x="7802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1546097" y="2821685"/>
            <a:ext cx="658495" cy="542925"/>
          </a:xfrm>
          <a:custGeom>
            <a:avLst/>
            <a:gdLst/>
            <a:ahLst/>
            <a:cxnLst/>
            <a:rect l="l" t="t" r="r" b="b"/>
            <a:pathLst>
              <a:path w="658494" h="542925">
                <a:moveTo>
                  <a:pt x="0" y="271272"/>
                </a:moveTo>
                <a:lnTo>
                  <a:pt x="4306" y="227260"/>
                </a:lnTo>
                <a:lnTo>
                  <a:pt x="16776" y="185513"/>
                </a:lnTo>
                <a:lnTo>
                  <a:pt x="36731" y="146588"/>
                </a:lnTo>
                <a:lnTo>
                  <a:pt x="63495" y="111044"/>
                </a:lnTo>
                <a:lnTo>
                  <a:pt x="96392" y="79438"/>
                </a:lnTo>
                <a:lnTo>
                  <a:pt x="134745" y="52328"/>
                </a:lnTo>
                <a:lnTo>
                  <a:pt x="177878" y="30271"/>
                </a:lnTo>
                <a:lnTo>
                  <a:pt x="225113" y="13825"/>
                </a:lnTo>
                <a:lnTo>
                  <a:pt x="275773" y="3549"/>
                </a:lnTo>
                <a:lnTo>
                  <a:pt x="329184" y="0"/>
                </a:lnTo>
                <a:lnTo>
                  <a:pt x="382594" y="3549"/>
                </a:lnTo>
                <a:lnTo>
                  <a:pt x="433254" y="13825"/>
                </a:lnTo>
                <a:lnTo>
                  <a:pt x="480489" y="30271"/>
                </a:lnTo>
                <a:lnTo>
                  <a:pt x="523622" y="52328"/>
                </a:lnTo>
                <a:lnTo>
                  <a:pt x="561975" y="79438"/>
                </a:lnTo>
                <a:lnTo>
                  <a:pt x="594872" y="111044"/>
                </a:lnTo>
                <a:lnTo>
                  <a:pt x="621636" y="146588"/>
                </a:lnTo>
                <a:lnTo>
                  <a:pt x="641591" y="185513"/>
                </a:lnTo>
                <a:lnTo>
                  <a:pt x="654061" y="227260"/>
                </a:lnTo>
                <a:lnTo>
                  <a:pt x="658368" y="271272"/>
                </a:lnTo>
                <a:lnTo>
                  <a:pt x="654061" y="315283"/>
                </a:lnTo>
                <a:lnTo>
                  <a:pt x="641591" y="357030"/>
                </a:lnTo>
                <a:lnTo>
                  <a:pt x="621636" y="395955"/>
                </a:lnTo>
                <a:lnTo>
                  <a:pt x="594872" y="431499"/>
                </a:lnTo>
                <a:lnTo>
                  <a:pt x="561975" y="463105"/>
                </a:lnTo>
                <a:lnTo>
                  <a:pt x="523622" y="490215"/>
                </a:lnTo>
                <a:lnTo>
                  <a:pt x="480489" y="512272"/>
                </a:lnTo>
                <a:lnTo>
                  <a:pt x="433254" y="528718"/>
                </a:lnTo>
                <a:lnTo>
                  <a:pt x="382594" y="538994"/>
                </a:lnTo>
                <a:lnTo>
                  <a:pt x="329184" y="542543"/>
                </a:lnTo>
                <a:lnTo>
                  <a:pt x="275773" y="538994"/>
                </a:lnTo>
                <a:lnTo>
                  <a:pt x="225113" y="528718"/>
                </a:lnTo>
                <a:lnTo>
                  <a:pt x="177878" y="512272"/>
                </a:lnTo>
                <a:lnTo>
                  <a:pt x="134745" y="490215"/>
                </a:lnTo>
                <a:lnTo>
                  <a:pt x="96392" y="463105"/>
                </a:lnTo>
                <a:lnTo>
                  <a:pt x="63495" y="431499"/>
                </a:lnTo>
                <a:lnTo>
                  <a:pt x="36731" y="395955"/>
                </a:lnTo>
                <a:lnTo>
                  <a:pt x="16776" y="357030"/>
                </a:lnTo>
                <a:lnTo>
                  <a:pt x="4306" y="315283"/>
                </a:lnTo>
                <a:lnTo>
                  <a:pt x="0" y="27127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1699514" y="2854528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522464" y="2775457"/>
            <a:ext cx="736600" cy="618490"/>
          </a:xfrm>
          <a:custGeom>
            <a:avLst/>
            <a:gdLst/>
            <a:ahLst/>
            <a:cxnLst/>
            <a:rect l="l" t="t" r="r" b="b"/>
            <a:pathLst>
              <a:path w="736600" h="618489">
                <a:moveTo>
                  <a:pt x="367156" y="0"/>
                </a:moveTo>
                <a:lnTo>
                  <a:pt x="312165" y="3810"/>
                </a:lnTo>
                <a:lnTo>
                  <a:pt x="259714" y="13969"/>
                </a:lnTo>
                <a:lnTo>
                  <a:pt x="193801" y="36829"/>
                </a:lnTo>
                <a:lnTo>
                  <a:pt x="135381" y="69850"/>
                </a:lnTo>
                <a:lnTo>
                  <a:pt x="97535" y="100329"/>
                </a:lnTo>
                <a:lnTo>
                  <a:pt x="85978" y="110489"/>
                </a:lnTo>
                <a:lnTo>
                  <a:pt x="74675" y="123189"/>
                </a:lnTo>
                <a:lnTo>
                  <a:pt x="64388" y="134619"/>
                </a:lnTo>
                <a:lnTo>
                  <a:pt x="54736" y="147319"/>
                </a:lnTo>
                <a:lnTo>
                  <a:pt x="29717" y="187960"/>
                </a:lnTo>
                <a:lnTo>
                  <a:pt x="11810" y="231139"/>
                </a:lnTo>
                <a:lnTo>
                  <a:pt x="1904" y="278129"/>
                </a:lnTo>
                <a:lnTo>
                  <a:pt x="0" y="311150"/>
                </a:lnTo>
                <a:lnTo>
                  <a:pt x="507" y="327660"/>
                </a:lnTo>
                <a:lnTo>
                  <a:pt x="8127" y="374650"/>
                </a:lnTo>
                <a:lnTo>
                  <a:pt x="23749" y="419100"/>
                </a:lnTo>
                <a:lnTo>
                  <a:pt x="46608" y="461010"/>
                </a:lnTo>
                <a:lnTo>
                  <a:pt x="76072" y="497839"/>
                </a:lnTo>
                <a:lnTo>
                  <a:pt x="87249" y="510539"/>
                </a:lnTo>
                <a:lnTo>
                  <a:pt x="138175" y="551179"/>
                </a:lnTo>
                <a:lnTo>
                  <a:pt x="211708" y="590550"/>
                </a:lnTo>
                <a:lnTo>
                  <a:pt x="261365" y="605789"/>
                </a:lnTo>
                <a:lnTo>
                  <a:pt x="313816" y="615950"/>
                </a:lnTo>
                <a:lnTo>
                  <a:pt x="350265" y="618489"/>
                </a:lnTo>
                <a:lnTo>
                  <a:pt x="387350" y="618489"/>
                </a:lnTo>
                <a:lnTo>
                  <a:pt x="441705" y="613410"/>
                </a:lnTo>
                <a:lnTo>
                  <a:pt x="509777" y="595629"/>
                </a:lnTo>
                <a:lnTo>
                  <a:pt x="516229" y="593089"/>
                </a:lnTo>
                <a:lnTo>
                  <a:pt x="350774" y="593089"/>
                </a:lnTo>
                <a:lnTo>
                  <a:pt x="316483" y="590550"/>
                </a:lnTo>
                <a:lnTo>
                  <a:pt x="267080" y="581660"/>
                </a:lnTo>
                <a:lnTo>
                  <a:pt x="220599" y="566419"/>
                </a:lnTo>
                <a:lnTo>
                  <a:pt x="177926" y="546100"/>
                </a:lnTo>
                <a:lnTo>
                  <a:pt x="127126" y="511810"/>
                </a:lnTo>
                <a:lnTo>
                  <a:pt x="94487" y="481329"/>
                </a:lnTo>
                <a:lnTo>
                  <a:pt x="67436" y="445769"/>
                </a:lnTo>
                <a:lnTo>
                  <a:pt x="59816" y="434339"/>
                </a:lnTo>
                <a:lnTo>
                  <a:pt x="41147" y="394969"/>
                </a:lnTo>
                <a:lnTo>
                  <a:pt x="29463" y="353060"/>
                </a:lnTo>
                <a:lnTo>
                  <a:pt x="25431" y="311150"/>
                </a:lnTo>
                <a:lnTo>
                  <a:pt x="25446" y="308610"/>
                </a:lnTo>
                <a:lnTo>
                  <a:pt x="29336" y="266700"/>
                </a:lnTo>
                <a:lnTo>
                  <a:pt x="40893" y="224789"/>
                </a:lnTo>
                <a:lnTo>
                  <a:pt x="59562" y="185419"/>
                </a:lnTo>
                <a:lnTo>
                  <a:pt x="84454" y="149860"/>
                </a:lnTo>
                <a:lnTo>
                  <a:pt x="93979" y="139700"/>
                </a:lnTo>
                <a:lnTo>
                  <a:pt x="104266" y="128269"/>
                </a:lnTo>
                <a:lnTo>
                  <a:pt x="150621" y="90169"/>
                </a:lnTo>
                <a:lnTo>
                  <a:pt x="205104" y="59689"/>
                </a:lnTo>
                <a:lnTo>
                  <a:pt x="250697" y="43179"/>
                </a:lnTo>
                <a:lnTo>
                  <a:pt x="332993" y="26669"/>
                </a:lnTo>
                <a:lnTo>
                  <a:pt x="350138" y="26669"/>
                </a:lnTo>
                <a:lnTo>
                  <a:pt x="367791" y="25400"/>
                </a:lnTo>
                <a:lnTo>
                  <a:pt x="512286" y="25400"/>
                </a:lnTo>
                <a:lnTo>
                  <a:pt x="508253" y="24129"/>
                </a:lnTo>
                <a:lnTo>
                  <a:pt x="491743" y="17779"/>
                </a:lnTo>
                <a:lnTo>
                  <a:pt x="440054" y="6350"/>
                </a:lnTo>
                <a:lnTo>
                  <a:pt x="404113" y="1269"/>
                </a:lnTo>
                <a:lnTo>
                  <a:pt x="385825" y="1269"/>
                </a:lnTo>
                <a:lnTo>
                  <a:pt x="367156" y="0"/>
                </a:lnTo>
                <a:close/>
              </a:path>
              <a:path w="736600" h="618489">
                <a:moveTo>
                  <a:pt x="512286" y="25400"/>
                </a:moveTo>
                <a:lnTo>
                  <a:pt x="367791" y="25400"/>
                </a:lnTo>
                <a:lnTo>
                  <a:pt x="385317" y="26669"/>
                </a:lnTo>
                <a:lnTo>
                  <a:pt x="402589" y="26669"/>
                </a:lnTo>
                <a:lnTo>
                  <a:pt x="452881" y="34289"/>
                </a:lnTo>
                <a:lnTo>
                  <a:pt x="515492" y="53339"/>
                </a:lnTo>
                <a:lnTo>
                  <a:pt x="558291" y="73660"/>
                </a:lnTo>
                <a:lnTo>
                  <a:pt x="608964" y="107950"/>
                </a:lnTo>
                <a:lnTo>
                  <a:pt x="641603" y="138429"/>
                </a:lnTo>
                <a:lnTo>
                  <a:pt x="668654" y="172719"/>
                </a:lnTo>
                <a:lnTo>
                  <a:pt x="689482" y="210819"/>
                </a:lnTo>
                <a:lnTo>
                  <a:pt x="703579" y="251460"/>
                </a:lnTo>
                <a:lnTo>
                  <a:pt x="710183" y="294639"/>
                </a:lnTo>
                <a:lnTo>
                  <a:pt x="710649" y="308610"/>
                </a:lnTo>
                <a:lnTo>
                  <a:pt x="710645" y="311150"/>
                </a:lnTo>
                <a:lnTo>
                  <a:pt x="706754" y="353060"/>
                </a:lnTo>
                <a:lnTo>
                  <a:pt x="695070" y="394969"/>
                </a:lnTo>
                <a:lnTo>
                  <a:pt x="676655" y="433069"/>
                </a:lnTo>
                <a:lnTo>
                  <a:pt x="651636" y="468629"/>
                </a:lnTo>
                <a:lnTo>
                  <a:pt x="621029" y="501650"/>
                </a:lnTo>
                <a:lnTo>
                  <a:pt x="585596" y="529589"/>
                </a:lnTo>
                <a:lnTo>
                  <a:pt x="531113" y="560069"/>
                </a:lnTo>
                <a:lnTo>
                  <a:pt x="485393" y="576579"/>
                </a:lnTo>
                <a:lnTo>
                  <a:pt x="469518" y="580389"/>
                </a:lnTo>
                <a:lnTo>
                  <a:pt x="453389" y="585469"/>
                </a:lnTo>
                <a:lnTo>
                  <a:pt x="420242" y="590550"/>
                </a:lnTo>
                <a:lnTo>
                  <a:pt x="385825" y="593089"/>
                </a:lnTo>
                <a:lnTo>
                  <a:pt x="516229" y="593089"/>
                </a:lnTo>
                <a:lnTo>
                  <a:pt x="572515" y="567689"/>
                </a:lnTo>
                <a:lnTo>
                  <a:pt x="626363" y="530860"/>
                </a:lnTo>
                <a:lnTo>
                  <a:pt x="638428" y="519429"/>
                </a:lnTo>
                <a:lnTo>
                  <a:pt x="650239" y="509269"/>
                </a:lnTo>
                <a:lnTo>
                  <a:pt x="661288" y="496569"/>
                </a:lnTo>
                <a:lnTo>
                  <a:pt x="671702" y="485139"/>
                </a:lnTo>
                <a:lnTo>
                  <a:pt x="681481" y="472439"/>
                </a:lnTo>
                <a:lnTo>
                  <a:pt x="706501" y="431800"/>
                </a:lnTo>
                <a:lnTo>
                  <a:pt x="724280" y="388619"/>
                </a:lnTo>
                <a:lnTo>
                  <a:pt x="734186" y="340360"/>
                </a:lnTo>
                <a:lnTo>
                  <a:pt x="736091" y="308610"/>
                </a:lnTo>
                <a:lnTo>
                  <a:pt x="735456" y="292100"/>
                </a:lnTo>
                <a:lnTo>
                  <a:pt x="727963" y="245110"/>
                </a:lnTo>
                <a:lnTo>
                  <a:pt x="712342" y="199389"/>
                </a:lnTo>
                <a:lnTo>
                  <a:pt x="689482" y="158750"/>
                </a:lnTo>
                <a:lnTo>
                  <a:pt x="659891" y="120650"/>
                </a:lnTo>
                <a:lnTo>
                  <a:pt x="624204" y="87629"/>
                </a:lnTo>
                <a:lnTo>
                  <a:pt x="569594" y="50800"/>
                </a:lnTo>
                <a:lnTo>
                  <a:pt x="524382" y="29210"/>
                </a:lnTo>
                <a:lnTo>
                  <a:pt x="512286" y="25400"/>
                </a:lnTo>
                <a:close/>
              </a:path>
              <a:path w="736600" h="618489">
                <a:moveTo>
                  <a:pt x="400938" y="52069"/>
                </a:moveTo>
                <a:lnTo>
                  <a:pt x="335660" y="52069"/>
                </a:lnTo>
                <a:lnTo>
                  <a:pt x="319658" y="54610"/>
                </a:lnTo>
                <a:lnTo>
                  <a:pt x="303910" y="55879"/>
                </a:lnTo>
                <a:lnTo>
                  <a:pt x="288416" y="59689"/>
                </a:lnTo>
                <a:lnTo>
                  <a:pt x="273303" y="62229"/>
                </a:lnTo>
                <a:lnTo>
                  <a:pt x="258571" y="67310"/>
                </a:lnTo>
                <a:lnTo>
                  <a:pt x="244093" y="71119"/>
                </a:lnTo>
                <a:lnTo>
                  <a:pt x="229869" y="77469"/>
                </a:lnTo>
                <a:lnTo>
                  <a:pt x="216407" y="82550"/>
                </a:lnTo>
                <a:lnTo>
                  <a:pt x="190245" y="95250"/>
                </a:lnTo>
                <a:lnTo>
                  <a:pt x="165861" y="110489"/>
                </a:lnTo>
                <a:lnTo>
                  <a:pt x="143001" y="128269"/>
                </a:lnTo>
                <a:lnTo>
                  <a:pt x="132587" y="135889"/>
                </a:lnTo>
                <a:lnTo>
                  <a:pt x="104520" y="166369"/>
                </a:lnTo>
                <a:lnTo>
                  <a:pt x="81787" y="198119"/>
                </a:lnTo>
                <a:lnTo>
                  <a:pt x="60705" y="245110"/>
                </a:lnTo>
                <a:lnTo>
                  <a:pt x="52450" y="283210"/>
                </a:lnTo>
                <a:lnTo>
                  <a:pt x="50838" y="311150"/>
                </a:lnTo>
                <a:lnTo>
                  <a:pt x="51180" y="322579"/>
                </a:lnTo>
                <a:lnTo>
                  <a:pt x="57022" y="360679"/>
                </a:lnTo>
                <a:lnTo>
                  <a:pt x="69595" y="397510"/>
                </a:lnTo>
                <a:lnTo>
                  <a:pt x="88391" y="431800"/>
                </a:lnTo>
                <a:lnTo>
                  <a:pt x="112775" y="463550"/>
                </a:lnTo>
                <a:lnTo>
                  <a:pt x="122174" y="472439"/>
                </a:lnTo>
                <a:lnTo>
                  <a:pt x="132079" y="482600"/>
                </a:lnTo>
                <a:lnTo>
                  <a:pt x="164845" y="508000"/>
                </a:lnTo>
                <a:lnTo>
                  <a:pt x="215772" y="535939"/>
                </a:lnTo>
                <a:lnTo>
                  <a:pt x="258063" y="552450"/>
                </a:lnTo>
                <a:lnTo>
                  <a:pt x="319024" y="565150"/>
                </a:lnTo>
                <a:lnTo>
                  <a:pt x="351408" y="567689"/>
                </a:lnTo>
                <a:lnTo>
                  <a:pt x="384175" y="567689"/>
                </a:lnTo>
                <a:lnTo>
                  <a:pt x="416432" y="565150"/>
                </a:lnTo>
                <a:lnTo>
                  <a:pt x="447675" y="560069"/>
                </a:lnTo>
                <a:lnTo>
                  <a:pt x="477646" y="552450"/>
                </a:lnTo>
                <a:lnTo>
                  <a:pt x="506221" y="542289"/>
                </a:lnTo>
                <a:lnTo>
                  <a:pt x="351916" y="542289"/>
                </a:lnTo>
                <a:lnTo>
                  <a:pt x="321690" y="539750"/>
                </a:lnTo>
                <a:lnTo>
                  <a:pt x="278510" y="532129"/>
                </a:lnTo>
                <a:lnTo>
                  <a:pt x="238251" y="518160"/>
                </a:lnTo>
                <a:lnTo>
                  <a:pt x="200532" y="500379"/>
                </a:lnTo>
                <a:lnTo>
                  <a:pt x="157606" y="471169"/>
                </a:lnTo>
                <a:lnTo>
                  <a:pt x="123443" y="436879"/>
                </a:lnTo>
                <a:lnTo>
                  <a:pt x="97535" y="397510"/>
                </a:lnTo>
                <a:lnTo>
                  <a:pt x="81406" y="354329"/>
                </a:lnTo>
                <a:lnTo>
                  <a:pt x="76200" y="308610"/>
                </a:lnTo>
                <a:lnTo>
                  <a:pt x="76707" y="297179"/>
                </a:lnTo>
                <a:lnTo>
                  <a:pt x="85089" y="252729"/>
                </a:lnTo>
                <a:lnTo>
                  <a:pt x="104012" y="210819"/>
                </a:lnTo>
                <a:lnTo>
                  <a:pt x="117093" y="191769"/>
                </a:lnTo>
                <a:lnTo>
                  <a:pt x="124586" y="181610"/>
                </a:lnTo>
                <a:lnTo>
                  <a:pt x="159511" y="147319"/>
                </a:lnTo>
                <a:lnTo>
                  <a:pt x="203580" y="116839"/>
                </a:lnTo>
                <a:lnTo>
                  <a:pt x="239775" y="100329"/>
                </a:lnTo>
                <a:lnTo>
                  <a:pt x="294131" y="83819"/>
                </a:lnTo>
                <a:lnTo>
                  <a:pt x="338200" y="77469"/>
                </a:lnTo>
                <a:lnTo>
                  <a:pt x="353440" y="77469"/>
                </a:lnTo>
                <a:lnTo>
                  <a:pt x="368934" y="76200"/>
                </a:lnTo>
                <a:lnTo>
                  <a:pt x="503205" y="76200"/>
                </a:lnTo>
                <a:lnTo>
                  <a:pt x="492632" y="72389"/>
                </a:lnTo>
                <a:lnTo>
                  <a:pt x="478027" y="67310"/>
                </a:lnTo>
                <a:lnTo>
                  <a:pt x="432688" y="55879"/>
                </a:lnTo>
                <a:lnTo>
                  <a:pt x="417067" y="54610"/>
                </a:lnTo>
                <a:lnTo>
                  <a:pt x="400938" y="52069"/>
                </a:lnTo>
                <a:close/>
              </a:path>
              <a:path w="736600" h="618489">
                <a:moveTo>
                  <a:pt x="503205" y="76200"/>
                </a:moveTo>
                <a:lnTo>
                  <a:pt x="368934" y="76200"/>
                </a:lnTo>
                <a:lnTo>
                  <a:pt x="384175" y="77469"/>
                </a:lnTo>
                <a:lnTo>
                  <a:pt x="399414" y="77469"/>
                </a:lnTo>
                <a:lnTo>
                  <a:pt x="414400" y="80010"/>
                </a:lnTo>
                <a:lnTo>
                  <a:pt x="457580" y="87629"/>
                </a:lnTo>
                <a:lnTo>
                  <a:pt x="484885" y="96519"/>
                </a:lnTo>
                <a:lnTo>
                  <a:pt x="497839" y="100329"/>
                </a:lnTo>
                <a:lnTo>
                  <a:pt x="535431" y="119379"/>
                </a:lnTo>
                <a:lnTo>
                  <a:pt x="578611" y="148589"/>
                </a:lnTo>
                <a:lnTo>
                  <a:pt x="612901" y="182879"/>
                </a:lnTo>
                <a:lnTo>
                  <a:pt x="620140" y="193039"/>
                </a:lnTo>
                <a:lnTo>
                  <a:pt x="626871" y="201929"/>
                </a:lnTo>
                <a:lnTo>
                  <a:pt x="633221" y="212089"/>
                </a:lnTo>
                <a:lnTo>
                  <a:pt x="638682" y="222250"/>
                </a:lnTo>
                <a:lnTo>
                  <a:pt x="643635" y="232410"/>
                </a:lnTo>
                <a:lnTo>
                  <a:pt x="647826" y="243839"/>
                </a:lnTo>
                <a:lnTo>
                  <a:pt x="651636" y="254000"/>
                </a:lnTo>
                <a:lnTo>
                  <a:pt x="659510" y="299719"/>
                </a:lnTo>
                <a:lnTo>
                  <a:pt x="659891" y="311150"/>
                </a:lnTo>
                <a:lnTo>
                  <a:pt x="659383" y="322579"/>
                </a:lnTo>
                <a:lnTo>
                  <a:pt x="651001" y="367029"/>
                </a:lnTo>
                <a:lnTo>
                  <a:pt x="632078" y="408939"/>
                </a:lnTo>
                <a:lnTo>
                  <a:pt x="618997" y="427989"/>
                </a:lnTo>
                <a:lnTo>
                  <a:pt x="611631" y="438150"/>
                </a:lnTo>
                <a:lnTo>
                  <a:pt x="576452" y="472439"/>
                </a:lnTo>
                <a:lnTo>
                  <a:pt x="532637" y="502919"/>
                </a:lnTo>
                <a:lnTo>
                  <a:pt x="496315" y="519429"/>
                </a:lnTo>
                <a:lnTo>
                  <a:pt x="455929" y="532129"/>
                </a:lnTo>
                <a:lnTo>
                  <a:pt x="441959" y="534669"/>
                </a:lnTo>
                <a:lnTo>
                  <a:pt x="427354" y="538479"/>
                </a:lnTo>
                <a:lnTo>
                  <a:pt x="382650" y="542289"/>
                </a:lnTo>
                <a:lnTo>
                  <a:pt x="506221" y="542289"/>
                </a:lnTo>
                <a:lnTo>
                  <a:pt x="545845" y="523239"/>
                </a:lnTo>
                <a:lnTo>
                  <a:pt x="593089" y="491489"/>
                </a:lnTo>
                <a:lnTo>
                  <a:pt x="622807" y="463550"/>
                </a:lnTo>
                <a:lnTo>
                  <a:pt x="647445" y="431800"/>
                </a:lnTo>
                <a:lnTo>
                  <a:pt x="654430" y="421639"/>
                </a:lnTo>
                <a:lnTo>
                  <a:pt x="671194" y="386079"/>
                </a:lnTo>
                <a:lnTo>
                  <a:pt x="681608" y="349250"/>
                </a:lnTo>
                <a:lnTo>
                  <a:pt x="685245" y="311150"/>
                </a:lnTo>
                <a:lnTo>
                  <a:pt x="685253" y="308610"/>
                </a:lnTo>
                <a:lnTo>
                  <a:pt x="684910" y="297179"/>
                </a:lnTo>
                <a:lnTo>
                  <a:pt x="679068" y="259079"/>
                </a:lnTo>
                <a:lnTo>
                  <a:pt x="666495" y="222250"/>
                </a:lnTo>
                <a:lnTo>
                  <a:pt x="647700" y="187960"/>
                </a:lnTo>
                <a:lnTo>
                  <a:pt x="623315" y="156210"/>
                </a:lnTo>
                <a:lnTo>
                  <a:pt x="593851" y="128269"/>
                </a:lnTo>
                <a:lnTo>
                  <a:pt x="546861" y="96519"/>
                </a:lnTo>
                <a:lnTo>
                  <a:pt x="506729" y="77469"/>
                </a:lnTo>
                <a:lnTo>
                  <a:pt x="503205" y="76200"/>
                </a:lnTo>
                <a:close/>
              </a:path>
              <a:path w="736600" h="618489">
                <a:moveTo>
                  <a:pt x="368300" y="50800"/>
                </a:moveTo>
                <a:lnTo>
                  <a:pt x="351789" y="52069"/>
                </a:lnTo>
                <a:lnTo>
                  <a:pt x="384682" y="52069"/>
                </a:lnTo>
                <a:lnTo>
                  <a:pt x="368300" y="508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7717281" y="2846958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2488183" y="2686336"/>
            <a:ext cx="18161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3672078" y="3041904"/>
            <a:ext cx="3889375" cy="114300"/>
          </a:xfrm>
          <a:custGeom>
            <a:avLst/>
            <a:gdLst/>
            <a:ahLst/>
            <a:cxnLst/>
            <a:rect l="l" t="t" r="r" b="b"/>
            <a:pathLst>
              <a:path w="3889375" h="114300">
                <a:moveTo>
                  <a:pt x="3774948" y="0"/>
                </a:moveTo>
                <a:lnTo>
                  <a:pt x="3774948" y="114300"/>
                </a:lnTo>
                <a:lnTo>
                  <a:pt x="3851148" y="76200"/>
                </a:lnTo>
                <a:lnTo>
                  <a:pt x="3793998" y="76200"/>
                </a:lnTo>
                <a:lnTo>
                  <a:pt x="3793998" y="38100"/>
                </a:lnTo>
                <a:lnTo>
                  <a:pt x="3851148" y="38100"/>
                </a:lnTo>
                <a:lnTo>
                  <a:pt x="3774948" y="0"/>
                </a:lnTo>
                <a:close/>
              </a:path>
              <a:path w="3889375" h="114300">
                <a:moveTo>
                  <a:pt x="37749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774948" y="76200"/>
                </a:lnTo>
                <a:lnTo>
                  <a:pt x="3774948" y="38100"/>
                </a:lnTo>
                <a:close/>
              </a:path>
              <a:path w="3889375" h="114300">
                <a:moveTo>
                  <a:pt x="3851148" y="38100"/>
                </a:moveTo>
                <a:lnTo>
                  <a:pt x="3793998" y="38100"/>
                </a:lnTo>
                <a:lnTo>
                  <a:pt x="3793998" y="76200"/>
                </a:lnTo>
                <a:lnTo>
                  <a:pt x="3851148" y="76200"/>
                </a:lnTo>
                <a:lnTo>
                  <a:pt x="3889248" y="57150"/>
                </a:lnTo>
                <a:lnTo>
                  <a:pt x="3851148" y="381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4176776" y="2624682"/>
            <a:ext cx="241744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1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))*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4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3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30" b="1" i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950" spc="-3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402924" y="3178682"/>
            <a:ext cx="908050" cy="571500"/>
          </a:xfrm>
          <a:custGeom>
            <a:avLst/>
            <a:gdLst/>
            <a:ahLst/>
            <a:cxnLst/>
            <a:rect l="l" t="t" r="r" b="b"/>
            <a:pathLst>
              <a:path w="908050" h="571500">
                <a:moveTo>
                  <a:pt x="576749" y="0"/>
                </a:moveTo>
                <a:lnTo>
                  <a:pt x="351070" y="181609"/>
                </a:lnTo>
                <a:lnTo>
                  <a:pt x="248708" y="266700"/>
                </a:lnTo>
                <a:lnTo>
                  <a:pt x="201972" y="306577"/>
                </a:lnTo>
                <a:lnTo>
                  <a:pt x="158792" y="344550"/>
                </a:lnTo>
                <a:lnTo>
                  <a:pt x="119803" y="379983"/>
                </a:lnTo>
                <a:lnTo>
                  <a:pt x="85513" y="413003"/>
                </a:lnTo>
                <a:lnTo>
                  <a:pt x="56303" y="442848"/>
                </a:lnTo>
                <a:lnTo>
                  <a:pt x="23283" y="482091"/>
                </a:lnTo>
                <a:lnTo>
                  <a:pt x="3852" y="514984"/>
                </a:lnTo>
                <a:lnTo>
                  <a:pt x="3090" y="517143"/>
                </a:lnTo>
                <a:lnTo>
                  <a:pt x="2709" y="518159"/>
                </a:lnTo>
                <a:lnTo>
                  <a:pt x="804" y="525779"/>
                </a:lnTo>
                <a:lnTo>
                  <a:pt x="423" y="527176"/>
                </a:lnTo>
                <a:lnTo>
                  <a:pt x="169" y="528700"/>
                </a:lnTo>
                <a:lnTo>
                  <a:pt x="0" y="539622"/>
                </a:lnTo>
                <a:lnTo>
                  <a:pt x="169" y="541146"/>
                </a:lnTo>
                <a:lnTo>
                  <a:pt x="931" y="543305"/>
                </a:lnTo>
                <a:lnTo>
                  <a:pt x="2709" y="548639"/>
                </a:lnTo>
                <a:lnTo>
                  <a:pt x="3598" y="551179"/>
                </a:lnTo>
                <a:lnTo>
                  <a:pt x="4995" y="553592"/>
                </a:lnTo>
                <a:lnTo>
                  <a:pt x="6900" y="555497"/>
                </a:lnTo>
                <a:lnTo>
                  <a:pt x="10837" y="559688"/>
                </a:lnTo>
                <a:lnTo>
                  <a:pt x="34459" y="570102"/>
                </a:lnTo>
                <a:lnTo>
                  <a:pt x="35475" y="570356"/>
                </a:lnTo>
                <a:lnTo>
                  <a:pt x="36491" y="570483"/>
                </a:lnTo>
                <a:lnTo>
                  <a:pt x="37507" y="570483"/>
                </a:lnTo>
                <a:lnTo>
                  <a:pt x="47413" y="571118"/>
                </a:lnTo>
                <a:lnTo>
                  <a:pt x="93006" y="566546"/>
                </a:lnTo>
                <a:lnTo>
                  <a:pt x="130598" y="558418"/>
                </a:lnTo>
                <a:lnTo>
                  <a:pt x="174159" y="546607"/>
                </a:lnTo>
                <a:lnTo>
                  <a:pt x="203861" y="537717"/>
                </a:lnTo>
                <a:lnTo>
                  <a:pt x="38015" y="537717"/>
                </a:lnTo>
                <a:lnTo>
                  <a:pt x="37663" y="535431"/>
                </a:lnTo>
                <a:lnTo>
                  <a:pt x="37455" y="534076"/>
                </a:lnTo>
                <a:lnTo>
                  <a:pt x="36163" y="531963"/>
                </a:lnTo>
                <a:lnTo>
                  <a:pt x="36046" y="531828"/>
                </a:lnTo>
                <a:lnTo>
                  <a:pt x="35213" y="531203"/>
                </a:lnTo>
                <a:lnTo>
                  <a:pt x="34967" y="531113"/>
                </a:lnTo>
                <a:lnTo>
                  <a:pt x="35094" y="531113"/>
                </a:lnTo>
                <a:lnTo>
                  <a:pt x="33062" y="529589"/>
                </a:lnTo>
                <a:lnTo>
                  <a:pt x="39026" y="529589"/>
                </a:lnTo>
                <a:lnTo>
                  <a:pt x="39666" y="527811"/>
                </a:lnTo>
                <a:lnTo>
                  <a:pt x="39940" y="527811"/>
                </a:lnTo>
                <a:lnTo>
                  <a:pt x="41698" y="523874"/>
                </a:lnTo>
                <a:lnTo>
                  <a:pt x="46524" y="515492"/>
                </a:lnTo>
                <a:lnTo>
                  <a:pt x="72051" y="482345"/>
                </a:lnTo>
                <a:lnTo>
                  <a:pt x="112056" y="440308"/>
                </a:lnTo>
                <a:lnTo>
                  <a:pt x="145584" y="408050"/>
                </a:lnTo>
                <a:lnTo>
                  <a:pt x="184065" y="372999"/>
                </a:lnTo>
                <a:lnTo>
                  <a:pt x="226737" y="335533"/>
                </a:lnTo>
                <a:lnTo>
                  <a:pt x="297730" y="275208"/>
                </a:lnTo>
                <a:lnTo>
                  <a:pt x="375200" y="211200"/>
                </a:lnTo>
                <a:lnTo>
                  <a:pt x="600625" y="29717"/>
                </a:lnTo>
                <a:lnTo>
                  <a:pt x="576749" y="0"/>
                </a:lnTo>
                <a:close/>
              </a:path>
              <a:path w="908050" h="571500">
                <a:moveTo>
                  <a:pt x="37831" y="534692"/>
                </a:moveTo>
                <a:lnTo>
                  <a:pt x="37707" y="535157"/>
                </a:lnTo>
                <a:lnTo>
                  <a:pt x="37663" y="535431"/>
                </a:lnTo>
                <a:lnTo>
                  <a:pt x="38015" y="537717"/>
                </a:lnTo>
                <a:lnTo>
                  <a:pt x="38115" y="535157"/>
                </a:lnTo>
                <a:lnTo>
                  <a:pt x="37831" y="534692"/>
                </a:lnTo>
                <a:close/>
              </a:path>
              <a:path w="908050" h="571500">
                <a:moveTo>
                  <a:pt x="38115" y="535157"/>
                </a:moveTo>
                <a:lnTo>
                  <a:pt x="38015" y="537717"/>
                </a:lnTo>
                <a:lnTo>
                  <a:pt x="203861" y="537717"/>
                </a:lnTo>
                <a:lnTo>
                  <a:pt x="207830" y="536447"/>
                </a:lnTo>
                <a:lnTo>
                  <a:pt x="38904" y="536447"/>
                </a:lnTo>
                <a:lnTo>
                  <a:pt x="38115" y="535157"/>
                </a:lnTo>
                <a:close/>
              </a:path>
              <a:path w="908050" h="571500">
                <a:moveTo>
                  <a:pt x="38148" y="534330"/>
                </a:moveTo>
                <a:lnTo>
                  <a:pt x="38224" y="535336"/>
                </a:lnTo>
                <a:lnTo>
                  <a:pt x="38904" y="536447"/>
                </a:lnTo>
                <a:lnTo>
                  <a:pt x="38148" y="534330"/>
                </a:lnTo>
                <a:close/>
              </a:path>
              <a:path w="908050" h="571500">
                <a:moveTo>
                  <a:pt x="38183" y="533430"/>
                </a:moveTo>
                <a:lnTo>
                  <a:pt x="38237" y="534580"/>
                </a:lnTo>
                <a:lnTo>
                  <a:pt x="38904" y="536447"/>
                </a:lnTo>
                <a:lnTo>
                  <a:pt x="207830" y="536447"/>
                </a:lnTo>
                <a:lnTo>
                  <a:pt x="216164" y="533780"/>
                </a:lnTo>
                <a:lnTo>
                  <a:pt x="38650" y="533780"/>
                </a:lnTo>
                <a:lnTo>
                  <a:pt x="38183" y="533430"/>
                </a:lnTo>
                <a:close/>
              </a:path>
              <a:path w="908050" h="571500">
                <a:moveTo>
                  <a:pt x="37652" y="535362"/>
                </a:moveTo>
                <a:close/>
              </a:path>
              <a:path w="908050" h="571500">
                <a:moveTo>
                  <a:pt x="37763" y="534580"/>
                </a:moveTo>
                <a:lnTo>
                  <a:pt x="37652" y="535362"/>
                </a:lnTo>
                <a:lnTo>
                  <a:pt x="37707" y="535157"/>
                </a:lnTo>
                <a:lnTo>
                  <a:pt x="37763" y="534580"/>
                </a:lnTo>
                <a:close/>
              </a:path>
              <a:path w="908050" h="571500">
                <a:moveTo>
                  <a:pt x="37455" y="534076"/>
                </a:moveTo>
                <a:lnTo>
                  <a:pt x="37648" y="535336"/>
                </a:lnTo>
                <a:lnTo>
                  <a:pt x="37763" y="534580"/>
                </a:lnTo>
                <a:lnTo>
                  <a:pt x="37455" y="534076"/>
                </a:lnTo>
                <a:close/>
              </a:path>
              <a:path w="908050" h="571500">
                <a:moveTo>
                  <a:pt x="38022" y="533977"/>
                </a:moveTo>
                <a:lnTo>
                  <a:pt x="37831" y="534692"/>
                </a:lnTo>
                <a:lnTo>
                  <a:pt x="38115" y="535157"/>
                </a:lnTo>
                <a:lnTo>
                  <a:pt x="38022" y="533977"/>
                </a:lnTo>
                <a:close/>
              </a:path>
              <a:path w="908050" h="571500">
                <a:moveTo>
                  <a:pt x="37904" y="533648"/>
                </a:moveTo>
                <a:lnTo>
                  <a:pt x="37831" y="534692"/>
                </a:lnTo>
                <a:lnTo>
                  <a:pt x="37928" y="534330"/>
                </a:lnTo>
                <a:lnTo>
                  <a:pt x="37904" y="533648"/>
                </a:lnTo>
                <a:close/>
              </a:path>
              <a:path w="908050" h="571500">
                <a:moveTo>
                  <a:pt x="37247" y="532729"/>
                </a:moveTo>
                <a:lnTo>
                  <a:pt x="37455" y="534076"/>
                </a:lnTo>
                <a:lnTo>
                  <a:pt x="37763" y="534580"/>
                </a:lnTo>
                <a:lnTo>
                  <a:pt x="37884" y="533780"/>
                </a:lnTo>
                <a:lnTo>
                  <a:pt x="37767" y="533265"/>
                </a:lnTo>
                <a:lnTo>
                  <a:pt x="37696" y="533065"/>
                </a:lnTo>
                <a:lnTo>
                  <a:pt x="37247" y="532729"/>
                </a:lnTo>
                <a:close/>
              </a:path>
              <a:path w="908050" h="571500">
                <a:moveTo>
                  <a:pt x="36110" y="531875"/>
                </a:moveTo>
                <a:lnTo>
                  <a:pt x="37455" y="534076"/>
                </a:lnTo>
                <a:lnTo>
                  <a:pt x="37247" y="532729"/>
                </a:lnTo>
                <a:lnTo>
                  <a:pt x="36110" y="531875"/>
                </a:lnTo>
                <a:close/>
              </a:path>
              <a:path w="908050" h="571500">
                <a:moveTo>
                  <a:pt x="37962" y="533265"/>
                </a:moveTo>
                <a:lnTo>
                  <a:pt x="38022" y="533977"/>
                </a:lnTo>
                <a:lnTo>
                  <a:pt x="38109" y="533648"/>
                </a:lnTo>
                <a:lnTo>
                  <a:pt x="37995" y="533289"/>
                </a:lnTo>
                <a:close/>
              </a:path>
              <a:path w="908050" h="571500">
                <a:moveTo>
                  <a:pt x="38201" y="533303"/>
                </a:moveTo>
                <a:lnTo>
                  <a:pt x="38183" y="533430"/>
                </a:lnTo>
                <a:lnTo>
                  <a:pt x="38650" y="533780"/>
                </a:lnTo>
                <a:lnTo>
                  <a:pt x="38201" y="533303"/>
                </a:lnTo>
                <a:close/>
              </a:path>
              <a:path w="908050" h="571500">
                <a:moveTo>
                  <a:pt x="38448" y="532379"/>
                </a:moveTo>
                <a:lnTo>
                  <a:pt x="38321" y="533430"/>
                </a:lnTo>
                <a:lnTo>
                  <a:pt x="38650" y="533780"/>
                </a:lnTo>
                <a:lnTo>
                  <a:pt x="216164" y="533780"/>
                </a:lnTo>
                <a:lnTo>
                  <a:pt x="218148" y="533145"/>
                </a:lnTo>
                <a:lnTo>
                  <a:pt x="49953" y="533145"/>
                </a:lnTo>
                <a:lnTo>
                  <a:pt x="45940" y="532891"/>
                </a:lnTo>
                <a:lnTo>
                  <a:pt x="42968" y="532891"/>
                </a:lnTo>
                <a:lnTo>
                  <a:pt x="40936" y="532637"/>
                </a:lnTo>
                <a:lnTo>
                  <a:pt x="39133" y="532629"/>
                </a:lnTo>
                <a:lnTo>
                  <a:pt x="38448" y="532379"/>
                </a:lnTo>
                <a:close/>
              </a:path>
              <a:path w="908050" h="571500">
                <a:moveTo>
                  <a:pt x="37696" y="533065"/>
                </a:moveTo>
                <a:lnTo>
                  <a:pt x="37904" y="533648"/>
                </a:lnTo>
                <a:lnTo>
                  <a:pt x="37962" y="533265"/>
                </a:lnTo>
                <a:lnTo>
                  <a:pt x="37696" y="533065"/>
                </a:lnTo>
                <a:close/>
              </a:path>
              <a:path w="908050" h="571500">
                <a:moveTo>
                  <a:pt x="37990" y="533078"/>
                </a:moveTo>
                <a:lnTo>
                  <a:pt x="37995" y="533289"/>
                </a:lnTo>
                <a:lnTo>
                  <a:pt x="38170" y="533421"/>
                </a:lnTo>
                <a:lnTo>
                  <a:pt x="38053" y="533145"/>
                </a:lnTo>
                <a:close/>
              </a:path>
              <a:path w="908050" h="571500">
                <a:moveTo>
                  <a:pt x="38227" y="532299"/>
                </a:moveTo>
                <a:lnTo>
                  <a:pt x="38201" y="533303"/>
                </a:lnTo>
                <a:lnTo>
                  <a:pt x="38448" y="532379"/>
                </a:lnTo>
                <a:lnTo>
                  <a:pt x="38227" y="532299"/>
                </a:lnTo>
                <a:close/>
              </a:path>
              <a:path w="908050" h="571500">
                <a:moveTo>
                  <a:pt x="38115" y="532258"/>
                </a:moveTo>
                <a:lnTo>
                  <a:pt x="38053" y="533145"/>
                </a:lnTo>
                <a:lnTo>
                  <a:pt x="38188" y="533289"/>
                </a:lnTo>
                <a:lnTo>
                  <a:pt x="38115" y="532258"/>
                </a:lnTo>
                <a:close/>
              </a:path>
              <a:path w="908050" h="571500">
                <a:moveTo>
                  <a:pt x="37523" y="532581"/>
                </a:moveTo>
                <a:lnTo>
                  <a:pt x="37696" y="533065"/>
                </a:lnTo>
                <a:lnTo>
                  <a:pt x="37962" y="533265"/>
                </a:lnTo>
                <a:lnTo>
                  <a:pt x="37978" y="533065"/>
                </a:lnTo>
                <a:lnTo>
                  <a:pt x="37523" y="532581"/>
                </a:lnTo>
                <a:close/>
              </a:path>
              <a:path w="908050" h="571500">
                <a:moveTo>
                  <a:pt x="794855" y="273486"/>
                </a:moveTo>
                <a:lnTo>
                  <a:pt x="594783" y="353567"/>
                </a:lnTo>
                <a:lnTo>
                  <a:pt x="419015" y="421766"/>
                </a:lnTo>
                <a:lnTo>
                  <a:pt x="293793" y="467613"/>
                </a:lnTo>
                <a:lnTo>
                  <a:pt x="211751" y="495299"/>
                </a:lnTo>
                <a:lnTo>
                  <a:pt x="142028" y="516127"/>
                </a:lnTo>
                <a:lnTo>
                  <a:pt x="103420" y="525652"/>
                </a:lnTo>
                <a:lnTo>
                  <a:pt x="59986" y="532764"/>
                </a:lnTo>
                <a:lnTo>
                  <a:pt x="49953" y="533145"/>
                </a:lnTo>
                <a:lnTo>
                  <a:pt x="218148" y="533145"/>
                </a:lnTo>
                <a:lnTo>
                  <a:pt x="306366" y="503554"/>
                </a:lnTo>
                <a:lnTo>
                  <a:pt x="399457" y="469772"/>
                </a:lnTo>
                <a:lnTo>
                  <a:pt x="536109" y="417575"/>
                </a:lnTo>
                <a:lnTo>
                  <a:pt x="809096" y="308771"/>
                </a:lnTo>
                <a:lnTo>
                  <a:pt x="794855" y="273486"/>
                </a:lnTo>
                <a:close/>
              </a:path>
              <a:path w="908050" h="571500">
                <a:moveTo>
                  <a:pt x="37302" y="531963"/>
                </a:moveTo>
                <a:lnTo>
                  <a:pt x="37451" y="532379"/>
                </a:lnTo>
                <a:lnTo>
                  <a:pt x="37576" y="532637"/>
                </a:lnTo>
                <a:lnTo>
                  <a:pt x="37990" y="533078"/>
                </a:lnTo>
                <a:lnTo>
                  <a:pt x="38115" y="532258"/>
                </a:lnTo>
                <a:lnTo>
                  <a:pt x="37302" y="531963"/>
                </a:lnTo>
                <a:close/>
              </a:path>
              <a:path w="908050" h="571500">
                <a:moveTo>
                  <a:pt x="37166" y="532201"/>
                </a:moveTo>
                <a:lnTo>
                  <a:pt x="37295" y="532764"/>
                </a:lnTo>
                <a:lnTo>
                  <a:pt x="37696" y="533065"/>
                </a:lnTo>
                <a:lnTo>
                  <a:pt x="37576" y="532729"/>
                </a:lnTo>
                <a:lnTo>
                  <a:pt x="37457" y="532510"/>
                </a:lnTo>
                <a:lnTo>
                  <a:pt x="37166" y="532201"/>
                </a:lnTo>
                <a:close/>
              </a:path>
              <a:path w="908050" h="571500">
                <a:moveTo>
                  <a:pt x="39920" y="532510"/>
                </a:moveTo>
                <a:lnTo>
                  <a:pt x="42968" y="532891"/>
                </a:lnTo>
                <a:lnTo>
                  <a:pt x="41784" y="532629"/>
                </a:lnTo>
                <a:lnTo>
                  <a:pt x="39920" y="532510"/>
                </a:lnTo>
                <a:close/>
              </a:path>
              <a:path w="908050" h="571500">
                <a:moveTo>
                  <a:pt x="41784" y="532629"/>
                </a:moveTo>
                <a:lnTo>
                  <a:pt x="42968" y="532891"/>
                </a:lnTo>
                <a:lnTo>
                  <a:pt x="45940" y="532891"/>
                </a:lnTo>
                <a:lnTo>
                  <a:pt x="41784" y="532629"/>
                </a:lnTo>
                <a:close/>
              </a:path>
              <a:path w="908050" h="571500">
                <a:moveTo>
                  <a:pt x="35838" y="531430"/>
                </a:moveTo>
                <a:lnTo>
                  <a:pt x="36110" y="531875"/>
                </a:lnTo>
                <a:lnTo>
                  <a:pt x="37247" y="532729"/>
                </a:lnTo>
                <a:lnTo>
                  <a:pt x="37141" y="532175"/>
                </a:lnTo>
                <a:lnTo>
                  <a:pt x="36755" y="531764"/>
                </a:lnTo>
                <a:lnTo>
                  <a:pt x="35838" y="531430"/>
                </a:lnTo>
                <a:close/>
              </a:path>
              <a:path w="908050" h="571500">
                <a:moveTo>
                  <a:pt x="38471" y="532294"/>
                </a:moveTo>
                <a:lnTo>
                  <a:pt x="39158" y="532637"/>
                </a:lnTo>
                <a:lnTo>
                  <a:pt x="38471" y="532294"/>
                </a:lnTo>
                <a:close/>
              </a:path>
              <a:path w="908050" h="571500">
                <a:moveTo>
                  <a:pt x="38572" y="531915"/>
                </a:moveTo>
                <a:lnTo>
                  <a:pt x="38481" y="532299"/>
                </a:lnTo>
                <a:lnTo>
                  <a:pt x="39158" y="532637"/>
                </a:lnTo>
                <a:lnTo>
                  <a:pt x="40936" y="532637"/>
                </a:lnTo>
                <a:lnTo>
                  <a:pt x="39920" y="532510"/>
                </a:lnTo>
                <a:lnTo>
                  <a:pt x="41253" y="532510"/>
                </a:lnTo>
                <a:lnTo>
                  <a:pt x="38572" y="531915"/>
                </a:lnTo>
                <a:close/>
              </a:path>
              <a:path w="908050" h="571500">
                <a:moveTo>
                  <a:pt x="41253" y="532510"/>
                </a:moveTo>
                <a:lnTo>
                  <a:pt x="39920" y="532510"/>
                </a:lnTo>
                <a:lnTo>
                  <a:pt x="41784" y="532629"/>
                </a:lnTo>
                <a:lnTo>
                  <a:pt x="41253" y="532510"/>
                </a:lnTo>
                <a:close/>
              </a:path>
              <a:path w="908050" h="571500">
                <a:moveTo>
                  <a:pt x="37119" y="531896"/>
                </a:moveTo>
                <a:lnTo>
                  <a:pt x="37220" y="532258"/>
                </a:lnTo>
                <a:lnTo>
                  <a:pt x="37523" y="532581"/>
                </a:lnTo>
                <a:lnTo>
                  <a:pt x="37302" y="531963"/>
                </a:lnTo>
                <a:lnTo>
                  <a:pt x="37119" y="531896"/>
                </a:lnTo>
                <a:close/>
              </a:path>
              <a:path w="908050" h="571500">
                <a:moveTo>
                  <a:pt x="38232" y="532175"/>
                </a:moveTo>
                <a:lnTo>
                  <a:pt x="38448" y="532379"/>
                </a:lnTo>
                <a:lnTo>
                  <a:pt x="38232" y="532175"/>
                </a:lnTo>
                <a:close/>
              </a:path>
              <a:path w="908050" h="571500">
                <a:moveTo>
                  <a:pt x="38245" y="531842"/>
                </a:moveTo>
                <a:lnTo>
                  <a:pt x="38285" y="532201"/>
                </a:lnTo>
                <a:lnTo>
                  <a:pt x="38471" y="532294"/>
                </a:lnTo>
                <a:lnTo>
                  <a:pt x="38396" y="531875"/>
                </a:lnTo>
                <a:lnTo>
                  <a:pt x="38245" y="531842"/>
                </a:lnTo>
                <a:close/>
              </a:path>
              <a:path w="908050" h="571500">
                <a:moveTo>
                  <a:pt x="37192" y="531655"/>
                </a:moveTo>
                <a:lnTo>
                  <a:pt x="37302" y="531963"/>
                </a:lnTo>
                <a:lnTo>
                  <a:pt x="38115" y="532258"/>
                </a:lnTo>
                <a:lnTo>
                  <a:pt x="38135" y="532126"/>
                </a:lnTo>
                <a:lnTo>
                  <a:pt x="37192" y="531655"/>
                </a:lnTo>
                <a:close/>
              </a:path>
              <a:path w="908050" h="571500">
                <a:moveTo>
                  <a:pt x="36755" y="531764"/>
                </a:moveTo>
                <a:lnTo>
                  <a:pt x="37166" y="532201"/>
                </a:lnTo>
                <a:lnTo>
                  <a:pt x="37062" y="531875"/>
                </a:lnTo>
                <a:lnTo>
                  <a:pt x="36755" y="531764"/>
                </a:lnTo>
                <a:close/>
              </a:path>
              <a:path w="908050" h="571500">
                <a:moveTo>
                  <a:pt x="37174" y="531604"/>
                </a:moveTo>
                <a:lnTo>
                  <a:pt x="38135" y="532126"/>
                </a:lnTo>
                <a:lnTo>
                  <a:pt x="38180" y="531828"/>
                </a:lnTo>
                <a:lnTo>
                  <a:pt x="37174" y="531604"/>
                </a:lnTo>
                <a:close/>
              </a:path>
              <a:path w="908050" h="571500">
                <a:moveTo>
                  <a:pt x="37073" y="531595"/>
                </a:moveTo>
                <a:lnTo>
                  <a:pt x="37170" y="531915"/>
                </a:lnTo>
                <a:lnTo>
                  <a:pt x="37302" y="531963"/>
                </a:lnTo>
                <a:lnTo>
                  <a:pt x="37192" y="531655"/>
                </a:lnTo>
                <a:close/>
              </a:path>
              <a:path w="908050" h="571500">
                <a:moveTo>
                  <a:pt x="38751" y="531240"/>
                </a:moveTo>
                <a:lnTo>
                  <a:pt x="38269" y="531240"/>
                </a:lnTo>
                <a:lnTo>
                  <a:pt x="38245" y="531842"/>
                </a:lnTo>
                <a:lnTo>
                  <a:pt x="38572" y="531915"/>
                </a:lnTo>
                <a:lnTo>
                  <a:pt x="38751" y="531240"/>
                </a:lnTo>
                <a:close/>
              </a:path>
              <a:path w="908050" h="571500">
                <a:moveTo>
                  <a:pt x="36455" y="531444"/>
                </a:moveTo>
                <a:lnTo>
                  <a:pt x="36755" y="531764"/>
                </a:lnTo>
                <a:lnTo>
                  <a:pt x="37119" y="531896"/>
                </a:lnTo>
                <a:lnTo>
                  <a:pt x="37024" y="531571"/>
                </a:lnTo>
                <a:lnTo>
                  <a:pt x="36455" y="531444"/>
                </a:lnTo>
                <a:close/>
              </a:path>
              <a:path w="908050" h="571500">
                <a:moveTo>
                  <a:pt x="35213" y="531203"/>
                </a:moveTo>
                <a:lnTo>
                  <a:pt x="36110" y="531875"/>
                </a:lnTo>
                <a:lnTo>
                  <a:pt x="35838" y="531430"/>
                </a:lnTo>
                <a:lnTo>
                  <a:pt x="35213" y="531203"/>
                </a:lnTo>
                <a:close/>
              </a:path>
              <a:path w="908050" h="571500">
                <a:moveTo>
                  <a:pt x="38785" y="531113"/>
                </a:moveTo>
                <a:lnTo>
                  <a:pt x="36999" y="531113"/>
                </a:lnTo>
                <a:lnTo>
                  <a:pt x="37174" y="531604"/>
                </a:lnTo>
                <a:lnTo>
                  <a:pt x="38180" y="531828"/>
                </a:lnTo>
                <a:lnTo>
                  <a:pt x="38269" y="531240"/>
                </a:lnTo>
                <a:lnTo>
                  <a:pt x="38751" y="531240"/>
                </a:lnTo>
                <a:close/>
              </a:path>
              <a:path w="908050" h="571500">
                <a:moveTo>
                  <a:pt x="35751" y="531288"/>
                </a:moveTo>
                <a:lnTo>
                  <a:pt x="35876" y="531444"/>
                </a:lnTo>
                <a:lnTo>
                  <a:pt x="36755" y="531764"/>
                </a:lnTo>
                <a:lnTo>
                  <a:pt x="36455" y="531444"/>
                </a:lnTo>
                <a:lnTo>
                  <a:pt x="35751" y="531288"/>
                </a:lnTo>
                <a:close/>
              </a:path>
              <a:path w="908050" h="571500">
                <a:moveTo>
                  <a:pt x="36999" y="531113"/>
                </a:moveTo>
                <a:lnTo>
                  <a:pt x="37048" y="531430"/>
                </a:lnTo>
                <a:lnTo>
                  <a:pt x="37174" y="531604"/>
                </a:lnTo>
                <a:lnTo>
                  <a:pt x="36999" y="531113"/>
                </a:lnTo>
                <a:close/>
              </a:path>
              <a:path w="908050" h="571500">
                <a:moveTo>
                  <a:pt x="39026" y="529589"/>
                </a:moveTo>
                <a:lnTo>
                  <a:pt x="34713" y="529589"/>
                </a:lnTo>
                <a:lnTo>
                  <a:pt x="36175" y="531146"/>
                </a:lnTo>
                <a:lnTo>
                  <a:pt x="37071" y="531581"/>
                </a:lnTo>
                <a:lnTo>
                  <a:pt x="36999" y="531113"/>
                </a:lnTo>
                <a:lnTo>
                  <a:pt x="38785" y="531113"/>
                </a:lnTo>
                <a:lnTo>
                  <a:pt x="38819" y="530986"/>
                </a:lnTo>
                <a:lnTo>
                  <a:pt x="38523" y="530986"/>
                </a:lnTo>
                <a:lnTo>
                  <a:pt x="39026" y="529589"/>
                </a:lnTo>
                <a:close/>
              </a:path>
              <a:path w="908050" h="571500">
                <a:moveTo>
                  <a:pt x="36175" y="531146"/>
                </a:moveTo>
                <a:lnTo>
                  <a:pt x="36455" y="531444"/>
                </a:lnTo>
                <a:lnTo>
                  <a:pt x="37024" y="531571"/>
                </a:lnTo>
                <a:lnTo>
                  <a:pt x="36175" y="531146"/>
                </a:lnTo>
                <a:close/>
              </a:path>
              <a:path w="908050" h="571500">
                <a:moveTo>
                  <a:pt x="35439" y="530778"/>
                </a:moveTo>
                <a:lnTo>
                  <a:pt x="35751" y="531288"/>
                </a:lnTo>
                <a:lnTo>
                  <a:pt x="36455" y="531444"/>
                </a:lnTo>
                <a:lnTo>
                  <a:pt x="36175" y="531146"/>
                </a:lnTo>
                <a:lnTo>
                  <a:pt x="35439" y="530778"/>
                </a:lnTo>
                <a:close/>
              </a:path>
              <a:path w="908050" h="571500">
                <a:moveTo>
                  <a:pt x="35147" y="531154"/>
                </a:moveTo>
                <a:lnTo>
                  <a:pt x="35838" y="531430"/>
                </a:lnTo>
                <a:lnTo>
                  <a:pt x="35751" y="531288"/>
                </a:lnTo>
                <a:lnTo>
                  <a:pt x="35147" y="531154"/>
                </a:lnTo>
                <a:close/>
              </a:path>
              <a:path w="908050" h="571500">
                <a:moveTo>
                  <a:pt x="33062" y="529589"/>
                </a:moveTo>
                <a:lnTo>
                  <a:pt x="35147" y="531154"/>
                </a:lnTo>
                <a:lnTo>
                  <a:pt x="35751" y="531288"/>
                </a:lnTo>
                <a:lnTo>
                  <a:pt x="35439" y="530778"/>
                </a:lnTo>
                <a:lnTo>
                  <a:pt x="33062" y="529589"/>
                </a:lnTo>
                <a:close/>
              </a:path>
              <a:path w="908050" h="571500">
                <a:moveTo>
                  <a:pt x="34967" y="531113"/>
                </a:moveTo>
                <a:lnTo>
                  <a:pt x="35213" y="531203"/>
                </a:lnTo>
                <a:lnTo>
                  <a:pt x="34967" y="531113"/>
                </a:lnTo>
                <a:close/>
              </a:path>
              <a:path w="908050" h="571500">
                <a:moveTo>
                  <a:pt x="35094" y="531113"/>
                </a:moveTo>
                <a:lnTo>
                  <a:pt x="34967" y="531113"/>
                </a:lnTo>
                <a:lnTo>
                  <a:pt x="35147" y="531154"/>
                </a:lnTo>
                <a:close/>
              </a:path>
              <a:path w="908050" h="571500">
                <a:moveTo>
                  <a:pt x="34713" y="529589"/>
                </a:moveTo>
                <a:lnTo>
                  <a:pt x="35439" y="530778"/>
                </a:lnTo>
                <a:lnTo>
                  <a:pt x="36175" y="531146"/>
                </a:lnTo>
                <a:lnTo>
                  <a:pt x="34713" y="529589"/>
                </a:lnTo>
                <a:close/>
              </a:path>
              <a:path w="908050" h="571500">
                <a:moveTo>
                  <a:pt x="39666" y="527811"/>
                </a:moveTo>
                <a:lnTo>
                  <a:pt x="38523" y="530986"/>
                </a:lnTo>
                <a:lnTo>
                  <a:pt x="39259" y="529338"/>
                </a:lnTo>
                <a:lnTo>
                  <a:pt x="39666" y="527811"/>
                </a:lnTo>
                <a:close/>
              </a:path>
              <a:path w="908050" h="571500">
                <a:moveTo>
                  <a:pt x="39259" y="529338"/>
                </a:moveTo>
                <a:lnTo>
                  <a:pt x="38523" y="530986"/>
                </a:lnTo>
                <a:lnTo>
                  <a:pt x="38819" y="530986"/>
                </a:lnTo>
                <a:lnTo>
                  <a:pt x="39259" y="529338"/>
                </a:lnTo>
                <a:close/>
              </a:path>
              <a:path w="908050" h="571500">
                <a:moveTo>
                  <a:pt x="34713" y="529589"/>
                </a:moveTo>
                <a:lnTo>
                  <a:pt x="33062" y="529589"/>
                </a:lnTo>
                <a:lnTo>
                  <a:pt x="35439" y="530778"/>
                </a:lnTo>
                <a:lnTo>
                  <a:pt x="34713" y="529589"/>
                </a:lnTo>
                <a:close/>
              </a:path>
              <a:path w="908050" h="571500">
                <a:moveTo>
                  <a:pt x="39940" y="527811"/>
                </a:moveTo>
                <a:lnTo>
                  <a:pt x="39666" y="527811"/>
                </a:lnTo>
                <a:lnTo>
                  <a:pt x="39259" y="529338"/>
                </a:lnTo>
                <a:lnTo>
                  <a:pt x="39940" y="527811"/>
                </a:lnTo>
                <a:close/>
              </a:path>
              <a:path w="908050" h="571500">
                <a:moveTo>
                  <a:pt x="892057" y="266318"/>
                </a:moveTo>
                <a:lnTo>
                  <a:pt x="812588" y="266318"/>
                </a:lnTo>
                <a:lnTo>
                  <a:pt x="826812" y="301625"/>
                </a:lnTo>
                <a:lnTo>
                  <a:pt x="809096" y="308771"/>
                </a:lnTo>
                <a:lnTo>
                  <a:pt x="823383" y="344169"/>
                </a:lnTo>
                <a:lnTo>
                  <a:pt x="892057" y="266318"/>
                </a:lnTo>
                <a:close/>
              </a:path>
              <a:path w="908050" h="571500">
                <a:moveTo>
                  <a:pt x="812588" y="266318"/>
                </a:moveTo>
                <a:lnTo>
                  <a:pt x="794855" y="273486"/>
                </a:lnTo>
                <a:lnTo>
                  <a:pt x="809096" y="308771"/>
                </a:lnTo>
                <a:lnTo>
                  <a:pt x="826812" y="301625"/>
                </a:lnTo>
                <a:lnTo>
                  <a:pt x="812588" y="266318"/>
                </a:lnTo>
                <a:close/>
              </a:path>
              <a:path w="908050" h="571500">
                <a:moveTo>
                  <a:pt x="780584" y="238125"/>
                </a:moveTo>
                <a:lnTo>
                  <a:pt x="794855" y="273486"/>
                </a:lnTo>
                <a:lnTo>
                  <a:pt x="812588" y="266318"/>
                </a:lnTo>
                <a:lnTo>
                  <a:pt x="892057" y="266318"/>
                </a:lnTo>
                <a:lnTo>
                  <a:pt x="907965" y="248284"/>
                </a:lnTo>
                <a:lnTo>
                  <a:pt x="780584" y="238125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1636267" y="3594961"/>
            <a:ext cx="273875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))*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1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c|c|a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42594" y="3041904"/>
            <a:ext cx="603885" cy="114300"/>
          </a:xfrm>
          <a:custGeom>
            <a:avLst/>
            <a:gdLst/>
            <a:ahLst/>
            <a:cxnLst/>
            <a:rect l="l" t="t" r="r" b="b"/>
            <a:pathLst>
              <a:path w="603885" h="114300">
                <a:moveTo>
                  <a:pt x="489203" y="0"/>
                </a:moveTo>
                <a:lnTo>
                  <a:pt x="489203" y="114300"/>
                </a:lnTo>
                <a:lnTo>
                  <a:pt x="565404" y="76200"/>
                </a:lnTo>
                <a:lnTo>
                  <a:pt x="508253" y="76200"/>
                </a:lnTo>
                <a:lnTo>
                  <a:pt x="508253" y="38100"/>
                </a:lnTo>
                <a:lnTo>
                  <a:pt x="565404" y="38100"/>
                </a:lnTo>
                <a:lnTo>
                  <a:pt x="489203" y="0"/>
                </a:lnTo>
                <a:close/>
              </a:path>
              <a:path w="603885" h="114300">
                <a:moveTo>
                  <a:pt x="48920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89203" y="76200"/>
                </a:lnTo>
                <a:lnTo>
                  <a:pt x="489203" y="38100"/>
                </a:lnTo>
                <a:close/>
              </a:path>
              <a:path w="603885" h="114300">
                <a:moveTo>
                  <a:pt x="565404" y="38100"/>
                </a:moveTo>
                <a:lnTo>
                  <a:pt x="508253" y="38100"/>
                </a:lnTo>
                <a:lnTo>
                  <a:pt x="508253" y="76200"/>
                </a:lnTo>
                <a:lnTo>
                  <a:pt x="565404" y="76200"/>
                </a:lnTo>
                <a:lnTo>
                  <a:pt x="603504" y="57150"/>
                </a:lnTo>
                <a:lnTo>
                  <a:pt x="56540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1788032" y="5727110"/>
            <a:ext cx="1915795" cy="484505"/>
          </a:xfrm>
          <a:prstGeom prst="rect">
            <a:avLst/>
          </a:prstGeom>
        </p:spPr>
        <p:txBody>
          <a:bodyPr wrap="square" lIns="0" tIns="1397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1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))*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c|a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638680" y="5270500"/>
            <a:ext cx="6236970" cy="182880"/>
          </a:xfrm>
          <a:custGeom>
            <a:avLst/>
            <a:gdLst/>
            <a:ahLst/>
            <a:cxnLst/>
            <a:rect l="l" t="t" r="r" b="b"/>
            <a:pathLst>
              <a:path w="6236970" h="182879">
                <a:moveTo>
                  <a:pt x="6121949" y="38051"/>
                </a:moveTo>
                <a:lnTo>
                  <a:pt x="0" y="144272"/>
                </a:lnTo>
                <a:lnTo>
                  <a:pt x="762" y="182372"/>
                </a:lnTo>
                <a:lnTo>
                  <a:pt x="6122626" y="76150"/>
                </a:lnTo>
                <a:lnTo>
                  <a:pt x="6121949" y="38051"/>
                </a:lnTo>
                <a:close/>
              </a:path>
              <a:path w="6236970" h="182879">
                <a:moveTo>
                  <a:pt x="6200187" y="37718"/>
                </a:moveTo>
                <a:lnTo>
                  <a:pt x="6141085" y="37718"/>
                </a:lnTo>
                <a:lnTo>
                  <a:pt x="6141720" y="75818"/>
                </a:lnTo>
                <a:lnTo>
                  <a:pt x="6122626" y="76150"/>
                </a:lnTo>
                <a:lnTo>
                  <a:pt x="6123305" y="114300"/>
                </a:lnTo>
                <a:lnTo>
                  <a:pt x="6236589" y="55118"/>
                </a:lnTo>
                <a:lnTo>
                  <a:pt x="6200187" y="37718"/>
                </a:lnTo>
                <a:close/>
              </a:path>
              <a:path w="6236970" h="182879">
                <a:moveTo>
                  <a:pt x="6141085" y="37718"/>
                </a:moveTo>
                <a:lnTo>
                  <a:pt x="6121949" y="38051"/>
                </a:lnTo>
                <a:lnTo>
                  <a:pt x="6122626" y="76150"/>
                </a:lnTo>
                <a:lnTo>
                  <a:pt x="6141720" y="75818"/>
                </a:lnTo>
                <a:lnTo>
                  <a:pt x="6141085" y="37718"/>
                </a:lnTo>
                <a:close/>
              </a:path>
              <a:path w="6236970" h="182879">
                <a:moveTo>
                  <a:pt x="6121273" y="0"/>
                </a:moveTo>
                <a:lnTo>
                  <a:pt x="6121949" y="38051"/>
                </a:lnTo>
                <a:lnTo>
                  <a:pt x="6141085" y="37718"/>
                </a:lnTo>
                <a:lnTo>
                  <a:pt x="6200187" y="37718"/>
                </a:lnTo>
                <a:lnTo>
                  <a:pt x="6121273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3205733" y="4955489"/>
            <a:ext cx="29076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b|ba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)*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c|a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b|ba</a:t>
            </a: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20574"/>
            <a:ext cx="9144000" cy="434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20574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8739" y="46100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15283" y="46100"/>
            <a:ext cx="226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9578" y="46100"/>
            <a:ext cx="1993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980694" y="5161026"/>
            <a:ext cx="658495" cy="544195"/>
          </a:xfrm>
          <a:custGeom>
            <a:avLst/>
            <a:gdLst/>
            <a:ahLst/>
            <a:cxnLst/>
            <a:rect l="l" t="t" r="r" b="b"/>
            <a:pathLst>
              <a:path w="658494" h="544195">
                <a:moveTo>
                  <a:pt x="0" y="272034"/>
                </a:moveTo>
                <a:lnTo>
                  <a:pt x="4308" y="227908"/>
                </a:lnTo>
                <a:lnTo>
                  <a:pt x="16782" y="186049"/>
                </a:lnTo>
                <a:lnTo>
                  <a:pt x="36743" y="147018"/>
                </a:lnTo>
                <a:lnTo>
                  <a:pt x="63514" y="111373"/>
                </a:lnTo>
                <a:lnTo>
                  <a:pt x="96416" y="79676"/>
                </a:lnTo>
                <a:lnTo>
                  <a:pt x="134773" y="52486"/>
                </a:lnTo>
                <a:lnTo>
                  <a:pt x="177906" y="30363"/>
                </a:lnTo>
                <a:lnTo>
                  <a:pt x="225137" y="13868"/>
                </a:lnTo>
                <a:lnTo>
                  <a:pt x="275789" y="3560"/>
                </a:lnTo>
                <a:lnTo>
                  <a:pt x="329184" y="0"/>
                </a:lnTo>
                <a:lnTo>
                  <a:pt x="382594" y="3560"/>
                </a:lnTo>
                <a:lnTo>
                  <a:pt x="433254" y="13868"/>
                </a:lnTo>
                <a:lnTo>
                  <a:pt x="480489" y="30363"/>
                </a:lnTo>
                <a:lnTo>
                  <a:pt x="523622" y="52486"/>
                </a:lnTo>
                <a:lnTo>
                  <a:pt x="561975" y="79676"/>
                </a:lnTo>
                <a:lnTo>
                  <a:pt x="594872" y="111373"/>
                </a:lnTo>
                <a:lnTo>
                  <a:pt x="621636" y="147018"/>
                </a:lnTo>
                <a:lnTo>
                  <a:pt x="641591" y="186049"/>
                </a:lnTo>
                <a:lnTo>
                  <a:pt x="654061" y="227908"/>
                </a:lnTo>
                <a:lnTo>
                  <a:pt x="658368" y="272034"/>
                </a:lnTo>
                <a:lnTo>
                  <a:pt x="654061" y="316159"/>
                </a:lnTo>
                <a:lnTo>
                  <a:pt x="641591" y="358018"/>
                </a:lnTo>
                <a:lnTo>
                  <a:pt x="621636" y="397049"/>
                </a:lnTo>
                <a:lnTo>
                  <a:pt x="594872" y="432694"/>
                </a:lnTo>
                <a:lnTo>
                  <a:pt x="561974" y="464391"/>
                </a:lnTo>
                <a:lnTo>
                  <a:pt x="523622" y="491581"/>
                </a:lnTo>
                <a:lnTo>
                  <a:pt x="480489" y="513704"/>
                </a:lnTo>
                <a:lnTo>
                  <a:pt x="433254" y="530199"/>
                </a:lnTo>
                <a:lnTo>
                  <a:pt x="382594" y="540507"/>
                </a:lnTo>
                <a:lnTo>
                  <a:pt x="329184" y="544068"/>
                </a:lnTo>
                <a:lnTo>
                  <a:pt x="275789" y="540507"/>
                </a:lnTo>
                <a:lnTo>
                  <a:pt x="225137" y="530199"/>
                </a:lnTo>
                <a:lnTo>
                  <a:pt x="177906" y="513704"/>
                </a:lnTo>
                <a:lnTo>
                  <a:pt x="134773" y="491581"/>
                </a:lnTo>
                <a:lnTo>
                  <a:pt x="96416" y="464391"/>
                </a:lnTo>
                <a:lnTo>
                  <a:pt x="63514" y="432694"/>
                </a:lnTo>
                <a:lnTo>
                  <a:pt x="36743" y="397049"/>
                </a:lnTo>
                <a:lnTo>
                  <a:pt x="16782" y="358018"/>
                </a:lnTo>
                <a:lnTo>
                  <a:pt x="4308" y="316159"/>
                </a:lnTo>
                <a:lnTo>
                  <a:pt x="0" y="27203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134160" y="5195442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7836407" y="5015725"/>
            <a:ext cx="734695" cy="618490"/>
          </a:xfrm>
          <a:custGeom>
            <a:avLst/>
            <a:gdLst/>
            <a:ahLst/>
            <a:cxnLst/>
            <a:rect l="l" t="t" r="r" b="b"/>
            <a:pathLst>
              <a:path w="734695" h="618489">
                <a:moveTo>
                  <a:pt x="366395" y="0"/>
                </a:moveTo>
                <a:lnTo>
                  <a:pt x="311658" y="3810"/>
                </a:lnTo>
                <a:lnTo>
                  <a:pt x="259207" y="13970"/>
                </a:lnTo>
                <a:lnTo>
                  <a:pt x="193294" y="36830"/>
                </a:lnTo>
                <a:lnTo>
                  <a:pt x="135000" y="69850"/>
                </a:lnTo>
                <a:lnTo>
                  <a:pt x="97282" y="100330"/>
                </a:lnTo>
                <a:lnTo>
                  <a:pt x="85725" y="110490"/>
                </a:lnTo>
                <a:lnTo>
                  <a:pt x="74675" y="123190"/>
                </a:lnTo>
                <a:lnTo>
                  <a:pt x="64008" y="134620"/>
                </a:lnTo>
                <a:lnTo>
                  <a:pt x="45466" y="160020"/>
                </a:lnTo>
                <a:lnTo>
                  <a:pt x="22987" y="201930"/>
                </a:lnTo>
                <a:lnTo>
                  <a:pt x="7493" y="247650"/>
                </a:lnTo>
                <a:lnTo>
                  <a:pt x="381" y="294640"/>
                </a:lnTo>
                <a:lnTo>
                  <a:pt x="0" y="311150"/>
                </a:lnTo>
                <a:lnTo>
                  <a:pt x="508" y="327660"/>
                </a:lnTo>
                <a:lnTo>
                  <a:pt x="8127" y="374650"/>
                </a:lnTo>
                <a:lnTo>
                  <a:pt x="23749" y="419100"/>
                </a:lnTo>
                <a:lnTo>
                  <a:pt x="46482" y="461010"/>
                </a:lnTo>
                <a:lnTo>
                  <a:pt x="75819" y="497840"/>
                </a:lnTo>
                <a:lnTo>
                  <a:pt x="87122" y="510540"/>
                </a:lnTo>
                <a:lnTo>
                  <a:pt x="137922" y="551180"/>
                </a:lnTo>
                <a:lnTo>
                  <a:pt x="211327" y="590550"/>
                </a:lnTo>
                <a:lnTo>
                  <a:pt x="260858" y="605790"/>
                </a:lnTo>
                <a:lnTo>
                  <a:pt x="313182" y="615950"/>
                </a:lnTo>
                <a:lnTo>
                  <a:pt x="349503" y="618490"/>
                </a:lnTo>
                <a:lnTo>
                  <a:pt x="386588" y="618490"/>
                </a:lnTo>
                <a:lnTo>
                  <a:pt x="440690" y="613410"/>
                </a:lnTo>
                <a:lnTo>
                  <a:pt x="508635" y="595630"/>
                </a:lnTo>
                <a:lnTo>
                  <a:pt x="511860" y="594360"/>
                </a:lnTo>
                <a:lnTo>
                  <a:pt x="367538" y="594360"/>
                </a:lnTo>
                <a:lnTo>
                  <a:pt x="315849" y="590550"/>
                </a:lnTo>
                <a:lnTo>
                  <a:pt x="266573" y="581660"/>
                </a:lnTo>
                <a:lnTo>
                  <a:pt x="220218" y="566420"/>
                </a:lnTo>
                <a:lnTo>
                  <a:pt x="177546" y="546100"/>
                </a:lnTo>
                <a:lnTo>
                  <a:pt x="126873" y="511810"/>
                </a:lnTo>
                <a:lnTo>
                  <a:pt x="94361" y="481330"/>
                </a:lnTo>
                <a:lnTo>
                  <a:pt x="67310" y="445770"/>
                </a:lnTo>
                <a:lnTo>
                  <a:pt x="46609" y="408940"/>
                </a:lnTo>
                <a:lnTo>
                  <a:pt x="32512" y="368300"/>
                </a:lnTo>
                <a:lnTo>
                  <a:pt x="25781" y="325120"/>
                </a:lnTo>
                <a:lnTo>
                  <a:pt x="25431" y="311150"/>
                </a:lnTo>
                <a:lnTo>
                  <a:pt x="25434" y="308610"/>
                </a:lnTo>
                <a:lnTo>
                  <a:pt x="29337" y="266700"/>
                </a:lnTo>
                <a:lnTo>
                  <a:pt x="40894" y="224790"/>
                </a:lnTo>
                <a:lnTo>
                  <a:pt x="59436" y="186690"/>
                </a:lnTo>
                <a:lnTo>
                  <a:pt x="84200" y="149860"/>
                </a:lnTo>
                <a:lnTo>
                  <a:pt x="93980" y="139700"/>
                </a:lnTo>
                <a:lnTo>
                  <a:pt x="104013" y="128270"/>
                </a:lnTo>
                <a:lnTo>
                  <a:pt x="150241" y="90170"/>
                </a:lnTo>
                <a:lnTo>
                  <a:pt x="204724" y="59690"/>
                </a:lnTo>
                <a:lnTo>
                  <a:pt x="266065" y="38100"/>
                </a:lnTo>
                <a:lnTo>
                  <a:pt x="315341" y="29210"/>
                </a:lnTo>
                <a:lnTo>
                  <a:pt x="367030" y="25400"/>
                </a:lnTo>
                <a:lnTo>
                  <a:pt x="511143" y="25400"/>
                </a:lnTo>
                <a:lnTo>
                  <a:pt x="507111" y="24130"/>
                </a:lnTo>
                <a:lnTo>
                  <a:pt x="490727" y="17780"/>
                </a:lnTo>
                <a:lnTo>
                  <a:pt x="439166" y="6350"/>
                </a:lnTo>
                <a:lnTo>
                  <a:pt x="421386" y="3810"/>
                </a:lnTo>
                <a:lnTo>
                  <a:pt x="366395" y="0"/>
                </a:lnTo>
                <a:close/>
              </a:path>
              <a:path w="734695" h="618489">
                <a:moveTo>
                  <a:pt x="511143" y="25400"/>
                </a:moveTo>
                <a:lnTo>
                  <a:pt x="367030" y="25400"/>
                </a:lnTo>
                <a:lnTo>
                  <a:pt x="384556" y="26670"/>
                </a:lnTo>
                <a:lnTo>
                  <a:pt x="401700" y="26670"/>
                </a:lnTo>
                <a:lnTo>
                  <a:pt x="451993" y="34290"/>
                </a:lnTo>
                <a:lnTo>
                  <a:pt x="499364" y="48260"/>
                </a:lnTo>
                <a:lnTo>
                  <a:pt x="557022" y="73660"/>
                </a:lnTo>
                <a:lnTo>
                  <a:pt x="607695" y="107950"/>
                </a:lnTo>
                <a:lnTo>
                  <a:pt x="640207" y="138430"/>
                </a:lnTo>
                <a:lnTo>
                  <a:pt x="667131" y="172720"/>
                </a:lnTo>
                <a:lnTo>
                  <a:pt x="687959" y="210820"/>
                </a:lnTo>
                <a:lnTo>
                  <a:pt x="702056" y="251460"/>
                </a:lnTo>
                <a:lnTo>
                  <a:pt x="708660" y="294640"/>
                </a:lnTo>
                <a:lnTo>
                  <a:pt x="709133" y="311150"/>
                </a:lnTo>
                <a:lnTo>
                  <a:pt x="708787" y="323850"/>
                </a:lnTo>
                <a:lnTo>
                  <a:pt x="702183" y="367030"/>
                </a:lnTo>
                <a:lnTo>
                  <a:pt x="688213" y="407670"/>
                </a:lnTo>
                <a:lnTo>
                  <a:pt x="667512" y="445770"/>
                </a:lnTo>
                <a:lnTo>
                  <a:pt x="659257" y="457200"/>
                </a:lnTo>
                <a:lnTo>
                  <a:pt x="650240" y="469900"/>
                </a:lnTo>
                <a:lnTo>
                  <a:pt x="640588" y="480060"/>
                </a:lnTo>
                <a:lnTo>
                  <a:pt x="630555" y="491490"/>
                </a:lnTo>
                <a:lnTo>
                  <a:pt x="619633" y="501650"/>
                </a:lnTo>
                <a:lnTo>
                  <a:pt x="584200" y="529590"/>
                </a:lnTo>
                <a:lnTo>
                  <a:pt x="529844" y="560070"/>
                </a:lnTo>
                <a:lnTo>
                  <a:pt x="468630" y="581660"/>
                </a:lnTo>
                <a:lnTo>
                  <a:pt x="452500" y="584200"/>
                </a:lnTo>
                <a:lnTo>
                  <a:pt x="435991" y="588010"/>
                </a:lnTo>
                <a:lnTo>
                  <a:pt x="419226" y="590550"/>
                </a:lnTo>
                <a:lnTo>
                  <a:pt x="367538" y="594360"/>
                </a:lnTo>
                <a:lnTo>
                  <a:pt x="511860" y="594360"/>
                </a:lnTo>
                <a:lnTo>
                  <a:pt x="571246" y="567690"/>
                </a:lnTo>
                <a:lnTo>
                  <a:pt x="625094" y="530860"/>
                </a:lnTo>
                <a:lnTo>
                  <a:pt x="659892" y="496570"/>
                </a:lnTo>
                <a:lnTo>
                  <a:pt x="689101" y="459740"/>
                </a:lnTo>
                <a:lnTo>
                  <a:pt x="711581" y="417830"/>
                </a:lnTo>
                <a:lnTo>
                  <a:pt x="727075" y="372110"/>
                </a:lnTo>
                <a:lnTo>
                  <a:pt x="734187" y="325120"/>
                </a:lnTo>
                <a:lnTo>
                  <a:pt x="734568" y="308610"/>
                </a:lnTo>
                <a:lnTo>
                  <a:pt x="733933" y="292100"/>
                </a:lnTo>
                <a:lnTo>
                  <a:pt x="726440" y="245110"/>
                </a:lnTo>
                <a:lnTo>
                  <a:pt x="710819" y="200660"/>
                </a:lnTo>
                <a:lnTo>
                  <a:pt x="687959" y="158750"/>
                </a:lnTo>
                <a:lnTo>
                  <a:pt x="658622" y="120650"/>
                </a:lnTo>
                <a:lnTo>
                  <a:pt x="622808" y="87630"/>
                </a:lnTo>
                <a:lnTo>
                  <a:pt x="568451" y="50800"/>
                </a:lnTo>
                <a:lnTo>
                  <a:pt x="523240" y="29210"/>
                </a:lnTo>
                <a:lnTo>
                  <a:pt x="511143" y="25400"/>
                </a:lnTo>
                <a:close/>
              </a:path>
              <a:path w="734695" h="618489">
                <a:moveTo>
                  <a:pt x="400050" y="52070"/>
                </a:moveTo>
                <a:lnTo>
                  <a:pt x="335025" y="52070"/>
                </a:lnTo>
                <a:lnTo>
                  <a:pt x="287909" y="59690"/>
                </a:lnTo>
                <a:lnTo>
                  <a:pt x="229489" y="77470"/>
                </a:lnTo>
                <a:lnTo>
                  <a:pt x="189865" y="95250"/>
                </a:lnTo>
                <a:lnTo>
                  <a:pt x="142875" y="128270"/>
                </a:lnTo>
                <a:lnTo>
                  <a:pt x="113157" y="156210"/>
                </a:lnTo>
                <a:lnTo>
                  <a:pt x="88646" y="186690"/>
                </a:lnTo>
                <a:lnTo>
                  <a:pt x="69850" y="220980"/>
                </a:lnTo>
                <a:lnTo>
                  <a:pt x="57150" y="257810"/>
                </a:lnTo>
                <a:lnTo>
                  <a:pt x="51181" y="295910"/>
                </a:lnTo>
                <a:lnTo>
                  <a:pt x="50834" y="308610"/>
                </a:lnTo>
                <a:lnTo>
                  <a:pt x="50838" y="311150"/>
                </a:lnTo>
                <a:lnTo>
                  <a:pt x="57023" y="360680"/>
                </a:lnTo>
                <a:lnTo>
                  <a:pt x="69596" y="397510"/>
                </a:lnTo>
                <a:lnTo>
                  <a:pt x="88265" y="431800"/>
                </a:lnTo>
                <a:lnTo>
                  <a:pt x="112775" y="463550"/>
                </a:lnTo>
                <a:lnTo>
                  <a:pt x="142113" y="491490"/>
                </a:lnTo>
                <a:lnTo>
                  <a:pt x="188975" y="523240"/>
                </a:lnTo>
                <a:lnTo>
                  <a:pt x="228981" y="542290"/>
                </a:lnTo>
                <a:lnTo>
                  <a:pt x="287527" y="560070"/>
                </a:lnTo>
                <a:lnTo>
                  <a:pt x="367030" y="568960"/>
                </a:lnTo>
                <a:lnTo>
                  <a:pt x="415544" y="565150"/>
                </a:lnTo>
                <a:lnTo>
                  <a:pt x="446659" y="560070"/>
                </a:lnTo>
                <a:lnTo>
                  <a:pt x="476503" y="552450"/>
                </a:lnTo>
                <a:lnTo>
                  <a:pt x="501554" y="543560"/>
                </a:lnTo>
                <a:lnTo>
                  <a:pt x="366395" y="543560"/>
                </a:lnTo>
                <a:lnTo>
                  <a:pt x="306577" y="538480"/>
                </a:lnTo>
                <a:lnTo>
                  <a:pt x="292226" y="534670"/>
                </a:lnTo>
                <a:lnTo>
                  <a:pt x="278002" y="532130"/>
                </a:lnTo>
                <a:lnTo>
                  <a:pt x="264414" y="528320"/>
                </a:lnTo>
                <a:lnTo>
                  <a:pt x="225298" y="513080"/>
                </a:lnTo>
                <a:lnTo>
                  <a:pt x="177926" y="486410"/>
                </a:lnTo>
                <a:lnTo>
                  <a:pt x="139446" y="454660"/>
                </a:lnTo>
                <a:lnTo>
                  <a:pt x="115697" y="426720"/>
                </a:lnTo>
                <a:lnTo>
                  <a:pt x="109093" y="417830"/>
                </a:lnTo>
                <a:lnTo>
                  <a:pt x="88011" y="375920"/>
                </a:lnTo>
                <a:lnTo>
                  <a:pt x="77470" y="331470"/>
                </a:lnTo>
                <a:lnTo>
                  <a:pt x="76200" y="308610"/>
                </a:lnTo>
                <a:lnTo>
                  <a:pt x="76581" y="297180"/>
                </a:lnTo>
                <a:lnTo>
                  <a:pt x="85090" y="252730"/>
                </a:lnTo>
                <a:lnTo>
                  <a:pt x="104013" y="210820"/>
                </a:lnTo>
                <a:lnTo>
                  <a:pt x="116967" y="191770"/>
                </a:lnTo>
                <a:lnTo>
                  <a:pt x="124587" y="181610"/>
                </a:lnTo>
                <a:lnTo>
                  <a:pt x="159258" y="147320"/>
                </a:lnTo>
                <a:lnTo>
                  <a:pt x="203200" y="116840"/>
                </a:lnTo>
                <a:lnTo>
                  <a:pt x="239395" y="100330"/>
                </a:lnTo>
                <a:lnTo>
                  <a:pt x="293624" y="83820"/>
                </a:lnTo>
                <a:lnTo>
                  <a:pt x="322707" y="80010"/>
                </a:lnTo>
                <a:lnTo>
                  <a:pt x="337566" y="77470"/>
                </a:lnTo>
                <a:lnTo>
                  <a:pt x="352678" y="77470"/>
                </a:lnTo>
                <a:lnTo>
                  <a:pt x="368173" y="76200"/>
                </a:lnTo>
                <a:lnTo>
                  <a:pt x="502062" y="76200"/>
                </a:lnTo>
                <a:lnTo>
                  <a:pt x="477012" y="67310"/>
                </a:lnTo>
                <a:lnTo>
                  <a:pt x="447167" y="59690"/>
                </a:lnTo>
                <a:lnTo>
                  <a:pt x="400050" y="52070"/>
                </a:lnTo>
                <a:close/>
              </a:path>
              <a:path w="734695" h="618489">
                <a:moveTo>
                  <a:pt x="502062" y="76200"/>
                </a:moveTo>
                <a:lnTo>
                  <a:pt x="368173" y="76200"/>
                </a:lnTo>
                <a:lnTo>
                  <a:pt x="383413" y="77470"/>
                </a:lnTo>
                <a:lnTo>
                  <a:pt x="398525" y="77470"/>
                </a:lnTo>
                <a:lnTo>
                  <a:pt x="413385" y="80010"/>
                </a:lnTo>
                <a:lnTo>
                  <a:pt x="428117" y="81280"/>
                </a:lnTo>
                <a:lnTo>
                  <a:pt x="442468" y="85090"/>
                </a:lnTo>
                <a:lnTo>
                  <a:pt x="456565" y="87630"/>
                </a:lnTo>
                <a:lnTo>
                  <a:pt x="496697" y="101600"/>
                </a:lnTo>
                <a:lnTo>
                  <a:pt x="534162" y="119380"/>
                </a:lnTo>
                <a:lnTo>
                  <a:pt x="577342" y="148590"/>
                </a:lnTo>
                <a:lnTo>
                  <a:pt x="611505" y="182880"/>
                </a:lnTo>
                <a:lnTo>
                  <a:pt x="618744" y="193040"/>
                </a:lnTo>
                <a:lnTo>
                  <a:pt x="625475" y="201930"/>
                </a:lnTo>
                <a:lnTo>
                  <a:pt x="646302" y="243840"/>
                </a:lnTo>
                <a:lnTo>
                  <a:pt x="657098" y="288290"/>
                </a:lnTo>
                <a:lnTo>
                  <a:pt x="658368" y="311150"/>
                </a:lnTo>
                <a:lnTo>
                  <a:pt x="657987" y="322580"/>
                </a:lnTo>
                <a:lnTo>
                  <a:pt x="649477" y="367030"/>
                </a:lnTo>
                <a:lnTo>
                  <a:pt x="630555" y="408940"/>
                </a:lnTo>
                <a:lnTo>
                  <a:pt x="602234" y="447040"/>
                </a:lnTo>
                <a:lnTo>
                  <a:pt x="553847" y="488950"/>
                </a:lnTo>
                <a:lnTo>
                  <a:pt x="507111" y="514350"/>
                </a:lnTo>
                <a:lnTo>
                  <a:pt x="440944" y="535940"/>
                </a:lnTo>
                <a:lnTo>
                  <a:pt x="411861" y="539750"/>
                </a:lnTo>
                <a:lnTo>
                  <a:pt x="397001" y="542290"/>
                </a:lnTo>
                <a:lnTo>
                  <a:pt x="381889" y="542290"/>
                </a:lnTo>
                <a:lnTo>
                  <a:pt x="366395" y="543560"/>
                </a:lnTo>
                <a:lnTo>
                  <a:pt x="501554" y="543560"/>
                </a:lnTo>
                <a:lnTo>
                  <a:pt x="544702" y="524510"/>
                </a:lnTo>
                <a:lnTo>
                  <a:pt x="591693" y="491490"/>
                </a:lnTo>
                <a:lnTo>
                  <a:pt x="621411" y="463550"/>
                </a:lnTo>
                <a:lnTo>
                  <a:pt x="645922" y="433070"/>
                </a:lnTo>
                <a:lnTo>
                  <a:pt x="664718" y="398780"/>
                </a:lnTo>
                <a:lnTo>
                  <a:pt x="677418" y="361950"/>
                </a:lnTo>
                <a:lnTo>
                  <a:pt x="683387" y="323850"/>
                </a:lnTo>
                <a:lnTo>
                  <a:pt x="683733" y="311150"/>
                </a:lnTo>
                <a:lnTo>
                  <a:pt x="683729" y="308610"/>
                </a:lnTo>
                <a:lnTo>
                  <a:pt x="680212" y="270510"/>
                </a:lnTo>
                <a:lnTo>
                  <a:pt x="669798" y="233680"/>
                </a:lnTo>
                <a:lnTo>
                  <a:pt x="653161" y="199390"/>
                </a:lnTo>
                <a:lnTo>
                  <a:pt x="630682" y="166370"/>
                </a:lnTo>
                <a:lnTo>
                  <a:pt x="602615" y="137160"/>
                </a:lnTo>
                <a:lnTo>
                  <a:pt x="569976" y="111760"/>
                </a:lnTo>
                <a:lnTo>
                  <a:pt x="519175" y="82550"/>
                </a:lnTo>
                <a:lnTo>
                  <a:pt x="505587" y="77470"/>
                </a:lnTo>
                <a:lnTo>
                  <a:pt x="502062" y="76200"/>
                </a:lnTo>
                <a:close/>
              </a:path>
              <a:path w="734695" h="618489">
                <a:moveTo>
                  <a:pt x="367538" y="50800"/>
                </a:moveTo>
                <a:lnTo>
                  <a:pt x="351155" y="52070"/>
                </a:lnTo>
                <a:lnTo>
                  <a:pt x="383921" y="52070"/>
                </a:lnTo>
                <a:lnTo>
                  <a:pt x="367538" y="508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8029956" y="5087492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/>
          <p:nvPr/>
        </p:nvSpPr>
        <p:spPr>
          <a:xfrm>
            <a:off x="377190" y="5401055"/>
            <a:ext cx="603885" cy="114300"/>
          </a:xfrm>
          <a:custGeom>
            <a:avLst/>
            <a:gdLst/>
            <a:ahLst/>
            <a:cxnLst/>
            <a:rect l="l" t="t" r="r" b="b"/>
            <a:pathLst>
              <a:path w="603885" h="114300">
                <a:moveTo>
                  <a:pt x="489203" y="0"/>
                </a:moveTo>
                <a:lnTo>
                  <a:pt x="489203" y="114300"/>
                </a:lnTo>
                <a:lnTo>
                  <a:pt x="565404" y="76200"/>
                </a:lnTo>
                <a:lnTo>
                  <a:pt x="508253" y="76200"/>
                </a:lnTo>
                <a:lnTo>
                  <a:pt x="508253" y="38100"/>
                </a:lnTo>
                <a:lnTo>
                  <a:pt x="565404" y="38100"/>
                </a:lnTo>
                <a:lnTo>
                  <a:pt x="489203" y="0"/>
                </a:lnTo>
                <a:close/>
              </a:path>
              <a:path w="603885" h="114300">
                <a:moveTo>
                  <a:pt x="48920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89203" y="76200"/>
                </a:lnTo>
                <a:lnTo>
                  <a:pt x="489203" y="38100"/>
                </a:lnTo>
                <a:close/>
              </a:path>
              <a:path w="603885" h="114300">
                <a:moveTo>
                  <a:pt x="565404" y="38100"/>
                </a:moveTo>
                <a:lnTo>
                  <a:pt x="508253" y="38100"/>
                </a:lnTo>
                <a:lnTo>
                  <a:pt x="508253" y="76200"/>
                </a:lnTo>
                <a:lnTo>
                  <a:pt x="565404" y="76200"/>
                </a:lnTo>
                <a:lnTo>
                  <a:pt x="603504" y="57150"/>
                </a:lnTo>
                <a:lnTo>
                  <a:pt x="56540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2788157" y="3233166"/>
            <a:ext cx="658495" cy="542925"/>
          </a:xfrm>
          <a:custGeom>
            <a:avLst/>
            <a:gdLst/>
            <a:ahLst/>
            <a:cxnLst/>
            <a:rect l="l" t="t" r="r" b="b"/>
            <a:pathLst>
              <a:path w="658495" h="542925">
                <a:moveTo>
                  <a:pt x="0" y="271272"/>
                </a:moveTo>
                <a:lnTo>
                  <a:pt x="4306" y="227260"/>
                </a:lnTo>
                <a:lnTo>
                  <a:pt x="16776" y="185513"/>
                </a:lnTo>
                <a:lnTo>
                  <a:pt x="36731" y="146588"/>
                </a:lnTo>
                <a:lnTo>
                  <a:pt x="63495" y="111044"/>
                </a:lnTo>
                <a:lnTo>
                  <a:pt x="96393" y="79438"/>
                </a:lnTo>
                <a:lnTo>
                  <a:pt x="134745" y="52328"/>
                </a:lnTo>
                <a:lnTo>
                  <a:pt x="177878" y="30271"/>
                </a:lnTo>
                <a:lnTo>
                  <a:pt x="225113" y="13825"/>
                </a:lnTo>
                <a:lnTo>
                  <a:pt x="275773" y="3549"/>
                </a:lnTo>
                <a:lnTo>
                  <a:pt x="329184" y="0"/>
                </a:lnTo>
                <a:lnTo>
                  <a:pt x="382594" y="3549"/>
                </a:lnTo>
                <a:lnTo>
                  <a:pt x="433254" y="13825"/>
                </a:lnTo>
                <a:lnTo>
                  <a:pt x="480489" y="30271"/>
                </a:lnTo>
                <a:lnTo>
                  <a:pt x="523622" y="52328"/>
                </a:lnTo>
                <a:lnTo>
                  <a:pt x="561975" y="79438"/>
                </a:lnTo>
                <a:lnTo>
                  <a:pt x="594872" y="111044"/>
                </a:lnTo>
                <a:lnTo>
                  <a:pt x="621636" y="146588"/>
                </a:lnTo>
                <a:lnTo>
                  <a:pt x="641591" y="185513"/>
                </a:lnTo>
                <a:lnTo>
                  <a:pt x="654061" y="227260"/>
                </a:lnTo>
                <a:lnTo>
                  <a:pt x="658368" y="271272"/>
                </a:lnTo>
                <a:lnTo>
                  <a:pt x="654061" y="315283"/>
                </a:lnTo>
                <a:lnTo>
                  <a:pt x="641591" y="357030"/>
                </a:lnTo>
                <a:lnTo>
                  <a:pt x="621636" y="395955"/>
                </a:lnTo>
                <a:lnTo>
                  <a:pt x="594872" y="431499"/>
                </a:lnTo>
                <a:lnTo>
                  <a:pt x="561975" y="463105"/>
                </a:lnTo>
                <a:lnTo>
                  <a:pt x="523622" y="490215"/>
                </a:lnTo>
                <a:lnTo>
                  <a:pt x="480489" y="512272"/>
                </a:lnTo>
                <a:lnTo>
                  <a:pt x="433254" y="528718"/>
                </a:lnTo>
                <a:lnTo>
                  <a:pt x="382594" y="538994"/>
                </a:lnTo>
                <a:lnTo>
                  <a:pt x="329184" y="542544"/>
                </a:lnTo>
                <a:lnTo>
                  <a:pt x="275773" y="538994"/>
                </a:lnTo>
                <a:lnTo>
                  <a:pt x="225113" y="528718"/>
                </a:lnTo>
                <a:lnTo>
                  <a:pt x="177878" y="512272"/>
                </a:lnTo>
                <a:lnTo>
                  <a:pt x="134745" y="490215"/>
                </a:lnTo>
                <a:lnTo>
                  <a:pt x="96392" y="463105"/>
                </a:lnTo>
                <a:lnTo>
                  <a:pt x="63495" y="431499"/>
                </a:lnTo>
                <a:lnTo>
                  <a:pt x="36731" y="395955"/>
                </a:lnTo>
                <a:lnTo>
                  <a:pt x="16776" y="357030"/>
                </a:lnTo>
                <a:lnTo>
                  <a:pt x="4306" y="315283"/>
                </a:lnTo>
                <a:lnTo>
                  <a:pt x="0" y="27127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 txBox="1"/>
          <p:nvPr/>
        </p:nvSpPr>
        <p:spPr>
          <a:xfrm>
            <a:off x="3015488" y="326631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1969770" y="3387852"/>
            <a:ext cx="818515" cy="114300"/>
          </a:xfrm>
          <a:custGeom>
            <a:avLst/>
            <a:gdLst/>
            <a:ahLst/>
            <a:cxnLst/>
            <a:rect l="l" t="t" r="r" b="b"/>
            <a:pathLst>
              <a:path w="818514" h="114300">
                <a:moveTo>
                  <a:pt x="704088" y="0"/>
                </a:moveTo>
                <a:lnTo>
                  <a:pt x="704088" y="114300"/>
                </a:lnTo>
                <a:lnTo>
                  <a:pt x="780288" y="76200"/>
                </a:lnTo>
                <a:lnTo>
                  <a:pt x="723138" y="76200"/>
                </a:lnTo>
                <a:lnTo>
                  <a:pt x="723138" y="38100"/>
                </a:lnTo>
                <a:lnTo>
                  <a:pt x="780288" y="38100"/>
                </a:lnTo>
                <a:lnTo>
                  <a:pt x="704088" y="0"/>
                </a:lnTo>
                <a:close/>
              </a:path>
              <a:path w="818514" h="114300">
                <a:moveTo>
                  <a:pt x="7040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04088" y="76200"/>
                </a:lnTo>
                <a:lnTo>
                  <a:pt x="704088" y="38100"/>
                </a:lnTo>
                <a:close/>
              </a:path>
              <a:path w="818514" h="114300">
                <a:moveTo>
                  <a:pt x="780288" y="38100"/>
                </a:moveTo>
                <a:lnTo>
                  <a:pt x="723138" y="38100"/>
                </a:lnTo>
                <a:lnTo>
                  <a:pt x="723138" y="76200"/>
                </a:lnTo>
                <a:lnTo>
                  <a:pt x="780288" y="76200"/>
                </a:lnTo>
                <a:lnTo>
                  <a:pt x="818388" y="57150"/>
                </a:lnTo>
                <a:lnTo>
                  <a:pt x="7802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320546" y="3167633"/>
            <a:ext cx="658495" cy="542925"/>
          </a:xfrm>
          <a:custGeom>
            <a:avLst/>
            <a:gdLst/>
            <a:ahLst/>
            <a:cxnLst/>
            <a:rect l="l" t="t" r="r" b="b"/>
            <a:pathLst>
              <a:path w="658494" h="542925">
                <a:moveTo>
                  <a:pt x="0" y="271271"/>
                </a:moveTo>
                <a:lnTo>
                  <a:pt x="4306" y="227260"/>
                </a:lnTo>
                <a:lnTo>
                  <a:pt x="16776" y="185513"/>
                </a:lnTo>
                <a:lnTo>
                  <a:pt x="36731" y="146588"/>
                </a:lnTo>
                <a:lnTo>
                  <a:pt x="63495" y="111044"/>
                </a:lnTo>
                <a:lnTo>
                  <a:pt x="96393" y="79438"/>
                </a:lnTo>
                <a:lnTo>
                  <a:pt x="134745" y="52328"/>
                </a:lnTo>
                <a:lnTo>
                  <a:pt x="177878" y="30271"/>
                </a:lnTo>
                <a:lnTo>
                  <a:pt x="225113" y="13825"/>
                </a:lnTo>
                <a:lnTo>
                  <a:pt x="275773" y="3549"/>
                </a:lnTo>
                <a:lnTo>
                  <a:pt x="329184" y="0"/>
                </a:lnTo>
                <a:lnTo>
                  <a:pt x="382594" y="3549"/>
                </a:lnTo>
                <a:lnTo>
                  <a:pt x="433254" y="13825"/>
                </a:lnTo>
                <a:lnTo>
                  <a:pt x="480489" y="30271"/>
                </a:lnTo>
                <a:lnTo>
                  <a:pt x="523622" y="52328"/>
                </a:lnTo>
                <a:lnTo>
                  <a:pt x="561975" y="79438"/>
                </a:lnTo>
                <a:lnTo>
                  <a:pt x="594872" y="111044"/>
                </a:lnTo>
                <a:lnTo>
                  <a:pt x="621636" y="146588"/>
                </a:lnTo>
                <a:lnTo>
                  <a:pt x="641591" y="185513"/>
                </a:lnTo>
                <a:lnTo>
                  <a:pt x="654061" y="227260"/>
                </a:lnTo>
                <a:lnTo>
                  <a:pt x="658367" y="271271"/>
                </a:lnTo>
                <a:lnTo>
                  <a:pt x="654061" y="315283"/>
                </a:lnTo>
                <a:lnTo>
                  <a:pt x="641591" y="357030"/>
                </a:lnTo>
                <a:lnTo>
                  <a:pt x="621636" y="395955"/>
                </a:lnTo>
                <a:lnTo>
                  <a:pt x="594872" y="431499"/>
                </a:lnTo>
                <a:lnTo>
                  <a:pt x="561974" y="463105"/>
                </a:lnTo>
                <a:lnTo>
                  <a:pt x="523622" y="490215"/>
                </a:lnTo>
                <a:lnTo>
                  <a:pt x="480489" y="512272"/>
                </a:lnTo>
                <a:lnTo>
                  <a:pt x="433254" y="528718"/>
                </a:lnTo>
                <a:lnTo>
                  <a:pt x="382594" y="538994"/>
                </a:lnTo>
                <a:lnTo>
                  <a:pt x="329184" y="542543"/>
                </a:lnTo>
                <a:lnTo>
                  <a:pt x="275773" y="538994"/>
                </a:lnTo>
                <a:lnTo>
                  <a:pt x="225113" y="528718"/>
                </a:lnTo>
                <a:lnTo>
                  <a:pt x="177878" y="512272"/>
                </a:lnTo>
                <a:lnTo>
                  <a:pt x="134745" y="490215"/>
                </a:lnTo>
                <a:lnTo>
                  <a:pt x="96392" y="463105"/>
                </a:lnTo>
                <a:lnTo>
                  <a:pt x="63495" y="431499"/>
                </a:lnTo>
                <a:lnTo>
                  <a:pt x="36731" y="395955"/>
                </a:lnTo>
                <a:lnTo>
                  <a:pt x="16776" y="357030"/>
                </a:lnTo>
                <a:lnTo>
                  <a:pt x="4306" y="315283"/>
                </a:lnTo>
                <a:lnTo>
                  <a:pt x="0" y="27127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473961" y="3201161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7298435" y="3021076"/>
            <a:ext cx="734695" cy="619760"/>
          </a:xfrm>
          <a:custGeom>
            <a:avLst/>
            <a:gdLst/>
            <a:ahLst/>
            <a:cxnLst/>
            <a:rect l="l" t="t" r="r" b="b"/>
            <a:pathLst>
              <a:path w="734695" h="619760">
                <a:moveTo>
                  <a:pt x="385064" y="0"/>
                </a:moveTo>
                <a:lnTo>
                  <a:pt x="347980" y="0"/>
                </a:lnTo>
                <a:lnTo>
                  <a:pt x="329438" y="1270"/>
                </a:lnTo>
                <a:lnTo>
                  <a:pt x="293878" y="6350"/>
                </a:lnTo>
                <a:lnTo>
                  <a:pt x="242316" y="17780"/>
                </a:lnTo>
                <a:lnTo>
                  <a:pt x="225679" y="24130"/>
                </a:lnTo>
                <a:lnTo>
                  <a:pt x="209804" y="30480"/>
                </a:lnTo>
                <a:lnTo>
                  <a:pt x="193294" y="36830"/>
                </a:lnTo>
                <a:lnTo>
                  <a:pt x="135000" y="69850"/>
                </a:lnTo>
                <a:lnTo>
                  <a:pt x="97409" y="99060"/>
                </a:lnTo>
                <a:lnTo>
                  <a:pt x="74675" y="123189"/>
                </a:lnTo>
                <a:lnTo>
                  <a:pt x="64008" y="134620"/>
                </a:lnTo>
                <a:lnTo>
                  <a:pt x="37211" y="173989"/>
                </a:lnTo>
                <a:lnTo>
                  <a:pt x="16764" y="217170"/>
                </a:lnTo>
                <a:lnTo>
                  <a:pt x="4191" y="262889"/>
                </a:lnTo>
                <a:lnTo>
                  <a:pt x="0" y="311150"/>
                </a:lnTo>
                <a:lnTo>
                  <a:pt x="508" y="327660"/>
                </a:lnTo>
                <a:lnTo>
                  <a:pt x="8128" y="375920"/>
                </a:lnTo>
                <a:lnTo>
                  <a:pt x="23749" y="420370"/>
                </a:lnTo>
                <a:lnTo>
                  <a:pt x="46609" y="462280"/>
                </a:lnTo>
                <a:lnTo>
                  <a:pt x="75819" y="499110"/>
                </a:lnTo>
                <a:lnTo>
                  <a:pt x="111633" y="533400"/>
                </a:lnTo>
                <a:lnTo>
                  <a:pt x="166116" y="570230"/>
                </a:lnTo>
                <a:lnTo>
                  <a:pt x="211074" y="590550"/>
                </a:lnTo>
                <a:lnTo>
                  <a:pt x="260858" y="607060"/>
                </a:lnTo>
                <a:lnTo>
                  <a:pt x="313182" y="617220"/>
                </a:lnTo>
                <a:lnTo>
                  <a:pt x="349504" y="619760"/>
                </a:lnTo>
                <a:lnTo>
                  <a:pt x="386588" y="619760"/>
                </a:lnTo>
                <a:lnTo>
                  <a:pt x="440690" y="614680"/>
                </a:lnTo>
                <a:lnTo>
                  <a:pt x="508889" y="596900"/>
                </a:lnTo>
                <a:lnTo>
                  <a:pt x="515239" y="594360"/>
                </a:lnTo>
                <a:lnTo>
                  <a:pt x="350012" y="594360"/>
                </a:lnTo>
                <a:lnTo>
                  <a:pt x="315849" y="591820"/>
                </a:lnTo>
                <a:lnTo>
                  <a:pt x="266573" y="582930"/>
                </a:lnTo>
                <a:lnTo>
                  <a:pt x="220091" y="567689"/>
                </a:lnTo>
                <a:lnTo>
                  <a:pt x="177546" y="547370"/>
                </a:lnTo>
                <a:lnTo>
                  <a:pt x="126873" y="513080"/>
                </a:lnTo>
                <a:lnTo>
                  <a:pt x="94361" y="481330"/>
                </a:lnTo>
                <a:lnTo>
                  <a:pt x="84709" y="471170"/>
                </a:lnTo>
                <a:lnTo>
                  <a:pt x="59690" y="434339"/>
                </a:lnTo>
                <a:lnTo>
                  <a:pt x="41148" y="396239"/>
                </a:lnTo>
                <a:lnTo>
                  <a:pt x="29464" y="354330"/>
                </a:lnTo>
                <a:lnTo>
                  <a:pt x="25400" y="311150"/>
                </a:lnTo>
                <a:lnTo>
                  <a:pt x="25781" y="295910"/>
                </a:lnTo>
                <a:lnTo>
                  <a:pt x="32385" y="252730"/>
                </a:lnTo>
                <a:lnTo>
                  <a:pt x="46355" y="212089"/>
                </a:lnTo>
                <a:lnTo>
                  <a:pt x="67056" y="173989"/>
                </a:lnTo>
                <a:lnTo>
                  <a:pt x="93980" y="139700"/>
                </a:lnTo>
                <a:lnTo>
                  <a:pt x="104013" y="128270"/>
                </a:lnTo>
                <a:lnTo>
                  <a:pt x="150241" y="90170"/>
                </a:lnTo>
                <a:lnTo>
                  <a:pt x="204724" y="59689"/>
                </a:lnTo>
                <a:lnTo>
                  <a:pt x="250190" y="43180"/>
                </a:lnTo>
                <a:lnTo>
                  <a:pt x="266065" y="38100"/>
                </a:lnTo>
                <a:lnTo>
                  <a:pt x="282194" y="34289"/>
                </a:lnTo>
                <a:lnTo>
                  <a:pt x="332232" y="26670"/>
                </a:lnTo>
                <a:lnTo>
                  <a:pt x="349504" y="25400"/>
                </a:lnTo>
                <a:lnTo>
                  <a:pt x="513664" y="25400"/>
                </a:lnTo>
                <a:lnTo>
                  <a:pt x="507111" y="22860"/>
                </a:lnTo>
                <a:lnTo>
                  <a:pt x="473837" y="12700"/>
                </a:lnTo>
                <a:lnTo>
                  <a:pt x="456692" y="8889"/>
                </a:lnTo>
                <a:lnTo>
                  <a:pt x="403352" y="1270"/>
                </a:lnTo>
                <a:lnTo>
                  <a:pt x="385064" y="0"/>
                </a:lnTo>
                <a:close/>
              </a:path>
              <a:path w="734695" h="619760">
                <a:moveTo>
                  <a:pt x="513664" y="25400"/>
                </a:moveTo>
                <a:lnTo>
                  <a:pt x="384556" y="25400"/>
                </a:lnTo>
                <a:lnTo>
                  <a:pt x="401700" y="26670"/>
                </a:lnTo>
                <a:lnTo>
                  <a:pt x="451993" y="34289"/>
                </a:lnTo>
                <a:lnTo>
                  <a:pt x="499364" y="46989"/>
                </a:lnTo>
                <a:lnTo>
                  <a:pt x="557022" y="73660"/>
                </a:lnTo>
                <a:lnTo>
                  <a:pt x="607695" y="107950"/>
                </a:lnTo>
                <a:lnTo>
                  <a:pt x="640207" y="138430"/>
                </a:lnTo>
                <a:lnTo>
                  <a:pt x="667131" y="173989"/>
                </a:lnTo>
                <a:lnTo>
                  <a:pt x="674751" y="185420"/>
                </a:lnTo>
                <a:lnTo>
                  <a:pt x="693420" y="224789"/>
                </a:lnTo>
                <a:lnTo>
                  <a:pt x="705104" y="266700"/>
                </a:lnTo>
                <a:lnTo>
                  <a:pt x="709125" y="308610"/>
                </a:lnTo>
                <a:lnTo>
                  <a:pt x="709136" y="311150"/>
                </a:lnTo>
                <a:lnTo>
                  <a:pt x="708787" y="325120"/>
                </a:lnTo>
                <a:lnTo>
                  <a:pt x="702183" y="368300"/>
                </a:lnTo>
                <a:lnTo>
                  <a:pt x="688213" y="408939"/>
                </a:lnTo>
                <a:lnTo>
                  <a:pt x="667639" y="447039"/>
                </a:lnTo>
                <a:lnTo>
                  <a:pt x="640588" y="481330"/>
                </a:lnTo>
                <a:lnTo>
                  <a:pt x="630555" y="491489"/>
                </a:lnTo>
                <a:lnTo>
                  <a:pt x="619760" y="502920"/>
                </a:lnTo>
                <a:lnTo>
                  <a:pt x="584200" y="530860"/>
                </a:lnTo>
                <a:lnTo>
                  <a:pt x="529844" y="561339"/>
                </a:lnTo>
                <a:lnTo>
                  <a:pt x="484378" y="577850"/>
                </a:lnTo>
                <a:lnTo>
                  <a:pt x="468630" y="581660"/>
                </a:lnTo>
                <a:lnTo>
                  <a:pt x="452500" y="586740"/>
                </a:lnTo>
                <a:lnTo>
                  <a:pt x="419227" y="591820"/>
                </a:lnTo>
                <a:lnTo>
                  <a:pt x="385064" y="594360"/>
                </a:lnTo>
                <a:lnTo>
                  <a:pt x="515239" y="594360"/>
                </a:lnTo>
                <a:lnTo>
                  <a:pt x="571246" y="567689"/>
                </a:lnTo>
                <a:lnTo>
                  <a:pt x="625094" y="530860"/>
                </a:lnTo>
                <a:lnTo>
                  <a:pt x="659892" y="497839"/>
                </a:lnTo>
                <a:lnTo>
                  <a:pt x="689229" y="459739"/>
                </a:lnTo>
                <a:lnTo>
                  <a:pt x="711581" y="417830"/>
                </a:lnTo>
                <a:lnTo>
                  <a:pt x="717804" y="403860"/>
                </a:lnTo>
                <a:lnTo>
                  <a:pt x="730377" y="358139"/>
                </a:lnTo>
                <a:lnTo>
                  <a:pt x="734568" y="308610"/>
                </a:lnTo>
                <a:lnTo>
                  <a:pt x="733933" y="293370"/>
                </a:lnTo>
                <a:lnTo>
                  <a:pt x="726440" y="245110"/>
                </a:lnTo>
                <a:lnTo>
                  <a:pt x="710819" y="200660"/>
                </a:lnTo>
                <a:lnTo>
                  <a:pt x="688086" y="158750"/>
                </a:lnTo>
                <a:lnTo>
                  <a:pt x="658749" y="120650"/>
                </a:lnTo>
                <a:lnTo>
                  <a:pt x="622935" y="87630"/>
                </a:lnTo>
                <a:lnTo>
                  <a:pt x="568452" y="50800"/>
                </a:lnTo>
                <a:lnTo>
                  <a:pt x="523494" y="29210"/>
                </a:lnTo>
                <a:lnTo>
                  <a:pt x="513664" y="25400"/>
                </a:lnTo>
                <a:close/>
              </a:path>
              <a:path w="734695" h="619760">
                <a:moveTo>
                  <a:pt x="383921" y="50800"/>
                </a:moveTo>
                <a:lnTo>
                  <a:pt x="351155" y="50800"/>
                </a:lnTo>
                <a:lnTo>
                  <a:pt x="319024" y="53339"/>
                </a:lnTo>
                <a:lnTo>
                  <a:pt x="303403" y="55880"/>
                </a:lnTo>
                <a:lnTo>
                  <a:pt x="287909" y="59689"/>
                </a:lnTo>
                <a:lnTo>
                  <a:pt x="272923" y="62230"/>
                </a:lnTo>
                <a:lnTo>
                  <a:pt x="258064" y="67310"/>
                </a:lnTo>
                <a:lnTo>
                  <a:pt x="243713" y="71120"/>
                </a:lnTo>
                <a:lnTo>
                  <a:pt x="229489" y="76200"/>
                </a:lnTo>
                <a:lnTo>
                  <a:pt x="189865" y="95250"/>
                </a:lnTo>
                <a:lnTo>
                  <a:pt x="165608" y="110489"/>
                </a:lnTo>
                <a:lnTo>
                  <a:pt x="142875" y="127000"/>
                </a:lnTo>
                <a:lnTo>
                  <a:pt x="132334" y="137160"/>
                </a:lnTo>
                <a:lnTo>
                  <a:pt x="122428" y="146050"/>
                </a:lnTo>
                <a:lnTo>
                  <a:pt x="96266" y="176530"/>
                </a:lnTo>
                <a:lnTo>
                  <a:pt x="75438" y="209550"/>
                </a:lnTo>
                <a:lnTo>
                  <a:pt x="60706" y="245110"/>
                </a:lnTo>
                <a:lnTo>
                  <a:pt x="52450" y="283210"/>
                </a:lnTo>
                <a:lnTo>
                  <a:pt x="50834" y="308610"/>
                </a:lnTo>
                <a:lnTo>
                  <a:pt x="50838" y="311150"/>
                </a:lnTo>
                <a:lnTo>
                  <a:pt x="54356" y="349250"/>
                </a:lnTo>
                <a:lnTo>
                  <a:pt x="64643" y="386080"/>
                </a:lnTo>
                <a:lnTo>
                  <a:pt x="81407" y="421639"/>
                </a:lnTo>
                <a:lnTo>
                  <a:pt x="103886" y="453389"/>
                </a:lnTo>
                <a:lnTo>
                  <a:pt x="112775" y="464820"/>
                </a:lnTo>
                <a:lnTo>
                  <a:pt x="122047" y="473710"/>
                </a:lnTo>
                <a:lnTo>
                  <a:pt x="131953" y="483870"/>
                </a:lnTo>
                <a:lnTo>
                  <a:pt x="142113" y="492760"/>
                </a:lnTo>
                <a:lnTo>
                  <a:pt x="188975" y="524510"/>
                </a:lnTo>
                <a:lnTo>
                  <a:pt x="229108" y="543560"/>
                </a:lnTo>
                <a:lnTo>
                  <a:pt x="287528" y="561339"/>
                </a:lnTo>
                <a:lnTo>
                  <a:pt x="350647" y="568960"/>
                </a:lnTo>
                <a:lnTo>
                  <a:pt x="383413" y="568960"/>
                </a:lnTo>
                <a:lnTo>
                  <a:pt x="415544" y="566420"/>
                </a:lnTo>
                <a:lnTo>
                  <a:pt x="446659" y="561339"/>
                </a:lnTo>
                <a:lnTo>
                  <a:pt x="476504" y="553720"/>
                </a:lnTo>
                <a:lnTo>
                  <a:pt x="505079" y="543560"/>
                </a:lnTo>
                <a:lnTo>
                  <a:pt x="351155" y="543560"/>
                </a:lnTo>
                <a:lnTo>
                  <a:pt x="321183" y="541020"/>
                </a:lnTo>
                <a:lnTo>
                  <a:pt x="278003" y="533400"/>
                </a:lnTo>
                <a:lnTo>
                  <a:pt x="225298" y="514350"/>
                </a:lnTo>
                <a:lnTo>
                  <a:pt x="177927" y="487680"/>
                </a:lnTo>
                <a:lnTo>
                  <a:pt x="139573" y="455930"/>
                </a:lnTo>
                <a:lnTo>
                  <a:pt x="123063" y="436880"/>
                </a:lnTo>
                <a:lnTo>
                  <a:pt x="115824" y="427989"/>
                </a:lnTo>
                <a:lnTo>
                  <a:pt x="109093" y="417830"/>
                </a:lnTo>
                <a:lnTo>
                  <a:pt x="103124" y="408939"/>
                </a:lnTo>
                <a:lnTo>
                  <a:pt x="97409" y="397510"/>
                </a:lnTo>
                <a:lnTo>
                  <a:pt x="81407" y="354330"/>
                </a:lnTo>
                <a:lnTo>
                  <a:pt x="76200" y="308610"/>
                </a:lnTo>
                <a:lnTo>
                  <a:pt x="76581" y="297180"/>
                </a:lnTo>
                <a:lnTo>
                  <a:pt x="85217" y="252730"/>
                </a:lnTo>
                <a:lnTo>
                  <a:pt x="104013" y="210820"/>
                </a:lnTo>
                <a:lnTo>
                  <a:pt x="132334" y="172720"/>
                </a:lnTo>
                <a:lnTo>
                  <a:pt x="180848" y="130810"/>
                </a:lnTo>
                <a:lnTo>
                  <a:pt x="227457" y="105410"/>
                </a:lnTo>
                <a:lnTo>
                  <a:pt x="265938" y="91439"/>
                </a:lnTo>
                <a:lnTo>
                  <a:pt x="322707" y="78739"/>
                </a:lnTo>
                <a:lnTo>
                  <a:pt x="352679" y="76200"/>
                </a:lnTo>
                <a:lnTo>
                  <a:pt x="502666" y="76200"/>
                </a:lnTo>
                <a:lnTo>
                  <a:pt x="491490" y="71120"/>
                </a:lnTo>
                <a:lnTo>
                  <a:pt x="477012" y="67310"/>
                </a:lnTo>
                <a:lnTo>
                  <a:pt x="462280" y="62230"/>
                </a:lnTo>
                <a:lnTo>
                  <a:pt x="447167" y="59689"/>
                </a:lnTo>
                <a:lnTo>
                  <a:pt x="431800" y="55880"/>
                </a:lnTo>
                <a:lnTo>
                  <a:pt x="416052" y="53339"/>
                </a:lnTo>
                <a:lnTo>
                  <a:pt x="383921" y="50800"/>
                </a:lnTo>
                <a:close/>
              </a:path>
              <a:path w="734695" h="619760">
                <a:moveTo>
                  <a:pt x="502666" y="76200"/>
                </a:moveTo>
                <a:lnTo>
                  <a:pt x="383413" y="76200"/>
                </a:lnTo>
                <a:lnTo>
                  <a:pt x="413385" y="78739"/>
                </a:lnTo>
                <a:lnTo>
                  <a:pt x="442468" y="83820"/>
                </a:lnTo>
                <a:lnTo>
                  <a:pt x="456565" y="87630"/>
                </a:lnTo>
                <a:lnTo>
                  <a:pt x="483616" y="95250"/>
                </a:lnTo>
                <a:lnTo>
                  <a:pt x="496443" y="100330"/>
                </a:lnTo>
                <a:lnTo>
                  <a:pt x="509270" y="106680"/>
                </a:lnTo>
                <a:lnTo>
                  <a:pt x="534162" y="118110"/>
                </a:lnTo>
                <a:lnTo>
                  <a:pt x="577215" y="148589"/>
                </a:lnTo>
                <a:lnTo>
                  <a:pt x="611505" y="182880"/>
                </a:lnTo>
                <a:lnTo>
                  <a:pt x="618744" y="193039"/>
                </a:lnTo>
                <a:lnTo>
                  <a:pt x="625475" y="201930"/>
                </a:lnTo>
                <a:lnTo>
                  <a:pt x="646303" y="243839"/>
                </a:lnTo>
                <a:lnTo>
                  <a:pt x="657098" y="288289"/>
                </a:lnTo>
                <a:lnTo>
                  <a:pt x="658368" y="311150"/>
                </a:lnTo>
                <a:lnTo>
                  <a:pt x="657987" y="322580"/>
                </a:lnTo>
                <a:lnTo>
                  <a:pt x="649478" y="368300"/>
                </a:lnTo>
                <a:lnTo>
                  <a:pt x="630555" y="410210"/>
                </a:lnTo>
                <a:lnTo>
                  <a:pt x="602234" y="448310"/>
                </a:lnTo>
                <a:lnTo>
                  <a:pt x="553847" y="490220"/>
                </a:lnTo>
                <a:lnTo>
                  <a:pt x="507111" y="515620"/>
                </a:lnTo>
                <a:lnTo>
                  <a:pt x="468630" y="529589"/>
                </a:lnTo>
                <a:lnTo>
                  <a:pt x="440944" y="535939"/>
                </a:lnTo>
                <a:lnTo>
                  <a:pt x="426466" y="539750"/>
                </a:lnTo>
                <a:lnTo>
                  <a:pt x="381889" y="543560"/>
                </a:lnTo>
                <a:lnTo>
                  <a:pt x="505079" y="543560"/>
                </a:lnTo>
                <a:lnTo>
                  <a:pt x="544703" y="524510"/>
                </a:lnTo>
                <a:lnTo>
                  <a:pt x="591693" y="492760"/>
                </a:lnTo>
                <a:lnTo>
                  <a:pt x="621411" y="464820"/>
                </a:lnTo>
                <a:lnTo>
                  <a:pt x="645922" y="433070"/>
                </a:lnTo>
                <a:lnTo>
                  <a:pt x="664718" y="398780"/>
                </a:lnTo>
                <a:lnTo>
                  <a:pt x="677418" y="361950"/>
                </a:lnTo>
                <a:lnTo>
                  <a:pt x="683387" y="323850"/>
                </a:lnTo>
                <a:lnTo>
                  <a:pt x="683768" y="311150"/>
                </a:lnTo>
                <a:lnTo>
                  <a:pt x="683387" y="297180"/>
                </a:lnTo>
                <a:lnTo>
                  <a:pt x="677545" y="259080"/>
                </a:lnTo>
                <a:lnTo>
                  <a:pt x="664972" y="222250"/>
                </a:lnTo>
                <a:lnTo>
                  <a:pt x="646303" y="187960"/>
                </a:lnTo>
                <a:lnTo>
                  <a:pt x="621792" y="156210"/>
                </a:lnTo>
                <a:lnTo>
                  <a:pt x="592455" y="128270"/>
                </a:lnTo>
                <a:lnTo>
                  <a:pt x="545592" y="96520"/>
                </a:lnTo>
                <a:lnTo>
                  <a:pt x="505460" y="77470"/>
                </a:lnTo>
                <a:lnTo>
                  <a:pt x="502666" y="762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7491730" y="3093211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262632" y="3032859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446526" y="3387852"/>
            <a:ext cx="3891279" cy="114300"/>
          </a:xfrm>
          <a:custGeom>
            <a:avLst/>
            <a:gdLst/>
            <a:ahLst/>
            <a:cxnLst/>
            <a:rect l="l" t="t" r="r" b="b"/>
            <a:pathLst>
              <a:path w="3891279" h="114300">
                <a:moveTo>
                  <a:pt x="3776472" y="0"/>
                </a:moveTo>
                <a:lnTo>
                  <a:pt x="3776472" y="114300"/>
                </a:lnTo>
                <a:lnTo>
                  <a:pt x="3852672" y="76200"/>
                </a:lnTo>
                <a:lnTo>
                  <a:pt x="3795522" y="76200"/>
                </a:lnTo>
                <a:lnTo>
                  <a:pt x="3795522" y="38100"/>
                </a:lnTo>
                <a:lnTo>
                  <a:pt x="3852672" y="38100"/>
                </a:lnTo>
                <a:lnTo>
                  <a:pt x="3776472" y="0"/>
                </a:lnTo>
                <a:close/>
              </a:path>
              <a:path w="3891279" h="114300">
                <a:moveTo>
                  <a:pt x="377647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776472" y="76200"/>
                </a:lnTo>
                <a:lnTo>
                  <a:pt x="3776472" y="38100"/>
                </a:lnTo>
                <a:close/>
              </a:path>
              <a:path w="3891279" h="114300">
                <a:moveTo>
                  <a:pt x="3852672" y="38100"/>
                </a:moveTo>
                <a:lnTo>
                  <a:pt x="3795522" y="38100"/>
                </a:lnTo>
                <a:lnTo>
                  <a:pt x="3795522" y="76200"/>
                </a:lnTo>
                <a:lnTo>
                  <a:pt x="3852672" y="76200"/>
                </a:lnTo>
                <a:lnTo>
                  <a:pt x="3890772" y="57150"/>
                </a:lnTo>
                <a:lnTo>
                  <a:pt x="3852672" y="381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4634229" y="2988691"/>
            <a:ext cx="10528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b|ba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2177372" y="3524630"/>
            <a:ext cx="908050" cy="571500"/>
          </a:xfrm>
          <a:custGeom>
            <a:avLst/>
            <a:gdLst/>
            <a:ahLst/>
            <a:cxnLst/>
            <a:rect l="l" t="t" r="r" b="b"/>
            <a:pathLst>
              <a:path w="908050" h="571500">
                <a:moveTo>
                  <a:pt x="576749" y="0"/>
                </a:moveTo>
                <a:lnTo>
                  <a:pt x="351070" y="181610"/>
                </a:lnTo>
                <a:lnTo>
                  <a:pt x="248708" y="266700"/>
                </a:lnTo>
                <a:lnTo>
                  <a:pt x="201972" y="306578"/>
                </a:lnTo>
                <a:lnTo>
                  <a:pt x="158792" y="344551"/>
                </a:lnTo>
                <a:lnTo>
                  <a:pt x="119803" y="379984"/>
                </a:lnTo>
                <a:lnTo>
                  <a:pt x="85513" y="413004"/>
                </a:lnTo>
                <a:lnTo>
                  <a:pt x="56303" y="442849"/>
                </a:lnTo>
                <a:lnTo>
                  <a:pt x="23156" y="482092"/>
                </a:lnTo>
                <a:lnTo>
                  <a:pt x="3852" y="514985"/>
                </a:lnTo>
                <a:lnTo>
                  <a:pt x="3090" y="517144"/>
                </a:lnTo>
                <a:lnTo>
                  <a:pt x="2709" y="518160"/>
                </a:lnTo>
                <a:lnTo>
                  <a:pt x="804" y="525780"/>
                </a:lnTo>
                <a:lnTo>
                  <a:pt x="423" y="527177"/>
                </a:lnTo>
                <a:lnTo>
                  <a:pt x="169" y="528701"/>
                </a:lnTo>
                <a:lnTo>
                  <a:pt x="0" y="539623"/>
                </a:lnTo>
                <a:lnTo>
                  <a:pt x="169" y="541147"/>
                </a:lnTo>
                <a:lnTo>
                  <a:pt x="931" y="543306"/>
                </a:lnTo>
                <a:lnTo>
                  <a:pt x="2709" y="548640"/>
                </a:lnTo>
                <a:lnTo>
                  <a:pt x="3598" y="551180"/>
                </a:lnTo>
                <a:lnTo>
                  <a:pt x="4995" y="553593"/>
                </a:lnTo>
                <a:lnTo>
                  <a:pt x="6900" y="555498"/>
                </a:lnTo>
                <a:lnTo>
                  <a:pt x="10837" y="559689"/>
                </a:lnTo>
                <a:lnTo>
                  <a:pt x="34459" y="570103"/>
                </a:lnTo>
                <a:lnTo>
                  <a:pt x="35475" y="570357"/>
                </a:lnTo>
                <a:lnTo>
                  <a:pt x="36491" y="570484"/>
                </a:lnTo>
                <a:lnTo>
                  <a:pt x="37507" y="570484"/>
                </a:lnTo>
                <a:lnTo>
                  <a:pt x="47413" y="571119"/>
                </a:lnTo>
                <a:lnTo>
                  <a:pt x="93006" y="566547"/>
                </a:lnTo>
                <a:lnTo>
                  <a:pt x="130598" y="558419"/>
                </a:lnTo>
                <a:lnTo>
                  <a:pt x="174159" y="546608"/>
                </a:lnTo>
                <a:lnTo>
                  <a:pt x="203861" y="537718"/>
                </a:lnTo>
                <a:lnTo>
                  <a:pt x="38015" y="537718"/>
                </a:lnTo>
                <a:lnTo>
                  <a:pt x="37663" y="535432"/>
                </a:lnTo>
                <a:lnTo>
                  <a:pt x="37455" y="534076"/>
                </a:lnTo>
                <a:lnTo>
                  <a:pt x="36163" y="531963"/>
                </a:lnTo>
                <a:lnTo>
                  <a:pt x="36046" y="531828"/>
                </a:lnTo>
                <a:lnTo>
                  <a:pt x="35213" y="531203"/>
                </a:lnTo>
                <a:lnTo>
                  <a:pt x="34967" y="531114"/>
                </a:lnTo>
                <a:lnTo>
                  <a:pt x="35094" y="531114"/>
                </a:lnTo>
                <a:lnTo>
                  <a:pt x="33062" y="529590"/>
                </a:lnTo>
                <a:lnTo>
                  <a:pt x="39026" y="529590"/>
                </a:lnTo>
                <a:lnTo>
                  <a:pt x="39666" y="527812"/>
                </a:lnTo>
                <a:lnTo>
                  <a:pt x="39940" y="527812"/>
                </a:lnTo>
                <a:lnTo>
                  <a:pt x="41698" y="523875"/>
                </a:lnTo>
                <a:lnTo>
                  <a:pt x="46524" y="515493"/>
                </a:lnTo>
                <a:lnTo>
                  <a:pt x="72051" y="482346"/>
                </a:lnTo>
                <a:lnTo>
                  <a:pt x="112056" y="440309"/>
                </a:lnTo>
                <a:lnTo>
                  <a:pt x="145584" y="408051"/>
                </a:lnTo>
                <a:lnTo>
                  <a:pt x="184065" y="372999"/>
                </a:lnTo>
                <a:lnTo>
                  <a:pt x="226737" y="335534"/>
                </a:lnTo>
                <a:lnTo>
                  <a:pt x="297730" y="275209"/>
                </a:lnTo>
                <a:lnTo>
                  <a:pt x="375200" y="211201"/>
                </a:lnTo>
                <a:lnTo>
                  <a:pt x="600625" y="29718"/>
                </a:lnTo>
                <a:lnTo>
                  <a:pt x="576749" y="0"/>
                </a:lnTo>
                <a:close/>
              </a:path>
              <a:path w="908050" h="571500">
                <a:moveTo>
                  <a:pt x="37831" y="534692"/>
                </a:moveTo>
                <a:lnTo>
                  <a:pt x="37707" y="535157"/>
                </a:lnTo>
                <a:lnTo>
                  <a:pt x="37663" y="535432"/>
                </a:lnTo>
                <a:lnTo>
                  <a:pt x="38015" y="537718"/>
                </a:lnTo>
                <a:lnTo>
                  <a:pt x="38115" y="535157"/>
                </a:lnTo>
                <a:lnTo>
                  <a:pt x="37831" y="534692"/>
                </a:lnTo>
                <a:close/>
              </a:path>
              <a:path w="908050" h="571500">
                <a:moveTo>
                  <a:pt x="38115" y="535157"/>
                </a:moveTo>
                <a:lnTo>
                  <a:pt x="38015" y="537718"/>
                </a:lnTo>
                <a:lnTo>
                  <a:pt x="203861" y="537718"/>
                </a:lnTo>
                <a:lnTo>
                  <a:pt x="207830" y="536448"/>
                </a:lnTo>
                <a:lnTo>
                  <a:pt x="38904" y="536448"/>
                </a:lnTo>
                <a:lnTo>
                  <a:pt x="38115" y="535157"/>
                </a:lnTo>
                <a:close/>
              </a:path>
              <a:path w="908050" h="571500">
                <a:moveTo>
                  <a:pt x="38148" y="534330"/>
                </a:moveTo>
                <a:lnTo>
                  <a:pt x="38224" y="535336"/>
                </a:lnTo>
                <a:lnTo>
                  <a:pt x="38904" y="536448"/>
                </a:lnTo>
                <a:lnTo>
                  <a:pt x="38148" y="534330"/>
                </a:lnTo>
                <a:close/>
              </a:path>
              <a:path w="908050" h="571500">
                <a:moveTo>
                  <a:pt x="38183" y="533430"/>
                </a:moveTo>
                <a:lnTo>
                  <a:pt x="38237" y="534580"/>
                </a:lnTo>
                <a:lnTo>
                  <a:pt x="38904" y="536448"/>
                </a:lnTo>
                <a:lnTo>
                  <a:pt x="207830" y="536448"/>
                </a:lnTo>
                <a:lnTo>
                  <a:pt x="216164" y="533781"/>
                </a:lnTo>
                <a:lnTo>
                  <a:pt x="38650" y="533781"/>
                </a:lnTo>
                <a:lnTo>
                  <a:pt x="38183" y="533430"/>
                </a:lnTo>
                <a:close/>
              </a:path>
              <a:path w="908050" h="571500">
                <a:moveTo>
                  <a:pt x="37652" y="535362"/>
                </a:moveTo>
                <a:close/>
              </a:path>
              <a:path w="908050" h="571500">
                <a:moveTo>
                  <a:pt x="37763" y="534580"/>
                </a:moveTo>
                <a:lnTo>
                  <a:pt x="37652" y="535362"/>
                </a:lnTo>
                <a:lnTo>
                  <a:pt x="37707" y="535157"/>
                </a:lnTo>
                <a:lnTo>
                  <a:pt x="37763" y="534580"/>
                </a:lnTo>
                <a:close/>
              </a:path>
              <a:path w="908050" h="571500">
                <a:moveTo>
                  <a:pt x="37455" y="534076"/>
                </a:moveTo>
                <a:lnTo>
                  <a:pt x="37648" y="535336"/>
                </a:lnTo>
                <a:lnTo>
                  <a:pt x="37763" y="534580"/>
                </a:lnTo>
                <a:lnTo>
                  <a:pt x="37455" y="534076"/>
                </a:lnTo>
                <a:close/>
              </a:path>
              <a:path w="908050" h="571500">
                <a:moveTo>
                  <a:pt x="38022" y="533977"/>
                </a:moveTo>
                <a:lnTo>
                  <a:pt x="37831" y="534692"/>
                </a:lnTo>
                <a:lnTo>
                  <a:pt x="38115" y="535157"/>
                </a:lnTo>
                <a:lnTo>
                  <a:pt x="38022" y="533977"/>
                </a:lnTo>
                <a:close/>
              </a:path>
              <a:path w="908050" h="571500">
                <a:moveTo>
                  <a:pt x="37904" y="533648"/>
                </a:moveTo>
                <a:lnTo>
                  <a:pt x="37831" y="534692"/>
                </a:lnTo>
                <a:lnTo>
                  <a:pt x="37928" y="534330"/>
                </a:lnTo>
                <a:lnTo>
                  <a:pt x="37904" y="533648"/>
                </a:lnTo>
                <a:close/>
              </a:path>
              <a:path w="908050" h="571500">
                <a:moveTo>
                  <a:pt x="37247" y="532729"/>
                </a:moveTo>
                <a:lnTo>
                  <a:pt x="37455" y="534076"/>
                </a:lnTo>
                <a:lnTo>
                  <a:pt x="37763" y="534580"/>
                </a:lnTo>
                <a:lnTo>
                  <a:pt x="37884" y="533781"/>
                </a:lnTo>
                <a:lnTo>
                  <a:pt x="37767" y="533265"/>
                </a:lnTo>
                <a:lnTo>
                  <a:pt x="37696" y="533065"/>
                </a:lnTo>
                <a:lnTo>
                  <a:pt x="37247" y="532729"/>
                </a:lnTo>
                <a:close/>
              </a:path>
              <a:path w="908050" h="571500">
                <a:moveTo>
                  <a:pt x="36110" y="531876"/>
                </a:moveTo>
                <a:lnTo>
                  <a:pt x="37455" y="534076"/>
                </a:lnTo>
                <a:lnTo>
                  <a:pt x="37247" y="532729"/>
                </a:lnTo>
                <a:lnTo>
                  <a:pt x="36110" y="531876"/>
                </a:lnTo>
                <a:close/>
              </a:path>
              <a:path w="908050" h="571500">
                <a:moveTo>
                  <a:pt x="37962" y="533265"/>
                </a:moveTo>
                <a:lnTo>
                  <a:pt x="38022" y="533977"/>
                </a:lnTo>
                <a:lnTo>
                  <a:pt x="38109" y="533648"/>
                </a:lnTo>
                <a:lnTo>
                  <a:pt x="37995" y="533289"/>
                </a:lnTo>
                <a:close/>
              </a:path>
              <a:path w="908050" h="571500">
                <a:moveTo>
                  <a:pt x="38201" y="533303"/>
                </a:moveTo>
                <a:lnTo>
                  <a:pt x="38183" y="533430"/>
                </a:lnTo>
                <a:lnTo>
                  <a:pt x="38650" y="533781"/>
                </a:lnTo>
                <a:lnTo>
                  <a:pt x="38201" y="533303"/>
                </a:lnTo>
                <a:close/>
              </a:path>
              <a:path w="908050" h="571500">
                <a:moveTo>
                  <a:pt x="38448" y="532379"/>
                </a:moveTo>
                <a:lnTo>
                  <a:pt x="38321" y="533430"/>
                </a:lnTo>
                <a:lnTo>
                  <a:pt x="38650" y="533781"/>
                </a:lnTo>
                <a:lnTo>
                  <a:pt x="216164" y="533781"/>
                </a:lnTo>
                <a:lnTo>
                  <a:pt x="218148" y="533146"/>
                </a:lnTo>
                <a:lnTo>
                  <a:pt x="49953" y="533146"/>
                </a:lnTo>
                <a:lnTo>
                  <a:pt x="45940" y="532892"/>
                </a:lnTo>
                <a:lnTo>
                  <a:pt x="42968" y="532892"/>
                </a:lnTo>
                <a:lnTo>
                  <a:pt x="40936" y="532638"/>
                </a:lnTo>
                <a:lnTo>
                  <a:pt x="39133" y="532629"/>
                </a:lnTo>
                <a:lnTo>
                  <a:pt x="38448" y="532379"/>
                </a:lnTo>
                <a:close/>
              </a:path>
              <a:path w="908050" h="571500">
                <a:moveTo>
                  <a:pt x="37696" y="533065"/>
                </a:moveTo>
                <a:lnTo>
                  <a:pt x="37904" y="533648"/>
                </a:lnTo>
                <a:lnTo>
                  <a:pt x="37962" y="533265"/>
                </a:lnTo>
                <a:lnTo>
                  <a:pt x="37696" y="533065"/>
                </a:lnTo>
                <a:close/>
              </a:path>
              <a:path w="908050" h="571500">
                <a:moveTo>
                  <a:pt x="37990" y="533078"/>
                </a:moveTo>
                <a:lnTo>
                  <a:pt x="37995" y="533289"/>
                </a:lnTo>
                <a:lnTo>
                  <a:pt x="38170" y="533421"/>
                </a:lnTo>
                <a:lnTo>
                  <a:pt x="38053" y="533146"/>
                </a:lnTo>
                <a:close/>
              </a:path>
              <a:path w="908050" h="571500">
                <a:moveTo>
                  <a:pt x="38227" y="532299"/>
                </a:moveTo>
                <a:lnTo>
                  <a:pt x="38201" y="533303"/>
                </a:lnTo>
                <a:lnTo>
                  <a:pt x="38448" y="532379"/>
                </a:lnTo>
                <a:lnTo>
                  <a:pt x="38227" y="532299"/>
                </a:lnTo>
                <a:close/>
              </a:path>
              <a:path w="908050" h="571500">
                <a:moveTo>
                  <a:pt x="38115" y="532258"/>
                </a:moveTo>
                <a:lnTo>
                  <a:pt x="38053" y="533146"/>
                </a:lnTo>
                <a:lnTo>
                  <a:pt x="38188" y="533289"/>
                </a:lnTo>
                <a:lnTo>
                  <a:pt x="38115" y="532258"/>
                </a:lnTo>
                <a:close/>
              </a:path>
              <a:path w="908050" h="571500">
                <a:moveTo>
                  <a:pt x="37523" y="532581"/>
                </a:moveTo>
                <a:lnTo>
                  <a:pt x="37696" y="533065"/>
                </a:lnTo>
                <a:lnTo>
                  <a:pt x="37962" y="533265"/>
                </a:lnTo>
                <a:lnTo>
                  <a:pt x="37978" y="533065"/>
                </a:lnTo>
                <a:lnTo>
                  <a:pt x="37523" y="532581"/>
                </a:lnTo>
                <a:close/>
              </a:path>
              <a:path w="908050" h="571500">
                <a:moveTo>
                  <a:pt x="794855" y="273486"/>
                </a:moveTo>
                <a:lnTo>
                  <a:pt x="594783" y="353568"/>
                </a:lnTo>
                <a:lnTo>
                  <a:pt x="419015" y="421767"/>
                </a:lnTo>
                <a:lnTo>
                  <a:pt x="293793" y="467614"/>
                </a:lnTo>
                <a:lnTo>
                  <a:pt x="211751" y="495300"/>
                </a:lnTo>
                <a:lnTo>
                  <a:pt x="142028" y="516128"/>
                </a:lnTo>
                <a:lnTo>
                  <a:pt x="103420" y="525653"/>
                </a:lnTo>
                <a:lnTo>
                  <a:pt x="59986" y="532765"/>
                </a:lnTo>
                <a:lnTo>
                  <a:pt x="49953" y="533146"/>
                </a:lnTo>
                <a:lnTo>
                  <a:pt x="218148" y="533146"/>
                </a:lnTo>
                <a:lnTo>
                  <a:pt x="306366" y="503555"/>
                </a:lnTo>
                <a:lnTo>
                  <a:pt x="399457" y="469773"/>
                </a:lnTo>
                <a:lnTo>
                  <a:pt x="536109" y="417576"/>
                </a:lnTo>
                <a:lnTo>
                  <a:pt x="809096" y="308771"/>
                </a:lnTo>
                <a:lnTo>
                  <a:pt x="794855" y="273486"/>
                </a:lnTo>
                <a:close/>
              </a:path>
              <a:path w="908050" h="571500">
                <a:moveTo>
                  <a:pt x="37302" y="531963"/>
                </a:moveTo>
                <a:lnTo>
                  <a:pt x="37451" y="532379"/>
                </a:lnTo>
                <a:lnTo>
                  <a:pt x="37576" y="532638"/>
                </a:lnTo>
                <a:lnTo>
                  <a:pt x="37990" y="533078"/>
                </a:lnTo>
                <a:lnTo>
                  <a:pt x="38115" y="532258"/>
                </a:lnTo>
                <a:lnTo>
                  <a:pt x="37302" y="531963"/>
                </a:lnTo>
                <a:close/>
              </a:path>
              <a:path w="908050" h="571500">
                <a:moveTo>
                  <a:pt x="37166" y="532201"/>
                </a:moveTo>
                <a:lnTo>
                  <a:pt x="37295" y="532765"/>
                </a:lnTo>
                <a:lnTo>
                  <a:pt x="37696" y="533065"/>
                </a:lnTo>
                <a:lnTo>
                  <a:pt x="37576" y="532729"/>
                </a:lnTo>
                <a:lnTo>
                  <a:pt x="37457" y="532511"/>
                </a:lnTo>
                <a:lnTo>
                  <a:pt x="37166" y="532201"/>
                </a:lnTo>
                <a:close/>
              </a:path>
              <a:path w="908050" h="571500">
                <a:moveTo>
                  <a:pt x="39920" y="532511"/>
                </a:moveTo>
                <a:lnTo>
                  <a:pt x="42968" y="532892"/>
                </a:lnTo>
                <a:lnTo>
                  <a:pt x="41784" y="532629"/>
                </a:lnTo>
                <a:lnTo>
                  <a:pt x="39920" y="532511"/>
                </a:lnTo>
                <a:close/>
              </a:path>
              <a:path w="908050" h="571500">
                <a:moveTo>
                  <a:pt x="41784" y="532629"/>
                </a:moveTo>
                <a:lnTo>
                  <a:pt x="42968" y="532892"/>
                </a:lnTo>
                <a:lnTo>
                  <a:pt x="45940" y="532892"/>
                </a:lnTo>
                <a:lnTo>
                  <a:pt x="41784" y="532629"/>
                </a:lnTo>
                <a:close/>
              </a:path>
              <a:path w="908050" h="571500">
                <a:moveTo>
                  <a:pt x="35838" y="531430"/>
                </a:moveTo>
                <a:lnTo>
                  <a:pt x="36110" y="531876"/>
                </a:lnTo>
                <a:lnTo>
                  <a:pt x="37247" y="532729"/>
                </a:lnTo>
                <a:lnTo>
                  <a:pt x="37141" y="532175"/>
                </a:lnTo>
                <a:lnTo>
                  <a:pt x="36755" y="531764"/>
                </a:lnTo>
                <a:lnTo>
                  <a:pt x="35838" y="531430"/>
                </a:lnTo>
                <a:close/>
              </a:path>
              <a:path w="908050" h="571500">
                <a:moveTo>
                  <a:pt x="38471" y="532294"/>
                </a:moveTo>
                <a:lnTo>
                  <a:pt x="39158" y="532638"/>
                </a:lnTo>
                <a:lnTo>
                  <a:pt x="38471" y="532294"/>
                </a:lnTo>
                <a:close/>
              </a:path>
              <a:path w="908050" h="571500">
                <a:moveTo>
                  <a:pt x="38572" y="531915"/>
                </a:moveTo>
                <a:lnTo>
                  <a:pt x="38481" y="532299"/>
                </a:lnTo>
                <a:lnTo>
                  <a:pt x="39158" y="532638"/>
                </a:lnTo>
                <a:lnTo>
                  <a:pt x="40936" y="532638"/>
                </a:lnTo>
                <a:lnTo>
                  <a:pt x="39920" y="532511"/>
                </a:lnTo>
                <a:lnTo>
                  <a:pt x="41253" y="532511"/>
                </a:lnTo>
                <a:lnTo>
                  <a:pt x="38572" y="531915"/>
                </a:lnTo>
                <a:close/>
              </a:path>
              <a:path w="908050" h="571500">
                <a:moveTo>
                  <a:pt x="41253" y="532511"/>
                </a:moveTo>
                <a:lnTo>
                  <a:pt x="39920" y="532511"/>
                </a:lnTo>
                <a:lnTo>
                  <a:pt x="41784" y="532629"/>
                </a:lnTo>
                <a:lnTo>
                  <a:pt x="41253" y="532511"/>
                </a:lnTo>
                <a:close/>
              </a:path>
              <a:path w="908050" h="571500">
                <a:moveTo>
                  <a:pt x="37119" y="531896"/>
                </a:moveTo>
                <a:lnTo>
                  <a:pt x="37220" y="532258"/>
                </a:lnTo>
                <a:lnTo>
                  <a:pt x="37523" y="532581"/>
                </a:lnTo>
                <a:lnTo>
                  <a:pt x="37302" y="531963"/>
                </a:lnTo>
                <a:lnTo>
                  <a:pt x="37119" y="531896"/>
                </a:lnTo>
                <a:close/>
              </a:path>
              <a:path w="908050" h="571500">
                <a:moveTo>
                  <a:pt x="38232" y="532175"/>
                </a:moveTo>
                <a:lnTo>
                  <a:pt x="38448" y="532379"/>
                </a:lnTo>
                <a:lnTo>
                  <a:pt x="38232" y="532175"/>
                </a:lnTo>
                <a:close/>
              </a:path>
              <a:path w="908050" h="571500">
                <a:moveTo>
                  <a:pt x="38245" y="531842"/>
                </a:moveTo>
                <a:lnTo>
                  <a:pt x="38285" y="532201"/>
                </a:lnTo>
                <a:lnTo>
                  <a:pt x="38471" y="532294"/>
                </a:lnTo>
                <a:lnTo>
                  <a:pt x="38396" y="531876"/>
                </a:lnTo>
                <a:lnTo>
                  <a:pt x="38245" y="531842"/>
                </a:lnTo>
                <a:close/>
              </a:path>
              <a:path w="908050" h="571500">
                <a:moveTo>
                  <a:pt x="37192" y="531655"/>
                </a:moveTo>
                <a:lnTo>
                  <a:pt x="37302" y="531963"/>
                </a:lnTo>
                <a:lnTo>
                  <a:pt x="38115" y="532258"/>
                </a:lnTo>
                <a:lnTo>
                  <a:pt x="38135" y="532126"/>
                </a:lnTo>
                <a:lnTo>
                  <a:pt x="37192" y="531655"/>
                </a:lnTo>
                <a:close/>
              </a:path>
              <a:path w="908050" h="571500">
                <a:moveTo>
                  <a:pt x="36755" y="531764"/>
                </a:moveTo>
                <a:lnTo>
                  <a:pt x="37166" y="532201"/>
                </a:lnTo>
                <a:lnTo>
                  <a:pt x="37062" y="531876"/>
                </a:lnTo>
                <a:lnTo>
                  <a:pt x="36755" y="531764"/>
                </a:lnTo>
                <a:close/>
              </a:path>
              <a:path w="908050" h="571500">
                <a:moveTo>
                  <a:pt x="37174" y="531604"/>
                </a:moveTo>
                <a:lnTo>
                  <a:pt x="38135" y="532126"/>
                </a:lnTo>
                <a:lnTo>
                  <a:pt x="38180" y="531828"/>
                </a:lnTo>
                <a:lnTo>
                  <a:pt x="37174" y="531604"/>
                </a:lnTo>
                <a:close/>
              </a:path>
              <a:path w="908050" h="571500">
                <a:moveTo>
                  <a:pt x="37073" y="531595"/>
                </a:moveTo>
                <a:lnTo>
                  <a:pt x="37170" y="531915"/>
                </a:lnTo>
                <a:lnTo>
                  <a:pt x="37302" y="531963"/>
                </a:lnTo>
                <a:lnTo>
                  <a:pt x="37192" y="531655"/>
                </a:lnTo>
                <a:close/>
              </a:path>
              <a:path w="908050" h="571500">
                <a:moveTo>
                  <a:pt x="38751" y="531241"/>
                </a:moveTo>
                <a:lnTo>
                  <a:pt x="38269" y="531241"/>
                </a:lnTo>
                <a:lnTo>
                  <a:pt x="38245" y="531842"/>
                </a:lnTo>
                <a:lnTo>
                  <a:pt x="38572" y="531915"/>
                </a:lnTo>
                <a:lnTo>
                  <a:pt x="38751" y="531241"/>
                </a:lnTo>
                <a:close/>
              </a:path>
              <a:path w="908050" h="571500">
                <a:moveTo>
                  <a:pt x="36455" y="531444"/>
                </a:moveTo>
                <a:lnTo>
                  <a:pt x="36755" y="531764"/>
                </a:lnTo>
                <a:lnTo>
                  <a:pt x="37119" y="531896"/>
                </a:lnTo>
                <a:lnTo>
                  <a:pt x="37024" y="531571"/>
                </a:lnTo>
                <a:lnTo>
                  <a:pt x="36455" y="531444"/>
                </a:lnTo>
                <a:close/>
              </a:path>
              <a:path w="908050" h="571500">
                <a:moveTo>
                  <a:pt x="35213" y="531203"/>
                </a:moveTo>
                <a:lnTo>
                  <a:pt x="36110" y="531876"/>
                </a:lnTo>
                <a:lnTo>
                  <a:pt x="35838" y="531430"/>
                </a:lnTo>
                <a:lnTo>
                  <a:pt x="35213" y="531203"/>
                </a:lnTo>
                <a:close/>
              </a:path>
              <a:path w="908050" h="571500">
                <a:moveTo>
                  <a:pt x="38785" y="531114"/>
                </a:moveTo>
                <a:lnTo>
                  <a:pt x="36999" y="531114"/>
                </a:lnTo>
                <a:lnTo>
                  <a:pt x="37174" y="531604"/>
                </a:lnTo>
                <a:lnTo>
                  <a:pt x="38180" y="531828"/>
                </a:lnTo>
                <a:lnTo>
                  <a:pt x="38269" y="531241"/>
                </a:lnTo>
                <a:lnTo>
                  <a:pt x="38751" y="531241"/>
                </a:lnTo>
                <a:lnTo>
                  <a:pt x="38785" y="531114"/>
                </a:lnTo>
                <a:close/>
              </a:path>
              <a:path w="908050" h="571500">
                <a:moveTo>
                  <a:pt x="35751" y="531288"/>
                </a:moveTo>
                <a:lnTo>
                  <a:pt x="35876" y="531444"/>
                </a:lnTo>
                <a:lnTo>
                  <a:pt x="36755" y="531764"/>
                </a:lnTo>
                <a:lnTo>
                  <a:pt x="36455" y="531444"/>
                </a:lnTo>
                <a:lnTo>
                  <a:pt x="35751" y="531288"/>
                </a:lnTo>
                <a:close/>
              </a:path>
              <a:path w="908050" h="571500">
                <a:moveTo>
                  <a:pt x="36999" y="531114"/>
                </a:moveTo>
                <a:lnTo>
                  <a:pt x="37048" y="531430"/>
                </a:lnTo>
                <a:lnTo>
                  <a:pt x="37174" y="531604"/>
                </a:lnTo>
                <a:lnTo>
                  <a:pt x="36999" y="531114"/>
                </a:lnTo>
                <a:close/>
              </a:path>
              <a:path w="908050" h="571500">
                <a:moveTo>
                  <a:pt x="39026" y="529590"/>
                </a:moveTo>
                <a:lnTo>
                  <a:pt x="34713" y="529590"/>
                </a:lnTo>
                <a:lnTo>
                  <a:pt x="36175" y="531146"/>
                </a:lnTo>
                <a:lnTo>
                  <a:pt x="37071" y="531581"/>
                </a:lnTo>
                <a:lnTo>
                  <a:pt x="36999" y="531114"/>
                </a:lnTo>
                <a:lnTo>
                  <a:pt x="38785" y="531114"/>
                </a:lnTo>
                <a:lnTo>
                  <a:pt x="38523" y="530987"/>
                </a:lnTo>
                <a:lnTo>
                  <a:pt x="39026" y="529590"/>
                </a:lnTo>
                <a:close/>
              </a:path>
              <a:path w="908050" h="571500">
                <a:moveTo>
                  <a:pt x="36175" y="531146"/>
                </a:moveTo>
                <a:lnTo>
                  <a:pt x="36455" y="531444"/>
                </a:lnTo>
                <a:lnTo>
                  <a:pt x="37024" y="531571"/>
                </a:lnTo>
                <a:lnTo>
                  <a:pt x="36175" y="531146"/>
                </a:lnTo>
                <a:close/>
              </a:path>
              <a:path w="908050" h="571500">
                <a:moveTo>
                  <a:pt x="35439" y="530778"/>
                </a:moveTo>
                <a:lnTo>
                  <a:pt x="35751" y="531288"/>
                </a:lnTo>
                <a:lnTo>
                  <a:pt x="36455" y="531444"/>
                </a:lnTo>
                <a:lnTo>
                  <a:pt x="36175" y="531146"/>
                </a:lnTo>
                <a:lnTo>
                  <a:pt x="35439" y="530778"/>
                </a:lnTo>
                <a:close/>
              </a:path>
              <a:path w="908050" h="571500">
                <a:moveTo>
                  <a:pt x="35147" y="531154"/>
                </a:moveTo>
                <a:lnTo>
                  <a:pt x="35838" y="531430"/>
                </a:lnTo>
                <a:lnTo>
                  <a:pt x="35751" y="531288"/>
                </a:lnTo>
                <a:lnTo>
                  <a:pt x="35147" y="531154"/>
                </a:lnTo>
                <a:close/>
              </a:path>
              <a:path w="908050" h="571500">
                <a:moveTo>
                  <a:pt x="33062" y="529590"/>
                </a:moveTo>
                <a:lnTo>
                  <a:pt x="35147" y="531154"/>
                </a:lnTo>
                <a:lnTo>
                  <a:pt x="35751" y="531288"/>
                </a:lnTo>
                <a:lnTo>
                  <a:pt x="35439" y="530778"/>
                </a:lnTo>
                <a:lnTo>
                  <a:pt x="33062" y="529590"/>
                </a:lnTo>
                <a:close/>
              </a:path>
              <a:path w="908050" h="571500">
                <a:moveTo>
                  <a:pt x="34967" y="531114"/>
                </a:moveTo>
                <a:lnTo>
                  <a:pt x="35213" y="531203"/>
                </a:lnTo>
                <a:lnTo>
                  <a:pt x="34967" y="531114"/>
                </a:lnTo>
                <a:close/>
              </a:path>
              <a:path w="908050" h="571500">
                <a:moveTo>
                  <a:pt x="35094" y="531114"/>
                </a:moveTo>
                <a:lnTo>
                  <a:pt x="34967" y="531114"/>
                </a:lnTo>
                <a:lnTo>
                  <a:pt x="35147" y="531154"/>
                </a:lnTo>
                <a:close/>
              </a:path>
              <a:path w="908050" h="571500">
                <a:moveTo>
                  <a:pt x="34713" y="529590"/>
                </a:moveTo>
                <a:lnTo>
                  <a:pt x="35439" y="530778"/>
                </a:lnTo>
                <a:lnTo>
                  <a:pt x="36175" y="531146"/>
                </a:lnTo>
                <a:lnTo>
                  <a:pt x="34713" y="529590"/>
                </a:lnTo>
                <a:close/>
              </a:path>
              <a:path w="908050" h="571500">
                <a:moveTo>
                  <a:pt x="39666" y="527812"/>
                </a:moveTo>
                <a:lnTo>
                  <a:pt x="38523" y="530987"/>
                </a:lnTo>
                <a:lnTo>
                  <a:pt x="39259" y="529338"/>
                </a:lnTo>
                <a:lnTo>
                  <a:pt x="39666" y="527812"/>
                </a:lnTo>
                <a:close/>
              </a:path>
              <a:path w="908050" h="571500">
                <a:moveTo>
                  <a:pt x="39259" y="529338"/>
                </a:moveTo>
                <a:lnTo>
                  <a:pt x="38523" y="530987"/>
                </a:lnTo>
                <a:lnTo>
                  <a:pt x="38819" y="530987"/>
                </a:lnTo>
                <a:lnTo>
                  <a:pt x="39259" y="529338"/>
                </a:lnTo>
                <a:close/>
              </a:path>
              <a:path w="908050" h="571500">
                <a:moveTo>
                  <a:pt x="34713" y="529590"/>
                </a:moveTo>
                <a:lnTo>
                  <a:pt x="33062" y="529590"/>
                </a:lnTo>
                <a:lnTo>
                  <a:pt x="35439" y="530778"/>
                </a:lnTo>
                <a:lnTo>
                  <a:pt x="34713" y="529590"/>
                </a:lnTo>
                <a:close/>
              </a:path>
              <a:path w="908050" h="571500">
                <a:moveTo>
                  <a:pt x="39940" y="527812"/>
                </a:moveTo>
                <a:lnTo>
                  <a:pt x="39666" y="527812"/>
                </a:lnTo>
                <a:lnTo>
                  <a:pt x="39259" y="529338"/>
                </a:lnTo>
                <a:lnTo>
                  <a:pt x="39940" y="527812"/>
                </a:lnTo>
                <a:close/>
              </a:path>
              <a:path w="908050" h="571500">
                <a:moveTo>
                  <a:pt x="892057" y="266319"/>
                </a:moveTo>
                <a:lnTo>
                  <a:pt x="812588" y="266319"/>
                </a:lnTo>
                <a:lnTo>
                  <a:pt x="826812" y="301625"/>
                </a:lnTo>
                <a:lnTo>
                  <a:pt x="809096" y="308771"/>
                </a:lnTo>
                <a:lnTo>
                  <a:pt x="823383" y="344170"/>
                </a:lnTo>
                <a:lnTo>
                  <a:pt x="892057" y="266319"/>
                </a:lnTo>
                <a:close/>
              </a:path>
              <a:path w="908050" h="571500">
                <a:moveTo>
                  <a:pt x="812588" y="266319"/>
                </a:moveTo>
                <a:lnTo>
                  <a:pt x="794855" y="273486"/>
                </a:lnTo>
                <a:lnTo>
                  <a:pt x="809096" y="308771"/>
                </a:lnTo>
                <a:lnTo>
                  <a:pt x="826812" y="301625"/>
                </a:lnTo>
                <a:lnTo>
                  <a:pt x="812588" y="266319"/>
                </a:lnTo>
                <a:close/>
              </a:path>
              <a:path w="908050" h="571500">
                <a:moveTo>
                  <a:pt x="780584" y="238125"/>
                </a:moveTo>
                <a:lnTo>
                  <a:pt x="794855" y="273486"/>
                </a:lnTo>
                <a:lnTo>
                  <a:pt x="812588" y="266319"/>
                </a:lnTo>
                <a:lnTo>
                  <a:pt x="892057" y="266319"/>
                </a:lnTo>
                <a:lnTo>
                  <a:pt x="907965" y="248285"/>
                </a:lnTo>
                <a:lnTo>
                  <a:pt x="780584" y="238125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1921255" y="3958844"/>
            <a:ext cx="14617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b|ba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)*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c|a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17041" y="3387852"/>
            <a:ext cx="603885" cy="114300"/>
          </a:xfrm>
          <a:custGeom>
            <a:avLst/>
            <a:gdLst/>
            <a:ahLst/>
            <a:cxnLst/>
            <a:rect l="l" t="t" r="r" b="b"/>
            <a:pathLst>
              <a:path w="603885" h="114300">
                <a:moveTo>
                  <a:pt x="489204" y="0"/>
                </a:moveTo>
                <a:lnTo>
                  <a:pt x="489204" y="114300"/>
                </a:lnTo>
                <a:lnTo>
                  <a:pt x="565404" y="76200"/>
                </a:lnTo>
                <a:lnTo>
                  <a:pt x="508254" y="76200"/>
                </a:lnTo>
                <a:lnTo>
                  <a:pt x="508254" y="38100"/>
                </a:lnTo>
                <a:lnTo>
                  <a:pt x="565404" y="38100"/>
                </a:lnTo>
                <a:lnTo>
                  <a:pt x="489204" y="0"/>
                </a:lnTo>
                <a:close/>
              </a:path>
              <a:path w="603885" h="114300">
                <a:moveTo>
                  <a:pt x="48920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89204" y="76200"/>
                </a:lnTo>
                <a:lnTo>
                  <a:pt x="489204" y="38100"/>
                </a:lnTo>
                <a:close/>
              </a:path>
              <a:path w="603885" h="114300">
                <a:moveTo>
                  <a:pt x="565404" y="38100"/>
                </a:moveTo>
                <a:lnTo>
                  <a:pt x="508254" y="38100"/>
                </a:lnTo>
                <a:lnTo>
                  <a:pt x="508254" y="76200"/>
                </a:lnTo>
                <a:lnTo>
                  <a:pt x="565404" y="76200"/>
                </a:lnTo>
                <a:lnTo>
                  <a:pt x="603504" y="57150"/>
                </a:lnTo>
                <a:lnTo>
                  <a:pt x="56540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763773" y="1053846"/>
            <a:ext cx="658495" cy="542925"/>
          </a:xfrm>
          <a:custGeom>
            <a:avLst/>
            <a:gdLst/>
            <a:ahLst/>
            <a:cxnLst/>
            <a:rect l="l" t="t" r="r" b="b"/>
            <a:pathLst>
              <a:path w="658495" h="542925">
                <a:moveTo>
                  <a:pt x="0" y="271271"/>
                </a:moveTo>
                <a:lnTo>
                  <a:pt x="4306" y="227260"/>
                </a:lnTo>
                <a:lnTo>
                  <a:pt x="16776" y="185513"/>
                </a:lnTo>
                <a:lnTo>
                  <a:pt x="36731" y="146588"/>
                </a:lnTo>
                <a:lnTo>
                  <a:pt x="63495" y="111044"/>
                </a:lnTo>
                <a:lnTo>
                  <a:pt x="96393" y="79438"/>
                </a:lnTo>
                <a:lnTo>
                  <a:pt x="134745" y="52328"/>
                </a:lnTo>
                <a:lnTo>
                  <a:pt x="177878" y="30271"/>
                </a:lnTo>
                <a:lnTo>
                  <a:pt x="225113" y="13825"/>
                </a:lnTo>
                <a:lnTo>
                  <a:pt x="275773" y="3549"/>
                </a:lnTo>
                <a:lnTo>
                  <a:pt x="329183" y="0"/>
                </a:lnTo>
                <a:lnTo>
                  <a:pt x="382594" y="3549"/>
                </a:lnTo>
                <a:lnTo>
                  <a:pt x="433254" y="13825"/>
                </a:lnTo>
                <a:lnTo>
                  <a:pt x="480489" y="30271"/>
                </a:lnTo>
                <a:lnTo>
                  <a:pt x="523622" y="52328"/>
                </a:lnTo>
                <a:lnTo>
                  <a:pt x="561975" y="79438"/>
                </a:lnTo>
                <a:lnTo>
                  <a:pt x="594872" y="111044"/>
                </a:lnTo>
                <a:lnTo>
                  <a:pt x="621636" y="146588"/>
                </a:lnTo>
                <a:lnTo>
                  <a:pt x="641591" y="185513"/>
                </a:lnTo>
                <a:lnTo>
                  <a:pt x="654061" y="227260"/>
                </a:lnTo>
                <a:lnTo>
                  <a:pt x="658367" y="271271"/>
                </a:lnTo>
                <a:lnTo>
                  <a:pt x="654061" y="315283"/>
                </a:lnTo>
                <a:lnTo>
                  <a:pt x="641591" y="357030"/>
                </a:lnTo>
                <a:lnTo>
                  <a:pt x="621636" y="395955"/>
                </a:lnTo>
                <a:lnTo>
                  <a:pt x="594872" y="431499"/>
                </a:lnTo>
                <a:lnTo>
                  <a:pt x="561975" y="463105"/>
                </a:lnTo>
                <a:lnTo>
                  <a:pt x="523622" y="490215"/>
                </a:lnTo>
                <a:lnTo>
                  <a:pt x="480489" y="512272"/>
                </a:lnTo>
                <a:lnTo>
                  <a:pt x="433254" y="528718"/>
                </a:lnTo>
                <a:lnTo>
                  <a:pt x="382594" y="538994"/>
                </a:lnTo>
                <a:lnTo>
                  <a:pt x="329183" y="542543"/>
                </a:lnTo>
                <a:lnTo>
                  <a:pt x="275773" y="538994"/>
                </a:lnTo>
                <a:lnTo>
                  <a:pt x="225113" y="528718"/>
                </a:lnTo>
                <a:lnTo>
                  <a:pt x="177878" y="512272"/>
                </a:lnTo>
                <a:lnTo>
                  <a:pt x="134745" y="490215"/>
                </a:lnTo>
                <a:lnTo>
                  <a:pt x="96392" y="463105"/>
                </a:lnTo>
                <a:lnTo>
                  <a:pt x="63495" y="431499"/>
                </a:lnTo>
                <a:lnTo>
                  <a:pt x="36731" y="395955"/>
                </a:lnTo>
                <a:lnTo>
                  <a:pt x="16776" y="357030"/>
                </a:lnTo>
                <a:lnTo>
                  <a:pt x="4306" y="315283"/>
                </a:lnTo>
                <a:lnTo>
                  <a:pt x="0" y="27127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2989833" y="108610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1943861" y="1208532"/>
            <a:ext cx="820419" cy="114300"/>
          </a:xfrm>
          <a:custGeom>
            <a:avLst/>
            <a:gdLst/>
            <a:ahLst/>
            <a:cxnLst/>
            <a:rect l="l" t="t" r="r" b="b"/>
            <a:pathLst>
              <a:path w="820419" h="114300">
                <a:moveTo>
                  <a:pt x="705612" y="0"/>
                </a:moveTo>
                <a:lnTo>
                  <a:pt x="705612" y="114300"/>
                </a:lnTo>
                <a:lnTo>
                  <a:pt x="781812" y="76200"/>
                </a:lnTo>
                <a:lnTo>
                  <a:pt x="724662" y="76200"/>
                </a:lnTo>
                <a:lnTo>
                  <a:pt x="724662" y="38100"/>
                </a:lnTo>
                <a:lnTo>
                  <a:pt x="781812" y="38100"/>
                </a:lnTo>
                <a:lnTo>
                  <a:pt x="705612" y="0"/>
                </a:lnTo>
                <a:close/>
              </a:path>
              <a:path w="820419" h="114300">
                <a:moveTo>
                  <a:pt x="70561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705612" y="76200"/>
                </a:lnTo>
                <a:lnTo>
                  <a:pt x="705612" y="38100"/>
                </a:lnTo>
                <a:close/>
              </a:path>
              <a:path w="820419" h="114300">
                <a:moveTo>
                  <a:pt x="781812" y="38100"/>
                </a:moveTo>
                <a:lnTo>
                  <a:pt x="724662" y="38100"/>
                </a:lnTo>
                <a:lnTo>
                  <a:pt x="724662" y="76200"/>
                </a:lnTo>
                <a:lnTo>
                  <a:pt x="781812" y="76200"/>
                </a:lnTo>
                <a:lnTo>
                  <a:pt x="819912" y="57150"/>
                </a:lnTo>
                <a:lnTo>
                  <a:pt x="78181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1294638" y="988313"/>
            <a:ext cx="658495" cy="542925"/>
          </a:xfrm>
          <a:custGeom>
            <a:avLst/>
            <a:gdLst/>
            <a:ahLst/>
            <a:cxnLst/>
            <a:rect l="l" t="t" r="r" b="b"/>
            <a:pathLst>
              <a:path w="658494" h="542925">
                <a:moveTo>
                  <a:pt x="0" y="271272"/>
                </a:moveTo>
                <a:lnTo>
                  <a:pt x="4306" y="227260"/>
                </a:lnTo>
                <a:lnTo>
                  <a:pt x="16776" y="185513"/>
                </a:lnTo>
                <a:lnTo>
                  <a:pt x="36731" y="146588"/>
                </a:lnTo>
                <a:lnTo>
                  <a:pt x="63495" y="111044"/>
                </a:lnTo>
                <a:lnTo>
                  <a:pt x="96393" y="79438"/>
                </a:lnTo>
                <a:lnTo>
                  <a:pt x="134745" y="52328"/>
                </a:lnTo>
                <a:lnTo>
                  <a:pt x="177878" y="30271"/>
                </a:lnTo>
                <a:lnTo>
                  <a:pt x="225113" y="13825"/>
                </a:lnTo>
                <a:lnTo>
                  <a:pt x="275773" y="3549"/>
                </a:lnTo>
                <a:lnTo>
                  <a:pt x="329184" y="0"/>
                </a:lnTo>
                <a:lnTo>
                  <a:pt x="382594" y="3549"/>
                </a:lnTo>
                <a:lnTo>
                  <a:pt x="433254" y="13825"/>
                </a:lnTo>
                <a:lnTo>
                  <a:pt x="480489" y="30271"/>
                </a:lnTo>
                <a:lnTo>
                  <a:pt x="523622" y="52328"/>
                </a:lnTo>
                <a:lnTo>
                  <a:pt x="561975" y="79438"/>
                </a:lnTo>
                <a:lnTo>
                  <a:pt x="594872" y="111044"/>
                </a:lnTo>
                <a:lnTo>
                  <a:pt x="621636" y="146588"/>
                </a:lnTo>
                <a:lnTo>
                  <a:pt x="641591" y="185513"/>
                </a:lnTo>
                <a:lnTo>
                  <a:pt x="654061" y="227260"/>
                </a:lnTo>
                <a:lnTo>
                  <a:pt x="658368" y="271272"/>
                </a:lnTo>
                <a:lnTo>
                  <a:pt x="654061" y="315283"/>
                </a:lnTo>
                <a:lnTo>
                  <a:pt x="641591" y="357030"/>
                </a:lnTo>
                <a:lnTo>
                  <a:pt x="621636" y="395955"/>
                </a:lnTo>
                <a:lnTo>
                  <a:pt x="594872" y="431499"/>
                </a:lnTo>
                <a:lnTo>
                  <a:pt x="561975" y="463105"/>
                </a:lnTo>
                <a:lnTo>
                  <a:pt x="523622" y="490215"/>
                </a:lnTo>
                <a:lnTo>
                  <a:pt x="480489" y="512272"/>
                </a:lnTo>
                <a:lnTo>
                  <a:pt x="433254" y="528718"/>
                </a:lnTo>
                <a:lnTo>
                  <a:pt x="382594" y="538994"/>
                </a:lnTo>
                <a:lnTo>
                  <a:pt x="329184" y="542544"/>
                </a:lnTo>
                <a:lnTo>
                  <a:pt x="275773" y="538994"/>
                </a:lnTo>
                <a:lnTo>
                  <a:pt x="225113" y="528718"/>
                </a:lnTo>
                <a:lnTo>
                  <a:pt x="177878" y="512272"/>
                </a:lnTo>
                <a:lnTo>
                  <a:pt x="134745" y="490215"/>
                </a:lnTo>
                <a:lnTo>
                  <a:pt x="96393" y="463105"/>
                </a:lnTo>
                <a:lnTo>
                  <a:pt x="63495" y="431499"/>
                </a:lnTo>
                <a:lnTo>
                  <a:pt x="36731" y="395955"/>
                </a:lnTo>
                <a:lnTo>
                  <a:pt x="16776" y="357030"/>
                </a:lnTo>
                <a:lnTo>
                  <a:pt x="4306" y="315283"/>
                </a:lnTo>
                <a:lnTo>
                  <a:pt x="0" y="271272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 txBox="1"/>
          <p:nvPr/>
        </p:nvSpPr>
        <p:spPr>
          <a:xfrm>
            <a:off x="1448688" y="1020521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272528" y="841502"/>
            <a:ext cx="734695" cy="618490"/>
          </a:xfrm>
          <a:custGeom>
            <a:avLst/>
            <a:gdLst/>
            <a:ahLst/>
            <a:cxnLst/>
            <a:rect l="l" t="t" r="r" b="b"/>
            <a:pathLst>
              <a:path w="734695" h="618490">
                <a:moveTo>
                  <a:pt x="366395" y="0"/>
                </a:moveTo>
                <a:lnTo>
                  <a:pt x="311657" y="3810"/>
                </a:lnTo>
                <a:lnTo>
                  <a:pt x="259206" y="13969"/>
                </a:lnTo>
                <a:lnTo>
                  <a:pt x="193294" y="36829"/>
                </a:lnTo>
                <a:lnTo>
                  <a:pt x="135000" y="69850"/>
                </a:lnTo>
                <a:lnTo>
                  <a:pt x="97281" y="100329"/>
                </a:lnTo>
                <a:lnTo>
                  <a:pt x="85725" y="110489"/>
                </a:lnTo>
                <a:lnTo>
                  <a:pt x="74675" y="123189"/>
                </a:lnTo>
                <a:lnTo>
                  <a:pt x="64007" y="134619"/>
                </a:lnTo>
                <a:lnTo>
                  <a:pt x="45466" y="160019"/>
                </a:lnTo>
                <a:lnTo>
                  <a:pt x="22987" y="201929"/>
                </a:lnTo>
                <a:lnTo>
                  <a:pt x="7493" y="247650"/>
                </a:lnTo>
                <a:lnTo>
                  <a:pt x="380" y="294639"/>
                </a:lnTo>
                <a:lnTo>
                  <a:pt x="0" y="311150"/>
                </a:lnTo>
                <a:lnTo>
                  <a:pt x="507" y="327660"/>
                </a:lnTo>
                <a:lnTo>
                  <a:pt x="8127" y="374650"/>
                </a:lnTo>
                <a:lnTo>
                  <a:pt x="23749" y="419100"/>
                </a:lnTo>
                <a:lnTo>
                  <a:pt x="46481" y="461010"/>
                </a:lnTo>
                <a:lnTo>
                  <a:pt x="75819" y="497839"/>
                </a:lnTo>
                <a:lnTo>
                  <a:pt x="87122" y="510539"/>
                </a:lnTo>
                <a:lnTo>
                  <a:pt x="137922" y="551179"/>
                </a:lnTo>
                <a:lnTo>
                  <a:pt x="211327" y="590550"/>
                </a:lnTo>
                <a:lnTo>
                  <a:pt x="260857" y="605789"/>
                </a:lnTo>
                <a:lnTo>
                  <a:pt x="313181" y="615950"/>
                </a:lnTo>
                <a:lnTo>
                  <a:pt x="349503" y="618489"/>
                </a:lnTo>
                <a:lnTo>
                  <a:pt x="386588" y="618489"/>
                </a:lnTo>
                <a:lnTo>
                  <a:pt x="440690" y="613410"/>
                </a:lnTo>
                <a:lnTo>
                  <a:pt x="508635" y="595629"/>
                </a:lnTo>
                <a:lnTo>
                  <a:pt x="515086" y="593089"/>
                </a:lnTo>
                <a:lnTo>
                  <a:pt x="350012" y="593089"/>
                </a:lnTo>
                <a:lnTo>
                  <a:pt x="315849" y="590550"/>
                </a:lnTo>
                <a:lnTo>
                  <a:pt x="266573" y="581660"/>
                </a:lnTo>
                <a:lnTo>
                  <a:pt x="220218" y="566419"/>
                </a:lnTo>
                <a:lnTo>
                  <a:pt x="177546" y="546100"/>
                </a:lnTo>
                <a:lnTo>
                  <a:pt x="126873" y="511810"/>
                </a:lnTo>
                <a:lnTo>
                  <a:pt x="94361" y="481329"/>
                </a:lnTo>
                <a:lnTo>
                  <a:pt x="67437" y="445769"/>
                </a:lnTo>
                <a:lnTo>
                  <a:pt x="59817" y="434339"/>
                </a:lnTo>
                <a:lnTo>
                  <a:pt x="41148" y="394969"/>
                </a:lnTo>
                <a:lnTo>
                  <a:pt x="29464" y="354329"/>
                </a:lnTo>
                <a:lnTo>
                  <a:pt x="25431" y="311150"/>
                </a:lnTo>
                <a:lnTo>
                  <a:pt x="25434" y="308610"/>
                </a:lnTo>
                <a:lnTo>
                  <a:pt x="29337" y="266700"/>
                </a:lnTo>
                <a:lnTo>
                  <a:pt x="40894" y="224789"/>
                </a:lnTo>
                <a:lnTo>
                  <a:pt x="59436" y="186689"/>
                </a:lnTo>
                <a:lnTo>
                  <a:pt x="84200" y="149860"/>
                </a:lnTo>
                <a:lnTo>
                  <a:pt x="93979" y="139700"/>
                </a:lnTo>
                <a:lnTo>
                  <a:pt x="104013" y="128269"/>
                </a:lnTo>
                <a:lnTo>
                  <a:pt x="150241" y="90169"/>
                </a:lnTo>
                <a:lnTo>
                  <a:pt x="204724" y="59689"/>
                </a:lnTo>
                <a:lnTo>
                  <a:pt x="266065" y="38100"/>
                </a:lnTo>
                <a:lnTo>
                  <a:pt x="315341" y="29210"/>
                </a:lnTo>
                <a:lnTo>
                  <a:pt x="367029" y="25400"/>
                </a:lnTo>
                <a:lnTo>
                  <a:pt x="511143" y="25400"/>
                </a:lnTo>
                <a:lnTo>
                  <a:pt x="507111" y="24129"/>
                </a:lnTo>
                <a:lnTo>
                  <a:pt x="490727" y="17779"/>
                </a:lnTo>
                <a:lnTo>
                  <a:pt x="439166" y="6350"/>
                </a:lnTo>
                <a:lnTo>
                  <a:pt x="421386" y="3810"/>
                </a:lnTo>
                <a:lnTo>
                  <a:pt x="366395" y="0"/>
                </a:lnTo>
                <a:close/>
              </a:path>
              <a:path w="734695" h="618490">
                <a:moveTo>
                  <a:pt x="511143" y="25400"/>
                </a:moveTo>
                <a:lnTo>
                  <a:pt x="367029" y="25400"/>
                </a:lnTo>
                <a:lnTo>
                  <a:pt x="384555" y="26669"/>
                </a:lnTo>
                <a:lnTo>
                  <a:pt x="401700" y="26669"/>
                </a:lnTo>
                <a:lnTo>
                  <a:pt x="451993" y="34289"/>
                </a:lnTo>
                <a:lnTo>
                  <a:pt x="499364" y="48260"/>
                </a:lnTo>
                <a:lnTo>
                  <a:pt x="557022" y="73660"/>
                </a:lnTo>
                <a:lnTo>
                  <a:pt x="607695" y="107950"/>
                </a:lnTo>
                <a:lnTo>
                  <a:pt x="640206" y="138429"/>
                </a:lnTo>
                <a:lnTo>
                  <a:pt x="667130" y="172719"/>
                </a:lnTo>
                <a:lnTo>
                  <a:pt x="687958" y="210819"/>
                </a:lnTo>
                <a:lnTo>
                  <a:pt x="702055" y="251460"/>
                </a:lnTo>
                <a:lnTo>
                  <a:pt x="708660" y="294639"/>
                </a:lnTo>
                <a:lnTo>
                  <a:pt x="709133" y="311150"/>
                </a:lnTo>
                <a:lnTo>
                  <a:pt x="708787" y="323850"/>
                </a:lnTo>
                <a:lnTo>
                  <a:pt x="702182" y="367029"/>
                </a:lnTo>
                <a:lnTo>
                  <a:pt x="688213" y="407669"/>
                </a:lnTo>
                <a:lnTo>
                  <a:pt x="667512" y="445769"/>
                </a:lnTo>
                <a:lnTo>
                  <a:pt x="659256" y="457200"/>
                </a:lnTo>
                <a:lnTo>
                  <a:pt x="650240" y="469900"/>
                </a:lnTo>
                <a:lnTo>
                  <a:pt x="640588" y="480060"/>
                </a:lnTo>
                <a:lnTo>
                  <a:pt x="630554" y="491489"/>
                </a:lnTo>
                <a:lnTo>
                  <a:pt x="619632" y="501650"/>
                </a:lnTo>
                <a:lnTo>
                  <a:pt x="584200" y="529589"/>
                </a:lnTo>
                <a:lnTo>
                  <a:pt x="529844" y="560069"/>
                </a:lnTo>
                <a:lnTo>
                  <a:pt x="484377" y="576579"/>
                </a:lnTo>
                <a:lnTo>
                  <a:pt x="468629" y="580389"/>
                </a:lnTo>
                <a:lnTo>
                  <a:pt x="452500" y="585469"/>
                </a:lnTo>
                <a:lnTo>
                  <a:pt x="419226" y="590550"/>
                </a:lnTo>
                <a:lnTo>
                  <a:pt x="385064" y="593089"/>
                </a:lnTo>
                <a:lnTo>
                  <a:pt x="515086" y="593089"/>
                </a:lnTo>
                <a:lnTo>
                  <a:pt x="571246" y="567689"/>
                </a:lnTo>
                <a:lnTo>
                  <a:pt x="625094" y="530860"/>
                </a:lnTo>
                <a:lnTo>
                  <a:pt x="659892" y="496569"/>
                </a:lnTo>
                <a:lnTo>
                  <a:pt x="689101" y="459739"/>
                </a:lnTo>
                <a:lnTo>
                  <a:pt x="711580" y="417829"/>
                </a:lnTo>
                <a:lnTo>
                  <a:pt x="727075" y="372110"/>
                </a:lnTo>
                <a:lnTo>
                  <a:pt x="734187" y="325119"/>
                </a:lnTo>
                <a:lnTo>
                  <a:pt x="734568" y="308610"/>
                </a:lnTo>
                <a:lnTo>
                  <a:pt x="733932" y="292100"/>
                </a:lnTo>
                <a:lnTo>
                  <a:pt x="726440" y="245110"/>
                </a:lnTo>
                <a:lnTo>
                  <a:pt x="710819" y="199389"/>
                </a:lnTo>
                <a:lnTo>
                  <a:pt x="687958" y="158750"/>
                </a:lnTo>
                <a:lnTo>
                  <a:pt x="658622" y="120650"/>
                </a:lnTo>
                <a:lnTo>
                  <a:pt x="622807" y="87629"/>
                </a:lnTo>
                <a:lnTo>
                  <a:pt x="568451" y="50800"/>
                </a:lnTo>
                <a:lnTo>
                  <a:pt x="523240" y="29210"/>
                </a:lnTo>
                <a:lnTo>
                  <a:pt x="511143" y="25400"/>
                </a:lnTo>
                <a:close/>
              </a:path>
              <a:path w="734695" h="618490">
                <a:moveTo>
                  <a:pt x="400050" y="52069"/>
                </a:moveTo>
                <a:lnTo>
                  <a:pt x="335025" y="52069"/>
                </a:lnTo>
                <a:lnTo>
                  <a:pt x="287908" y="59689"/>
                </a:lnTo>
                <a:lnTo>
                  <a:pt x="229489" y="77469"/>
                </a:lnTo>
                <a:lnTo>
                  <a:pt x="189865" y="95250"/>
                </a:lnTo>
                <a:lnTo>
                  <a:pt x="142875" y="128269"/>
                </a:lnTo>
                <a:lnTo>
                  <a:pt x="132461" y="135889"/>
                </a:lnTo>
                <a:lnTo>
                  <a:pt x="104394" y="166369"/>
                </a:lnTo>
                <a:lnTo>
                  <a:pt x="81661" y="198119"/>
                </a:lnTo>
                <a:lnTo>
                  <a:pt x="64897" y="233679"/>
                </a:lnTo>
                <a:lnTo>
                  <a:pt x="54482" y="270510"/>
                </a:lnTo>
                <a:lnTo>
                  <a:pt x="50834" y="308610"/>
                </a:lnTo>
                <a:lnTo>
                  <a:pt x="50838" y="311150"/>
                </a:lnTo>
                <a:lnTo>
                  <a:pt x="57023" y="360679"/>
                </a:lnTo>
                <a:lnTo>
                  <a:pt x="69596" y="397510"/>
                </a:lnTo>
                <a:lnTo>
                  <a:pt x="88265" y="431800"/>
                </a:lnTo>
                <a:lnTo>
                  <a:pt x="112775" y="463550"/>
                </a:lnTo>
                <a:lnTo>
                  <a:pt x="121920" y="472439"/>
                </a:lnTo>
                <a:lnTo>
                  <a:pt x="131952" y="482600"/>
                </a:lnTo>
                <a:lnTo>
                  <a:pt x="164592" y="508000"/>
                </a:lnTo>
                <a:lnTo>
                  <a:pt x="215392" y="535939"/>
                </a:lnTo>
                <a:lnTo>
                  <a:pt x="257555" y="552450"/>
                </a:lnTo>
                <a:lnTo>
                  <a:pt x="318516" y="565150"/>
                </a:lnTo>
                <a:lnTo>
                  <a:pt x="350647" y="567689"/>
                </a:lnTo>
                <a:lnTo>
                  <a:pt x="383413" y="567689"/>
                </a:lnTo>
                <a:lnTo>
                  <a:pt x="415544" y="565150"/>
                </a:lnTo>
                <a:lnTo>
                  <a:pt x="446658" y="560069"/>
                </a:lnTo>
                <a:lnTo>
                  <a:pt x="476503" y="552450"/>
                </a:lnTo>
                <a:lnTo>
                  <a:pt x="505078" y="542289"/>
                </a:lnTo>
                <a:lnTo>
                  <a:pt x="351154" y="542289"/>
                </a:lnTo>
                <a:lnTo>
                  <a:pt x="306577" y="538479"/>
                </a:lnTo>
                <a:lnTo>
                  <a:pt x="292226" y="534669"/>
                </a:lnTo>
                <a:lnTo>
                  <a:pt x="278002" y="532129"/>
                </a:lnTo>
                <a:lnTo>
                  <a:pt x="264414" y="528319"/>
                </a:lnTo>
                <a:lnTo>
                  <a:pt x="225298" y="513079"/>
                </a:lnTo>
                <a:lnTo>
                  <a:pt x="177926" y="486410"/>
                </a:lnTo>
                <a:lnTo>
                  <a:pt x="139446" y="454660"/>
                </a:lnTo>
                <a:lnTo>
                  <a:pt x="115697" y="426719"/>
                </a:lnTo>
                <a:lnTo>
                  <a:pt x="109093" y="417829"/>
                </a:lnTo>
                <a:lnTo>
                  <a:pt x="88011" y="375919"/>
                </a:lnTo>
                <a:lnTo>
                  <a:pt x="77470" y="331469"/>
                </a:lnTo>
                <a:lnTo>
                  <a:pt x="76200" y="308610"/>
                </a:lnTo>
                <a:lnTo>
                  <a:pt x="76580" y="297179"/>
                </a:lnTo>
                <a:lnTo>
                  <a:pt x="85090" y="252729"/>
                </a:lnTo>
                <a:lnTo>
                  <a:pt x="104013" y="210819"/>
                </a:lnTo>
                <a:lnTo>
                  <a:pt x="116967" y="191769"/>
                </a:lnTo>
                <a:lnTo>
                  <a:pt x="124587" y="181610"/>
                </a:lnTo>
                <a:lnTo>
                  <a:pt x="159257" y="147319"/>
                </a:lnTo>
                <a:lnTo>
                  <a:pt x="203200" y="116839"/>
                </a:lnTo>
                <a:lnTo>
                  <a:pt x="239395" y="100329"/>
                </a:lnTo>
                <a:lnTo>
                  <a:pt x="293624" y="83819"/>
                </a:lnTo>
                <a:lnTo>
                  <a:pt x="337566" y="77469"/>
                </a:lnTo>
                <a:lnTo>
                  <a:pt x="352678" y="77469"/>
                </a:lnTo>
                <a:lnTo>
                  <a:pt x="368173" y="76200"/>
                </a:lnTo>
                <a:lnTo>
                  <a:pt x="502062" y="76200"/>
                </a:lnTo>
                <a:lnTo>
                  <a:pt x="477012" y="67310"/>
                </a:lnTo>
                <a:lnTo>
                  <a:pt x="447167" y="59689"/>
                </a:lnTo>
                <a:lnTo>
                  <a:pt x="400050" y="52069"/>
                </a:lnTo>
                <a:close/>
              </a:path>
              <a:path w="734695" h="618490">
                <a:moveTo>
                  <a:pt x="502062" y="76200"/>
                </a:moveTo>
                <a:lnTo>
                  <a:pt x="368173" y="76200"/>
                </a:lnTo>
                <a:lnTo>
                  <a:pt x="383413" y="77469"/>
                </a:lnTo>
                <a:lnTo>
                  <a:pt x="398525" y="77469"/>
                </a:lnTo>
                <a:lnTo>
                  <a:pt x="413385" y="80010"/>
                </a:lnTo>
                <a:lnTo>
                  <a:pt x="428117" y="81279"/>
                </a:lnTo>
                <a:lnTo>
                  <a:pt x="442468" y="85089"/>
                </a:lnTo>
                <a:lnTo>
                  <a:pt x="456565" y="87629"/>
                </a:lnTo>
                <a:lnTo>
                  <a:pt x="496697" y="101600"/>
                </a:lnTo>
                <a:lnTo>
                  <a:pt x="534162" y="119379"/>
                </a:lnTo>
                <a:lnTo>
                  <a:pt x="577342" y="148589"/>
                </a:lnTo>
                <a:lnTo>
                  <a:pt x="611504" y="182879"/>
                </a:lnTo>
                <a:lnTo>
                  <a:pt x="618744" y="193039"/>
                </a:lnTo>
                <a:lnTo>
                  <a:pt x="625475" y="201929"/>
                </a:lnTo>
                <a:lnTo>
                  <a:pt x="646302" y="243839"/>
                </a:lnTo>
                <a:lnTo>
                  <a:pt x="657098" y="288289"/>
                </a:lnTo>
                <a:lnTo>
                  <a:pt x="658368" y="311150"/>
                </a:lnTo>
                <a:lnTo>
                  <a:pt x="657987" y="322579"/>
                </a:lnTo>
                <a:lnTo>
                  <a:pt x="649477" y="367029"/>
                </a:lnTo>
                <a:lnTo>
                  <a:pt x="630554" y="408939"/>
                </a:lnTo>
                <a:lnTo>
                  <a:pt x="617601" y="427989"/>
                </a:lnTo>
                <a:lnTo>
                  <a:pt x="610235" y="438150"/>
                </a:lnTo>
                <a:lnTo>
                  <a:pt x="575055" y="472439"/>
                </a:lnTo>
                <a:lnTo>
                  <a:pt x="531368" y="502919"/>
                </a:lnTo>
                <a:lnTo>
                  <a:pt x="495173" y="519429"/>
                </a:lnTo>
                <a:lnTo>
                  <a:pt x="440944" y="535939"/>
                </a:lnTo>
                <a:lnTo>
                  <a:pt x="411861" y="539750"/>
                </a:lnTo>
                <a:lnTo>
                  <a:pt x="397001" y="542289"/>
                </a:lnTo>
                <a:lnTo>
                  <a:pt x="505078" y="542289"/>
                </a:lnTo>
                <a:lnTo>
                  <a:pt x="518541" y="537210"/>
                </a:lnTo>
                <a:lnTo>
                  <a:pt x="569087" y="509269"/>
                </a:lnTo>
                <a:lnTo>
                  <a:pt x="602233" y="482600"/>
                </a:lnTo>
                <a:lnTo>
                  <a:pt x="630301" y="453389"/>
                </a:lnTo>
                <a:lnTo>
                  <a:pt x="652906" y="421639"/>
                </a:lnTo>
                <a:lnTo>
                  <a:pt x="669671" y="386079"/>
                </a:lnTo>
                <a:lnTo>
                  <a:pt x="680085" y="349250"/>
                </a:lnTo>
                <a:lnTo>
                  <a:pt x="683733" y="311150"/>
                </a:lnTo>
                <a:lnTo>
                  <a:pt x="683729" y="308610"/>
                </a:lnTo>
                <a:lnTo>
                  <a:pt x="680212" y="270510"/>
                </a:lnTo>
                <a:lnTo>
                  <a:pt x="669798" y="233679"/>
                </a:lnTo>
                <a:lnTo>
                  <a:pt x="653161" y="199389"/>
                </a:lnTo>
                <a:lnTo>
                  <a:pt x="630681" y="166369"/>
                </a:lnTo>
                <a:lnTo>
                  <a:pt x="602615" y="137160"/>
                </a:lnTo>
                <a:lnTo>
                  <a:pt x="569976" y="111760"/>
                </a:lnTo>
                <a:lnTo>
                  <a:pt x="519175" y="82550"/>
                </a:lnTo>
                <a:lnTo>
                  <a:pt x="505587" y="77469"/>
                </a:lnTo>
                <a:lnTo>
                  <a:pt x="502062" y="76200"/>
                </a:lnTo>
                <a:close/>
              </a:path>
              <a:path w="734695" h="618490">
                <a:moveTo>
                  <a:pt x="367538" y="50800"/>
                </a:moveTo>
                <a:lnTo>
                  <a:pt x="351154" y="52069"/>
                </a:lnTo>
                <a:lnTo>
                  <a:pt x="383921" y="52069"/>
                </a:lnTo>
                <a:lnTo>
                  <a:pt x="367538" y="508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 txBox="1"/>
          <p:nvPr/>
        </p:nvSpPr>
        <p:spPr>
          <a:xfrm>
            <a:off x="7466330" y="913003"/>
            <a:ext cx="3473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2237358" y="852329"/>
            <a:ext cx="18161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422141" y="1208532"/>
            <a:ext cx="3889375" cy="114300"/>
          </a:xfrm>
          <a:custGeom>
            <a:avLst/>
            <a:gdLst/>
            <a:ahLst/>
            <a:cxnLst/>
            <a:rect l="l" t="t" r="r" b="b"/>
            <a:pathLst>
              <a:path w="3889375" h="114300">
                <a:moveTo>
                  <a:pt x="3774948" y="0"/>
                </a:moveTo>
                <a:lnTo>
                  <a:pt x="3774948" y="114300"/>
                </a:lnTo>
                <a:lnTo>
                  <a:pt x="3851148" y="76200"/>
                </a:lnTo>
                <a:lnTo>
                  <a:pt x="3793998" y="76200"/>
                </a:lnTo>
                <a:lnTo>
                  <a:pt x="3793998" y="38100"/>
                </a:lnTo>
                <a:lnTo>
                  <a:pt x="3851148" y="38100"/>
                </a:lnTo>
                <a:lnTo>
                  <a:pt x="3774948" y="0"/>
                </a:lnTo>
                <a:close/>
              </a:path>
              <a:path w="3889375" h="114300">
                <a:moveTo>
                  <a:pt x="377494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774948" y="76200"/>
                </a:lnTo>
                <a:lnTo>
                  <a:pt x="3774948" y="38100"/>
                </a:lnTo>
                <a:close/>
              </a:path>
              <a:path w="3889375" h="114300">
                <a:moveTo>
                  <a:pt x="3851148" y="38100"/>
                </a:moveTo>
                <a:lnTo>
                  <a:pt x="3793998" y="38100"/>
                </a:lnTo>
                <a:lnTo>
                  <a:pt x="3793998" y="76200"/>
                </a:lnTo>
                <a:lnTo>
                  <a:pt x="3851148" y="76200"/>
                </a:lnTo>
                <a:lnTo>
                  <a:pt x="3889248" y="57150"/>
                </a:lnTo>
                <a:lnTo>
                  <a:pt x="3851148" y="3810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4500498" y="790801"/>
            <a:ext cx="1269365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25" b="1" i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950" spc="-6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))*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2152904" y="1345311"/>
            <a:ext cx="906780" cy="571500"/>
          </a:xfrm>
          <a:custGeom>
            <a:avLst/>
            <a:gdLst/>
            <a:ahLst/>
            <a:cxnLst/>
            <a:rect l="l" t="t" r="r" b="b"/>
            <a:pathLst>
              <a:path w="906780" h="571500">
                <a:moveTo>
                  <a:pt x="575818" y="0"/>
                </a:moveTo>
                <a:lnTo>
                  <a:pt x="350520" y="181610"/>
                </a:lnTo>
                <a:lnTo>
                  <a:pt x="298069" y="224916"/>
                </a:lnTo>
                <a:lnTo>
                  <a:pt x="248285" y="266700"/>
                </a:lnTo>
                <a:lnTo>
                  <a:pt x="201676" y="306577"/>
                </a:lnTo>
                <a:lnTo>
                  <a:pt x="158623" y="344550"/>
                </a:lnTo>
                <a:lnTo>
                  <a:pt x="119634" y="380111"/>
                </a:lnTo>
                <a:lnTo>
                  <a:pt x="85344" y="413003"/>
                </a:lnTo>
                <a:lnTo>
                  <a:pt x="56388" y="442849"/>
                </a:lnTo>
                <a:lnTo>
                  <a:pt x="23026" y="482346"/>
                </a:lnTo>
                <a:lnTo>
                  <a:pt x="3828" y="515492"/>
                </a:lnTo>
                <a:lnTo>
                  <a:pt x="0" y="539623"/>
                </a:lnTo>
                <a:lnTo>
                  <a:pt x="254" y="541147"/>
                </a:lnTo>
                <a:lnTo>
                  <a:pt x="889" y="543305"/>
                </a:lnTo>
                <a:lnTo>
                  <a:pt x="3683" y="551179"/>
                </a:lnTo>
                <a:lnTo>
                  <a:pt x="5080" y="553592"/>
                </a:lnTo>
                <a:lnTo>
                  <a:pt x="10795" y="559688"/>
                </a:lnTo>
                <a:lnTo>
                  <a:pt x="12319" y="561339"/>
                </a:lnTo>
                <a:lnTo>
                  <a:pt x="14097" y="562737"/>
                </a:lnTo>
                <a:lnTo>
                  <a:pt x="16129" y="563752"/>
                </a:lnTo>
                <a:lnTo>
                  <a:pt x="22098" y="566674"/>
                </a:lnTo>
                <a:lnTo>
                  <a:pt x="23495" y="567436"/>
                </a:lnTo>
                <a:lnTo>
                  <a:pt x="24892" y="567943"/>
                </a:lnTo>
                <a:lnTo>
                  <a:pt x="26416" y="568325"/>
                </a:lnTo>
                <a:lnTo>
                  <a:pt x="34544" y="570102"/>
                </a:lnTo>
                <a:lnTo>
                  <a:pt x="35433" y="570356"/>
                </a:lnTo>
                <a:lnTo>
                  <a:pt x="36449" y="570484"/>
                </a:lnTo>
                <a:lnTo>
                  <a:pt x="37465" y="570484"/>
                </a:lnTo>
                <a:lnTo>
                  <a:pt x="47371" y="571118"/>
                </a:lnTo>
                <a:lnTo>
                  <a:pt x="92837" y="566547"/>
                </a:lnTo>
                <a:lnTo>
                  <a:pt x="130429" y="558418"/>
                </a:lnTo>
                <a:lnTo>
                  <a:pt x="173990" y="546608"/>
                </a:lnTo>
                <a:lnTo>
                  <a:pt x="203530" y="537717"/>
                </a:lnTo>
                <a:lnTo>
                  <a:pt x="37973" y="537717"/>
                </a:lnTo>
                <a:lnTo>
                  <a:pt x="37699" y="535686"/>
                </a:lnTo>
                <a:lnTo>
                  <a:pt x="37485" y="534195"/>
                </a:lnTo>
                <a:lnTo>
                  <a:pt x="36011" y="531802"/>
                </a:lnTo>
                <a:lnTo>
                  <a:pt x="35374" y="531317"/>
                </a:lnTo>
                <a:lnTo>
                  <a:pt x="34798" y="531113"/>
                </a:lnTo>
                <a:lnTo>
                  <a:pt x="35107" y="531113"/>
                </a:lnTo>
                <a:lnTo>
                  <a:pt x="33274" y="529716"/>
                </a:lnTo>
                <a:lnTo>
                  <a:pt x="34748" y="529716"/>
                </a:lnTo>
                <a:lnTo>
                  <a:pt x="39069" y="529589"/>
                </a:lnTo>
                <a:lnTo>
                  <a:pt x="39624" y="528065"/>
                </a:lnTo>
                <a:lnTo>
                  <a:pt x="39827" y="528065"/>
                </a:lnTo>
                <a:lnTo>
                  <a:pt x="61849" y="494538"/>
                </a:lnTo>
                <a:lnTo>
                  <a:pt x="97282" y="455167"/>
                </a:lnTo>
                <a:lnTo>
                  <a:pt x="128143" y="424561"/>
                </a:lnTo>
                <a:lnTo>
                  <a:pt x="164084" y="390905"/>
                </a:lnTo>
                <a:lnTo>
                  <a:pt x="226441" y="335534"/>
                </a:lnTo>
                <a:lnTo>
                  <a:pt x="272796" y="295783"/>
                </a:lnTo>
                <a:lnTo>
                  <a:pt x="374523" y="211200"/>
                </a:lnTo>
                <a:lnTo>
                  <a:pt x="599567" y="29717"/>
                </a:lnTo>
                <a:lnTo>
                  <a:pt x="575818" y="0"/>
                </a:lnTo>
                <a:close/>
              </a:path>
              <a:path w="906780" h="571500">
                <a:moveTo>
                  <a:pt x="37836" y="534769"/>
                </a:moveTo>
                <a:lnTo>
                  <a:pt x="37732" y="535157"/>
                </a:lnTo>
                <a:lnTo>
                  <a:pt x="37699" y="535686"/>
                </a:lnTo>
                <a:lnTo>
                  <a:pt x="37973" y="537717"/>
                </a:lnTo>
                <a:lnTo>
                  <a:pt x="38073" y="535157"/>
                </a:lnTo>
                <a:lnTo>
                  <a:pt x="37836" y="534769"/>
                </a:lnTo>
                <a:close/>
              </a:path>
              <a:path w="906780" h="571500">
                <a:moveTo>
                  <a:pt x="38073" y="535157"/>
                </a:moveTo>
                <a:lnTo>
                  <a:pt x="37973" y="537717"/>
                </a:lnTo>
                <a:lnTo>
                  <a:pt x="203530" y="537717"/>
                </a:lnTo>
                <a:lnTo>
                  <a:pt x="207476" y="536448"/>
                </a:lnTo>
                <a:lnTo>
                  <a:pt x="38862" y="536448"/>
                </a:lnTo>
                <a:lnTo>
                  <a:pt x="38073" y="535157"/>
                </a:lnTo>
                <a:close/>
              </a:path>
              <a:path w="906780" h="571500">
                <a:moveTo>
                  <a:pt x="38111" y="534195"/>
                </a:moveTo>
                <a:lnTo>
                  <a:pt x="38159" y="535298"/>
                </a:lnTo>
                <a:lnTo>
                  <a:pt x="38862" y="536448"/>
                </a:lnTo>
                <a:lnTo>
                  <a:pt x="38111" y="534195"/>
                </a:lnTo>
                <a:close/>
              </a:path>
              <a:path w="906780" h="571500">
                <a:moveTo>
                  <a:pt x="38185" y="533459"/>
                </a:moveTo>
                <a:lnTo>
                  <a:pt x="38120" y="534223"/>
                </a:lnTo>
                <a:lnTo>
                  <a:pt x="38862" y="536448"/>
                </a:lnTo>
                <a:lnTo>
                  <a:pt x="207476" y="536448"/>
                </a:lnTo>
                <a:lnTo>
                  <a:pt x="215762" y="533780"/>
                </a:lnTo>
                <a:lnTo>
                  <a:pt x="38608" y="533780"/>
                </a:lnTo>
                <a:lnTo>
                  <a:pt x="38185" y="533459"/>
                </a:lnTo>
                <a:close/>
              </a:path>
              <a:path w="906780" h="571500">
                <a:moveTo>
                  <a:pt x="37663" y="535418"/>
                </a:moveTo>
                <a:lnTo>
                  <a:pt x="37592" y="535686"/>
                </a:lnTo>
                <a:lnTo>
                  <a:pt x="37663" y="535418"/>
                </a:lnTo>
                <a:close/>
              </a:path>
              <a:path w="906780" h="571500">
                <a:moveTo>
                  <a:pt x="37744" y="534619"/>
                </a:moveTo>
                <a:lnTo>
                  <a:pt x="37663" y="535418"/>
                </a:lnTo>
                <a:lnTo>
                  <a:pt x="37732" y="535157"/>
                </a:lnTo>
                <a:lnTo>
                  <a:pt x="37744" y="534619"/>
                </a:lnTo>
                <a:close/>
              </a:path>
              <a:path w="906780" h="571500">
                <a:moveTo>
                  <a:pt x="37502" y="534223"/>
                </a:moveTo>
                <a:lnTo>
                  <a:pt x="37647" y="535298"/>
                </a:lnTo>
                <a:lnTo>
                  <a:pt x="37744" y="534619"/>
                </a:lnTo>
                <a:lnTo>
                  <a:pt x="37502" y="534223"/>
                </a:lnTo>
                <a:close/>
              </a:path>
              <a:path w="906780" h="571500">
                <a:moveTo>
                  <a:pt x="38043" y="533992"/>
                </a:moveTo>
                <a:lnTo>
                  <a:pt x="37836" y="534769"/>
                </a:lnTo>
                <a:lnTo>
                  <a:pt x="38073" y="535157"/>
                </a:lnTo>
                <a:lnTo>
                  <a:pt x="38043" y="533992"/>
                </a:lnTo>
                <a:close/>
              </a:path>
              <a:path w="906780" h="571500">
                <a:moveTo>
                  <a:pt x="37896" y="533552"/>
                </a:moveTo>
                <a:lnTo>
                  <a:pt x="37836" y="534769"/>
                </a:lnTo>
                <a:lnTo>
                  <a:pt x="37989" y="534195"/>
                </a:lnTo>
                <a:lnTo>
                  <a:pt x="37896" y="533552"/>
                </a:lnTo>
                <a:close/>
              </a:path>
              <a:path w="906780" h="571500">
                <a:moveTo>
                  <a:pt x="37309" y="532791"/>
                </a:moveTo>
                <a:lnTo>
                  <a:pt x="37502" y="534223"/>
                </a:lnTo>
                <a:lnTo>
                  <a:pt x="37744" y="534619"/>
                </a:lnTo>
                <a:lnTo>
                  <a:pt x="37864" y="533780"/>
                </a:lnTo>
                <a:lnTo>
                  <a:pt x="37756" y="533132"/>
                </a:lnTo>
                <a:lnTo>
                  <a:pt x="37309" y="532791"/>
                </a:lnTo>
                <a:close/>
              </a:path>
              <a:path w="906780" h="571500">
                <a:moveTo>
                  <a:pt x="36033" y="531819"/>
                </a:moveTo>
                <a:lnTo>
                  <a:pt x="37502" y="534223"/>
                </a:lnTo>
                <a:lnTo>
                  <a:pt x="37376" y="533289"/>
                </a:lnTo>
                <a:lnTo>
                  <a:pt x="37274" y="532764"/>
                </a:lnTo>
                <a:lnTo>
                  <a:pt x="36033" y="531819"/>
                </a:lnTo>
                <a:close/>
              </a:path>
              <a:path w="906780" h="571500">
                <a:moveTo>
                  <a:pt x="37937" y="533269"/>
                </a:moveTo>
                <a:lnTo>
                  <a:pt x="37932" y="533660"/>
                </a:lnTo>
                <a:lnTo>
                  <a:pt x="38043" y="533992"/>
                </a:lnTo>
                <a:lnTo>
                  <a:pt x="37937" y="533269"/>
                </a:lnTo>
                <a:close/>
              </a:path>
              <a:path w="906780" h="571500">
                <a:moveTo>
                  <a:pt x="38212" y="533359"/>
                </a:moveTo>
                <a:lnTo>
                  <a:pt x="38307" y="533552"/>
                </a:lnTo>
                <a:lnTo>
                  <a:pt x="38608" y="533780"/>
                </a:lnTo>
                <a:lnTo>
                  <a:pt x="38212" y="533359"/>
                </a:lnTo>
                <a:close/>
              </a:path>
              <a:path w="906780" h="571500">
                <a:moveTo>
                  <a:pt x="38465" y="532408"/>
                </a:moveTo>
                <a:lnTo>
                  <a:pt x="38379" y="532733"/>
                </a:lnTo>
                <a:lnTo>
                  <a:pt x="38273" y="533425"/>
                </a:lnTo>
                <a:lnTo>
                  <a:pt x="38608" y="533780"/>
                </a:lnTo>
                <a:lnTo>
                  <a:pt x="215762" y="533780"/>
                </a:lnTo>
                <a:lnTo>
                  <a:pt x="217735" y="533146"/>
                </a:lnTo>
                <a:lnTo>
                  <a:pt x="49911" y="533146"/>
                </a:lnTo>
                <a:lnTo>
                  <a:pt x="45948" y="532891"/>
                </a:lnTo>
                <a:lnTo>
                  <a:pt x="42799" y="532891"/>
                </a:lnTo>
                <a:lnTo>
                  <a:pt x="40936" y="532638"/>
                </a:lnTo>
                <a:lnTo>
                  <a:pt x="39116" y="532638"/>
                </a:lnTo>
                <a:lnTo>
                  <a:pt x="38465" y="532408"/>
                </a:lnTo>
                <a:close/>
              </a:path>
              <a:path w="906780" h="571500">
                <a:moveTo>
                  <a:pt x="37756" y="533132"/>
                </a:moveTo>
                <a:lnTo>
                  <a:pt x="37896" y="533552"/>
                </a:lnTo>
                <a:lnTo>
                  <a:pt x="37937" y="533269"/>
                </a:lnTo>
                <a:lnTo>
                  <a:pt x="37756" y="533132"/>
                </a:lnTo>
                <a:close/>
              </a:path>
              <a:path w="906780" h="571500">
                <a:moveTo>
                  <a:pt x="37962" y="533093"/>
                </a:moveTo>
                <a:lnTo>
                  <a:pt x="38055" y="533359"/>
                </a:lnTo>
                <a:lnTo>
                  <a:pt x="37962" y="533093"/>
                </a:lnTo>
                <a:close/>
              </a:path>
              <a:path w="906780" h="571500">
                <a:moveTo>
                  <a:pt x="38185" y="532309"/>
                </a:moveTo>
                <a:lnTo>
                  <a:pt x="38212" y="533359"/>
                </a:lnTo>
                <a:lnTo>
                  <a:pt x="38465" y="532408"/>
                </a:lnTo>
                <a:lnTo>
                  <a:pt x="38185" y="532309"/>
                </a:lnTo>
                <a:close/>
              </a:path>
              <a:path w="906780" h="571500">
                <a:moveTo>
                  <a:pt x="38079" y="532272"/>
                </a:moveTo>
                <a:lnTo>
                  <a:pt x="38011" y="533146"/>
                </a:lnTo>
                <a:lnTo>
                  <a:pt x="38146" y="533289"/>
                </a:lnTo>
                <a:lnTo>
                  <a:pt x="38079" y="532272"/>
                </a:lnTo>
                <a:close/>
              </a:path>
              <a:path w="906780" h="571500">
                <a:moveTo>
                  <a:pt x="37623" y="532733"/>
                </a:moveTo>
                <a:lnTo>
                  <a:pt x="37774" y="533146"/>
                </a:lnTo>
                <a:lnTo>
                  <a:pt x="37937" y="533269"/>
                </a:lnTo>
                <a:lnTo>
                  <a:pt x="37962" y="533093"/>
                </a:lnTo>
                <a:lnTo>
                  <a:pt x="37623" y="532733"/>
                </a:lnTo>
                <a:close/>
              </a:path>
              <a:path w="906780" h="571500">
                <a:moveTo>
                  <a:pt x="793391" y="273509"/>
                </a:moveTo>
                <a:lnTo>
                  <a:pt x="744347" y="293369"/>
                </a:lnTo>
                <a:lnTo>
                  <a:pt x="418338" y="421766"/>
                </a:lnTo>
                <a:lnTo>
                  <a:pt x="293370" y="467613"/>
                </a:lnTo>
                <a:lnTo>
                  <a:pt x="211328" y="495300"/>
                </a:lnTo>
                <a:lnTo>
                  <a:pt x="141859" y="516127"/>
                </a:lnTo>
                <a:lnTo>
                  <a:pt x="103378" y="525652"/>
                </a:lnTo>
                <a:lnTo>
                  <a:pt x="59944" y="532764"/>
                </a:lnTo>
                <a:lnTo>
                  <a:pt x="49911" y="533146"/>
                </a:lnTo>
                <a:lnTo>
                  <a:pt x="217735" y="533146"/>
                </a:lnTo>
                <a:lnTo>
                  <a:pt x="305816" y="503554"/>
                </a:lnTo>
                <a:lnTo>
                  <a:pt x="398780" y="469773"/>
                </a:lnTo>
                <a:lnTo>
                  <a:pt x="499999" y="431291"/>
                </a:lnTo>
                <a:lnTo>
                  <a:pt x="807684" y="308881"/>
                </a:lnTo>
                <a:lnTo>
                  <a:pt x="793391" y="273509"/>
                </a:lnTo>
                <a:close/>
              </a:path>
              <a:path w="906780" h="571500">
                <a:moveTo>
                  <a:pt x="37248" y="532333"/>
                </a:moveTo>
                <a:lnTo>
                  <a:pt x="37309" y="532791"/>
                </a:lnTo>
                <a:lnTo>
                  <a:pt x="37756" y="533132"/>
                </a:lnTo>
                <a:lnTo>
                  <a:pt x="37634" y="532764"/>
                </a:lnTo>
                <a:lnTo>
                  <a:pt x="37248" y="532333"/>
                </a:lnTo>
                <a:close/>
              </a:path>
              <a:path w="906780" h="571500">
                <a:moveTo>
                  <a:pt x="37388" y="532028"/>
                </a:moveTo>
                <a:lnTo>
                  <a:pt x="37653" y="532764"/>
                </a:lnTo>
                <a:lnTo>
                  <a:pt x="37962" y="533093"/>
                </a:lnTo>
                <a:lnTo>
                  <a:pt x="38079" y="532272"/>
                </a:lnTo>
                <a:lnTo>
                  <a:pt x="37388" y="532028"/>
                </a:lnTo>
                <a:close/>
              </a:path>
              <a:path w="906780" h="571500">
                <a:moveTo>
                  <a:pt x="40005" y="532511"/>
                </a:moveTo>
                <a:lnTo>
                  <a:pt x="42799" y="532891"/>
                </a:lnTo>
                <a:lnTo>
                  <a:pt x="41522" y="532608"/>
                </a:lnTo>
                <a:lnTo>
                  <a:pt x="40005" y="532511"/>
                </a:lnTo>
                <a:close/>
              </a:path>
              <a:path w="906780" h="571500">
                <a:moveTo>
                  <a:pt x="41522" y="532608"/>
                </a:moveTo>
                <a:lnTo>
                  <a:pt x="42799" y="532891"/>
                </a:lnTo>
                <a:lnTo>
                  <a:pt x="45948" y="532891"/>
                </a:lnTo>
                <a:lnTo>
                  <a:pt x="41522" y="532608"/>
                </a:lnTo>
                <a:close/>
              </a:path>
              <a:path w="906780" h="571500">
                <a:moveTo>
                  <a:pt x="35823" y="531475"/>
                </a:moveTo>
                <a:lnTo>
                  <a:pt x="35974" y="531723"/>
                </a:lnTo>
                <a:lnTo>
                  <a:pt x="36100" y="531870"/>
                </a:lnTo>
                <a:lnTo>
                  <a:pt x="37309" y="532791"/>
                </a:lnTo>
                <a:lnTo>
                  <a:pt x="37190" y="532272"/>
                </a:lnTo>
                <a:lnTo>
                  <a:pt x="36749" y="531802"/>
                </a:lnTo>
                <a:lnTo>
                  <a:pt x="35823" y="531475"/>
                </a:lnTo>
                <a:close/>
              </a:path>
              <a:path w="906780" h="571500">
                <a:moveTo>
                  <a:pt x="37198" y="531961"/>
                </a:moveTo>
                <a:lnTo>
                  <a:pt x="37318" y="532408"/>
                </a:lnTo>
                <a:lnTo>
                  <a:pt x="37623" y="532733"/>
                </a:lnTo>
                <a:lnTo>
                  <a:pt x="37388" y="532028"/>
                </a:lnTo>
                <a:lnTo>
                  <a:pt x="37198" y="531961"/>
                </a:lnTo>
                <a:close/>
              </a:path>
              <a:path w="906780" h="571500">
                <a:moveTo>
                  <a:pt x="38488" y="532324"/>
                </a:moveTo>
                <a:lnTo>
                  <a:pt x="39116" y="532638"/>
                </a:lnTo>
                <a:lnTo>
                  <a:pt x="38488" y="532324"/>
                </a:lnTo>
                <a:close/>
              </a:path>
              <a:path w="906780" h="571500">
                <a:moveTo>
                  <a:pt x="38586" y="531955"/>
                </a:moveTo>
                <a:lnTo>
                  <a:pt x="38506" y="532333"/>
                </a:lnTo>
                <a:lnTo>
                  <a:pt x="39116" y="532638"/>
                </a:lnTo>
                <a:lnTo>
                  <a:pt x="40936" y="532638"/>
                </a:lnTo>
                <a:lnTo>
                  <a:pt x="40005" y="532511"/>
                </a:lnTo>
                <a:lnTo>
                  <a:pt x="41084" y="532511"/>
                </a:lnTo>
                <a:lnTo>
                  <a:pt x="38586" y="531955"/>
                </a:lnTo>
                <a:close/>
              </a:path>
              <a:path w="906780" h="571500">
                <a:moveTo>
                  <a:pt x="41084" y="532511"/>
                </a:moveTo>
                <a:lnTo>
                  <a:pt x="40005" y="532511"/>
                </a:lnTo>
                <a:lnTo>
                  <a:pt x="41522" y="532608"/>
                </a:lnTo>
                <a:lnTo>
                  <a:pt x="41084" y="532511"/>
                </a:lnTo>
                <a:close/>
              </a:path>
              <a:path w="906780" h="571500">
                <a:moveTo>
                  <a:pt x="38190" y="532175"/>
                </a:moveTo>
                <a:lnTo>
                  <a:pt x="38253" y="532333"/>
                </a:lnTo>
                <a:lnTo>
                  <a:pt x="38465" y="532408"/>
                </a:lnTo>
                <a:lnTo>
                  <a:pt x="38384" y="532272"/>
                </a:lnTo>
                <a:lnTo>
                  <a:pt x="38190" y="532175"/>
                </a:lnTo>
                <a:close/>
              </a:path>
              <a:path w="906780" h="571500">
                <a:moveTo>
                  <a:pt x="36749" y="531802"/>
                </a:moveTo>
                <a:lnTo>
                  <a:pt x="37248" y="532333"/>
                </a:lnTo>
                <a:lnTo>
                  <a:pt x="37183" y="531955"/>
                </a:lnTo>
                <a:lnTo>
                  <a:pt x="36749" y="531802"/>
                </a:lnTo>
                <a:close/>
              </a:path>
              <a:path w="906780" h="571500">
                <a:moveTo>
                  <a:pt x="38202" y="531870"/>
                </a:moveTo>
                <a:lnTo>
                  <a:pt x="38190" y="532175"/>
                </a:lnTo>
                <a:lnTo>
                  <a:pt x="38488" y="532324"/>
                </a:lnTo>
                <a:lnTo>
                  <a:pt x="38586" y="531955"/>
                </a:lnTo>
                <a:lnTo>
                  <a:pt x="38202" y="531870"/>
                </a:lnTo>
                <a:close/>
              </a:path>
              <a:path w="906780" h="571500">
                <a:moveTo>
                  <a:pt x="37287" y="531723"/>
                </a:moveTo>
                <a:lnTo>
                  <a:pt x="37388" y="532028"/>
                </a:lnTo>
                <a:lnTo>
                  <a:pt x="38079" y="532272"/>
                </a:lnTo>
                <a:lnTo>
                  <a:pt x="38100" y="532129"/>
                </a:lnTo>
                <a:lnTo>
                  <a:pt x="37287" y="531723"/>
                </a:lnTo>
                <a:close/>
              </a:path>
              <a:path w="906780" h="571500">
                <a:moveTo>
                  <a:pt x="37266" y="531662"/>
                </a:moveTo>
                <a:lnTo>
                  <a:pt x="38100" y="532129"/>
                </a:lnTo>
                <a:lnTo>
                  <a:pt x="38139" y="531856"/>
                </a:lnTo>
                <a:lnTo>
                  <a:pt x="37266" y="531662"/>
                </a:lnTo>
                <a:close/>
              </a:path>
              <a:path w="906780" h="571500">
                <a:moveTo>
                  <a:pt x="37157" y="531658"/>
                </a:moveTo>
                <a:lnTo>
                  <a:pt x="37198" y="531961"/>
                </a:lnTo>
                <a:lnTo>
                  <a:pt x="37388" y="532028"/>
                </a:lnTo>
                <a:lnTo>
                  <a:pt x="37287" y="531723"/>
                </a:lnTo>
                <a:lnTo>
                  <a:pt x="37157" y="531658"/>
                </a:lnTo>
                <a:close/>
              </a:path>
              <a:path w="906780" h="571500">
                <a:moveTo>
                  <a:pt x="36446" y="531480"/>
                </a:moveTo>
                <a:lnTo>
                  <a:pt x="36675" y="531723"/>
                </a:lnTo>
                <a:lnTo>
                  <a:pt x="37198" y="531961"/>
                </a:lnTo>
                <a:lnTo>
                  <a:pt x="37084" y="531622"/>
                </a:lnTo>
                <a:lnTo>
                  <a:pt x="36446" y="531480"/>
                </a:lnTo>
                <a:close/>
              </a:path>
              <a:path w="906780" h="571500">
                <a:moveTo>
                  <a:pt x="38777" y="531240"/>
                </a:moveTo>
                <a:lnTo>
                  <a:pt x="38227" y="531240"/>
                </a:lnTo>
                <a:lnTo>
                  <a:pt x="38202" y="531870"/>
                </a:lnTo>
                <a:lnTo>
                  <a:pt x="38586" y="531955"/>
                </a:lnTo>
                <a:lnTo>
                  <a:pt x="38777" y="531240"/>
                </a:lnTo>
                <a:close/>
              </a:path>
              <a:path w="906780" h="571500">
                <a:moveTo>
                  <a:pt x="38811" y="531113"/>
                </a:moveTo>
                <a:lnTo>
                  <a:pt x="37084" y="531113"/>
                </a:lnTo>
                <a:lnTo>
                  <a:pt x="37266" y="531662"/>
                </a:lnTo>
                <a:lnTo>
                  <a:pt x="38139" y="531856"/>
                </a:lnTo>
                <a:lnTo>
                  <a:pt x="38227" y="531240"/>
                </a:lnTo>
                <a:lnTo>
                  <a:pt x="38777" y="531240"/>
                </a:lnTo>
                <a:close/>
              </a:path>
              <a:path w="906780" h="571500">
                <a:moveTo>
                  <a:pt x="35374" y="531317"/>
                </a:moveTo>
                <a:lnTo>
                  <a:pt x="36033" y="531819"/>
                </a:lnTo>
                <a:lnTo>
                  <a:pt x="35823" y="531475"/>
                </a:lnTo>
                <a:lnTo>
                  <a:pt x="35374" y="531317"/>
                </a:lnTo>
                <a:close/>
              </a:path>
              <a:path w="906780" h="571500">
                <a:moveTo>
                  <a:pt x="35728" y="531320"/>
                </a:moveTo>
                <a:lnTo>
                  <a:pt x="35836" y="531480"/>
                </a:lnTo>
                <a:lnTo>
                  <a:pt x="36749" y="531802"/>
                </a:lnTo>
                <a:lnTo>
                  <a:pt x="36426" y="531475"/>
                </a:lnTo>
                <a:lnTo>
                  <a:pt x="35728" y="531320"/>
                </a:lnTo>
                <a:close/>
              </a:path>
              <a:path w="906780" h="571500">
                <a:moveTo>
                  <a:pt x="37154" y="531637"/>
                </a:moveTo>
                <a:lnTo>
                  <a:pt x="37287" y="531723"/>
                </a:lnTo>
                <a:lnTo>
                  <a:pt x="37154" y="531637"/>
                </a:lnTo>
                <a:close/>
              </a:path>
              <a:path w="906780" h="571500">
                <a:moveTo>
                  <a:pt x="37084" y="531113"/>
                </a:moveTo>
                <a:lnTo>
                  <a:pt x="37152" y="531622"/>
                </a:lnTo>
                <a:lnTo>
                  <a:pt x="37084" y="531113"/>
                </a:lnTo>
                <a:close/>
              </a:path>
              <a:path w="906780" h="571500">
                <a:moveTo>
                  <a:pt x="39069" y="529589"/>
                </a:moveTo>
                <a:lnTo>
                  <a:pt x="34671" y="529589"/>
                </a:lnTo>
                <a:lnTo>
                  <a:pt x="36133" y="531146"/>
                </a:lnTo>
                <a:lnTo>
                  <a:pt x="37084" y="531622"/>
                </a:lnTo>
                <a:lnTo>
                  <a:pt x="37084" y="531113"/>
                </a:lnTo>
                <a:lnTo>
                  <a:pt x="38811" y="531113"/>
                </a:lnTo>
                <a:lnTo>
                  <a:pt x="38878" y="530860"/>
                </a:lnTo>
                <a:lnTo>
                  <a:pt x="38608" y="530860"/>
                </a:lnTo>
                <a:lnTo>
                  <a:pt x="39069" y="529589"/>
                </a:lnTo>
                <a:close/>
              </a:path>
              <a:path w="906780" h="571500">
                <a:moveTo>
                  <a:pt x="36133" y="531146"/>
                </a:moveTo>
                <a:lnTo>
                  <a:pt x="36446" y="531480"/>
                </a:lnTo>
                <a:lnTo>
                  <a:pt x="37084" y="531622"/>
                </a:lnTo>
                <a:lnTo>
                  <a:pt x="36133" y="531146"/>
                </a:lnTo>
                <a:close/>
              </a:path>
              <a:path w="906780" h="571500">
                <a:moveTo>
                  <a:pt x="35397" y="530778"/>
                </a:moveTo>
                <a:lnTo>
                  <a:pt x="35728" y="531320"/>
                </a:lnTo>
                <a:lnTo>
                  <a:pt x="36446" y="531480"/>
                </a:lnTo>
                <a:lnTo>
                  <a:pt x="36133" y="531146"/>
                </a:lnTo>
                <a:lnTo>
                  <a:pt x="35397" y="530778"/>
                </a:lnTo>
                <a:close/>
              </a:path>
              <a:path w="906780" h="571500">
                <a:moveTo>
                  <a:pt x="35235" y="531211"/>
                </a:moveTo>
                <a:lnTo>
                  <a:pt x="35384" y="531320"/>
                </a:lnTo>
                <a:lnTo>
                  <a:pt x="35823" y="531475"/>
                </a:lnTo>
                <a:lnTo>
                  <a:pt x="35713" y="531317"/>
                </a:lnTo>
                <a:lnTo>
                  <a:pt x="35235" y="531211"/>
                </a:lnTo>
                <a:close/>
              </a:path>
              <a:path w="906780" h="571500">
                <a:moveTo>
                  <a:pt x="33274" y="529716"/>
                </a:moveTo>
                <a:lnTo>
                  <a:pt x="35235" y="531211"/>
                </a:lnTo>
                <a:lnTo>
                  <a:pt x="35728" y="531320"/>
                </a:lnTo>
                <a:lnTo>
                  <a:pt x="35397" y="530778"/>
                </a:lnTo>
                <a:lnTo>
                  <a:pt x="33274" y="529716"/>
                </a:lnTo>
                <a:close/>
              </a:path>
              <a:path w="906780" h="571500">
                <a:moveTo>
                  <a:pt x="34798" y="531113"/>
                </a:moveTo>
                <a:lnTo>
                  <a:pt x="35374" y="531317"/>
                </a:lnTo>
                <a:lnTo>
                  <a:pt x="35235" y="531211"/>
                </a:lnTo>
                <a:lnTo>
                  <a:pt x="34798" y="531113"/>
                </a:lnTo>
                <a:close/>
              </a:path>
              <a:path w="906780" h="571500">
                <a:moveTo>
                  <a:pt x="35107" y="531113"/>
                </a:moveTo>
                <a:lnTo>
                  <a:pt x="34798" y="531113"/>
                </a:lnTo>
                <a:lnTo>
                  <a:pt x="35235" y="531211"/>
                </a:lnTo>
                <a:lnTo>
                  <a:pt x="35107" y="531113"/>
                </a:lnTo>
                <a:close/>
              </a:path>
              <a:path w="906780" h="571500">
                <a:moveTo>
                  <a:pt x="34671" y="529589"/>
                </a:moveTo>
                <a:lnTo>
                  <a:pt x="35397" y="530778"/>
                </a:lnTo>
                <a:lnTo>
                  <a:pt x="36133" y="531146"/>
                </a:lnTo>
                <a:lnTo>
                  <a:pt x="34671" y="529589"/>
                </a:lnTo>
                <a:close/>
              </a:path>
              <a:path w="906780" h="571500">
                <a:moveTo>
                  <a:pt x="39624" y="528065"/>
                </a:moveTo>
                <a:lnTo>
                  <a:pt x="38608" y="530860"/>
                </a:lnTo>
                <a:lnTo>
                  <a:pt x="39304" y="529263"/>
                </a:lnTo>
                <a:lnTo>
                  <a:pt x="39624" y="528065"/>
                </a:lnTo>
                <a:close/>
              </a:path>
              <a:path w="906780" h="571500">
                <a:moveTo>
                  <a:pt x="39304" y="529263"/>
                </a:moveTo>
                <a:lnTo>
                  <a:pt x="38608" y="530860"/>
                </a:lnTo>
                <a:lnTo>
                  <a:pt x="38878" y="530860"/>
                </a:lnTo>
                <a:lnTo>
                  <a:pt x="39304" y="529263"/>
                </a:lnTo>
                <a:close/>
              </a:path>
              <a:path w="906780" h="571500">
                <a:moveTo>
                  <a:pt x="34748" y="529716"/>
                </a:moveTo>
                <a:lnTo>
                  <a:pt x="33274" y="529716"/>
                </a:lnTo>
                <a:lnTo>
                  <a:pt x="35397" y="530778"/>
                </a:lnTo>
                <a:lnTo>
                  <a:pt x="34748" y="529716"/>
                </a:lnTo>
                <a:close/>
              </a:path>
              <a:path w="906780" h="571500">
                <a:moveTo>
                  <a:pt x="39827" y="528065"/>
                </a:moveTo>
                <a:lnTo>
                  <a:pt x="39624" y="528065"/>
                </a:lnTo>
                <a:lnTo>
                  <a:pt x="39304" y="529263"/>
                </a:lnTo>
                <a:lnTo>
                  <a:pt x="39827" y="528065"/>
                </a:lnTo>
                <a:close/>
              </a:path>
              <a:path w="906780" h="571500">
                <a:moveTo>
                  <a:pt x="890617" y="266318"/>
                </a:moveTo>
                <a:lnTo>
                  <a:pt x="811149" y="266318"/>
                </a:lnTo>
                <a:lnTo>
                  <a:pt x="825373" y="301751"/>
                </a:lnTo>
                <a:lnTo>
                  <a:pt x="807684" y="308881"/>
                </a:lnTo>
                <a:lnTo>
                  <a:pt x="821944" y="344169"/>
                </a:lnTo>
                <a:lnTo>
                  <a:pt x="890617" y="266318"/>
                </a:lnTo>
                <a:close/>
              </a:path>
              <a:path w="906780" h="571500">
                <a:moveTo>
                  <a:pt x="811149" y="266318"/>
                </a:moveTo>
                <a:lnTo>
                  <a:pt x="793391" y="273509"/>
                </a:lnTo>
                <a:lnTo>
                  <a:pt x="807684" y="308881"/>
                </a:lnTo>
                <a:lnTo>
                  <a:pt x="825373" y="301751"/>
                </a:lnTo>
                <a:lnTo>
                  <a:pt x="811149" y="266318"/>
                </a:lnTo>
                <a:close/>
              </a:path>
              <a:path w="906780" h="571500">
                <a:moveTo>
                  <a:pt x="779145" y="238251"/>
                </a:moveTo>
                <a:lnTo>
                  <a:pt x="793391" y="273509"/>
                </a:lnTo>
                <a:lnTo>
                  <a:pt x="811149" y="266318"/>
                </a:lnTo>
                <a:lnTo>
                  <a:pt x="890617" y="266318"/>
                </a:lnTo>
                <a:lnTo>
                  <a:pt x="906526" y="248285"/>
                </a:lnTo>
                <a:lnTo>
                  <a:pt x="779145" y="238251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1668907" y="1760633"/>
            <a:ext cx="191643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a|</a:t>
            </a:r>
            <a:r>
              <a:rPr dirty="0" sz="2950" spc="-1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))*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c|a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691133" y="1208532"/>
            <a:ext cx="603885" cy="114300"/>
          </a:xfrm>
          <a:custGeom>
            <a:avLst/>
            <a:gdLst/>
            <a:ahLst/>
            <a:cxnLst/>
            <a:rect l="l" t="t" r="r" b="b"/>
            <a:pathLst>
              <a:path w="603885" h="114300">
                <a:moveTo>
                  <a:pt x="489203" y="0"/>
                </a:moveTo>
                <a:lnTo>
                  <a:pt x="489203" y="114300"/>
                </a:lnTo>
                <a:lnTo>
                  <a:pt x="565404" y="76200"/>
                </a:lnTo>
                <a:lnTo>
                  <a:pt x="508253" y="76200"/>
                </a:lnTo>
                <a:lnTo>
                  <a:pt x="508253" y="38100"/>
                </a:lnTo>
                <a:lnTo>
                  <a:pt x="565404" y="38100"/>
                </a:lnTo>
                <a:lnTo>
                  <a:pt x="489203" y="0"/>
                </a:lnTo>
                <a:close/>
              </a:path>
              <a:path w="603885" h="114300">
                <a:moveTo>
                  <a:pt x="48920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89203" y="76200"/>
                </a:lnTo>
                <a:lnTo>
                  <a:pt x="489203" y="38100"/>
                </a:lnTo>
                <a:close/>
              </a:path>
              <a:path w="603885" h="114300">
                <a:moveTo>
                  <a:pt x="565404" y="38100"/>
                </a:moveTo>
                <a:lnTo>
                  <a:pt x="508253" y="38100"/>
                </a:lnTo>
                <a:lnTo>
                  <a:pt x="508253" y="76200"/>
                </a:lnTo>
                <a:lnTo>
                  <a:pt x="565404" y="76200"/>
                </a:lnTo>
                <a:lnTo>
                  <a:pt x="603504" y="57150"/>
                </a:lnTo>
                <a:lnTo>
                  <a:pt x="565404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933094" y="6114626"/>
            <a:ext cx="4472940" cy="42481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3225"/>
              </a:lnSpc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正规式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950" spc="-10" b="1" i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b|ba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)*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c|a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b|ba</a:t>
            </a:r>
            <a:r>
              <a:rPr dirty="0" sz="2800" spc="-10" b="1">
                <a:solidFill>
                  <a:srgbClr val="00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29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1494" y="29082"/>
            <a:ext cx="248411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38621" y="101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20574"/>
            <a:ext cx="9144000" cy="4343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20574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8739" y="46100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15283" y="46100"/>
            <a:ext cx="226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9578" y="46100"/>
            <a:ext cx="1993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71494" y="181482"/>
            <a:ext cx="248411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238621" y="1625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457200" y="858011"/>
            <a:ext cx="8343900" cy="1159764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 txBox="1"/>
          <p:nvPr/>
        </p:nvSpPr>
        <p:spPr>
          <a:xfrm>
            <a:off x="624840" y="667998"/>
            <a:ext cx="5194935" cy="1306830"/>
          </a:xfrm>
          <a:prstGeom prst="rect">
            <a:avLst/>
          </a:prstGeom>
        </p:spPr>
        <p:txBody>
          <a:bodyPr wrap="square" lIns="0" tIns="226695" rIns="0" bIns="0" rtlCol="0" vert="horz">
            <a:spAutoFit/>
          </a:bodyPr>
          <a:lstStyle/>
          <a:p>
            <a:pPr>
              <a:lnSpc>
                <a:spcPct val="100000"/>
              </a:lnSpc>
              <a:spcBef>
                <a:spcPts val="1785"/>
              </a:spcBef>
              <a:tabLst>
                <a:tab pos="475615" algn="l"/>
                <a:tab pos="1664970" algn="l"/>
              </a:tabLst>
            </a:pPr>
            <a:r>
              <a:rPr dirty="0" sz="2800" spc="-5">
                <a:solidFill>
                  <a:srgbClr val="000066"/>
                </a:solidFill>
                <a:latin typeface="Wingdings"/>
                <a:cs typeface="Wingdings"/>
              </a:rPr>
              <a:t></a:t>
            </a:r>
            <a:r>
              <a:rPr dirty="0" sz="2800" spc="-5">
                <a:solidFill>
                  <a:srgbClr val="000066"/>
                </a:solidFill>
                <a:latin typeface="Times New Roman"/>
                <a:cs typeface="Times New Roman"/>
              </a:rPr>
              <a:t>	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注</a:t>
            </a:r>
            <a:r>
              <a:rPr dirty="0" sz="2800" spc="-15" b="1">
                <a:solidFill>
                  <a:srgbClr val="000066"/>
                </a:solidFill>
                <a:latin typeface="宋体"/>
                <a:cs typeface="宋体"/>
              </a:rPr>
              <a:t>意</a:t>
            </a:r>
            <a:r>
              <a:rPr dirty="0" sz="2800" spc="-685" b="1">
                <a:solidFill>
                  <a:srgbClr val="000066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:	</a:t>
            </a:r>
            <a:r>
              <a:rPr dirty="0" sz="2800" b="1">
                <a:solidFill>
                  <a:srgbClr val="000066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>
                <a:solidFill>
                  <a:srgbClr val="000066"/>
                </a:solidFill>
                <a:latin typeface="宋体"/>
                <a:cs typeface="宋体"/>
              </a:rPr>
              <a:t>对消弧、消结过</a:t>
            </a: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程</a:t>
            </a:r>
            <a:r>
              <a:rPr dirty="0" sz="2800" spc="-5" b="1">
                <a:solidFill>
                  <a:srgbClr val="000066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  <a:p>
            <a:pPr marL="545465">
              <a:lnSpc>
                <a:spcPct val="100000"/>
              </a:lnSpc>
              <a:spcBef>
                <a:spcPts val="1685"/>
              </a:spcBef>
            </a:pPr>
            <a:r>
              <a:rPr dirty="0" sz="2800" spc="-5" b="1">
                <a:solidFill>
                  <a:srgbClr val="000066"/>
                </a:solidFill>
                <a:latin typeface="宋体"/>
                <a:cs typeface="宋体"/>
              </a:rPr>
              <a:t>实际是正规式的连接运算过程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8211057" y="6697989"/>
            <a:ext cx="737870" cy="2228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 </a:t>
            </a: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30</a:t>
            </a:r>
            <a:r>
              <a:rPr dirty="0" sz="1400" spc="254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4888" y="2603144"/>
            <a:ext cx="8367395" cy="3866515"/>
          </a:xfrm>
          <a:prstGeom prst="rect">
            <a:avLst/>
          </a:prstGeom>
        </p:spPr>
        <p:txBody>
          <a:bodyPr wrap="square" lIns="0" tIns="226060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1780"/>
              </a:spcBef>
            </a:pPr>
            <a:r>
              <a:rPr dirty="0" sz="2800" spc="-5" b="1">
                <a:solidFill>
                  <a:srgbClr val="00FFFF"/>
                </a:solidFill>
                <a:latin typeface="Times New Roman"/>
                <a:cs typeface="Times New Roman"/>
              </a:rPr>
              <a:t>2 </a:t>
            </a:r>
            <a:r>
              <a:rPr dirty="0" sz="2800" spc="-15" b="1">
                <a:solidFill>
                  <a:srgbClr val="00FFFF"/>
                </a:solidFill>
                <a:latin typeface="宋体"/>
                <a:cs typeface="宋体"/>
              </a:rPr>
              <a:t>：</a:t>
            </a:r>
            <a:r>
              <a:rPr dirty="0" sz="2800" spc="-695" b="1">
                <a:solidFill>
                  <a:srgbClr val="00FFFF"/>
                </a:solidFill>
                <a:latin typeface="宋体"/>
                <a:cs typeface="宋体"/>
              </a:rPr>
              <a:t> </a:t>
            </a:r>
            <a:r>
              <a:rPr dirty="0" sz="2800" spc="-10" b="1">
                <a:solidFill>
                  <a:srgbClr val="FFFF00"/>
                </a:solidFill>
                <a:latin typeface="Symbol"/>
                <a:cs typeface="Symbol"/>
              </a:rPr>
              <a:t></a:t>
            </a:r>
            <a:endParaRPr sz="2800">
              <a:latin typeface="Symbol"/>
              <a:cs typeface="Symbol"/>
            </a:endParaRPr>
          </a:p>
          <a:p>
            <a:pPr marL="139065" marR="659765" indent="533400">
              <a:lnSpc>
                <a:spcPts val="5040"/>
              </a:lnSpc>
              <a:spcBef>
                <a:spcPts val="445"/>
              </a:spcBef>
              <a:tabLst>
                <a:tab pos="6313805" algn="l"/>
              </a:tabLst>
            </a:pP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上任何正规式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，存在相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应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D</a:t>
            </a:r>
            <a:r>
              <a:rPr dirty="0" sz="2800" spc="-204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，使得 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05765">
              <a:lnSpc>
                <a:spcPct val="100000"/>
              </a:lnSpc>
              <a:spcBef>
                <a:spcPts val="1235"/>
              </a:spcBef>
              <a:tabLst>
                <a:tab pos="1582420" algn="l"/>
              </a:tabLst>
            </a:pPr>
            <a:r>
              <a:rPr dirty="0" u="heavy" sz="28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step1: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由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直接形成</a:t>
            </a:r>
            <a:r>
              <a:rPr dirty="0" sz="2800" spc="-5" b="1">
                <a:solidFill>
                  <a:srgbClr val="00FF00"/>
                </a:solidFill>
                <a:latin typeface="宋体"/>
                <a:cs typeface="宋体"/>
              </a:rPr>
              <a:t>拓广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114" b="1">
                <a:solidFill>
                  <a:srgbClr val="FFFFFF"/>
                </a:solidFill>
                <a:latin typeface="Times New Roman"/>
                <a:cs typeface="Times New Roman"/>
              </a:rPr>
              <a:t>FA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图。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其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中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只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endParaRPr sz="2800">
              <a:latin typeface="宋体"/>
              <a:cs typeface="宋体"/>
            </a:endParaRPr>
          </a:p>
          <a:p>
            <a:pPr marL="50800" marR="263525">
              <a:lnSpc>
                <a:spcPct val="150000"/>
              </a:lnSpc>
              <a:spcBef>
                <a:spcPts val="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开始状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1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和终止状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，连接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1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1021" sz="2775" spc="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的有向弧上是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正规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34340" y="1811887"/>
            <a:ext cx="8201659" cy="13068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83234" marR="43180" indent="-445770">
              <a:lnSpc>
                <a:spcPct val="150100"/>
              </a:lnSpc>
              <a:spcBef>
                <a:spcPts val="100"/>
              </a:spcBef>
              <a:tabLst>
                <a:tab pos="58356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2)		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若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）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不成立，则标记具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1021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1021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1021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•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1021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1021" sz="2775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)*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形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式，按照如下替换规则二分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解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3" name="object 3"/>
          <p:cNvSpPr/>
          <p:nvPr/>
        </p:nvSpPr>
        <p:spPr>
          <a:xfrm>
            <a:off x="3571621" y="48259"/>
            <a:ext cx="248284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6238494" y="29082"/>
            <a:ext cx="248411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38861"/>
            <a:ext cx="9144000" cy="4343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761" y="38861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40"/>
                </a:moveTo>
                <a:lnTo>
                  <a:pt x="9144000" y="434340"/>
                </a:lnTo>
                <a:lnTo>
                  <a:pt x="9144000" y="0"/>
                </a:lnTo>
                <a:lnTo>
                  <a:pt x="0" y="0"/>
                </a:lnTo>
                <a:lnTo>
                  <a:pt x="0" y="43434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53339" y="65023"/>
            <a:ext cx="8533130" cy="11328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618490" algn="l"/>
                <a:tab pos="3874135" algn="l"/>
                <a:tab pos="648843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机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09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50">
              <a:latin typeface="Times New Roman"/>
              <a:cs typeface="Times New Roman"/>
            </a:endParaRPr>
          </a:p>
          <a:p>
            <a:pPr marL="419100">
              <a:lnSpc>
                <a:spcPct val="100000"/>
              </a:lnSpc>
              <a:tabLst>
                <a:tab pos="876300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1)	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若所有弧上标记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或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∑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上的字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符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则构造完成。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571621" y="200660"/>
            <a:ext cx="248284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238494" y="181482"/>
            <a:ext cx="248411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1486661" y="1462277"/>
            <a:ext cx="439420" cy="439420"/>
          </a:xfrm>
          <a:custGeom>
            <a:avLst/>
            <a:gdLst/>
            <a:ahLst/>
            <a:cxnLst/>
            <a:rect l="l" t="t" r="r" b="b"/>
            <a:pathLst>
              <a:path w="439419" h="439419">
                <a:moveTo>
                  <a:pt x="0" y="219456"/>
                </a:moveTo>
                <a:lnTo>
                  <a:pt x="4460" y="175240"/>
                </a:lnTo>
                <a:lnTo>
                  <a:pt x="17252" y="134052"/>
                </a:lnTo>
                <a:lnTo>
                  <a:pt x="37491" y="96775"/>
                </a:lnTo>
                <a:lnTo>
                  <a:pt x="64293" y="64293"/>
                </a:lnTo>
                <a:lnTo>
                  <a:pt x="96775" y="37491"/>
                </a:lnTo>
                <a:lnTo>
                  <a:pt x="134052" y="17252"/>
                </a:lnTo>
                <a:lnTo>
                  <a:pt x="175240" y="4460"/>
                </a:lnTo>
                <a:lnTo>
                  <a:pt x="219456" y="0"/>
                </a:lnTo>
                <a:lnTo>
                  <a:pt x="263671" y="4460"/>
                </a:lnTo>
                <a:lnTo>
                  <a:pt x="304859" y="17252"/>
                </a:lnTo>
                <a:lnTo>
                  <a:pt x="342136" y="37491"/>
                </a:lnTo>
                <a:lnTo>
                  <a:pt x="374618" y="64293"/>
                </a:lnTo>
                <a:lnTo>
                  <a:pt x="401420" y="96775"/>
                </a:lnTo>
                <a:lnTo>
                  <a:pt x="421659" y="134052"/>
                </a:lnTo>
                <a:lnTo>
                  <a:pt x="434451" y="175240"/>
                </a:lnTo>
                <a:lnTo>
                  <a:pt x="438912" y="219456"/>
                </a:lnTo>
                <a:lnTo>
                  <a:pt x="434451" y="263671"/>
                </a:lnTo>
                <a:lnTo>
                  <a:pt x="421659" y="304859"/>
                </a:lnTo>
                <a:lnTo>
                  <a:pt x="401420" y="342136"/>
                </a:lnTo>
                <a:lnTo>
                  <a:pt x="374618" y="374618"/>
                </a:lnTo>
                <a:lnTo>
                  <a:pt x="342136" y="401420"/>
                </a:lnTo>
                <a:lnTo>
                  <a:pt x="304859" y="421659"/>
                </a:lnTo>
                <a:lnTo>
                  <a:pt x="263671" y="434451"/>
                </a:lnTo>
                <a:lnTo>
                  <a:pt x="219456" y="438912"/>
                </a:lnTo>
                <a:lnTo>
                  <a:pt x="175240" y="434451"/>
                </a:lnTo>
                <a:lnTo>
                  <a:pt x="134052" y="421659"/>
                </a:lnTo>
                <a:lnTo>
                  <a:pt x="96775" y="401420"/>
                </a:lnTo>
                <a:lnTo>
                  <a:pt x="64293" y="374618"/>
                </a:lnTo>
                <a:lnTo>
                  <a:pt x="37491" y="342136"/>
                </a:lnTo>
                <a:lnTo>
                  <a:pt x="17252" y="304859"/>
                </a:lnTo>
                <a:lnTo>
                  <a:pt x="4460" y="263671"/>
                </a:lnTo>
                <a:lnTo>
                  <a:pt x="0" y="21945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1559813" y="147535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163061" y="1462277"/>
            <a:ext cx="439420" cy="439420"/>
          </a:xfrm>
          <a:custGeom>
            <a:avLst/>
            <a:gdLst/>
            <a:ahLst/>
            <a:cxnLst/>
            <a:rect l="l" t="t" r="r" b="b"/>
            <a:pathLst>
              <a:path w="439420" h="439419">
                <a:moveTo>
                  <a:pt x="0" y="219456"/>
                </a:moveTo>
                <a:lnTo>
                  <a:pt x="4460" y="175240"/>
                </a:lnTo>
                <a:lnTo>
                  <a:pt x="17252" y="134052"/>
                </a:lnTo>
                <a:lnTo>
                  <a:pt x="37491" y="96775"/>
                </a:lnTo>
                <a:lnTo>
                  <a:pt x="64293" y="64293"/>
                </a:lnTo>
                <a:lnTo>
                  <a:pt x="96775" y="37491"/>
                </a:lnTo>
                <a:lnTo>
                  <a:pt x="134052" y="17252"/>
                </a:lnTo>
                <a:lnTo>
                  <a:pt x="175240" y="4460"/>
                </a:lnTo>
                <a:lnTo>
                  <a:pt x="219455" y="0"/>
                </a:lnTo>
                <a:lnTo>
                  <a:pt x="263671" y="4460"/>
                </a:lnTo>
                <a:lnTo>
                  <a:pt x="304859" y="17252"/>
                </a:lnTo>
                <a:lnTo>
                  <a:pt x="342136" y="37491"/>
                </a:lnTo>
                <a:lnTo>
                  <a:pt x="374618" y="64293"/>
                </a:lnTo>
                <a:lnTo>
                  <a:pt x="401420" y="96775"/>
                </a:lnTo>
                <a:lnTo>
                  <a:pt x="421659" y="134052"/>
                </a:lnTo>
                <a:lnTo>
                  <a:pt x="434451" y="175240"/>
                </a:lnTo>
                <a:lnTo>
                  <a:pt x="438912" y="219456"/>
                </a:lnTo>
                <a:lnTo>
                  <a:pt x="434451" y="263671"/>
                </a:lnTo>
                <a:lnTo>
                  <a:pt x="421659" y="304859"/>
                </a:lnTo>
                <a:lnTo>
                  <a:pt x="401420" y="342136"/>
                </a:lnTo>
                <a:lnTo>
                  <a:pt x="374618" y="374618"/>
                </a:lnTo>
                <a:lnTo>
                  <a:pt x="342136" y="401420"/>
                </a:lnTo>
                <a:lnTo>
                  <a:pt x="304859" y="421659"/>
                </a:lnTo>
                <a:lnTo>
                  <a:pt x="263671" y="434451"/>
                </a:lnTo>
                <a:lnTo>
                  <a:pt x="219455" y="438912"/>
                </a:lnTo>
                <a:lnTo>
                  <a:pt x="175240" y="434451"/>
                </a:lnTo>
                <a:lnTo>
                  <a:pt x="134052" y="421659"/>
                </a:lnTo>
                <a:lnTo>
                  <a:pt x="96775" y="401420"/>
                </a:lnTo>
                <a:lnTo>
                  <a:pt x="64293" y="374618"/>
                </a:lnTo>
                <a:lnTo>
                  <a:pt x="37491" y="342136"/>
                </a:lnTo>
                <a:lnTo>
                  <a:pt x="17252" y="304859"/>
                </a:lnTo>
                <a:lnTo>
                  <a:pt x="4460" y="263671"/>
                </a:lnTo>
                <a:lnTo>
                  <a:pt x="0" y="21945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048761" y="1367789"/>
            <a:ext cx="634365" cy="629920"/>
          </a:xfrm>
          <a:custGeom>
            <a:avLst/>
            <a:gdLst/>
            <a:ahLst/>
            <a:cxnLst/>
            <a:rect l="l" t="t" r="r" b="b"/>
            <a:pathLst>
              <a:path w="634364" h="629919">
                <a:moveTo>
                  <a:pt x="0" y="314706"/>
                </a:moveTo>
                <a:lnTo>
                  <a:pt x="3435" y="268188"/>
                </a:lnTo>
                <a:lnTo>
                  <a:pt x="13416" y="223794"/>
                </a:lnTo>
                <a:lnTo>
                  <a:pt x="29451" y="182009"/>
                </a:lnTo>
                <a:lnTo>
                  <a:pt x="51053" y="143320"/>
                </a:lnTo>
                <a:lnTo>
                  <a:pt x="77731" y="108213"/>
                </a:lnTo>
                <a:lnTo>
                  <a:pt x="108996" y="77173"/>
                </a:lnTo>
                <a:lnTo>
                  <a:pt x="144358" y="50687"/>
                </a:lnTo>
                <a:lnTo>
                  <a:pt x="183328" y="29240"/>
                </a:lnTo>
                <a:lnTo>
                  <a:pt x="225417" y="13319"/>
                </a:lnTo>
                <a:lnTo>
                  <a:pt x="270135" y="3410"/>
                </a:lnTo>
                <a:lnTo>
                  <a:pt x="316991" y="0"/>
                </a:lnTo>
                <a:lnTo>
                  <a:pt x="363820" y="3410"/>
                </a:lnTo>
                <a:lnTo>
                  <a:pt x="408520" y="13319"/>
                </a:lnTo>
                <a:lnTo>
                  <a:pt x="450600" y="29240"/>
                </a:lnTo>
                <a:lnTo>
                  <a:pt x="489569" y="50687"/>
                </a:lnTo>
                <a:lnTo>
                  <a:pt x="524936" y="77173"/>
                </a:lnTo>
                <a:lnTo>
                  <a:pt x="556209" y="108213"/>
                </a:lnTo>
                <a:lnTo>
                  <a:pt x="582898" y="143320"/>
                </a:lnTo>
                <a:lnTo>
                  <a:pt x="604511" y="182009"/>
                </a:lnTo>
                <a:lnTo>
                  <a:pt x="620557" y="223794"/>
                </a:lnTo>
                <a:lnTo>
                  <a:pt x="630545" y="268188"/>
                </a:lnTo>
                <a:lnTo>
                  <a:pt x="633984" y="314706"/>
                </a:lnTo>
                <a:lnTo>
                  <a:pt x="630545" y="361223"/>
                </a:lnTo>
                <a:lnTo>
                  <a:pt x="620557" y="405617"/>
                </a:lnTo>
                <a:lnTo>
                  <a:pt x="604511" y="447402"/>
                </a:lnTo>
                <a:lnTo>
                  <a:pt x="582898" y="486091"/>
                </a:lnTo>
                <a:lnTo>
                  <a:pt x="556209" y="521198"/>
                </a:lnTo>
                <a:lnTo>
                  <a:pt x="524936" y="552238"/>
                </a:lnTo>
                <a:lnTo>
                  <a:pt x="489569" y="578724"/>
                </a:lnTo>
                <a:lnTo>
                  <a:pt x="450600" y="600171"/>
                </a:lnTo>
                <a:lnTo>
                  <a:pt x="408520" y="616092"/>
                </a:lnTo>
                <a:lnTo>
                  <a:pt x="363820" y="626001"/>
                </a:lnTo>
                <a:lnTo>
                  <a:pt x="316991" y="629412"/>
                </a:lnTo>
                <a:lnTo>
                  <a:pt x="270135" y="626001"/>
                </a:lnTo>
                <a:lnTo>
                  <a:pt x="225417" y="616092"/>
                </a:lnTo>
                <a:lnTo>
                  <a:pt x="183328" y="600171"/>
                </a:lnTo>
                <a:lnTo>
                  <a:pt x="144358" y="578724"/>
                </a:lnTo>
                <a:lnTo>
                  <a:pt x="108996" y="552238"/>
                </a:lnTo>
                <a:lnTo>
                  <a:pt x="77731" y="521198"/>
                </a:lnTo>
                <a:lnTo>
                  <a:pt x="51053" y="486091"/>
                </a:lnTo>
                <a:lnTo>
                  <a:pt x="29451" y="447402"/>
                </a:lnTo>
                <a:lnTo>
                  <a:pt x="13416" y="405617"/>
                </a:lnTo>
                <a:lnTo>
                  <a:pt x="3435" y="361223"/>
                </a:lnTo>
                <a:lnTo>
                  <a:pt x="0" y="31470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/>
          <p:nvPr/>
        </p:nvSpPr>
        <p:spPr>
          <a:xfrm>
            <a:off x="1925573" y="1653539"/>
            <a:ext cx="1123315" cy="114300"/>
          </a:xfrm>
          <a:custGeom>
            <a:avLst/>
            <a:gdLst/>
            <a:ahLst/>
            <a:cxnLst/>
            <a:rect l="l" t="t" r="r" b="b"/>
            <a:pathLst>
              <a:path w="1123314" h="114300">
                <a:moveTo>
                  <a:pt x="1008888" y="0"/>
                </a:moveTo>
                <a:lnTo>
                  <a:pt x="1008888" y="114300"/>
                </a:lnTo>
                <a:lnTo>
                  <a:pt x="1085088" y="76200"/>
                </a:lnTo>
                <a:lnTo>
                  <a:pt x="1027938" y="76200"/>
                </a:lnTo>
                <a:lnTo>
                  <a:pt x="1027938" y="38100"/>
                </a:lnTo>
                <a:lnTo>
                  <a:pt x="1085088" y="38100"/>
                </a:lnTo>
                <a:lnTo>
                  <a:pt x="1008888" y="0"/>
                </a:lnTo>
                <a:close/>
              </a:path>
              <a:path w="1123314" h="114300">
                <a:moveTo>
                  <a:pt x="10088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08888" y="76200"/>
                </a:lnTo>
                <a:lnTo>
                  <a:pt x="1008888" y="38100"/>
                </a:lnTo>
                <a:close/>
              </a:path>
              <a:path w="1123314" h="114300">
                <a:moveTo>
                  <a:pt x="1085088" y="38100"/>
                </a:moveTo>
                <a:lnTo>
                  <a:pt x="1027938" y="38100"/>
                </a:lnTo>
                <a:lnTo>
                  <a:pt x="1027938" y="76200"/>
                </a:lnTo>
                <a:lnTo>
                  <a:pt x="1085088" y="76200"/>
                </a:lnTo>
                <a:lnTo>
                  <a:pt x="1123188" y="57150"/>
                </a:lnTo>
                <a:lnTo>
                  <a:pt x="1085088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4924805" y="1469897"/>
            <a:ext cx="439420" cy="437515"/>
          </a:xfrm>
          <a:custGeom>
            <a:avLst/>
            <a:gdLst/>
            <a:ahLst/>
            <a:cxnLst/>
            <a:rect l="l" t="t" r="r" b="b"/>
            <a:pathLst>
              <a:path w="439420" h="437514">
                <a:moveTo>
                  <a:pt x="0" y="218693"/>
                </a:moveTo>
                <a:lnTo>
                  <a:pt x="5798" y="168550"/>
                </a:lnTo>
                <a:lnTo>
                  <a:pt x="22313" y="122519"/>
                </a:lnTo>
                <a:lnTo>
                  <a:pt x="48225" y="81913"/>
                </a:lnTo>
                <a:lnTo>
                  <a:pt x="82216" y="48045"/>
                </a:lnTo>
                <a:lnTo>
                  <a:pt x="122964" y="22229"/>
                </a:lnTo>
                <a:lnTo>
                  <a:pt x="169150" y="5776"/>
                </a:lnTo>
                <a:lnTo>
                  <a:pt x="219456" y="0"/>
                </a:lnTo>
                <a:lnTo>
                  <a:pt x="269761" y="5776"/>
                </a:lnTo>
                <a:lnTo>
                  <a:pt x="315947" y="22229"/>
                </a:lnTo>
                <a:lnTo>
                  <a:pt x="356695" y="48045"/>
                </a:lnTo>
                <a:lnTo>
                  <a:pt x="390686" y="81913"/>
                </a:lnTo>
                <a:lnTo>
                  <a:pt x="416598" y="122519"/>
                </a:lnTo>
                <a:lnTo>
                  <a:pt x="433113" y="168550"/>
                </a:lnTo>
                <a:lnTo>
                  <a:pt x="438912" y="218693"/>
                </a:lnTo>
                <a:lnTo>
                  <a:pt x="433113" y="268837"/>
                </a:lnTo>
                <a:lnTo>
                  <a:pt x="416598" y="314868"/>
                </a:lnTo>
                <a:lnTo>
                  <a:pt x="390686" y="355474"/>
                </a:lnTo>
                <a:lnTo>
                  <a:pt x="356695" y="389342"/>
                </a:lnTo>
                <a:lnTo>
                  <a:pt x="315947" y="415158"/>
                </a:lnTo>
                <a:lnTo>
                  <a:pt x="269761" y="431611"/>
                </a:lnTo>
                <a:lnTo>
                  <a:pt x="219456" y="437388"/>
                </a:lnTo>
                <a:lnTo>
                  <a:pt x="169150" y="431611"/>
                </a:lnTo>
                <a:lnTo>
                  <a:pt x="122964" y="415158"/>
                </a:lnTo>
                <a:lnTo>
                  <a:pt x="82216" y="389342"/>
                </a:lnTo>
                <a:lnTo>
                  <a:pt x="48225" y="355474"/>
                </a:lnTo>
                <a:lnTo>
                  <a:pt x="22313" y="314868"/>
                </a:lnTo>
                <a:lnTo>
                  <a:pt x="5798" y="268837"/>
                </a:lnTo>
                <a:lnTo>
                  <a:pt x="0" y="21869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6601206" y="1469897"/>
            <a:ext cx="439420" cy="437515"/>
          </a:xfrm>
          <a:custGeom>
            <a:avLst/>
            <a:gdLst/>
            <a:ahLst/>
            <a:cxnLst/>
            <a:rect l="l" t="t" r="r" b="b"/>
            <a:pathLst>
              <a:path w="439420" h="437514">
                <a:moveTo>
                  <a:pt x="0" y="218693"/>
                </a:moveTo>
                <a:lnTo>
                  <a:pt x="5798" y="168550"/>
                </a:lnTo>
                <a:lnTo>
                  <a:pt x="22313" y="122519"/>
                </a:lnTo>
                <a:lnTo>
                  <a:pt x="48225" y="81913"/>
                </a:lnTo>
                <a:lnTo>
                  <a:pt x="82216" y="48045"/>
                </a:lnTo>
                <a:lnTo>
                  <a:pt x="122964" y="22229"/>
                </a:lnTo>
                <a:lnTo>
                  <a:pt x="169150" y="5776"/>
                </a:lnTo>
                <a:lnTo>
                  <a:pt x="219455" y="0"/>
                </a:lnTo>
                <a:lnTo>
                  <a:pt x="269761" y="5776"/>
                </a:lnTo>
                <a:lnTo>
                  <a:pt x="315947" y="22229"/>
                </a:lnTo>
                <a:lnTo>
                  <a:pt x="356695" y="48045"/>
                </a:lnTo>
                <a:lnTo>
                  <a:pt x="390686" y="81913"/>
                </a:lnTo>
                <a:lnTo>
                  <a:pt x="416598" y="122519"/>
                </a:lnTo>
                <a:lnTo>
                  <a:pt x="433113" y="168550"/>
                </a:lnTo>
                <a:lnTo>
                  <a:pt x="438912" y="218693"/>
                </a:lnTo>
                <a:lnTo>
                  <a:pt x="433113" y="268837"/>
                </a:lnTo>
                <a:lnTo>
                  <a:pt x="416598" y="314868"/>
                </a:lnTo>
                <a:lnTo>
                  <a:pt x="390686" y="355474"/>
                </a:lnTo>
                <a:lnTo>
                  <a:pt x="356695" y="389342"/>
                </a:lnTo>
                <a:lnTo>
                  <a:pt x="315947" y="415158"/>
                </a:lnTo>
                <a:lnTo>
                  <a:pt x="269761" y="431611"/>
                </a:lnTo>
                <a:lnTo>
                  <a:pt x="219455" y="437388"/>
                </a:lnTo>
                <a:lnTo>
                  <a:pt x="169150" y="431611"/>
                </a:lnTo>
                <a:lnTo>
                  <a:pt x="122964" y="415158"/>
                </a:lnTo>
                <a:lnTo>
                  <a:pt x="82216" y="389342"/>
                </a:lnTo>
                <a:lnTo>
                  <a:pt x="48225" y="355474"/>
                </a:lnTo>
                <a:lnTo>
                  <a:pt x="22313" y="314868"/>
                </a:lnTo>
                <a:lnTo>
                  <a:pt x="5798" y="268837"/>
                </a:lnTo>
                <a:lnTo>
                  <a:pt x="0" y="21869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3231895" y="1481709"/>
            <a:ext cx="361696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79270" algn="l"/>
                <a:tab pos="3451225" algn="l"/>
              </a:tabLst>
            </a:pPr>
            <a:r>
              <a:rPr dirty="0" baseline="1157" sz="3600" b="1" i="1">
                <a:solidFill>
                  <a:srgbClr val="FFFFFF"/>
                </a:solidFill>
                <a:latin typeface="Times New Roman"/>
                <a:cs typeface="Times New Roman"/>
              </a:rPr>
              <a:t>q	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q	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712214" y="1658492"/>
            <a:ext cx="526034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84655" algn="l"/>
                <a:tab pos="3451225" algn="l"/>
                <a:tab pos="5123180" algn="l"/>
              </a:tabLst>
            </a:pPr>
            <a:r>
              <a:rPr dirty="0" baseline="1736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baseline="1736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baseline="1736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baseline="1736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6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16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1600" spc="-5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/>
          <p:nvPr/>
        </p:nvSpPr>
        <p:spPr>
          <a:xfrm>
            <a:off x="6486905" y="1373886"/>
            <a:ext cx="634365" cy="631190"/>
          </a:xfrm>
          <a:custGeom>
            <a:avLst/>
            <a:gdLst/>
            <a:ahLst/>
            <a:cxnLst/>
            <a:rect l="l" t="t" r="r" b="b"/>
            <a:pathLst>
              <a:path w="634365" h="631189">
                <a:moveTo>
                  <a:pt x="0" y="315467"/>
                </a:moveTo>
                <a:lnTo>
                  <a:pt x="3435" y="268846"/>
                </a:lnTo>
                <a:lnTo>
                  <a:pt x="13416" y="224350"/>
                </a:lnTo>
                <a:lnTo>
                  <a:pt x="29451" y="182467"/>
                </a:lnTo>
                <a:lnTo>
                  <a:pt x="51053" y="143685"/>
                </a:lnTo>
                <a:lnTo>
                  <a:pt x="77731" y="108491"/>
                </a:lnTo>
                <a:lnTo>
                  <a:pt x="108996" y="77373"/>
                </a:lnTo>
                <a:lnTo>
                  <a:pt x="144358" y="50819"/>
                </a:lnTo>
                <a:lnTo>
                  <a:pt x="183328" y="29317"/>
                </a:lnTo>
                <a:lnTo>
                  <a:pt x="225417" y="13355"/>
                </a:lnTo>
                <a:lnTo>
                  <a:pt x="270135" y="3420"/>
                </a:lnTo>
                <a:lnTo>
                  <a:pt x="316992" y="0"/>
                </a:lnTo>
                <a:lnTo>
                  <a:pt x="363820" y="3420"/>
                </a:lnTo>
                <a:lnTo>
                  <a:pt x="408520" y="13355"/>
                </a:lnTo>
                <a:lnTo>
                  <a:pt x="450600" y="29317"/>
                </a:lnTo>
                <a:lnTo>
                  <a:pt x="489569" y="50819"/>
                </a:lnTo>
                <a:lnTo>
                  <a:pt x="524936" y="77373"/>
                </a:lnTo>
                <a:lnTo>
                  <a:pt x="556209" y="108491"/>
                </a:lnTo>
                <a:lnTo>
                  <a:pt x="582898" y="143685"/>
                </a:lnTo>
                <a:lnTo>
                  <a:pt x="604511" y="182467"/>
                </a:lnTo>
                <a:lnTo>
                  <a:pt x="620557" y="224350"/>
                </a:lnTo>
                <a:lnTo>
                  <a:pt x="630545" y="268846"/>
                </a:lnTo>
                <a:lnTo>
                  <a:pt x="633984" y="315467"/>
                </a:lnTo>
                <a:lnTo>
                  <a:pt x="630545" y="362089"/>
                </a:lnTo>
                <a:lnTo>
                  <a:pt x="620557" y="406585"/>
                </a:lnTo>
                <a:lnTo>
                  <a:pt x="604511" y="448468"/>
                </a:lnTo>
                <a:lnTo>
                  <a:pt x="582898" y="487250"/>
                </a:lnTo>
                <a:lnTo>
                  <a:pt x="556209" y="522444"/>
                </a:lnTo>
                <a:lnTo>
                  <a:pt x="524936" y="553562"/>
                </a:lnTo>
                <a:lnTo>
                  <a:pt x="489569" y="580116"/>
                </a:lnTo>
                <a:lnTo>
                  <a:pt x="450600" y="601618"/>
                </a:lnTo>
                <a:lnTo>
                  <a:pt x="408520" y="617580"/>
                </a:lnTo>
                <a:lnTo>
                  <a:pt x="363820" y="627515"/>
                </a:lnTo>
                <a:lnTo>
                  <a:pt x="316992" y="630936"/>
                </a:lnTo>
                <a:lnTo>
                  <a:pt x="270135" y="627515"/>
                </a:lnTo>
                <a:lnTo>
                  <a:pt x="225417" y="617580"/>
                </a:lnTo>
                <a:lnTo>
                  <a:pt x="183328" y="601618"/>
                </a:lnTo>
                <a:lnTo>
                  <a:pt x="144358" y="580116"/>
                </a:lnTo>
                <a:lnTo>
                  <a:pt x="108996" y="553562"/>
                </a:lnTo>
                <a:lnTo>
                  <a:pt x="77731" y="522444"/>
                </a:lnTo>
                <a:lnTo>
                  <a:pt x="51053" y="487250"/>
                </a:lnTo>
                <a:lnTo>
                  <a:pt x="29451" y="448468"/>
                </a:lnTo>
                <a:lnTo>
                  <a:pt x="13416" y="406585"/>
                </a:lnTo>
                <a:lnTo>
                  <a:pt x="3435" y="362089"/>
                </a:lnTo>
                <a:lnTo>
                  <a:pt x="0" y="315467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/>
          <p:nvPr/>
        </p:nvSpPr>
        <p:spPr>
          <a:xfrm>
            <a:off x="5363717" y="1659635"/>
            <a:ext cx="1123315" cy="114300"/>
          </a:xfrm>
          <a:custGeom>
            <a:avLst/>
            <a:gdLst/>
            <a:ahLst/>
            <a:cxnLst/>
            <a:rect l="l" t="t" r="r" b="b"/>
            <a:pathLst>
              <a:path w="1123314" h="114300">
                <a:moveTo>
                  <a:pt x="1008888" y="0"/>
                </a:moveTo>
                <a:lnTo>
                  <a:pt x="1008888" y="114300"/>
                </a:lnTo>
                <a:lnTo>
                  <a:pt x="1085088" y="76200"/>
                </a:lnTo>
                <a:lnTo>
                  <a:pt x="1027938" y="76200"/>
                </a:lnTo>
                <a:lnTo>
                  <a:pt x="1027938" y="38100"/>
                </a:lnTo>
                <a:lnTo>
                  <a:pt x="1085088" y="38100"/>
                </a:lnTo>
                <a:lnTo>
                  <a:pt x="1008888" y="0"/>
                </a:lnTo>
                <a:close/>
              </a:path>
              <a:path w="1123314" h="114300">
                <a:moveTo>
                  <a:pt x="1008888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008888" y="76200"/>
                </a:lnTo>
                <a:lnTo>
                  <a:pt x="1008888" y="38100"/>
                </a:lnTo>
                <a:close/>
              </a:path>
              <a:path w="1123314" h="114300">
                <a:moveTo>
                  <a:pt x="1085088" y="38100"/>
                </a:moveTo>
                <a:lnTo>
                  <a:pt x="1027938" y="38100"/>
                </a:lnTo>
                <a:lnTo>
                  <a:pt x="1027938" y="76200"/>
                </a:lnTo>
                <a:lnTo>
                  <a:pt x="1085088" y="76200"/>
                </a:lnTo>
                <a:lnTo>
                  <a:pt x="1123188" y="57150"/>
                </a:lnTo>
                <a:lnTo>
                  <a:pt x="1085088" y="381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1" name="object 21"/>
          <p:cNvSpPr txBox="1"/>
          <p:nvPr/>
        </p:nvSpPr>
        <p:spPr>
          <a:xfrm>
            <a:off x="2275713" y="1203401"/>
            <a:ext cx="372300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3538220" algn="l"/>
              </a:tabLst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-19519" sz="2775" b="1" i="1">
                <a:solidFill>
                  <a:srgbClr val="FFFFFF"/>
                </a:solidFill>
                <a:latin typeface="Times New Roman"/>
                <a:cs typeface="Times New Roman"/>
              </a:rPr>
              <a:t>i	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ε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3090672" y="3112007"/>
            <a:ext cx="1752600" cy="0"/>
          </a:xfrm>
          <a:custGeom>
            <a:avLst/>
            <a:gdLst/>
            <a:ahLst/>
            <a:cxnLst/>
            <a:rect l="l" t="t" r="r" b="b"/>
            <a:pathLst>
              <a:path w="1752600" h="0">
                <a:moveTo>
                  <a:pt x="0" y="0"/>
                </a:moveTo>
                <a:lnTo>
                  <a:pt x="1752600" y="0"/>
                </a:lnTo>
              </a:path>
            </a:pathLst>
          </a:custGeom>
          <a:ln w="57150">
            <a:solidFill>
              <a:srgbClr val="00FF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190296" y="3746957"/>
            <a:ext cx="3816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00FFFF"/>
                </a:solidFill>
                <a:latin typeface="Times New Roman"/>
                <a:cs typeface="Times New Roman"/>
              </a:rPr>
              <a:t>(1)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4680" y="4479163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FFFF"/>
                </a:solidFill>
                <a:latin typeface="方正舒体"/>
                <a:cs typeface="方正舒体"/>
              </a:rPr>
              <a:t>⑵</a:t>
            </a:r>
            <a:endParaRPr sz="2400">
              <a:latin typeface="方正舒体"/>
              <a:cs typeface="方正舒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214680" y="5265801"/>
            <a:ext cx="3302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spc="-10" b="1">
                <a:solidFill>
                  <a:srgbClr val="00FFFF"/>
                </a:solidFill>
                <a:latin typeface="方正舒体"/>
                <a:cs typeface="方正舒体"/>
              </a:rPr>
              <a:t>⑶</a:t>
            </a:r>
            <a:endParaRPr sz="2400">
              <a:latin typeface="方正舒体"/>
              <a:cs typeface="方正舒体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994410" y="1639823"/>
            <a:ext cx="492759" cy="114300"/>
          </a:xfrm>
          <a:custGeom>
            <a:avLst/>
            <a:gdLst/>
            <a:ahLst/>
            <a:cxnLst/>
            <a:rect l="l" t="t" r="r" b="b"/>
            <a:pathLst>
              <a:path w="492759" h="114300">
                <a:moveTo>
                  <a:pt x="377952" y="0"/>
                </a:moveTo>
                <a:lnTo>
                  <a:pt x="377952" y="114300"/>
                </a:lnTo>
                <a:lnTo>
                  <a:pt x="454152" y="76200"/>
                </a:lnTo>
                <a:lnTo>
                  <a:pt x="397002" y="76200"/>
                </a:lnTo>
                <a:lnTo>
                  <a:pt x="397002" y="38100"/>
                </a:lnTo>
                <a:lnTo>
                  <a:pt x="454152" y="38100"/>
                </a:lnTo>
                <a:lnTo>
                  <a:pt x="377952" y="0"/>
                </a:lnTo>
                <a:close/>
              </a:path>
              <a:path w="492759" h="114300">
                <a:moveTo>
                  <a:pt x="37795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77952" y="76200"/>
                </a:lnTo>
                <a:lnTo>
                  <a:pt x="377952" y="38100"/>
                </a:lnTo>
                <a:close/>
              </a:path>
              <a:path w="492759" h="114300">
                <a:moveTo>
                  <a:pt x="454152" y="38100"/>
                </a:moveTo>
                <a:lnTo>
                  <a:pt x="397002" y="38100"/>
                </a:lnTo>
                <a:lnTo>
                  <a:pt x="397002" y="76200"/>
                </a:lnTo>
                <a:lnTo>
                  <a:pt x="454152" y="76200"/>
                </a:lnTo>
                <a:lnTo>
                  <a:pt x="492252" y="57150"/>
                </a:lnTo>
                <a:lnTo>
                  <a:pt x="45415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4412741" y="1639823"/>
            <a:ext cx="512445" cy="114300"/>
          </a:xfrm>
          <a:custGeom>
            <a:avLst/>
            <a:gdLst/>
            <a:ahLst/>
            <a:cxnLst/>
            <a:rect l="l" t="t" r="r" b="b"/>
            <a:pathLst>
              <a:path w="512445" h="114300">
                <a:moveTo>
                  <a:pt x="397763" y="0"/>
                </a:moveTo>
                <a:lnTo>
                  <a:pt x="397763" y="114300"/>
                </a:lnTo>
                <a:lnTo>
                  <a:pt x="473963" y="76200"/>
                </a:lnTo>
                <a:lnTo>
                  <a:pt x="416813" y="76200"/>
                </a:lnTo>
                <a:lnTo>
                  <a:pt x="416813" y="38100"/>
                </a:lnTo>
                <a:lnTo>
                  <a:pt x="473963" y="38100"/>
                </a:lnTo>
                <a:lnTo>
                  <a:pt x="397763" y="0"/>
                </a:lnTo>
                <a:close/>
              </a:path>
              <a:path w="512445" h="114300">
                <a:moveTo>
                  <a:pt x="39776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97763" y="76200"/>
                </a:lnTo>
                <a:lnTo>
                  <a:pt x="397763" y="38100"/>
                </a:lnTo>
                <a:close/>
              </a:path>
              <a:path w="512445" h="114300">
                <a:moveTo>
                  <a:pt x="473963" y="38100"/>
                </a:moveTo>
                <a:lnTo>
                  <a:pt x="416813" y="38100"/>
                </a:lnTo>
                <a:lnTo>
                  <a:pt x="416813" y="76200"/>
                </a:lnTo>
                <a:lnTo>
                  <a:pt x="473963" y="76200"/>
                </a:lnTo>
                <a:lnTo>
                  <a:pt x="512063" y="57150"/>
                </a:lnTo>
                <a:lnTo>
                  <a:pt x="473963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570355" y="4303521"/>
            <a:ext cx="75057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976122" y="4467605"/>
            <a:ext cx="546100" cy="561340"/>
          </a:xfrm>
          <a:custGeom>
            <a:avLst/>
            <a:gdLst/>
            <a:ahLst/>
            <a:cxnLst/>
            <a:rect l="l" t="t" r="r" b="b"/>
            <a:pathLst>
              <a:path w="546100" h="561339">
                <a:moveTo>
                  <a:pt x="0" y="280416"/>
                </a:moveTo>
                <a:lnTo>
                  <a:pt x="4395" y="230025"/>
                </a:lnTo>
                <a:lnTo>
                  <a:pt x="17066" y="182592"/>
                </a:lnTo>
                <a:lnTo>
                  <a:pt x="37244" y="138909"/>
                </a:lnTo>
                <a:lnTo>
                  <a:pt x="64158" y="99770"/>
                </a:lnTo>
                <a:lnTo>
                  <a:pt x="97037" y="65968"/>
                </a:lnTo>
                <a:lnTo>
                  <a:pt x="135111" y="38297"/>
                </a:lnTo>
                <a:lnTo>
                  <a:pt x="177609" y="17550"/>
                </a:lnTo>
                <a:lnTo>
                  <a:pt x="223760" y="4519"/>
                </a:lnTo>
                <a:lnTo>
                  <a:pt x="272796" y="0"/>
                </a:lnTo>
                <a:lnTo>
                  <a:pt x="321821" y="4519"/>
                </a:lnTo>
                <a:lnTo>
                  <a:pt x="367967" y="17550"/>
                </a:lnTo>
                <a:lnTo>
                  <a:pt x="410463" y="38297"/>
                </a:lnTo>
                <a:lnTo>
                  <a:pt x="448538" y="65968"/>
                </a:lnTo>
                <a:lnTo>
                  <a:pt x="481420" y="99770"/>
                </a:lnTo>
                <a:lnTo>
                  <a:pt x="508338" y="138909"/>
                </a:lnTo>
                <a:lnTo>
                  <a:pt x="528520" y="182592"/>
                </a:lnTo>
                <a:lnTo>
                  <a:pt x="541195" y="230025"/>
                </a:lnTo>
                <a:lnTo>
                  <a:pt x="545591" y="280416"/>
                </a:lnTo>
                <a:lnTo>
                  <a:pt x="541195" y="330806"/>
                </a:lnTo>
                <a:lnTo>
                  <a:pt x="528520" y="378239"/>
                </a:lnTo>
                <a:lnTo>
                  <a:pt x="508338" y="421922"/>
                </a:lnTo>
                <a:lnTo>
                  <a:pt x="481420" y="461061"/>
                </a:lnTo>
                <a:lnTo>
                  <a:pt x="448538" y="494863"/>
                </a:lnTo>
                <a:lnTo>
                  <a:pt x="410464" y="522534"/>
                </a:lnTo>
                <a:lnTo>
                  <a:pt x="367967" y="543281"/>
                </a:lnTo>
                <a:lnTo>
                  <a:pt x="321821" y="556312"/>
                </a:lnTo>
                <a:lnTo>
                  <a:pt x="272796" y="560832"/>
                </a:lnTo>
                <a:lnTo>
                  <a:pt x="223760" y="556312"/>
                </a:lnTo>
                <a:lnTo>
                  <a:pt x="177609" y="543281"/>
                </a:lnTo>
                <a:lnTo>
                  <a:pt x="135111" y="522534"/>
                </a:lnTo>
                <a:lnTo>
                  <a:pt x="97037" y="494863"/>
                </a:lnTo>
                <a:lnTo>
                  <a:pt x="64158" y="461061"/>
                </a:lnTo>
                <a:lnTo>
                  <a:pt x="37244" y="421922"/>
                </a:lnTo>
                <a:lnTo>
                  <a:pt x="17066" y="378239"/>
                </a:lnTo>
                <a:lnTo>
                  <a:pt x="4395" y="330806"/>
                </a:lnTo>
                <a:lnTo>
                  <a:pt x="0" y="28041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1096162" y="4527042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2440685" y="4427982"/>
            <a:ext cx="546100" cy="561340"/>
          </a:xfrm>
          <a:custGeom>
            <a:avLst/>
            <a:gdLst/>
            <a:ahLst/>
            <a:cxnLst/>
            <a:rect l="l" t="t" r="r" b="b"/>
            <a:pathLst>
              <a:path w="546100" h="561339">
                <a:moveTo>
                  <a:pt x="0" y="280416"/>
                </a:moveTo>
                <a:lnTo>
                  <a:pt x="4396" y="230025"/>
                </a:lnTo>
                <a:lnTo>
                  <a:pt x="17071" y="182592"/>
                </a:lnTo>
                <a:lnTo>
                  <a:pt x="37253" y="138909"/>
                </a:lnTo>
                <a:lnTo>
                  <a:pt x="64171" y="99770"/>
                </a:lnTo>
                <a:lnTo>
                  <a:pt x="97053" y="65968"/>
                </a:lnTo>
                <a:lnTo>
                  <a:pt x="135127" y="38297"/>
                </a:lnTo>
                <a:lnTo>
                  <a:pt x="177624" y="17550"/>
                </a:lnTo>
                <a:lnTo>
                  <a:pt x="223770" y="4519"/>
                </a:lnTo>
                <a:lnTo>
                  <a:pt x="272795" y="0"/>
                </a:lnTo>
                <a:lnTo>
                  <a:pt x="321821" y="4519"/>
                </a:lnTo>
                <a:lnTo>
                  <a:pt x="367967" y="17550"/>
                </a:lnTo>
                <a:lnTo>
                  <a:pt x="410464" y="38297"/>
                </a:lnTo>
                <a:lnTo>
                  <a:pt x="448538" y="65968"/>
                </a:lnTo>
                <a:lnTo>
                  <a:pt x="481420" y="99770"/>
                </a:lnTo>
                <a:lnTo>
                  <a:pt x="508338" y="138909"/>
                </a:lnTo>
                <a:lnTo>
                  <a:pt x="528520" y="182592"/>
                </a:lnTo>
                <a:lnTo>
                  <a:pt x="541195" y="230025"/>
                </a:lnTo>
                <a:lnTo>
                  <a:pt x="545591" y="280416"/>
                </a:lnTo>
                <a:lnTo>
                  <a:pt x="541195" y="330806"/>
                </a:lnTo>
                <a:lnTo>
                  <a:pt x="528520" y="378239"/>
                </a:lnTo>
                <a:lnTo>
                  <a:pt x="508338" y="421922"/>
                </a:lnTo>
                <a:lnTo>
                  <a:pt x="481420" y="461061"/>
                </a:lnTo>
                <a:lnTo>
                  <a:pt x="448538" y="494863"/>
                </a:lnTo>
                <a:lnTo>
                  <a:pt x="410463" y="522534"/>
                </a:lnTo>
                <a:lnTo>
                  <a:pt x="367967" y="543281"/>
                </a:lnTo>
                <a:lnTo>
                  <a:pt x="321821" y="556312"/>
                </a:lnTo>
                <a:lnTo>
                  <a:pt x="272795" y="560832"/>
                </a:lnTo>
                <a:lnTo>
                  <a:pt x="223770" y="556312"/>
                </a:lnTo>
                <a:lnTo>
                  <a:pt x="177624" y="543281"/>
                </a:lnTo>
                <a:lnTo>
                  <a:pt x="135127" y="522534"/>
                </a:lnTo>
                <a:lnTo>
                  <a:pt x="97053" y="494863"/>
                </a:lnTo>
                <a:lnTo>
                  <a:pt x="64171" y="461061"/>
                </a:lnTo>
                <a:lnTo>
                  <a:pt x="37253" y="421922"/>
                </a:lnTo>
                <a:lnTo>
                  <a:pt x="17071" y="378239"/>
                </a:lnTo>
                <a:lnTo>
                  <a:pt x="4396" y="330806"/>
                </a:lnTo>
                <a:lnTo>
                  <a:pt x="0" y="28041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561589" y="4487417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1521713" y="4678679"/>
            <a:ext cx="957580" cy="114300"/>
          </a:xfrm>
          <a:custGeom>
            <a:avLst/>
            <a:gdLst/>
            <a:ahLst/>
            <a:cxnLst/>
            <a:rect l="l" t="t" r="r" b="b"/>
            <a:pathLst>
              <a:path w="957580" h="114300">
                <a:moveTo>
                  <a:pt x="842772" y="0"/>
                </a:moveTo>
                <a:lnTo>
                  <a:pt x="842772" y="114300"/>
                </a:lnTo>
                <a:lnTo>
                  <a:pt x="918972" y="76200"/>
                </a:lnTo>
                <a:lnTo>
                  <a:pt x="861822" y="76200"/>
                </a:lnTo>
                <a:lnTo>
                  <a:pt x="861822" y="38100"/>
                </a:lnTo>
                <a:lnTo>
                  <a:pt x="918972" y="38100"/>
                </a:lnTo>
                <a:lnTo>
                  <a:pt x="842772" y="0"/>
                </a:lnTo>
                <a:close/>
              </a:path>
              <a:path w="957580" h="114300">
                <a:moveTo>
                  <a:pt x="84277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42772" y="76200"/>
                </a:lnTo>
                <a:lnTo>
                  <a:pt x="842772" y="38100"/>
                </a:lnTo>
                <a:close/>
              </a:path>
              <a:path w="957580" h="114300">
                <a:moveTo>
                  <a:pt x="918972" y="38100"/>
                </a:moveTo>
                <a:lnTo>
                  <a:pt x="861822" y="38100"/>
                </a:lnTo>
                <a:lnTo>
                  <a:pt x="861822" y="76200"/>
                </a:lnTo>
                <a:lnTo>
                  <a:pt x="918972" y="76200"/>
                </a:lnTo>
                <a:lnTo>
                  <a:pt x="957072" y="57150"/>
                </a:lnTo>
                <a:lnTo>
                  <a:pt x="91897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6105525" y="4294885"/>
            <a:ext cx="1322070" cy="313690"/>
          </a:xfrm>
          <a:custGeom>
            <a:avLst/>
            <a:gdLst/>
            <a:ahLst/>
            <a:cxnLst/>
            <a:rect l="l" t="t" r="r" b="b"/>
            <a:pathLst>
              <a:path w="1322070" h="313689">
                <a:moveTo>
                  <a:pt x="1223633" y="251868"/>
                </a:moveTo>
                <a:lnTo>
                  <a:pt x="1198752" y="279781"/>
                </a:lnTo>
                <a:lnTo>
                  <a:pt x="1322070" y="313181"/>
                </a:lnTo>
                <a:lnTo>
                  <a:pt x="1302667" y="264413"/>
                </a:lnTo>
                <a:lnTo>
                  <a:pt x="1238884" y="264413"/>
                </a:lnTo>
                <a:lnTo>
                  <a:pt x="1223633" y="251868"/>
                </a:lnTo>
                <a:close/>
              </a:path>
              <a:path w="1322070" h="313689">
                <a:moveTo>
                  <a:pt x="614172" y="0"/>
                </a:moveTo>
                <a:lnTo>
                  <a:pt x="569086" y="1777"/>
                </a:lnTo>
                <a:lnTo>
                  <a:pt x="524128" y="5587"/>
                </a:lnTo>
                <a:lnTo>
                  <a:pt x="479551" y="11556"/>
                </a:lnTo>
                <a:lnTo>
                  <a:pt x="435355" y="19812"/>
                </a:lnTo>
                <a:lnTo>
                  <a:pt x="391795" y="30099"/>
                </a:lnTo>
                <a:lnTo>
                  <a:pt x="348614" y="42544"/>
                </a:lnTo>
                <a:lnTo>
                  <a:pt x="306070" y="57403"/>
                </a:lnTo>
                <a:lnTo>
                  <a:pt x="264413" y="74294"/>
                </a:lnTo>
                <a:lnTo>
                  <a:pt x="223520" y="93344"/>
                </a:lnTo>
                <a:lnTo>
                  <a:pt x="183387" y="114681"/>
                </a:lnTo>
                <a:lnTo>
                  <a:pt x="144399" y="138175"/>
                </a:lnTo>
                <a:lnTo>
                  <a:pt x="106425" y="163956"/>
                </a:lnTo>
                <a:lnTo>
                  <a:pt x="69723" y="191896"/>
                </a:lnTo>
                <a:lnTo>
                  <a:pt x="34162" y="221995"/>
                </a:lnTo>
                <a:lnTo>
                  <a:pt x="0" y="254381"/>
                </a:lnTo>
                <a:lnTo>
                  <a:pt x="26288" y="281939"/>
                </a:lnTo>
                <a:lnTo>
                  <a:pt x="58927" y="251078"/>
                </a:lnTo>
                <a:lnTo>
                  <a:pt x="92837" y="222122"/>
                </a:lnTo>
                <a:lnTo>
                  <a:pt x="127888" y="195452"/>
                </a:lnTo>
                <a:lnTo>
                  <a:pt x="164211" y="170814"/>
                </a:lnTo>
                <a:lnTo>
                  <a:pt x="201422" y="148336"/>
                </a:lnTo>
                <a:lnTo>
                  <a:pt x="239649" y="127888"/>
                </a:lnTo>
                <a:lnTo>
                  <a:pt x="278764" y="109600"/>
                </a:lnTo>
                <a:lnTo>
                  <a:pt x="318642" y="93344"/>
                </a:lnTo>
                <a:lnTo>
                  <a:pt x="359283" y="79247"/>
                </a:lnTo>
                <a:lnTo>
                  <a:pt x="400557" y="67182"/>
                </a:lnTo>
                <a:lnTo>
                  <a:pt x="442468" y="57276"/>
                </a:lnTo>
                <a:lnTo>
                  <a:pt x="484758" y="49275"/>
                </a:lnTo>
                <a:lnTo>
                  <a:pt x="527430" y="43433"/>
                </a:lnTo>
                <a:lnTo>
                  <a:pt x="570483" y="39877"/>
                </a:lnTo>
                <a:lnTo>
                  <a:pt x="613791" y="38100"/>
                </a:lnTo>
                <a:lnTo>
                  <a:pt x="894288" y="38100"/>
                </a:lnTo>
                <a:lnTo>
                  <a:pt x="885063" y="35306"/>
                </a:lnTo>
                <a:lnTo>
                  <a:pt x="840231" y="24130"/>
                </a:lnTo>
                <a:lnTo>
                  <a:pt x="795274" y="14986"/>
                </a:lnTo>
                <a:lnTo>
                  <a:pt x="750061" y="8000"/>
                </a:lnTo>
                <a:lnTo>
                  <a:pt x="704850" y="3175"/>
                </a:lnTo>
                <a:lnTo>
                  <a:pt x="659383" y="507"/>
                </a:lnTo>
                <a:lnTo>
                  <a:pt x="614172" y="0"/>
                </a:lnTo>
                <a:close/>
              </a:path>
              <a:path w="1322070" h="313689">
                <a:moveTo>
                  <a:pt x="1249006" y="223403"/>
                </a:moveTo>
                <a:lnTo>
                  <a:pt x="1223633" y="251868"/>
                </a:lnTo>
                <a:lnTo>
                  <a:pt x="1238884" y="264413"/>
                </a:lnTo>
                <a:lnTo>
                  <a:pt x="1263142" y="235076"/>
                </a:lnTo>
                <a:lnTo>
                  <a:pt x="1249006" y="223403"/>
                </a:lnTo>
                <a:close/>
              </a:path>
              <a:path w="1322070" h="313689">
                <a:moveTo>
                  <a:pt x="1274826" y="194437"/>
                </a:moveTo>
                <a:lnTo>
                  <a:pt x="1249006" y="223403"/>
                </a:lnTo>
                <a:lnTo>
                  <a:pt x="1263142" y="235076"/>
                </a:lnTo>
                <a:lnTo>
                  <a:pt x="1238884" y="264413"/>
                </a:lnTo>
                <a:lnTo>
                  <a:pt x="1302667" y="264413"/>
                </a:lnTo>
                <a:lnTo>
                  <a:pt x="1274826" y="194437"/>
                </a:lnTo>
                <a:close/>
              </a:path>
              <a:path w="1322070" h="313689">
                <a:moveTo>
                  <a:pt x="894288" y="38100"/>
                </a:moveTo>
                <a:lnTo>
                  <a:pt x="613791" y="38100"/>
                </a:lnTo>
                <a:lnTo>
                  <a:pt x="657225" y="38607"/>
                </a:lnTo>
                <a:lnTo>
                  <a:pt x="700658" y="41020"/>
                </a:lnTo>
                <a:lnTo>
                  <a:pt x="744220" y="45719"/>
                </a:lnTo>
                <a:lnTo>
                  <a:pt x="787780" y="52324"/>
                </a:lnTo>
                <a:lnTo>
                  <a:pt x="830960" y="61087"/>
                </a:lnTo>
                <a:lnTo>
                  <a:pt x="874014" y="71755"/>
                </a:lnTo>
                <a:lnTo>
                  <a:pt x="916813" y="84708"/>
                </a:lnTo>
                <a:lnTo>
                  <a:pt x="959103" y="99568"/>
                </a:lnTo>
                <a:lnTo>
                  <a:pt x="1000886" y="116586"/>
                </a:lnTo>
                <a:lnTo>
                  <a:pt x="1042161" y="135636"/>
                </a:lnTo>
                <a:lnTo>
                  <a:pt x="1082802" y="156718"/>
                </a:lnTo>
                <a:lnTo>
                  <a:pt x="1122679" y="179831"/>
                </a:lnTo>
                <a:lnTo>
                  <a:pt x="1161796" y="205105"/>
                </a:lnTo>
                <a:lnTo>
                  <a:pt x="1199515" y="232028"/>
                </a:lnTo>
                <a:lnTo>
                  <a:pt x="1223633" y="251868"/>
                </a:lnTo>
                <a:lnTo>
                  <a:pt x="1249006" y="223403"/>
                </a:lnTo>
                <a:lnTo>
                  <a:pt x="1183894" y="174116"/>
                </a:lnTo>
                <a:lnTo>
                  <a:pt x="1143380" y="147827"/>
                </a:lnTo>
                <a:lnTo>
                  <a:pt x="1101852" y="123825"/>
                </a:lnTo>
                <a:lnTo>
                  <a:pt x="1059815" y="101853"/>
                </a:lnTo>
                <a:lnTo>
                  <a:pt x="1016889" y="82041"/>
                </a:lnTo>
                <a:lnTo>
                  <a:pt x="973454" y="64262"/>
                </a:lnTo>
                <a:lnTo>
                  <a:pt x="929513" y="48768"/>
                </a:lnTo>
                <a:lnTo>
                  <a:pt x="894288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 txBox="1"/>
          <p:nvPr/>
        </p:nvSpPr>
        <p:spPr>
          <a:xfrm>
            <a:off x="6555993" y="4225797"/>
            <a:ext cx="388620" cy="731520"/>
          </a:xfrm>
          <a:prstGeom prst="rect">
            <a:avLst/>
          </a:prstGeom>
        </p:spPr>
        <p:txBody>
          <a:bodyPr wrap="square" lIns="0" tIns="45085" rIns="0" bIns="0" rtlCol="0" vert="horz">
            <a:spAutoFit/>
          </a:bodyPr>
          <a:lstStyle/>
          <a:p>
            <a:pPr marL="38100" marR="30480" indent="7620">
              <a:lnSpc>
                <a:spcPts val="2680"/>
              </a:lnSpc>
              <a:spcBef>
                <a:spcPts val="355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1 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5604509" y="4292346"/>
            <a:ext cx="547370" cy="559435"/>
          </a:xfrm>
          <a:custGeom>
            <a:avLst/>
            <a:gdLst/>
            <a:ahLst/>
            <a:cxnLst/>
            <a:rect l="l" t="t" r="r" b="b"/>
            <a:pathLst>
              <a:path w="547370" h="559435">
                <a:moveTo>
                  <a:pt x="0" y="279653"/>
                </a:moveTo>
                <a:lnTo>
                  <a:pt x="4405" y="229390"/>
                </a:lnTo>
                <a:lnTo>
                  <a:pt x="17108" y="182080"/>
                </a:lnTo>
                <a:lnTo>
                  <a:pt x="37337" y="138514"/>
                </a:lnTo>
                <a:lnTo>
                  <a:pt x="64321" y="99483"/>
                </a:lnTo>
                <a:lnTo>
                  <a:pt x="97288" y="65776"/>
                </a:lnTo>
                <a:lnTo>
                  <a:pt x="135466" y="38184"/>
                </a:lnTo>
                <a:lnTo>
                  <a:pt x="178085" y="17497"/>
                </a:lnTo>
                <a:lnTo>
                  <a:pt x="224372" y="4506"/>
                </a:lnTo>
                <a:lnTo>
                  <a:pt x="273557" y="0"/>
                </a:lnTo>
                <a:lnTo>
                  <a:pt x="322743" y="4506"/>
                </a:lnTo>
                <a:lnTo>
                  <a:pt x="369030" y="17497"/>
                </a:lnTo>
                <a:lnTo>
                  <a:pt x="411649" y="38184"/>
                </a:lnTo>
                <a:lnTo>
                  <a:pt x="449827" y="65776"/>
                </a:lnTo>
                <a:lnTo>
                  <a:pt x="482794" y="99483"/>
                </a:lnTo>
                <a:lnTo>
                  <a:pt x="509777" y="138514"/>
                </a:lnTo>
                <a:lnTo>
                  <a:pt x="530007" y="182080"/>
                </a:lnTo>
                <a:lnTo>
                  <a:pt x="542710" y="229390"/>
                </a:lnTo>
                <a:lnTo>
                  <a:pt x="547115" y="279653"/>
                </a:lnTo>
                <a:lnTo>
                  <a:pt x="542710" y="329917"/>
                </a:lnTo>
                <a:lnTo>
                  <a:pt x="530007" y="377227"/>
                </a:lnTo>
                <a:lnTo>
                  <a:pt x="509777" y="420793"/>
                </a:lnTo>
                <a:lnTo>
                  <a:pt x="482794" y="459824"/>
                </a:lnTo>
                <a:lnTo>
                  <a:pt x="449827" y="493531"/>
                </a:lnTo>
                <a:lnTo>
                  <a:pt x="411649" y="521123"/>
                </a:lnTo>
                <a:lnTo>
                  <a:pt x="369030" y="541810"/>
                </a:lnTo>
                <a:lnTo>
                  <a:pt x="322743" y="554801"/>
                </a:lnTo>
                <a:lnTo>
                  <a:pt x="273557" y="559307"/>
                </a:lnTo>
                <a:lnTo>
                  <a:pt x="224372" y="554801"/>
                </a:lnTo>
                <a:lnTo>
                  <a:pt x="178085" y="541810"/>
                </a:lnTo>
                <a:lnTo>
                  <a:pt x="135466" y="521123"/>
                </a:lnTo>
                <a:lnTo>
                  <a:pt x="97288" y="493531"/>
                </a:lnTo>
                <a:lnTo>
                  <a:pt x="64321" y="459824"/>
                </a:lnTo>
                <a:lnTo>
                  <a:pt x="37337" y="420793"/>
                </a:lnTo>
                <a:lnTo>
                  <a:pt x="17108" y="377227"/>
                </a:lnTo>
                <a:lnTo>
                  <a:pt x="4405" y="329917"/>
                </a:lnTo>
                <a:lnTo>
                  <a:pt x="0" y="27965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5726429" y="4350766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/>
          <p:nvPr/>
        </p:nvSpPr>
        <p:spPr>
          <a:xfrm>
            <a:off x="7419593" y="4368546"/>
            <a:ext cx="547370" cy="559435"/>
          </a:xfrm>
          <a:custGeom>
            <a:avLst/>
            <a:gdLst/>
            <a:ahLst/>
            <a:cxnLst/>
            <a:rect l="l" t="t" r="r" b="b"/>
            <a:pathLst>
              <a:path w="547370" h="559435">
                <a:moveTo>
                  <a:pt x="0" y="279653"/>
                </a:moveTo>
                <a:lnTo>
                  <a:pt x="4405" y="229390"/>
                </a:lnTo>
                <a:lnTo>
                  <a:pt x="17108" y="182080"/>
                </a:lnTo>
                <a:lnTo>
                  <a:pt x="37337" y="138514"/>
                </a:lnTo>
                <a:lnTo>
                  <a:pt x="64321" y="99483"/>
                </a:lnTo>
                <a:lnTo>
                  <a:pt x="97288" y="65776"/>
                </a:lnTo>
                <a:lnTo>
                  <a:pt x="135466" y="38184"/>
                </a:lnTo>
                <a:lnTo>
                  <a:pt x="178085" y="17497"/>
                </a:lnTo>
                <a:lnTo>
                  <a:pt x="224372" y="4506"/>
                </a:lnTo>
                <a:lnTo>
                  <a:pt x="273557" y="0"/>
                </a:lnTo>
                <a:lnTo>
                  <a:pt x="322743" y="4506"/>
                </a:lnTo>
                <a:lnTo>
                  <a:pt x="369030" y="17497"/>
                </a:lnTo>
                <a:lnTo>
                  <a:pt x="411649" y="38184"/>
                </a:lnTo>
                <a:lnTo>
                  <a:pt x="449827" y="65776"/>
                </a:lnTo>
                <a:lnTo>
                  <a:pt x="482794" y="99483"/>
                </a:lnTo>
                <a:lnTo>
                  <a:pt x="509777" y="138514"/>
                </a:lnTo>
                <a:lnTo>
                  <a:pt x="530007" y="182080"/>
                </a:lnTo>
                <a:lnTo>
                  <a:pt x="542710" y="229390"/>
                </a:lnTo>
                <a:lnTo>
                  <a:pt x="547115" y="279653"/>
                </a:lnTo>
                <a:lnTo>
                  <a:pt x="542710" y="329917"/>
                </a:lnTo>
                <a:lnTo>
                  <a:pt x="530007" y="377227"/>
                </a:lnTo>
                <a:lnTo>
                  <a:pt x="509777" y="420793"/>
                </a:lnTo>
                <a:lnTo>
                  <a:pt x="482794" y="459824"/>
                </a:lnTo>
                <a:lnTo>
                  <a:pt x="449827" y="493531"/>
                </a:lnTo>
                <a:lnTo>
                  <a:pt x="411649" y="521123"/>
                </a:lnTo>
                <a:lnTo>
                  <a:pt x="369030" y="541810"/>
                </a:lnTo>
                <a:lnTo>
                  <a:pt x="322743" y="554801"/>
                </a:lnTo>
                <a:lnTo>
                  <a:pt x="273557" y="559307"/>
                </a:lnTo>
                <a:lnTo>
                  <a:pt x="224372" y="554801"/>
                </a:lnTo>
                <a:lnTo>
                  <a:pt x="178085" y="541810"/>
                </a:lnTo>
                <a:lnTo>
                  <a:pt x="135466" y="521123"/>
                </a:lnTo>
                <a:lnTo>
                  <a:pt x="97288" y="493531"/>
                </a:lnTo>
                <a:lnTo>
                  <a:pt x="64321" y="459824"/>
                </a:lnTo>
                <a:lnTo>
                  <a:pt x="37337" y="420793"/>
                </a:lnTo>
                <a:lnTo>
                  <a:pt x="17108" y="377227"/>
                </a:lnTo>
                <a:lnTo>
                  <a:pt x="4405" y="329917"/>
                </a:lnTo>
                <a:lnTo>
                  <a:pt x="0" y="27965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7541132" y="4426966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/>
          <p:nvPr/>
        </p:nvSpPr>
        <p:spPr>
          <a:xfrm>
            <a:off x="6102222" y="4676266"/>
            <a:ext cx="1322070" cy="327025"/>
          </a:xfrm>
          <a:custGeom>
            <a:avLst/>
            <a:gdLst/>
            <a:ahLst/>
            <a:cxnLst/>
            <a:rect l="l" t="t" r="r" b="b"/>
            <a:pathLst>
              <a:path w="1322070" h="327025">
                <a:moveTo>
                  <a:pt x="26415" y="0"/>
                </a:moveTo>
                <a:lnTo>
                  <a:pt x="0" y="27558"/>
                </a:lnTo>
                <a:lnTo>
                  <a:pt x="35687" y="61467"/>
                </a:lnTo>
                <a:lnTo>
                  <a:pt x="73278" y="94106"/>
                </a:lnTo>
                <a:lnTo>
                  <a:pt x="111760" y="124586"/>
                </a:lnTo>
                <a:lnTo>
                  <a:pt x="151384" y="152907"/>
                </a:lnTo>
                <a:lnTo>
                  <a:pt x="192024" y="179069"/>
                </a:lnTo>
                <a:lnTo>
                  <a:pt x="233425" y="203072"/>
                </a:lnTo>
                <a:lnTo>
                  <a:pt x="275463" y="225043"/>
                </a:lnTo>
                <a:lnTo>
                  <a:pt x="318388" y="244855"/>
                </a:lnTo>
                <a:lnTo>
                  <a:pt x="361823" y="262508"/>
                </a:lnTo>
                <a:lnTo>
                  <a:pt x="405765" y="278129"/>
                </a:lnTo>
                <a:lnTo>
                  <a:pt x="450215" y="291591"/>
                </a:lnTo>
                <a:lnTo>
                  <a:pt x="495046" y="302767"/>
                </a:lnTo>
                <a:lnTo>
                  <a:pt x="540003" y="311911"/>
                </a:lnTo>
                <a:lnTo>
                  <a:pt x="585216" y="318896"/>
                </a:lnTo>
                <a:lnTo>
                  <a:pt x="630554" y="323722"/>
                </a:lnTo>
                <a:lnTo>
                  <a:pt x="675894" y="326262"/>
                </a:lnTo>
                <a:lnTo>
                  <a:pt x="721232" y="326770"/>
                </a:lnTo>
                <a:lnTo>
                  <a:pt x="766318" y="325246"/>
                </a:lnTo>
                <a:lnTo>
                  <a:pt x="811149" y="321309"/>
                </a:lnTo>
                <a:lnTo>
                  <a:pt x="855726" y="315340"/>
                </a:lnTo>
                <a:lnTo>
                  <a:pt x="899922" y="307212"/>
                </a:lnTo>
                <a:lnTo>
                  <a:pt x="943609" y="296798"/>
                </a:lnTo>
                <a:lnTo>
                  <a:pt x="971088" y="288797"/>
                </a:lnTo>
                <a:lnTo>
                  <a:pt x="721613" y="288797"/>
                </a:lnTo>
                <a:lnTo>
                  <a:pt x="678052" y="288289"/>
                </a:lnTo>
                <a:lnTo>
                  <a:pt x="634492" y="285749"/>
                </a:lnTo>
                <a:lnTo>
                  <a:pt x="591057" y="281304"/>
                </a:lnTo>
                <a:lnTo>
                  <a:pt x="547497" y="274573"/>
                </a:lnTo>
                <a:lnTo>
                  <a:pt x="504317" y="265937"/>
                </a:lnTo>
                <a:lnTo>
                  <a:pt x="461263" y="255015"/>
                </a:lnTo>
                <a:lnTo>
                  <a:pt x="418465" y="242188"/>
                </a:lnTo>
                <a:lnTo>
                  <a:pt x="376174" y="227329"/>
                </a:lnTo>
                <a:lnTo>
                  <a:pt x="334390" y="210311"/>
                </a:lnTo>
                <a:lnTo>
                  <a:pt x="293115" y="191261"/>
                </a:lnTo>
                <a:lnTo>
                  <a:pt x="252475" y="170179"/>
                </a:lnTo>
                <a:lnTo>
                  <a:pt x="212598" y="146938"/>
                </a:lnTo>
                <a:lnTo>
                  <a:pt x="173609" y="121919"/>
                </a:lnTo>
                <a:lnTo>
                  <a:pt x="135381" y="94614"/>
                </a:lnTo>
                <a:lnTo>
                  <a:pt x="98171" y="65277"/>
                </a:lnTo>
                <a:lnTo>
                  <a:pt x="61975" y="33908"/>
                </a:lnTo>
                <a:lnTo>
                  <a:pt x="26415" y="0"/>
                </a:lnTo>
                <a:close/>
              </a:path>
              <a:path w="1322070" h="327025">
                <a:moveTo>
                  <a:pt x="1222946" y="118832"/>
                </a:moveTo>
                <a:lnTo>
                  <a:pt x="1171067" y="156082"/>
                </a:lnTo>
                <a:lnTo>
                  <a:pt x="1133855" y="178561"/>
                </a:lnTo>
                <a:lnTo>
                  <a:pt x="1095628" y="199008"/>
                </a:lnTo>
                <a:lnTo>
                  <a:pt x="1056512" y="217296"/>
                </a:lnTo>
                <a:lnTo>
                  <a:pt x="1016634" y="233552"/>
                </a:lnTo>
                <a:lnTo>
                  <a:pt x="976122" y="247649"/>
                </a:lnTo>
                <a:lnTo>
                  <a:pt x="934847" y="259714"/>
                </a:lnTo>
                <a:lnTo>
                  <a:pt x="892936" y="269747"/>
                </a:lnTo>
                <a:lnTo>
                  <a:pt x="850646" y="277621"/>
                </a:lnTo>
                <a:lnTo>
                  <a:pt x="807847" y="283336"/>
                </a:lnTo>
                <a:lnTo>
                  <a:pt x="764921" y="287146"/>
                </a:lnTo>
                <a:lnTo>
                  <a:pt x="721613" y="288797"/>
                </a:lnTo>
                <a:lnTo>
                  <a:pt x="971088" y="288797"/>
                </a:lnTo>
                <a:lnTo>
                  <a:pt x="1029207" y="269493"/>
                </a:lnTo>
                <a:lnTo>
                  <a:pt x="1070863" y="252602"/>
                </a:lnTo>
                <a:lnTo>
                  <a:pt x="1111757" y="233552"/>
                </a:lnTo>
                <a:lnTo>
                  <a:pt x="1151890" y="212216"/>
                </a:lnTo>
                <a:lnTo>
                  <a:pt x="1190878" y="188594"/>
                </a:lnTo>
                <a:lnTo>
                  <a:pt x="1228852" y="162940"/>
                </a:lnTo>
                <a:lnTo>
                  <a:pt x="1247918" y="147571"/>
                </a:lnTo>
                <a:lnTo>
                  <a:pt x="1222946" y="118832"/>
                </a:lnTo>
                <a:close/>
              </a:path>
              <a:path w="1322070" h="327025">
                <a:moveTo>
                  <a:pt x="1302353" y="106425"/>
                </a:moveTo>
                <a:lnTo>
                  <a:pt x="1238250" y="106425"/>
                </a:lnTo>
                <a:lnTo>
                  <a:pt x="1262252" y="136016"/>
                </a:lnTo>
                <a:lnTo>
                  <a:pt x="1247918" y="147571"/>
                </a:lnTo>
                <a:lnTo>
                  <a:pt x="1273302" y="176783"/>
                </a:lnTo>
                <a:lnTo>
                  <a:pt x="1302353" y="106425"/>
                </a:lnTo>
                <a:close/>
              </a:path>
              <a:path w="1322070" h="327025">
                <a:moveTo>
                  <a:pt x="1238250" y="106425"/>
                </a:moveTo>
                <a:lnTo>
                  <a:pt x="1222946" y="118832"/>
                </a:lnTo>
                <a:lnTo>
                  <a:pt x="1247918" y="147571"/>
                </a:lnTo>
                <a:lnTo>
                  <a:pt x="1262252" y="136016"/>
                </a:lnTo>
                <a:lnTo>
                  <a:pt x="1238250" y="106425"/>
                </a:lnTo>
                <a:close/>
              </a:path>
              <a:path w="1322070" h="327025">
                <a:moveTo>
                  <a:pt x="1322070" y="58673"/>
                </a:moveTo>
                <a:lnTo>
                  <a:pt x="1198372" y="90550"/>
                </a:lnTo>
                <a:lnTo>
                  <a:pt x="1222946" y="118832"/>
                </a:lnTo>
                <a:lnTo>
                  <a:pt x="1238250" y="106425"/>
                </a:lnTo>
                <a:lnTo>
                  <a:pt x="1302353" y="106425"/>
                </a:lnTo>
                <a:lnTo>
                  <a:pt x="1322070" y="58673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3867150" y="4515992"/>
            <a:ext cx="9448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替换为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865122" y="5631586"/>
            <a:ext cx="12700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62429" y="5454802"/>
            <a:ext cx="4826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2400" spc="10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*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994410" y="5612129"/>
            <a:ext cx="546100" cy="561340"/>
          </a:xfrm>
          <a:custGeom>
            <a:avLst/>
            <a:gdLst/>
            <a:ahLst/>
            <a:cxnLst/>
            <a:rect l="l" t="t" r="r" b="b"/>
            <a:pathLst>
              <a:path w="546100" h="561339">
                <a:moveTo>
                  <a:pt x="0" y="280416"/>
                </a:moveTo>
                <a:lnTo>
                  <a:pt x="4395" y="230012"/>
                </a:lnTo>
                <a:lnTo>
                  <a:pt x="17066" y="182572"/>
                </a:lnTo>
                <a:lnTo>
                  <a:pt x="37244" y="138887"/>
                </a:lnTo>
                <a:lnTo>
                  <a:pt x="64158" y="99749"/>
                </a:lnTo>
                <a:lnTo>
                  <a:pt x="97037" y="65952"/>
                </a:lnTo>
                <a:lnTo>
                  <a:pt x="135111" y="38286"/>
                </a:lnTo>
                <a:lnTo>
                  <a:pt x="177609" y="17544"/>
                </a:lnTo>
                <a:lnTo>
                  <a:pt x="223760" y="4518"/>
                </a:lnTo>
                <a:lnTo>
                  <a:pt x="272796" y="0"/>
                </a:lnTo>
                <a:lnTo>
                  <a:pt x="321821" y="4518"/>
                </a:lnTo>
                <a:lnTo>
                  <a:pt x="367967" y="17544"/>
                </a:lnTo>
                <a:lnTo>
                  <a:pt x="410463" y="38286"/>
                </a:lnTo>
                <a:lnTo>
                  <a:pt x="448538" y="65952"/>
                </a:lnTo>
                <a:lnTo>
                  <a:pt x="481420" y="99749"/>
                </a:lnTo>
                <a:lnTo>
                  <a:pt x="508338" y="138887"/>
                </a:lnTo>
                <a:lnTo>
                  <a:pt x="528520" y="182572"/>
                </a:lnTo>
                <a:lnTo>
                  <a:pt x="541195" y="230012"/>
                </a:lnTo>
                <a:lnTo>
                  <a:pt x="545592" y="280416"/>
                </a:lnTo>
                <a:lnTo>
                  <a:pt x="541195" y="330819"/>
                </a:lnTo>
                <a:lnTo>
                  <a:pt x="528520" y="378259"/>
                </a:lnTo>
                <a:lnTo>
                  <a:pt x="508338" y="421944"/>
                </a:lnTo>
                <a:lnTo>
                  <a:pt x="481420" y="461082"/>
                </a:lnTo>
                <a:lnTo>
                  <a:pt x="448538" y="494879"/>
                </a:lnTo>
                <a:lnTo>
                  <a:pt x="410464" y="522545"/>
                </a:lnTo>
                <a:lnTo>
                  <a:pt x="367967" y="543287"/>
                </a:lnTo>
                <a:lnTo>
                  <a:pt x="321821" y="556313"/>
                </a:lnTo>
                <a:lnTo>
                  <a:pt x="272796" y="560832"/>
                </a:lnTo>
                <a:lnTo>
                  <a:pt x="223760" y="556313"/>
                </a:lnTo>
                <a:lnTo>
                  <a:pt x="177609" y="543287"/>
                </a:lnTo>
                <a:lnTo>
                  <a:pt x="135111" y="522545"/>
                </a:lnTo>
                <a:lnTo>
                  <a:pt x="97037" y="494879"/>
                </a:lnTo>
                <a:lnTo>
                  <a:pt x="64158" y="461082"/>
                </a:lnTo>
                <a:lnTo>
                  <a:pt x="37244" y="421944"/>
                </a:lnTo>
                <a:lnTo>
                  <a:pt x="17066" y="378259"/>
                </a:lnTo>
                <a:lnTo>
                  <a:pt x="4395" y="330819"/>
                </a:lnTo>
                <a:lnTo>
                  <a:pt x="0" y="28041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5" name="object 45"/>
          <p:cNvSpPr txBox="1"/>
          <p:nvPr/>
        </p:nvSpPr>
        <p:spPr>
          <a:xfrm>
            <a:off x="1115364" y="5671820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2460498" y="5572505"/>
            <a:ext cx="546100" cy="561340"/>
          </a:xfrm>
          <a:custGeom>
            <a:avLst/>
            <a:gdLst/>
            <a:ahLst/>
            <a:cxnLst/>
            <a:rect l="l" t="t" r="r" b="b"/>
            <a:pathLst>
              <a:path w="546100" h="561339">
                <a:moveTo>
                  <a:pt x="0" y="280416"/>
                </a:moveTo>
                <a:lnTo>
                  <a:pt x="4396" y="230012"/>
                </a:lnTo>
                <a:lnTo>
                  <a:pt x="17071" y="182572"/>
                </a:lnTo>
                <a:lnTo>
                  <a:pt x="37253" y="138887"/>
                </a:lnTo>
                <a:lnTo>
                  <a:pt x="64171" y="99749"/>
                </a:lnTo>
                <a:lnTo>
                  <a:pt x="97053" y="65952"/>
                </a:lnTo>
                <a:lnTo>
                  <a:pt x="135127" y="38286"/>
                </a:lnTo>
                <a:lnTo>
                  <a:pt x="177624" y="17544"/>
                </a:lnTo>
                <a:lnTo>
                  <a:pt x="223770" y="4518"/>
                </a:lnTo>
                <a:lnTo>
                  <a:pt x="272795" y="0"/>
                </a:lnTo>
                <a:lnTo>
                  <a:pt x="321821" y="4518"/>
                </a:lnTo>
                <a:lnTo>
                  <a:pt x="367967" y="17544"/>
                </a:lnTo>
                <a:lnTo>
                  <a:pt x="410464" y="38286"/>
                </a:lnTo>
                <a:lnTo>
                  <a:pt x="448538" y="65952"/>
                </a:lnTo>
                <a:lnTo>
                  <a:pt x="481420" y="99749"/>
                </a:lnTo>
                <a:lnTo>
                  <a:pt x="508338" y="138887"/>
                </a:lnTo>
                <a:lnTo>
                  <a:pt x="528520" y="182572"/>
                </a:lnTo>
                <a:lnTo>
                  <a:pt x="541195" y="230012"/>
                </a:lnTo>
                <a:lnTo>
                  <a:pt x="545591" y="280416"/>
                </a:lnTo>
                <a:lnTo>
                  <a:pt x="541195" y="330819"/>
                </a:lnTo>
                <a:lnTo>
                  <a:pt x="528520" y="378259"/>
                </a:lnTo>
                <a:lnTo>
                  <a:pt x="508338" y="421944"/>
                </a:lnTo>
                <a:lnTo>
                  <a:pt x="481420" y="461082"/>
                </a:lnTo>
                <a:lnTo>
                  <a:pt x="448538" y="494879"/>
                </a:lnTo>
                <a:lnTo>
                  <a:pt x="410463" y="522545"/>
                </a:lnTo>
                <a:lnTo>
                  <a:pt x="367967" y="543287"/>
                </a:lnTo>
                <a:lnTo>
                  <a:pt x="321821" y="556313"/>
                </a:lnTo>
                <a:lnTo>
                  <a:pt x="272795" y="560832"/>
                </a:lnTo>
                <a:lnTo>
                  <a:pt x="223770" y="556313"/>
                </a:lnTo>
                <a:lnTo>
                  <a:pt x="177624" y="543287"/>
                </a:lnTo>
                <a:lnTo>
                  <a:pt x="135127" y="522545"/>
                </a:lnTo>
                <a:lnTo>
                  <a:pt x="97053" y="494879"/>
                </a:lnTo>
                <a:lnTo>
                  <a:pt x="64171" y="461082"/>
                </a:lnTo>
                <a:lnTo>
                  <a:pt x="37253" y="421944"/>
                </a:lnTo>
                <a:lnTo>
                  <a:pt x="17071" y="378259"/>
                </a:lnTo>
                <a:lnTo>
                  <a:pt x="4396" y="330819"/>
                </a:lnTo>
                <a:lnTo>
                  <a:pt x="0" y="28041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2580894" y="5632196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8" name="object 48"/>
          <p:cNvSpPr/>
          <p:nvPr/>
        </p:nvSpPr>
        <p:spPr>
          <a:xfrm>
            <a:off x="1540002" y="5823203"/>
            <a:ext cx="958850" cy="114300"/>
          </a:xfrm>
          <a:custGeom>
            <a:avLst/>
            <a:gdLst/>
            <a:ahLst/>
            <a:cxnLst/>
            <a:rect l="l" t="t" r="r" b="b"/>
            <a:pathLst>
              <a:path w="958850" h="114300">
                <a:moveTo>
                  <a:pt x="844296" y="0"/>
                </a:moveTo>
                <a:lnTo>
                  <a:pt x="844296" y="114300"/>
                </a:lnTo>
                <a:lnTo>
                  <a:pt x="920496" y="76200"/>
                </a:lnTo>
                <a:lnTo>
                  <a:pt x="863346" y="76200"/>
                </a:lnTo>
                <a:lnTo>
                  <a:pt x="863346" y="38100"/>
                </a:lnTo>
                <a:lnTo>
                  <a:pt x="920496" y="38100"/>
                </a:lnTo>
                <a:lnTo>
                  <a:pt x="844296" y="0"/>
                </a:lnTo>
                <a:close/>
              </a:path>
              <a:path w="958850" h="114300">
                <a:moveTo>
                  <a:pt x="84429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44296" y="76200"/>
                </a:lnTo>
                <a:lnTo>
                  <a:pt x="844296" y="38100"/>
                </a:lnTo>
                <a:close/>
              </a:path>
              <a:path w="958850" h="114300">
                <a:moveTo>
                  <a:pt x="920496" y="38100"/>
                </a:moveTo>
                <a:lnTo>
                  <a:pt x="863346" y="38100"/>
                </a:lnTo>
                <a:lnTo>
                  <a:pt x="863346" y="76200"/>
                </a:lnTo>
                <a:lnTo>
                  <a:pt x="920496" y="76200"/>
                </a:lnTo>
                <a:lnTo>
                  <a:pt x="958596" y="57150"/>
                </a:lnTo>
                <a:lnTo>
                  <a:pt x="92049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9" name="object 49"/>
          <p:cNvSpPr txBox="1"/>
          <p:nvPr/>
        </p:nvSpPr>
        <p:spPr>
          <a:xfrm>
            <a:off x="6347840" y="5272471"/>
            <a:ext cx="432434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60" b="1" i="1">
                <a:solidFill>
                  <a:srgbClr val="FFFFFF"/>
                </a:solidFill>
                <a:latin typeface="宋体"/>
                <a:cs typeface="宋体"/>
              </a:rPr>
              <a:t>ε</a:t>
            </a:r>
            <a:endParaRPr sz="3350">
              <a:latin typeface="宋体"/>
              <a:cs typeface="宋体"/>
            </a:endParaRPr>
          </a:p>
        </p:txBody>
      </p:sp>
      <p:sp>
        <p:nvSpPr>
          <p:cNvPr id="50" name="object 50"/>
          <p:cNvSpPr/>
          <p:nvPr/>
        </p:nvSpPr>
        <p:spPr>
          <a:xfrm>
            <a:off x="5604509" y="5442965"/>
            <a:ext cx="546100" cy="562610"/>
          </a:xfrm>
          <a:custGeom>
            <a:avLst/>
            <a:gdLst/>
            <a:ahLst/>
            <a:cxnLst/>
            <a:rect l="l" t="t" r="r" b="b"/>
            <a:pathLst>
              <a:path w="546100" h="562610">
                <a:moveTo>
                  <a:pt x="0" y="281178"/>
                </a:moveTo>
                <a:lnTo>
                  <a:pt x="4396" y="230627"/>
                </a:lnTo>
                <a:lnTo>
                  <a:pt x="17071" y="183053"/>
                </a:lnTo>
                <a:lnTo>
                  <a:pt x="37253" y="139248"/>
                </a:lnTo>
                <a:lnTo>
                  <a:pt x="64171" y="100005"/>
                </a:lnTo>
                <a:lnTo>
                  <a:pt x="97053" y="66119"/>
                </a:lnTo>
                <a:lnTo>
                  <a:pt x="135127" y="38382"/>
                </a:lnTo>
                <a:lnTo>
                  <a:pt x="177624" y="17587"/>
                </a:lnTo>
                <a:lnTo>
                  <a:pt x="223770" y="4529"/>
                </a:lnTo>
                <a:lnTo>
                  <a:pt x="272795" y="0"/>
                </a:lnTo>
                <a:lnTo>
                  <a:pt x="321821" y="4529"/>
                </a:lnTo>
                <a:lnTo>
                  <a:pt x="367967" y="17587"/>
                </a:lnTo>
                <a:lnTo>
                  <a:pt x="410463" y="38382"/>
                </a:lnTo>
                <a:lnTo>
                  <a:pt x="448538" y="66119"/>
                </a:lnTo>
                <a:lnTo>
                  <a:pt x="481420" y="100005"/>
                </a:lnTo>
                <a:lnTo>
                  <a:pt x="508338" y="139248"/>
                </a:lnTo>
                <a:lnTo>
                  <a:pt x="528520" y="183053"/>
                </a:lnTo>
                <a:lnTo>
                  <a:pt x="541195" y="230627"/>
                </a:lnTo>
                <a:lnTo>
                  <a:pt x="545591" y="281178"/>
                </a:lnTo>
                <a:lnTo>
                  <a:pt x="541195" y="331721"/>
                </a:lnTo>
                <a:lnTo>
                  <a:pt x="528520" y="379292"/>
                </a:lnTo>
                <a:lnTo>
                  <a:pt x="508338" y="423096"/>
                </a:lnTo>
                <a:lnTo>
                  <a:pt x="481420" y="462339"/>
                </a:lnTo>
                <a:lnTo>
                  <a:pt x="448538" y="496228"/>
                </a:lnTo>
                <a:lnTo>
                  <a:pt x="410464" y="523968"/>
                </a:lnTo>
                <a:lnTo>
                  <a:pt x="367967" y="544765"/>
                </a:lnTo>
                <a:lnTo>
                  <a:pt x="321821" y="557826"/>
                </a:lnTo>
                <a:lnTo>
                  <a:pt x="272795" y="562356"/>
                </a:lnTo>
                <a:lnTo>
                  <a:pt x="223770" y="557826"/>
                </a:lnTo>
                <a:lnTo>
                  <a:pt x="177624" y="544765"/>
                </a:lnTo>
                <a:lnTo>
                  <a:pt x="135127" y="523968"/>
                </a:lnTo>
                <a:lnTo>
                  <a:pt x="97053" y="496228"/>
                </a:lnTo>
                <a:lnTo>
                  <a:pt x="64171" y="462339"/>
                </a:lnTo>
                <a:lnTo>
                  <a:pt x="37253" y="423096"/>
                </a:lnTo>
                <a:lnTo>
                  <a:pt x="17071" y="379292"/>
                </a:lnTo>
                <a:lnTo>
                  <a:pt x="4396" y="331721"/>
                </a:lnTo>
                <a:lnTo>
                  <a:pt x="0" y="281178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1" name="object 51"/>
          <p:cNvSpPr txBox="1"/>
          <p:nvPr/>
        </p:nvSpPr>
        <p:spPr>
          <a:xfrm>
            <a:off x="5726048" y="5502350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/>
          <p:nvPr/>
        </p:nvSpPr>
        <p:spPr>
          <a:xfrm>
            <a:off x="6874002" y="5423153"/>
            <a:ext cx="547370" cy="561340"/>
          </a:xfrm>
          <a:custGeom>
            <a:avLst/>
            <a:gdLst/>
            <a:ahLst/>
            <a:cxnLst/>
            <a:rect l="l" t="t" r="r" b="b"/>
            <a:pathLst>
              <a:path w="547370" h="561339">
                <a:moveTo>
                  <a:pt x="273557" y="0"/>
                </a:moveTo>
                <a:lnTo>
                  <a:pt x="224372" y="4519"/>
                </a:lnTo>
                <a:lnTo>
                  <a:pt x="178085" y="17550"/>
                </a:lnTo>
                <a:lnTo>
                  <a:pt x="135466" y="38297"/>
                </a:lnTo>
                <a:lnTo>
                  <a:pt x="97288" y="65968"/>
                </a:lnTo>
                <a:lnTo>
                  <a:pt x="64321" y="99770"/>
                </a:lnTo>
                <a:lnTo>
                  <a:pt x="37337" y="138909"/>
                </a:lnTo>
                <a:lnTo>
                  <a:pt x="17108" y="182592"/>
                </a:lnTo>
                <a:lnTo>
                  <a:pt x="4405" y="230025"/>
                </a:lnTo>
                <a:lnTo>
                  <a:pt x="0" y="280416"/>
                </a:lnTo>
                <a:lnTo>
                  <a:pt x="4405" y="330819"/>
                </a:lnTo>
                <a:lnTo>
                  <a:pt x="17108" y="378259"/>
                </a:lnTo>
                <a:lnTo>
                  <a:pt x="37337" y="421944"/>
                </a:lnTo>
                <a:lnTo>
                  <a:pt x="64321" y="461082"/>
                </a:lnTo>
                <a:lnTo>
                  <a:pt x="97288" y="494879"/>
                </a:lnTo>
                <a:lnTo>
                  <a:pt x="135466" y="522545"/>
                </a:lnTo>
                <a:lnTo>
                  <a:pt x="178085" y="543287"/>
                </a:lnTo>
                <a:lnTo>
                  <a:pt x="224372" y="556313"/>
                </a:lnTo>
                <a:lnTo>
                  <a:pt x="273557" y="560832"/>
                </a:lnTo>
                <a:lnTo>
                  <a:pt x="322743" y="556313"/>
                </a:lnTo>
                <a:lnTo>
                  <a:pt x="369030" y="543287"/>
                </a:lnTo>
                <a:lnTo>
                  <a:pt x="411649" y="522545"/>
                </a:lnTo>
                <a:lnTo>
                  <a:pt x="449827" y="494879"/>
                </a:lnTo>
                <a:lnTo>
                  <a:pt x="482794" y="461082"/>
                </a:lnTo>
                <a:lnTo>
                  <a:pt x="509778" y="421944"/>
                </a:lnTo>
                <a:lnTo>
                  <a:pt x="530007" y="378259"/>
                </a:lnTo>
                <a:lnTo>
                  <a:pt x="542710" y="330819"/>
                </a:lnTo>
                <a:lnTo>
                  <a:pt x="547116" y="280416"/>
                </a:lnTo>
                <a:lnTo>
                  <a:pt x="542710" y="230025"/>
                </a:lnTo>
                <a:lnTo>
                  <a:pt x="530007" y="182592"/>
                </a:lnTo>
                <a:lnTo>
                  <a:pt x="509778" y="138909"/>
                </a:lnTo>
                <a:lnTo>
                  <a:pt x="482794" y="99770"/>
                </a:lnTo>
                <a:lnTo>
                  <a:pt x="449827" y="65968"/>
                </a:lnTo>
                <a:lnTo>
                  <a:pt x="411649" y="38297"/>
                </a:lnTo>
                <a:lnTo>
                  <a:pt x="369030" y="17550"/>
                </a:lnTo>
                <a:lnTo>
                  <a:pt x="322743" y="4519"/>
                </a:lnTo>
                <a:lnTo>
                  <a:pt x="273557" y="0"/>
                </a:lnTo>
                <a:close/>
              </a:path>
            </a:pathLst>
          </a:custGeom>
          <a:solidFill>
            <a:srgbClr val="1E2D52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6874002" y="5423153"/>
            <a:ext cx="547370" cy="561340"/>
          </a:xfrm>
          <a:custGeom>
            <a:avLst/>
            <a:gdLst/>
            <a:ahLst/>
            <a:cxnLst/>
            <a:rect l="l" t="t" r="r" b="b"/>
            <a:pathLst>
              <a:path w="547370" h="561339">
                <a:moveTo>
                  <a:pt x="0" y="280416"/>
                </a:moveTo>
                <a:lnTo>
                  <a:pt x="4405" y="230025"/>
                </a:lnTo>
                <a:lnTo>
                  <a:pt x="17108" y="182592"/>
                </a:lnTo>
                <a:lnTo>
                  <a:pt x="37337" y="138909"/>
                </a:lnTo>
                <a:lnTo>
                  <a:pt x="64321" y="99770"/>
                </a:lnTo>
                <a:lnTo>
                  <a:pt x="97288" y="65968"/>
                </a:lnTo>
                <a:lnTo>
                  <a:pt x="135466" y="38297"/>
                </a:lnTo>
                <a:lnTo>
                  <a:pt x="178085" y="17550"/>
                </a:lnTo>
                <a:lnTo>
                  <a:pt x="224372" y="4519"/>
                </a:lnTo>
                <a:lnTo>
                  <a:pt x="273557" y="0"/>
                </a:lnTo>
                <a:lnTo>
                  <a:pt x="322743" y="4519"/>
                </a:lnTo>
                <a:lnTo>
                  <a:pt x="369030" y="17550"/>
                </a:lnTo>
                <a:lnTo>
                  <a:pt x="411649" y="38297"/>
                </a:lnTo>
                <a:lnTo>
                  <a:pt x="449827" y="65968"/>
                </a:lnTo>
                <a:lnTo>
                  <a:pt x="482794" y="99770"/>
                </a:lnTo>
                <a:lnTo>
                  <a:pt x="509778" y="138909"/>
                </a:lnTo>
                <a:lnTo>
                  <a:pt x="530007" y="182592"/>
                </a:lnTo>
                <a:lnTo>
                  <a:pt x="542710" y="230025"/>
                </a:lnTo>
                <a:lnTo>
                  <a:pt x="547116" y="280416"/>
                </a:lnTo>
                <a:lnTo>
                  <a:pt x="542710" y="330819"/>
                </a:lnTo>
                <a:lnTo>
                  <a:pt x="530007" y="378259"/>
                </a:lnTo>
                <a:lnTo>
                  <a:pt x="509778" y="421944"/>
                </a:lnTo>
                <a:lnTo>
                  <a:pt x="482794" y="461082"/>
                </a:lnTo>
                <a:lnTo>
                  <a:pt x="449827" y="494879"/>
                </a:lnTo>
                <a:lnTo>
                  <a:pt x="411649" y="522545"/>
                </a:lnTo>
                <a:lnTo>
                  <a:pt x="369030" y="543287"/>
                </a:lnTo>
                <a:lnTo>
                  <a:pt x="322743" y="556313"/>
                </a:lnTo>
                <a:lnTo>
                  <a:pt x="273557" y="560832"/>
                </a:lnTo>
                <a:lnTo>
                  <a:pt x="224372" y="556313"/>
                </a:lnTo>
                <a:lnTo>
                  <a:pt x="178085" y="543287"/>
                </a:lnTo>
                <a:lnTo>
                  <a:pt x="135466" y="522545"/>
                </a:lnTo>
                <a:lnTo>
                  <a:pt x="97288" y="494879"/>
                </a:lnTo>
                <a:lnTo>
                  <a:pt x="64321" y="461082"/>
                </a:lnTo>
                <a:lnTo>
                  <a:pt x="37337" y="421944"/>
                </a:lnTo>
                <a:lnTo>
                  <a:pt x="17108" y="378259"/>
                </a:lnTo>
                <a:lnTo>
                  <a:pt x="4405" y="330819"/>
                </a:lnTo>
                <a:lnTo>
                  <a:pt x="0" y="280416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6752843" y="5344830"/>
            <a:ext cx="497840" cy="1033144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 marR="30480" indent="217804">
              <a:lnSpc>
                <a:spcPct val="1377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C </a:t>
            </a: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1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0833" sz="2400" spc="-1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6150102" y="5655564"/>
            <a:ext cx="739140" cy="114300"/>
          </a:xfrm>
          <a:custGeom>
            <a:avLst/>
            <a:gdLst/>
            <a:ahLst/>
            <a:cxnLst/>
            <a:rect l="l" t="t" r="r" b="b"/>
            <a:pathLst>
              <a:path w="739140" h="114300">
                <a:moveTo>
                  <a:pt x="624840" y="0"/>
                </a:moveTo>
                <a:lnTo>
                  <a:pt x="624840" y="114300"/>
                </a:lnTo>
                <a:lnTo>
                  <a:pt x="701040" y="76200"/>
                </a:lnTo>
                <a:lnTo>
                  <a:pt x="643890" y="76200"/>
                </a:lnTo>
                <a:lnTo>
                  <a:pt x="643890" y="38100"/>
                </a:lnTo>
                <a:lnTo>
                  <a:pt x="701040" y="38100"/>
                </a:lnTo>
                <a:lnTo>
                  <a:pt x="624840" y="0"/>
                </a:lnTo>
                <a:close/>
              </a:path>
              <a:path w="739140" h="114300">
                <a:moveTo>
                  <a:pt x="62484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24840" y="76200"/>
                </a:lnTo>
                <a:lnTo>
                  <a:pt x="624840" y="38100"/>
                </a:lnTo>
                <a:close/>
              </a:path>
              <a:path w="739140" h="114300">
                <a:moveTo>
                  <a:pt x="701040" y="38100"/>
                </a:moveTo>
                <a:lnTo>
                  <a:pt x="643890" y="38100"/>
                </a:lnTo>
                <a:lnTo>
                  <a:pt x="643890" y="76200"/>
                </a:lnTo>
                <a:lnTo>
                  <a:pt x="701040" y="76200"/>
                </a:lnTo>
                <a:lnTo>
                  <a:pt x="739140" y="57150"/>
                </a:lnTo>
                <a:lnTo>
                  <a:pt x="701040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 txBox="1"/>
          <p:nvPr/>
        </p:nvSpPr>
        <p:spPr>
          <a:xfrm>
            <a:off x="7599044" y="5267594"/>
            <a:ext cx="432434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160" b="1" i="1">
                <a:solidFill>
                  <a:srgbClr val="FFFFFF"/>
                </a:solidFill>
                <a:latin typeface="宋体"/>
                <a:cs typeface="宋体"/>
              </a:rPr>
              <a:t>ε</a:t>
            </a:r>
            <a:endParaRPr sz="3350">
              <a:latin typeface="宋体"/>
              <a:cs typeface="宋体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8183118" y="5400294"/>
            <a:ext cx="546100" cy="559435"/>
          </a:xfrm>
          <a:custGeom>
            <a:avLst/>
            <a:gdLst/>
            <a:ahLst/>
            <a:cxnLst/>
            <a:rect l="l" t="t" r="r" b="b"/>
            <a:pathLst>
              <a:path w="546100" h="559435">
                <a:moveTo>
                  <a:pt x="0" y="279653"/>
                </a:moveTo>
                <a:lnTo>
                  <a:pt x="4396" y="229390"/>
                </a:lnTo>
                <a:lnTo>
                  <a:pt x="17071" y="182080"/>
                </a:lnTo>
                <a:lnTo>
                  <a:pt x="37253" y="138514"/>
                </a:lnTo>
                <a:lnTo>
                  <a:pt x="64171" y="99483"/>
                </a:lnTo>
                <a:lnTo>
                  <a:pt x="97053" y="65776"/>
                </a:lnTo>
                <a:lnTo>
                  <a:pt x="135128" y="38184"/>
                </a:lnTo>
                <a:lnTo>
                  <a:pt x="177624" y="17497"/>
                </a:lnTo>
                <a:lnTo>
                  <a:pt x="223770" y="4506"/>
                </a:lnTo>
                <a:lnTo>
                  <a:pt x="272796" y="0"/>
                </a:lnTo>
                <a:lnTo>
                  <a:pt x="321821" y="4506"/>
                </a:lnTo>
                <a:lnTo>
                  <a:pt x="367967" y="17497"/>
                </a:lnTo>
                <a:lnTo>
                  <a:pt x="410463" y="38184"/>
                </a:lnTo>
                <a:lnTo>
                  <a:pt x="448538" y="65776"/>
                </a:lnTo>
                <a:lnTo>
                  <a:pt x="481420" y="99483"/>
                </a:lnTo>
                <a:lnTo>
                  <a:pt x="508338" y="138514"/>
                </a:lnTo>
                <a:lnTo>
                  <a:pt x="528520" y="182080"/>
                </a:lnTo>
                <a:lnTo>
                  <a:pt x="541195" y="229390"/>
                </a:lnTo>
                <a:lnTo>
                  <a:pt x="545591" y="279653"/>
                </a:lnTo>
                <a:lnTo>
                  <a:pt x="541195" y="329921"/>
                </a:lnTo>
                <a:lnTo>
                  <a:pt x="528520" y="377232"/>
                </a:lnTo>
                <a:lnTo>
                  <a:pt x="508338" y="420798"/>
                </a:lnTo>
                <a:lnTo>
                  <a:pt x="481420" y="459829"/>
                </a:lnTo>
                <a:lnTo>
                  <a:pt x="448538" y="493535"/>
                </a:lnTo>
                <a:lnTo>
                  <a:pt x="410463" y="521126"/>
                </a:lnTo>
                <a:lnTo>
                  <a:pt x="367967" y="541811"/>
                </a:lnTo>
                <a:lnTo>
                  <a:pt x="321821" y="554802"/>
                </a:lnTo>
                <a:lnTo>
                  <a:pt x="272796" y="559307"/>
                </a:lnTo>
                <a:lnTo>
                  <a:pt x="223770" y="554802"/>
                </a:lnTo>
                <a:lnTo>
                  <a:pt x="177624" y="541811"/>
                </a:lnTo>
                <a:lnTo>
                  <a:pt x="135128" y="521126"/>
                </a:lnTo>
                <a:lnTo>
                  <a:pt x="97053" y="493535"/>
                </a:lnTo>
                <a:lnTo>
                  <a:pt x="64171" y="459829"/>
                </a:lnTo>
                <a:lnTo>
                  <a:pt x="37253" y="420798"/>
                </a:lnTo>
                <a:lnTo>
                  <a:pt x="17071" y="377232"/>
                </a:lnTo>
                <a:lnTo>
                  <a:pt x="4396" y="329921"/>
                </a:lnTo>
                <a:lnTo>
                  <a:pt x="0" y="27965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8" name="object 58"/>
          <p:cNvSpPr txBox="1"/>
          <p:nvPr/>
        </p:nvSpPr>
        <p:spPr>
          <a:xfrm>
            <a:off x="8304656" y="5459069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59" name="object 59"/>
          <p:cNvSpPr/>
          <p:nvPr/>
        </p:nvSpPr>
        <p:spPr>
          <a:xfrm>
            <a:off x="7460742" y="5629655"/>
            <a:ext cx="736600" cy="114300"/>
          </a:xfrm>
          <a:custGeom>
            <a:avLst/>
            <a:gdLst/>
            <a:ahLst/>
            <a:cxnLst/>
            <a:rect l="l" t="t" r="r" b="b"/>
            <a:pathLst>
              <a:path w="736600" h="114300">
                <a:moveTo>
                  <a:pt x="621791" y="0"/>
                </a:moveTo>
                <a:lnTo>
                  <a:pt x="621791" y="114300"/>
                </a:lnTo>
                <a:lnTo>
                  <a:pt x="697991" y="76200"/>
                </a:lnTo>
                <a:lnTo>
                  <a:pt x="640841" y="76200"/>
                </a:lnTo>
                <a:lnTo>
                  <a:pt x="640841" y="38100"/>
                </a:lnTo>
                <a:lnTo>
                  <a:pt x="697991" y="38100"/>
                </a:lnTo>
                <a:lnTo>
                  <a:pt x="621791" y="0"/>
                </a:lnTo>
                <a:close/>
              </a:path>
              <a:path w="736600" h="114300">
                <a:moveTo>
                  <a:pt x="6217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21791" y="76200"/>
                </a:lnTo>
                <a:lnTo>
                  <a:pt x="621791" y="38100"/>
                </a:lnTo>
                <a:close/>
              </a:path>
              <a:path w="736600" h="114300">
                <a:moveTo>
                  <a:pt x="697991" y="38100"/>
                </a:moveTo>
                <a:lnTo>
                  <a:pt x="640841" y="38100"/>
                </a:lnTo>
                <a:lnTo>
                  <a:pt x="640841" y="76200"/>
                </a:lnTo>
                <a:lnTo>
                  <a:pt x="697991" y="76200"/>
                </a:lnTo>
                <a:lnTo>
                  <a:pt x="736091" y="57150"/>
                </a:lnTo>
                <a:lnTo>
                  <a:pt x="697991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3924427" y="5532221"/>
            <a:ext cx="94488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替换为</a:t>
            </a:r>
            <a:endParaRPr sz="2400">
              <a:latin typeface="宋体"/>
              <a:cs typeface="宋体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6188964" y="3153613"/>
            <a:ext cx="38100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62" name="object 62"/>
          <p:cNvSpPr/>
          <p:nvPr/>
        </p:nvSpPr>
        <p:spPr>
          <a:xfrm>
            <a:off x="5514594" y="3320034"/>
            <a:ext cx="546100" cy="561340"/>
          </a:xfrm>
          <a:custGeom>
            <a:avLst/>
            <a:gdLst/>
            <a:ahLst/>
            <a:cxnLst/>
            <a:rect l="l" t="t" r="r" b="b"/>
            <a:pathLst>
              <a:path w="546100" h="561339">
                <a:moveTo>
                  <a:pt x="0" y="280415"/>
                </a:moveTo>
                <a:lnTo>
                  <a:pt x="4396" y="230025"/>
                </a:lnTo>
                <a:lnTo>
                  <a:pt x="17071" y="182592"/>
                </a:lnTo>
                <a:lnTo>
                  <a:pt x="37253" y="138909"/>
                </a:lnTo>
                <a:lnTo>
                  <a:pt x="64171" y="99770"/>
                </a:lnTo>
                <a:lnTo>
                  <a:pt x="97053" y="65968"/>
                </a:lnTo>
                <a:lnTo>
                  <a:pt x="135127" y="38297"/>
                </a:lnTo>
                <a:lnTo>
                  <a:pt x="177624" y="17550"/>
                </a:lnTo>
                <a:lnTo>
                  <a:pt x="223770" y="4519"/>
                </a:lnTo>
                <a:lnTo>
                  <a:pt x="272795" y="0"/>
                </a:lnTo>
                <a:lnTo>
                  <a:pt x="321821" y="4519"/>
                </a:lnTo>
                <a:lnTo>
                  <a:pt x="367967" y="17550"/>
                </a:lnTo>
                <a:lnTo>
                  <a:pt x="410463" y="38297"/>
                </a:lnTo>
                <a:lnTo>
                  <a:pt x="448538" y="65968"/>
                </a:lnTo>
                <a:lnTo>
                  <a:pt x="481420" y="99770"/>
                </a:lnTo>
                <a:lnTo>
                  <a:pt x="508338" y="138909"/>
                </a:lnTo>
                <a:lnTo>
                  <a:pt x="528520" y="182592"/>
                </a:lnTo>
                <a:lnTo>
                  <a:pt x="541195" y="230025"/>
                </a:lnTo>
                <a:lnTo>
                  <a:pt x="545591" y="280415"/>
                </a:lnTo>
                <a:lnTo>
                  <a:pt x="541195" y="330806"/>
                </a:lnTo>
                <a:lnTo>
                  <a:pt x="528520" y="378239"/>
                </a:lnTo>
                <a:lnTo>
                  <a:pt x="508338" y="421922"/>
                </a:lnTo>
                <a:lnTo>
                  <a:pt x="481420" y="461061"/>
                </a:lnTo>
                <a:lnTo>
                  <a:pt x="448538" y="494863"/>
                </a:lnTo>
                <a:lnTo>
                  <a:pt x="410464" y="522534"/>
                </a:lnTo>
                <a:lnTo>
                  <a:pt x="367967" y="543281"/>
                </a:lnTo>
                <a:lnTo>
                  <a:pt x="321821" y="556312"/>
                </a:lnTo>
                <a:lnTo>
                  <a:pt x="272795" y="560832"/>
                </a:lnTo>
                <a:lnTo>
                  <a:pt x="223770" y="556312"/>
                </a:lnTo>
                <a:lnTo>
                  <a:pt x="177624" y="543281"/>
                </a:lnTo>
                <a:lnTo>
                  <a:pt x="135127" y="522534"/>
                </a:lnTo>
                <a:lnTo>
                  <a:pt x="97053" y="494863"/>
                </a:lnTo>
                <a:lnTo>
                  <a:pt x="64171" y="461061"/>
                </a:lnTo>
                <a:lnTo>
                  <a:pt x="37253" y="421922"/>
                </a:lnTo>
                <a:lnTo>
                  <a:pt x="17071" y="378239"/>
                </a:lnTo>
                <a:lnTo>
                  <a:pt x="4396" y="330806"/>
                </a:lnTo>
                <a:lnTo>
                  <a:pt x="0" y="28041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3" name="object 63"/>
          <p:cNvSpPr/>
          <p:nvPr/>
        </p:nvSpPr>
        <p:spPr>
          <a:xfrm>
            <a:off x="6784085" y="3301746"/>
            <a:ext cx="546100" cy="558165"/>
          </a:xfrm>
          <a:custGeom>
            <a:avLst/>
            <a:gdLst/>
            <a:ahLst/>
            <a:cxnLst/>
            <a:rect l="l" t="t" r="r" b="b"/>
            <a:pathLst>
              <a:path w="546100" h="558164">
                <a:moveTo>
                  <a:pt x="0" y="278891"/>
                </a:moveTo>
                <a:lnTo>
                  <a:pt x="4396" y="228754"/>
                </a:lnTo>
                <a:lnTo>
                  <a:pt x="17071" y="181568"/>
                </a:lnTo>
                <a:lnTo>
                  <a:pt x="37253" y="138119"/>
                </a:lnTo>
                <a:lnTo>
                  <a:pt x="64171" y="99195"/>
                </a:lnTo>
                <a:lnTo>
                  <a:pt x="97053" y="65584"/>
                </a:lnTo>
                <a:lnTo>
                  <a:pt x="135128" y="38071"/>
                </a:lnTo>
                <a:lnTo>
                  <a:pt x="177624" y="17445"/>
                </a:lnTo>
                <a:lnTo>
                  <a:pt x="223770" y="4492"/>
                </a:lnTo>
                <a:lnTo>
                  <a:pt x="272796" y="0"/>
                </a:lnTo>
                <a:lnTo>
                  <a:pt x="321821" y="4492"/>
                </a:lnTo>
                <a:lnTo>
                  <a:pt x="367967" y="17445"/>
                </a:lnTo>
                <a:lnTo>
                  <a:pt x="410463" y="38071"/>
                </a:lnTo>
                <a:lnTo>
                  <a:pt x="448538" y="65584"/>
                </a:lnTo>
                <a:lnTo>
                  <a:pt x="481420" y="99195"/>
                </a:lnTo>
                <a:lnTo>
                  <a:pt x="508338" y="138119"/>
                </a:lnTo>
                <a:lnTo>
                  <a:pt x="528520" y="181568"/>
                </a:lnTo>
                <a:lnTo>
                  <a:pt x="541195" y="228754"/>
                </a:lnTo>
                <a:lnTo>
                  <a:pt x="545592" y="278891"/>
                </a:lnTo>
                <a:lnTo>
                  <a:pt x="541195" y="329029"/>
                </a:lnTo>
                <a:lnTo>
                  <a:pt x="528520" y="376215"/>
                </a:lnTo>
                <a:lnTo>
                  <a:pt x="508338" y="419664"/>
                </a:lnTo>
                <a:lnTo>
                  <a:pt x="481420" y="458588"/>
                </a:lnTo>
                <a:lnTo>
                  <a:pt x="448538" y="492199"/>
                </a:lnTo>
                <a:lnTo>
                  <a:pt x="410463" y="519712"/>
                </a:lnTo>
                <a:lnTo>
                  <a:pt x="367967" y="540338"/>
                </a:lnTo>
                <a:lnTo>
                  <a:pt x="321821" y="553291"/>
                </a:lnTo>
                <a:lnTo>
                  <a:pt x="272796" y="557783"/>
                </a:lnTo>
                <a:lnTo>
                  <a:pt x="223770" y="553291"/>
                </a:lnTo>
                <a:lnTo>
                  <a:pt x="177624" y="540338"/>
                </a:lnTo>
                <a:lnTo>
                  <a:pt x="135128" y="519712"/>
                </a:lnTo>
                <a:lnTo>
                  <a:pt x="97053" y="492199"/>
                </a:lnTo>
                <a:lnTo>
                  <a:pt x="64171" y="458588"/>
                </a:lnTo>
                <a:lnTo>
                  <a:pt x="37253" y="419664"/>
                </a:lnTo>
                <a:lnTo>
                  <a:pt x="17071" y="376215"/>
                </a:lnTo>
                <a:lnTo>
                  <a:pt x="4396" y="329029"/>
                </a:lnTo>
                <a:lnTo>
                  <a:pt x="0" y="278891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 txBox="1"/>
          <p:nvPr/>
        </p:nvSpPr>
        <p:spPr>
          <a:xfrm>
            <a:off x="6905625" y="3359353"/>
            <a:ext cx="229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C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/>
          <p:nvPr/>
        </p:nvSpPr>
        <p:spPr>
          <a:xfrm>
            <a:off x="6060185" y="3531108"/>
            <a:ext cx="737870" cy="114300"/>
          </a:xfrm>
          <a:custGeom>
            <a:avLst/>
            <a:gdLst/>
            <a:ahLst/>
            <a:cxnLst/>
            <a:rect l="l" t="t" r="r" b="b"/>
            <a:pathLst>
              <a:path w="737870" h="114300">
                <a:moveTo>
                  <a:pt x="623315" y="0"/>
                </a:moveTo>
                <a:lnTo>
                  <a:pt x="623315" y="114299"/>
                </a:lnTo>
                <a:lnTo>
                  <a:pt x="699515" y="76199"/>
                </a:lnTo>
                <a:lnTo>
                  <a:pt x="642365" y="76199"/>
                </a:lnTo>
                <a:lnTo>
                  <a:pt x="642365" y="38100"/>
                </a:lnTo>
                <a:lnTo>
                  <a:pt x="699515" y="38100"/>
                </a:lnTo>
                <a:lnTo>
                  <a:pt x="623315" y="0"/>
                </a:lnTo>
                <a:close/>
              </a:path>
              <a:path w="737870" h="114300">
                <a:moveTo>
                  <a:pt x="623315" y="38100"/>
                </a:moveTo>
                <a:lnTo>
                  <a:pt x="0" y="38100"/>
                </a:lnTo>
                <a:lnTo>
                  <a:pt x="0" y="76199"/>
                </a:lnTo>
                <a:lnTo>
                  <a:pt x="623315" y="76199"/>
                </a:lnTo>
                <a:lnTo>
                  <a:pt x="623315" y="38100"/>
                </a:lnTo>
                <a:close/>
              </a:path>
              <a:path w="737870" h="114300">
                <a:moveTo>
                  <a:pt x="699515" y="38100"/>
                </a:moveTo>
                <a:lnTo>
                  <a:pt x="642365" y="38100"/>
                </a:lnTo>
                <a:lnTo>
                  <a:pt x="642365" y="76199"/>
                </a:lnTo>
                <a:lnTo>
                  <a:pt x="699515" y="76199"/>
                </a:lnTo>
                <a:lnTo>
                  <a:pt x="737615" y="57150"/>
                </a:lnTo>
                <a:lnTo>
                  <a:pt x="699515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 txBox="1"/>
          <p:nvPr/>
        </p:nvSpPr>
        <p:spPr>
          <a:xfrm>
            <a:off x="7449946" y="3131946"/>
            <a:ext cx="3803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/>
          <p:nvPr/>
        </p:nvSpPr>
        <p:spPr>
          <a:xfrm>
            <a:off x="8091678" y="3275838"/>
            <a:ext cx="547370" cy="561340"/>
          </a:xfrm>
          <a:custGeom>
            <a:avLst/>
            <a:gdLst/>
            <a:ahLst/>
            <a:cxnLst/>
            <a:rect l="l" t="t" r="r" b="b"/>
            <a:pathLst>
              <a:path w="547370" h="561339">
                <a:moveTo>
                  <a:pt x="0" y="280415"/>
                </a:moveTo>
                <a:lnTo>
                  <a:pt x="4405" y="230025"/>
                </a:lnTo>
                <a:lnTo>
                  <a:pt x="17108" y="182592"/>
                </a:lnTo>
                <a:lnTo>
                  <a:pt x="37337" y="138909"/>
                </a:lnTo>
                <a:lnTo>
                  <a:pt x="64321" y="99770"/>
                </a:lnTo>
                <a:lnTo>
                  <a:pt x="97288" y="65968"/>
                </a:lnTo>
                <a:lnTo>
                  <a:pt x="135466" y="38297"/>
                </a:lnTo>
                <a:lnTo>
                  <a:pt x="178085" y="17550"/>
                </a:lnTo>
                <a:lnTo>
                  <a:pt x="224372" y="4519"/>
                </a:lnTo>
                <a:lnTo>
                  <a:pt x="273557" y="0"/>
                </a:lnTo>
                <a:lnTo>
                  <a:pt x="322743" y="4519"/>
                </a:lnTo>
                <a:lnTo>
                  <a:pt x="369030" y="17550"/>
                </a:lnTo>
                <a:lnTo>
                  <a:pt x="411649" y="38297"/>
                </a:lnTo>
                <a:lnTo>
                  <a:pt x="449827" y="65968"/>
                </a:lnTo>
                <a:lnTo>
                  <a:pt x="482794" y="99770"/>
                </a:lnTo>
                <a:lnTo>
                  <a:pt x="509778" y="138909"/>
                </a:lnTo>
                <a:lnTo>
                  <a:pt x="530007" y="182592"/>
                </a:lnTo>
                <a:lnTo>
                  <a:pt x="542710" y="230025"/>
                </a:lnTo>
                <a:lnTo>
                  <a:pt x="547116" y="280415"/>
                </a:lnTo>
                <a:lnTo>
                  <a:pt x="542710" y="330806"/>
                </a:lnTo>
                <a:lnTo>
                  <a:pt x="530007" y="378239"/>
                </a:lnTo>
                <a:lnTo>
                  <a:pt x="509778" y="421922"/>
                </a:lnTo>
                <a:lnTo>
                  <a:pt x="482794" y="461061"/>
                </a:lnTo>
                <a:lnTo>
                  <a:pt x="449827" y="494863"/>
                </a:lnTo>
                <a:lnTo>
                  <a:pt x="411649" y="522534"/>
                </a:lnTo>
                <a:lnTo>
                  <a:pt x="369030" y="543281"/>
                </a:lnTo>
                <a:lnTo>
                  <a:pt x="322743" y="556312"/>
                </a:lnTo>
                <a:lnTo>
                  <a:pt x="273557" y="560832"/>
                </a:lnTo>
                <a:lnTo>
                  <a:pt x="224372" y="556312"/>
                </a:lnTo>
                <a:lnTo>
                  <a:pt x="178085" y="543281"/>
                </a:lnTo>
                <a:lnTo>
                  <a:pt x="135466" y="522534"/>
                </a:lnTo>
                <a:lnTo>
                  <a:pt x="97288" y="494863"/>
                </a:lnTo>
                <a:lnTo>
                  <a:pt x="64321" y="461061"/>
                </a:lnTo>
                <a:lnTo>
                  <a:pt x="37337" y="421922"/>
                </a:lnTo>
                <a:lnTo>
                  <a:pt x="17108" y="378239"/>
                </a:lnTo>
                <a:lnTo>
                  <a:pt x="4405" y="330806"/>
                </a:lnTo>
                <a:lnTo>
                  <a:pt x="0" y="280415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8214106" y="3334639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69" name="object 69"/>
          <p:cNvSpPr/>
          <p:nvPr/>
        </p:nvSpPr>
        <p:spPr>
          <a:xfrm>
            <a:off x="7369302" y="3508247"/>
            <a:ext cx="737870" cy="114300"/>
          </a:xfrm>
          <a:custGeom>
            <a:avLst/>
            <a:gdLst/>
            <a:ahLst/>
            <a:cxnLst/>
            <a:rect l="l" t="t" r="r" b="b"/>
            <a:pathLst>
              <a:path w="737870" h="114300">
                <a:moveTo>
                  <a:pt x="623316" y="0"/>
                </a:moveTo>
                <a:lnTo>
                  <a:pt x="623316" y="114300"/>
                </a:lnTo>
                <a:lnTo>
                  <a:pt x="699516" y="76200"/>
                </a:lnTo>
                <a:lnTo>
                  <a:pt x="642366" y="76200"/>
                </a:lnTo>
                <a:lnTo>
                  <a:pt x="642366" y="38100"/>
                </a:lnTo>
                <a:lnTo>
                  <a:pt x="699516" y="38100"/>
                </a:lnTo>
                <a:lnTo>
                  <a:pt x="623316" y="0"/>
                </a:lnTo>
                <a:close/>
              </a:path>
              <a:path w="737870" h="114300">
                <a:moveTo>
                  <a:pt x="62331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23316" y="76200"/>
                </a:lnTo>
                <a:lnTo>
                  <a:pt x="623316" y="38100"/>
                </a:lnTo>
                <a:close/>
              </a:path>
              <a:path w="737870" h="114300">
                <a:moveTo>
                  <a:pt x="699516" y="38100"/>
                </a:moveTo>
                <a:lnTo>
                  <a:pt x="642366" y="38100"/>
                </a:lnTo>
                <a:lnTo>
                  <a:pt x="642366" y="76200"/>
                </a:lnTo>
                <a:lnTo>
                  <a:pt x="699516" y="76200"/>
                </a:lnTo>
                <a:lnTo>
                  <a:pt x="737616" y="57150"/>
                </a:lnTo>
                <a:lnTo>
                  <a:pt x="699516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0" name="object 70"/>
          <p:cNvSpPr txBox="1"/>
          <p:nvPr/>
        </p:nvSpPr>
        <p:spPr>
          <a:xfrm>
            <a:off x="1614805" y="3254121"/>
            <a:ext cx="68516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baseline="-20833" sz="2400" spc="-7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71" name="object 71"/>
          <p:cNvSpPr/>
          <p:nvPr/>
        </p:nvSpPr>
        <p:spPr>
          <a:xfrm>
            <a:off x="962405" y="3400805"/>
            <a:ext cx="547370" cy="559435"/>
          </a:xfrm>
          <a:custGeom>
            <a:avLst/>
            <a:gdLst/>
            <a:ahLst/>
            <a:cxnLst/>
            <a:rect l="l" t="t" r="r" b="b"/>
            <a:pathLst>
              <a:path w="547369" h="559435">
                <a:moveTo>
                  <a:pt x="0" y="279654"/>
                </a:moveTo>
                <a:lnTo>
                  <a:pt x="4407" y="229390"/>
                </a:lnTo>
                <a:lnTo>
                  <a:pt x="17114" y="182080"/>
                </a:lnTo>
                <a:lnTo>
                  <a:pt x="37349" y="138514"/>
                </a:lnTo>
                <a:lnTo>
                  <a:pt x="64338" y="99483"/>
                </a:lnTo>
                <a:lnTo>
                  <a:pt x="97309" y="65776"/>
                </a:lnTo>
                <a:lnTo>
                  <a:pt x="135489" y="38184"/>
                </a:lnTo>
                <a:lnTo>
                  <a:pt x="178105" y="17497"/>
                </a:lnTo>
                <a:lnTo>
                  <a:pt x="224386" y="4506"/>
                </a:lnTo>
                <a:lnTo>
                  <a:pt x="273557" y="0"/>
                </a:lnTo>
                <a:lnTo>
                  <a:pt x="322743" y="4506"/>
                </a:lnTo>
                <a:lnTo>
                  <a:pt x="369030" y="17497"/>
                </a:lnTo>
                <a:lnTo>
                  <a:pt x="411649" y="38184"/>
                </a:lnTo>
                <a:lnTo>
                  <a:pt x="449827" y="65776"/>
                </a:lnTo>
                <a:lnTo>
                  <a:pt x="482794" y="99483"/>
                </a:lnTo>
                <a:lnTo>
                  <a:pt x="509778" y="138514"/>
                </a:lnTo>
                <a:lnTo>
                  <a:pt x="530007" y="182080"/>
                </a:lnTo>
                <a:lnTo>
                  <a:pt x="542710" y="229390"/>
                </a:lnTo>
                <a:lnTo>
                  <a:pt x="547116" y="279654"/>
                </a:lnTo>
                <a:lnTo>
                  <a:pt x="542710" y="329917"/>
                </a:lnTo>
                <a:lnTo>
                  <a:pt x="530007" y="377227"/>
                </a:lnTo>
                <a:lnTo>
                  <a:pt x="509778" y="420793"/>
                </a:lnTo>
                <a:lnTo>
                  <a:pt x="482794" y="459824"/>
                </a:lnTo>
                <a:lnTo>
                  <a:pt x="449827" y="493531"/>
                </a:lnTo>
                <a:lnTo>
                  <a:pt x="411649" y="521123"/>
                </a:lnTo>
                <a:lnTo>
                  <a:pt x="369030" y="541810"/>
                </a:lnTo>
                <a:lnTo>
                  <a:pt x="322743" y="554801"/>
                </a:lnTo>
                <a:lnTo>
                  <a:pt x="273557" y="559308"/>
                </a:lnTo>
                <a:lnTo>
                  <a:pt x="224386" y="554801"/>
                </a:lnTo>
                <a:lnTo>
                  <a:pt x="178105" y="541810"/>
                </a:lnTo>
                <a:lnTo>
                  <a:pt x="135489" y="521123"/>
                </a:lnTo>
                <a:lnTo>
                  <a:pt x="97309" y="493531"/>
                </a:lnTo>
                <a:lnTo>
                  <a:pt x="64338" y="459824"/>
                </a:lnTo>
                <a:lnTo>
                  <a:pt x="37349" y="420793"/>
                </a:lnTo>
                <a:lnTo>
                  <a:pt x="17114" y="377227"/>
                </a:lnTo>
                <a:lnTo>
                  <a:pt x="4407" y="329917"/>
                </a:lnTo>
                <a:lnTo>
                  <a:pt x="0" y="27965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2" name="object 72"/>
          <p:cNvSpPr txBox="1"/>
          <p:nvPr/>
        </p:nvSpPr>
        <p:spPr>
          <a:xfrm>
            <a:off x="1083360" y="3459860"/>
            <a:ext cx="22923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3" name="object 73"/>
          <p:cNvSpPr/>
          <p:nvPr/>
        </p:nvSpPr>
        <p:spPr>
          <a:xfrm>
            <a:off x="2428494" y="3361182"/>
            <a:ext cx="546100" cy="559435"/>
          </a:xfrm>
          <a:custGeom>
            <a:avLst/>
            <a:gdLst/>
            <a:ahLst/>
            <a:cxnLst/>
            <a:rect l="l" t="t" r="r" b="b"/>
            <a:pathLst>
              <a:path w="546100" h="559435">
                <a:moveTo>
                  <a:pt x="0" y="279653"/>
                </a:moveTo>
                <a:lnTo>
                  <a:pt x="4396" y="229390"/>
                </a:lnTo>
                <a:lnTo>
                  <a:pt x="17071" y="182080"/>
                </a:lnTo>
                <a:lnTo>
                  <a:pt x="37253" y="138514"/>
                </a:lnTo>
                <a:lnTo>
                  <a:pt x="64171" y="99483"/>
                </a:lnTo>
                <a:lnTo>
                  <a:pt x="97053" y="65776"/>
                </a:lnTo>
                <a:lnTo>
                  <a:pt x="135127" y="38184"/>
                </a:lnTo>
                <a:lnTo>
                  <a:pt x="177624" y="17497"/>
                </a:lnTo>
                <a:lnTo>
                  <a:pt x="223770" y="4506"/>
                </a:lnTo>
                <a:lnTo>
                  <a:pt x="272795" y="0"/>
                </a:lnTo>
                <a:lnTo>
                  <a:pt x="321821" y="4506"/>
                </a:lnTo>
                <a:lnTo>
                  <a:pt x="367967" y="17497"/>
                </a:lnTo>
                <a:lnTo>
                  <a:pt x="410464" y="38184"/>
                </a:lnTo>
                <a:lnTo>
                  <a:pt x="448538" y="65776"/>
                </a:lnTo>
                <a:lnTo>
                  <a:pt x="481420" y="99483"/>
                </a:lnTo>
                <a:lnTo>
                  <a:pt x="508338" y="138514"/>
                </a:lnTo>
                <a:lnTo>
                  <a:pt x="528520" y="182080"/>
                </a:lnTo>
                <a:lnTo>
                  <a:pt x="541195" y="229390"/>
                </a:lnTo>
                <a:lnTo>
                  <a:pt x="545592" y="279653"/>
                </a:lnTo>
                <a:lnTo>
                  <a:pt x="541195" y="329917"/>
                </a:lnTo>
                <a:lnTo>
                  <a:pt x="528520" y="377227"/>
                </a:lnTo>
                <a:lnTo>
                  <a:pt x="508338" y="420793"/>
                </a:lnTo>
                <a:lnTo>
                  <a:pt x="481420" y="459824"/>
                </a:lnTo>
                <a:lnTo>
                  <a:pt x="448538" y="493531"/>
                </a:lnTo>
                <a:lnTo>
                  <a:pt x="410463" y="521123"/>
                </a:lnTo>
                <a:lnTo>
                  <a:pt x="367967" y="541810"/>
                </a:lnTo>
                <a:lnTo>
                  <a:pt x="321821" y="554801"/>
                </a:lnTo>
                <a:lnTo>
                  <a:pt x="272795" y="559307"/>
                </a:lnTo>
                <a:lnTo>
                  <a:pt x="223770" y="554801"/>
                </a:lnTo>
                <a:lnTo>
                  <a:pt x="177624" y="541810"/>
                </a:lnTo>
                <a:lnTo>
                  <a:pt x="135127" y="521123"/>
                </a:lnTo>
                <a:lnTo>
                  <a:pt x="97053" y="493531"/>
                </a:lnTo>
                <a:lnTo>
                  <a:pt x="64171" y="459824"/>
                </a:lnTo>
                <a:lnTo>
                  <a:pt x="37253" y="420793"/>
                </a:lnTo>
                <a:lnTo>
                  <a:pt x="17071" y="377227"/>
                </a:lnTo>
                <a:lnTo>
                  <a:pt x="4396" y="329917"/>
                </a:lnTo>
                <a:lnTo>
                  <a:pt x="0" y="279653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2548889" y="3419678"/>
            <a:ext cx="2292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/>
          <p:nvPr/>
        </p:nvSpPr>
        <p:spPr>
          <a:xfrm>
            <a:off x="1509522" y="3622547"/>
            <a:ext cx="957580" cy="114300"/>
          </a:xfrm>
          <a:custGeom>
            <a:avLst/>
            <a:gdLst/>
            <a:ahLst/>
            <a:cxnLst/>
            <a:rect l="l" t="t" r="r" b="b"/>
            <a:pathLst>
              <a:path w="957580" h="114300">
                <a:moveTo>
                  <a:pt x="842772" y="0"/>
                </a:moveTo>
                <a:lnTo>
                  <a:pt x="842772" y="114300"/>
                </a:lnTo>
                <a:lnTo>
                  <a:pt x="918972" y="76200"/>
                </a:lnTo>
                <a:lnTo>
                  <a:pt x="861822" y="76200"/>
                </a:lnTo>
                <a:lnTo>
                  <a:pt x="861822" y="38100"/>
                </a:lnTo>
                <a:lnTo>
                  <a:pt x="918972" y="38100"/>
                </a:lnTo>
                <a:lnTo>
                  <a:pt x="842772" y="0"/>
                </a:lnTo>
                <a:close/>
              </a:path>
              <a:path w="957580" h="114300">
                <a:moveTo>
                  <a:pt x="842772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842772" y="76200"/>
                </a:lnTo>
                <a:lnTo>
                  <a:pt x="842772" y="38100"/>
                </a:lnTo>
                <a:close/>
              </a:path>
              <a:path w="957580" h="114300">
                <a:moveTo>
                  <a:pt x="918972" y="38100"/>
                </a:moveTo>
                <a:lnTo>
                  <a:pt x="861822" y="38100"/>
                </a:lnTo>
                <a:lnTo>
                  <a:pt x="861822" y="76200"/>
                </a:lnTo>
                <a:lnTo>
                  <a:pt x="918972" y="76200"/>
                </a:lnTo>
                <a:lnTo>
                  <a:pt x="957072" y="57150"/>
                </a:lnTo>
                <a:lnTo>
                  <a:pt x="918972" y="3810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6" name="object 76"/>
          <p:cNvSpPr txBox="1"/>
          <p:nvPr/>
        </p:nvSpPr>
        <p:spPr>
          <a:xfrm>
            <a:off x="3892677" y="3391661"/>
            <a:ext cx="197167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1755139" algn="l"/>
              </a:tabLst>
            </a:pP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替换</a:t>
            </a:r>
            <a:r>
              <a:rPr dirty="0" sz="24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400" b="1">
                <a:solidFill>
                  <a:srgbClr val="FFFFFF"/>
                </a:solidFill>
                <a:latin typeface="宋体"/>
                <a:cs typeface="宋体"/>
              </a:rPr>
              <a:t>	</a:t>
            </a:r>
            <a:r>
              <a:rPr dirty="0" baseline="2314" sz="36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baseline="2314" sz="36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3334639" y="6227775"/>
            <a:ext cx="2067560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替换规则二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78" name="object 78"/>
          <p:cNvSpPr/>
          <p:nvPr/>
        </p:nvSpPr>
        <p:spPr>
          <a:xfrm>
            <a:off x="6935723" y="5900940"/>
            <a:ext cx="445770" cy="330835"/>
          </a:xfrm>
          <a:custGeom>
            <a:avLst/>
            <a:gdLst/>
            <a:ahLst/>
            <a:cxnLst/>
            <a:rect l="l" t="t" r="r" b="b"/>
            <a:pathLst>
              <a:path w="445770" h="330835">
                <a:moveTo>
                  <a:pt x="38100" y="0"/>
                </a:moveTo>
                <a:lnTo>
                  <a:pt x="0" y="1498"/>
                </a:lnTo>
                <a:lnTo>
                  <a:pt x="1143" y="30543"/>
                </a:lnTo>
                <a:lnTo>
                  <a:pt x="4445" y="60782"/>
                </a:lnTo>
                <a:lnTo>
                  <a:pt x="17145" y="119557"/>
                </a:lnTo>
                <a:lnTo>
                  <a:pt x="36956" y="174421"/>
                </a:lnTo>
                <a:lnTo>
                  <a:pt x="62865" y="223862"/>
                </a:lnTo>
                <a:lnTo>
                  <a:pt x="93725" y="266001"/>
                </a:lnTo>
                <a:lnTo>
                  <a:pt x="129285" y="299605"/>
                </a:lnTo>
                <a:lnTo>
                  <a:pt x="168528" y="321995"/>
                </a:lnTo>
                <a:lnTo>
                  <a:pt x="211074" y="330479"/>
                </a:lnTo>
                <a:lnTo>
                  <a:pt x="222123" y="329996"/>
                </a:lnTo>
                <a:lnTo>
                  <a:pt x="264541" y="318185"/>
                </a:lnTo>
                <a:lnTo>
                  <a:pt x="303275" y="293115"/>
                </a:lnTo>
                <a:lnTo>
                  <a:pt x="304062" y="292430"/>
                </a:lnTo>
                <a:lnTo>
                  <a:pt x="213105" y="292430"/>
                </a:lnTo>
                <a:lnTo>
                  <a:pt x="205867" y="292138"/>
                </a:lnTo>
                <a:lnTo>
                  <a:pt x="168528" y="279895"/>
                </a:lnTo>
                <a:lnTo>
                  <a:pt x="137922" y="257136"/>
                </a:lnTo>
                <a:lnTo>
                  <a:pt x="109347" y="224586"/>
                </a:lnTo>
                <a:lnTo>
                  <a:pt x="83566" y="183349"/>
                </a:lnTo>
                <a:lnTo>
                  <a:pt x="62483" y="135699"/>
                </a:lnTo>
                <a:lnTo>
                  <a:pt x="47371" y="83756"/>
                </a:lnTo>
                <a:lnTo>
                  <a:pt x="39243" y="29057"/>
                </a:lnTo>
                <a:lnTo>
                  <a:pt x="38100" y="0"/>
                </a:lnTo>
                <a:close/>
              </a:path>
              <a:path w="445770" h="330835">
                <a:moveTo>
                  <a:pt x="369700" y="112692"/>
                </a:moveTo>
                <a:lnTo>
                  <a:pt x="352551" y="159804"/>
                </a:lnTo>
                <a:lnTo>
                  <a:pt x="329183" y="204165"/>
                </a:lnTo>
                <a:lnTo>
                  <a:pt x="301625" y="241490"/>
                </a:lnTo>
                <a:lnTo>
                  <a:pt x="272160" y="269278"/>
                </a:lnTo>
                <a:lnTo>
                  <a:pt x="234823" y="289001"/>
                </a:lnTo>
                <a:lnTo>
                  <a:pt x="213105" y="292430"/>
                </a:lnTo>
                <a:lnTo>
                  <a:pt x="304062" y="292430"/>
                </a:lnTo>
                <a:lnTo>
                  <a:pt x="345567" y="247599"/>
                </a:lnTo>
                <a:lnTo>
                  <a:pt x="374396" y="201828"/>
                </a:lnTo>
                <a:lnTo>
                  <a:pt x="397636" y="149694"/>
                </a:lnTo>
                <a:lnTo>
                  <a:pt x="406780" y="121856"/>
                </a:lnTo>
                <a:lnTo>
                  <a:pt x="407161" y="120827"/>
                </a:lnTo>
                <a:lnTo>
                  <a:pt x="407416" y="119760"/>
                </a:lnTo>
                <a:lnTo>
                  <a:pt x="407616" y="118212"/>
                </a:lnTo>
                <a:lnTo>
                  <a:pt x="372626" y="113118"/>
                </a:lnTo>
                <a:lnTo>
                  <a:pt x="369824" y="113118"/>
                </a:lnTo>
                <a:lnTo>
                  <a:pt x="369884" y="112719"/>
                </a:lnTo>
                <a:lnTo>
                  <a:pt x="369700" y="112692"/>
                </a:lnTo>
                <a:close/>
              </a:path>
              <a:path w="445770" h="330835">
                <a:moveTo>
                  <a:pt x="435509" y="93840"/>
                </a:moveTo>
                <a:lnTo>
                  <a:pt x="372745" y="93840"/>
                </a:lnTo>
                <a:lnTo>
                  <a:pt x="410464" y="99415"/>
                </a:lnTo>
                <a:lnTo>
                  <a:pt x="407616" y="118212"/>
                </a:lnTo>
                <a:lnTo>
                  <a:pt x="445389" y="123710"/>
                </a:lnTo>
                <a:lnTo>
                  <a:pt x="435509" y="93840"/>
                </a:lnTo>
                <a:close/>
              </a:path>
              <a:path w="445770" h="330835">
                <a:moveTo>
                  <a:pt x="408866" y="109956"/>
                </a:moveTo>
                <a:lnTo>
                  <a:pt x="370585" y="109956"/>
                </a:lnTo>
                <a:lnTo>
                  <a:pt x="369918" y="112724"/>
                </a:lnTo>
                <a:lnTo>
                  <a:pt x="407616" y="118212"/>
                </a:lnTo>
                <a:lnTo>
                  <a:pt x="408866" y="109956"/>
                </a:lnTo>
                <a:close/>
              </a:path>
              <a:path w="445770" h="330835">
                <a:moveTo>
                  <a:pt x="369918" y="112724"/>
                </a:moveTo>
                <a:lnTo>
                  <a:pt x="369824" y="113118"/>
                </a:lnTo>
                <a:lnTo>
                  <a:pt x="372626" y="113118"/>
                </a:lnTo>
                <a:lnTo>
                  <a:pt x="369918" y="112724"/>
                </a:lnTo>
                <a:close/>
              </a:path>
              <a:path w="445770" h="330835">
                <a:moveTo>
                  <a:pt x="370585" y="109956"/>
                </a:moveTo>
                <a:lnTo>
                  <a:pt x="370054" y="111599"/>
                </a:lnTo>
                <a:lnTo>
                  <a:pt x="369888" y="112692"/>
                </a:lnTo>
                <a:lnTo>
                  <a:pt x="370585" y="109956"/>
                </a:lnTo>
                <a:close/>
              </a:path>
              <a:path w="445770" h="330835">
                <a:moveTo>
                  <a:pt x="370054" y="111599"/>
                </a:moveTo>
                <a:lnTo>
                  <a:pt x="369700" y="112692"/>
                </a:lnTo>
                <a:lnTo>
                  <a:pt x="369884" y="112719"/>
                </a:lnTo>
                <a:lnTo>
                  <a:pt x="370054" y="111599"/>
                </a:lnTo>
                <a:close/>
              </a:path>
              <a:path w="445770" h="330835">
                <a:moveTo>
                  <a:pt x="405256" y="2374"/>
                </a:moveTo>
                <a:lnTo>
                  <a:pt x="332231" y="107238"/>
                </a:lnTo>
                <a:lnTo>
                  <a:pt x="369700" y="112692"/>
                </a:lnTo>
                <a:lnTo>
                  <a:pt x="370054" y="111599"/>
                </a:lnTo>
                <a:lnTo>
                  <a:pt x="372745" y="93840"/>
                </a:lnTo>
                <a:lnTo>
                  <a:pt x="435509" y="93840"/>
                </a:lnTo>
                <a:lnTo>
                  <a:pt x="405256" y="2374"/>
                </a:lnTo>
                <a:close/>
              </a:path>
              <a:path w="445770" h="330835">
                <a:moveTo>
                  <a:pt x="372745" y="93840"/>
                </a:moveTo>
                <a:lnTo>
                  <a:pt x="370054" y="111599"/>
                </a:lnTo>
                <a:lnTo>
                  <a:pt x="370585" y="109956"/>
                </a:lnTo>
                <a:lnTo>
                  <a:pt x="408866" y="109956"/>
                </a:lnTo>
                <a:lnTo>
                  <a:pt x="410464" y="99415"/>
                </a:lnTo>
                <a:lnTo>
                  <a:pt x="372745" y="9384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9" name="object 7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1494" y="29082"/>
            <a:ext cx="248411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38621" y="101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20574"/>
            <a:ext cx="9144000" cy="4343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20574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8739" y="46100"/>
            <a:ext cx="844423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  <a:tab pos="3848735" algn="l"/>
                <a:tab pos="646303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机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2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3571494" y="181482"/>
            <a:ext cx="248411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6238621" y="1625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228091" y="626063"/>
            <a:ext cx="8717280" cy="2219960"/>
          </a:xfrm>
          <a:prstGeom prst="rect"/>
        </p:spPr>
        <p:txBody>
          <a:bodyPr wrap="square" lIns="0" tIns="12065" rIns="0" bIns="0" rtlCol="0" vert="horz">
            <a:spAutoFit/>
          </a:bodyPr>
          <a:lstStyle/>
          <a:p>
            <a:pPr marL="12700" marR="5080">
              <a:lnSpc>
                <a:spcPct val="150000"/>
              </a:lnSpc>
              <a:spcBef>
                <a:spcPts val="95"/>
              </a:spcBef>
              <a:tabLst>
                <a:tab pos="7391400" algn="l"/>
              </a:tabLst>
            </a:pPr>
            <a:r>
              <a:rPr dirty="0" spc="-5">
                <a:latin typeface="Times New Roman"/>
                <a:cs typeface="Times New Roman"/>
              </a:rPr>
              <a:t>3</a:t>
            </a:r>
            <a:r>
              <a:rPr dirty="0" spc="-5"/>
              <a:t>）</a:t>
            </a:r>
            <a:r>
              <a:rPr dirty="0" spc="-830"/>
              <a:t> </a:t>
            </a:r>
            <a:r>
              <a:rPr dirty="0"/>
              <a:t>对新产生的弧标记重</a:t>
            </a:r>
            <a:r>
              <a:rPr dirty="0" spc="5"/>
              <a:t>复</a:t>
            </a:r>
            <a:r>
              <a:rPr dirty="0" spc="-5">
                <a:latin typeface="Times New Roman"/>
                <a:cs typeface="Times New Roman"/>
              </a:rPr>
              <a:t>1</a:t>
            </a:r>
            <a:r>
              <a:rPr dirty="0" spc="-5"/>
              <a:t>）</a:t>
            </a:r>
            <a:r>
              <a:rPr dirty="0"/>
              <a:t>、</a:t>
            </a:r>
            <a:r>
              <a:rPr dirty="0" spc="-10">
                <a:latin typeface="Times New Roman"/>
                <a:cs typeface="Times New Roman"/>
              </a:rPr>
              <a:t>2</a:t>
            </a:r>
            <a:r>
              <a:rPr dirty="0" spc="-10"/>
              <a:t>），</a:t>
            </a:r>
            <a:r>
              <a:rPr dirty="0" spc="-5"/>
              <a:t>直到</a:t>
            </a:r>
            <a:r>
              <a:rPr dirty="0" spc="-10"/>
              <a:t>没有 </a:t>
            </a:r>
            <a:r>
              <a:rPr dirty="0" spc="-5"/>
              <a:t>新的弧和结产生为止。得</a:t>
            </a:r>
            <a:r>
              <a:rPr dirty="0"/>
              <a:t>到</a:t>
            </a:r>
            <a:r>
              <a:rPr dirty="0" spc="-5" i="1">
                <a:latin typeface="Times New Roman"/>
                <a:cs typeface="Times New Roman"/>
              </a:rPr>
              <a:t>V</a:t>
            </a:r>
            <a:r>
              <a:rPr dirty="0" spc="-10"/>
              <a:t>相</a:t>
            </a:r>
            <a:r>
              <a:rPr dirty="0" spc="-5"/>
              <a:t>应的</a:t>
            </a:r>
            <a:r>
              <a:rPr dirty="0" spc="-10">
                <a:latin typeface="Times New Roman"/>
                <a:cs typeface="Times New Roman"/>
              </a:rPr>
              <a:t>N</a:t>
            </a:r>
            <a:r>
              <a:rPr dirty="0" spc="-245">
                <a:latin typeface="Times New Roman"/>
                <a:cs typeface="Times New Roman"/>
              </a:rPr>
              <a:t>F</a:t>
            </a:r>
            <a:r>
              <a:rPr dirty="0">
                <a:latin typeface="Times New Roman"/>
                <a:cs typeface="Times New Roman"/>
              </a:rPr>
              <a:t>A</a:t>
            </a:r>
            <a:r>
              <a:rPr dirty="0">
                <a:latin typeface="Times New Roman"/>
                <a:cs typeface="Times New Roman"/>
              </a:rPr>
              <a:t>	</a:t>
            </a:r>
            <a:r>
              <a:rPr dirty="0" spc="-5" i="1">
                <a:latin typeface="Times New Roman"/>
                <a:cs typeface="Times New Roman"/>
              </a:rPr>
              <a:t>M</a:t>
            </a:r>
            <a:r>
              <a:rPr dirty="0" i="1">
                <a:latin typeface="Times New Roman"/>
                <a:cs typeface="Times New Roman"/>
              </a:rPr>
              <a:t>’</a:t>
            </a:r>
            <a:r>
              <a:rPr dirty="0" spc="-5"/>
              <a:t>，</a:t>
            </a:r>
            <a:r>
              <a:rPr dirty="0" spc="-5"/>
              <a:t>且  </a:t>
            </a:r>
            <a:r>
              <a:rPr dirty="0" i="1">
                <a:latin typeface="Times New Roman"/>
                <a:cs typeface="Times New Roman"/>
              </a:rPr>
              <a:t>L(M’</a:t>
            </a:r>
            <a:r>
              <a:rPr dirty="0">
                <a:latin typeface="Times New Roman"/>
                <a:cs typeface="Times New Roman"/>
              </a:rPr>
              <a:t>)=</a:t>
            </a:r>
            <a:r>
              <a:rPr dirty="0" i="1">
                <a:latin typeface="Times New Roman"/>
                <a:cs typeface="Times New Roman"/>
              </a:rPr>
              <a:t>L</a:t>
            </a:r>
            <a:r>
              <a:rPr dirty="0">
                <a:latin typeface="Times New Roman"/>
                <a:cs typeface="Times New Roman"/>
              </a:rPr>
              <a:t>(</a:t>
            </a:r>
            <a:r>
              <a:rPr dirty="0" i="1">
                <a:latin typeface="Times New Roman"/>
                <a:cs typeface="Times New Roman"/>
              </a:rPr>
              <a:t>V</a:t>
            </a:r>
            <a:r>
              <a:rPr dirty="0">
                <a:latin typeface="Times New Roman"/>
                <a:cs typeface="Times New Roman"/>
              </a:rPr>
              <a:t>)</a:t>
            </a:r>
            <a:r>
              <a:rPr dirty="0" spc="-10"/>
              <a:t>。</a:t>
            </a: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0" name="object 10"/>
          <p:cNvSpPr txBox="1"/>
          <p:nvPr/>
        </p:nvSpPr>
        <p:spPr>
          <a:xfrm>
            <a:off x="469493" y="3071705"/>
            <a:ext cx="5183505" cy="1497330"/>
          </a:xfrm>
          <a:prstGeom prst="rect">
            <a:avLst/>
          </a:prstGeom>
        </p:spPr>
        <p:txBody>
          <a:bodyPr wrap="square" lIns="0" tIns="26035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50"/>
              </a:spcBef>
            </a:pP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Step2:</a:t>
            </a:r>
            <a:endParaRPr sz="3200">
              <a:latin typeface="Times New Roman"/>
              <a:cs typeface="Times New Roman"/>
            </a:endParaRPr>
          </a:p>
          <a:p>
            <a:pPr marL="419100">
              <a:lnSpc>
                <a:spcPct val="100000"/>
              </a:lnSpc>
              <a:spcBef>
                <a:spcPts val="1955"/>
              </a:spcBef>
              <a:tabLst>
                <a:tab pos="1405255" algn="l"/>
              </a:tabLst>
            </a:pPr>
            <a:r>
              <a:rPr dirty="0" sz="3200" spc="-80" b="1">
                <a:solidFill>
                  <a:srgbClr val="FFFF00"/>
                </a:solidFill>
                <a:latin typeface="Times New Roman"/>
                <a:cs typeface="Times New Roman"/>
              </a:rPr>
              <a:t>NFA	</a:t>
            </a:r>
            <a:r>
              <a:rPr dirty="0" sz="3200" spc="-5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’</a:t>
            </a: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确定化及最小化。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1494" y="29082"/>
            <a:ext cx="248411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38621" y="101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20574"/>
            <a:ext cx="9144000" cy="4343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20574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78739" y="46100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915283" y="46100"/>
            <a:ext cx="226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6529578" y="46100"/>
            <a:ext cx="1993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9" name="object 9"/>
          <p:cNvSpPr/>
          <p:nvPr/>
        </p:nvSpPr>
        <p:spPr>
          <a:xfrm>
            <a:off x="3571494" y="181482"/>
            <a:ext cx="248411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238621" y="1625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88188" y="880948"/>
            <a:ext cx="128397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例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2.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6: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609471" y="932764"/>
            <a:ext cx="36366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有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=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a|b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)*(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aa|bb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a|b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644131" y="932764"/>
            <a:ext cx="19189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10" b="1">
                <a:solidFill>
                  <a:srgbClr val="FFFF00"/>
                </a:solidFill>
                <a:latin typeface="宋体"/>
                <a:cs typeface="宋体"/>
              </a:rPr>
              <a:t>最</a:t>
            </a:r>
            <a:r>
              <a:rPr dirty="0" sz="2800" spc="-15" b="1">
                <a:solidFill>
                  <a:srgbClr val="FFFF00"/>
                </a:solidFill>
                <a:latin typeface="宋体"/>
                <a:cs typeface="宋体"/>
              </a:rPr>
              <a:t>小</a:t>
            </a:r>
            <a:r>
              <a:rPr dirty="0" sz="2800" spc="-74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75" b="1">
                <a:solidFill>
                  <a:srgbClr val="FFFF00"/>
                </a:solidFill>
                <a:latin typeface="Times New Roman"/>
                <a:cs typeface="Times New Roman"/>
              </a:rPr>
              <a:t>DFA</a:t>
            </a:r>
            <a:r>
              <a:rPr dirty="0" sz="2800" spc="-17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5509259" y="1037844"/>
            <a:ext cx="949960" cy="287020"/>
          </a:xfrm>
          <a:custGeom>
            <a:avLst/>
            <a:gdLst/>
            <a:ahLst/>
            <a:cxnLst/>
            <a:rect l="l" t="t" r="r" b="b"/>
            <a:pathLst>
              <a:path w="949960" h="287019">
                <a:moveTo>
                  <a:pt x="711453" y="0"/>
                </a:moveTo>
                <a:lnTo>
                  <a:pt x="711453" y="71627"/>
                </a:lnTo>
                <a:lnTo>
                  <a:pt x="0" y="71627"/>
                </a:lnTo>
                <a:lnTo>
                  <a:pt x="0" y="214883"/>
                </a:lnTo>
                <a:lnTo>
                  <a:pt x="711453" y="214883"/>
                </a:lnTo>
                <a:lnTo>
                  <a:pt x="711453" y="286511"/>
                </a:lnTo>
                <a:lnTo>
                  <a:pt x="949451" y="143255"/>
                </a:lnTo>
                <a:lnTo>
                  <a:pt x="711453" y="0"/>
                </a:lnTo>
                <a:close/>
              </a:path>
            </a:pathLst>
          </a:custGeom>
          <a:solidFill>
            <a:srgbClr val="FFCCCC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5509259" y="1037844"/>
            <a:ext cx="949960" cy="287020"/>
          </a:xfrm>
          <a:custGeom>
            <a:avLst/>
            <a:gdLst/>
            <a:ahLst/>
            <a:cxnLst/>
            <a:rect l="l" t="t" r="r" b="b"/>
            <a:pathLst>
              <a:path w="949960" h="287019">
                <a:moveTo>
                  <a:pt x="0" y="71627"/>
                </a:moveTo>
                <a:lnTo>
                  <a:pt x="711453" y="71627"/>
                </a:lnTo>
                <a:lnTo>
                  <a:pt x="711453" y="0"/>
                </a:lnTo>
                <a:lnTo>
                  <a:pt x="949451" y="143255"/>
                </a:lnTo>
                <a:lnTo>
                  <a:pt x="711453" y="286511"/>
                </a:lnTo>
                <a:lnTo>
                  <a:pt x="711453" y="214883"/>
                </a:lnTo>
                <a:lnTo>
                  <a:pt x="0" y="214883"/>
                </a:lnTo>
                <a:lnTo>
                  <a:pt x="0" y="71627"/>
                </a:lnTo>
                <a:close/>
              </a:path>
            </a:pathLst>
          </a:custGeom>
          <a:ln w="9525">
            <a:solidFill>
              <a:srgbClr val="FFCCCC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/>
          <p:nvPr/>
        </p:nvSpPr>
        <p:spPr>
          <a:xfrm>
            <a:off x="7378445" y="2113026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19">
                <a:moveTo>
                  <a:pt x="0" y="257556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6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 txBox="1"/>
          <p:nvPr/>
        </p:nvSpPr>
        <p:spPr>
          <a:xfrm>
            <a:off x="7449566" y="2164460"/>
            <a:ext cx="3524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7264145" y="2018538"/>
            <a:ext cx="708660" cy="704215"/>
          </a:xfrm>
          <a:custGeom>
            <a:avLst/>
            <a:gdLst/>
            <a:ahLst/>
            <a:cxnLst/>
            <a:rect l="l" t="t" r="r" b="b"/>
            <a:pathLst>
              <a:path w="708659" h="704214">
                <a:moveTo>
                  <a:pt x="0" y="352044"/>
                </a:moveTo>
                <a:lnTo>
                  <a:pt x="3234" y="304271"/>
                </a:lnTo>
                <a:lnTo>
                  <a:pt x="12655" y="258453"/>
                </a:lnTo>
                <a:lnTo>
                  <a:pt x="27842" y="215009"/>
                </a:lnTo>
                <a:lnTo>
                  <a:pt x="48372" y="174356"/>
                </a:lnTo>
                <a:lnTo>
                  <a:pt x="73824" y="136916"/>
                </a:lnTo>
                <a:lnTo>
                  <a:pt x="103774" y="103108"/>
                </a:lnTo>
                <a:lnTo>
                  <a:pt x="137802" y="73350"/>
                </a:lnTo>
                <a:lnTo>
                  <a:pt x="175485" y="48062"/>
                </a:lnTo>
                <a:lnTo>
                  <a:pt x="216402" y="27664"/>
                </a:lnTo>
                <a:lnTo>
                  <a:pt x="260129" y="12574"/>
                </a:lnTo>
                <a:lnTo>
                  <a:pt x="306246" y="3213"/>
                </a:lnTo>
                <a:lnTo>
                  <a:pt x="354329" y="0"/>
                </a:lnTo>
                <a:lnTo>
                  <a:pt x="402413" y="3213"/>
                </a:lnTo>
                <a:lnTo>
                  <a:pt x="448530" y="12574"/>
                </a:lnTo>
                <a:lnTo>
                  <a:pt x="492257" y="27664"/>
                </a:lnTo>
                <a:lnTo>
                  <a:pt x="533174" y="48062"/>
                </a:lnTo>
                <a:lnTo>
                  <a:pt x="570857" y="73350"/>
                </a:lnTo>
                <a:lnTo>
                  <a:pt x="604885" y="103108"/>
                </a:lnTo>
                <a:lnTo>
                  <a:pt x="634835" y="136916"/>
                </a:lnTo>
                <a:lnTo>
                  <a:pt x="660287" y="174356"/>
                </a:lnTo>
                <a:lnTo>
                  <a:pt x="680817" y="215009"/>
                </a:lnTo>
                <a:lnTo>
                  <a:pt x="696004" y="258453"/>
                </a:lnTo>
                <a:lnTo>
                  <a:pt x="705425" y="304271"/>
                </a:lnTo>
                <a:lnTo>
                  <a:pt x="708659" y="352044"/>
                </a:lnTo>
                <a:lnTo>
                  <a:pt x="705425" y="399816"/>
                </a:lnTo>
                <a:lnTo>
                  <a:pt x="696004" y="445634"/>
                </a:lnTo>
                <a:lnTo>
                  <a:pt x="680817" y="489078"/>
                </a:lnTo>
                <a:lnTo>
                  <a:pt x="660287" y="529731"/>
                </a:lnTo>
                <a:lnTo>
                  <a:pt x="634835" y="567171"/>
                </a:lnTo>
                <a:lnTo>
                  <a:pt x="604885" y="600979"/>
                </a:lnTo>
                <a:lnTo>
                  <a:pt x="570857" y="630737"/>
                </a:lnTo>
                <a:lnTo>
                  <a:pt x="533174" y="656025"/>
                </a:lnTo>
                <a:lnTo>
                  <a:pt x="492257" y="676423"/>
                </a:lnTo>
                <a:lnTo>
                  <a:pt x="448530" y="691513"/>
                </a:lnTo>
                <a:lnTo>
                  <a:pt x="402413" y="700874"/>
                </a:lnTo>
                <a:lnTo>
                  <a:pt x="354329" y="704088"/>
                </a:lnTo>
                <a:lnTo>
                  <a:pt x="306246" y="700874"/>
                </a:lnTo>
                <a:lnTo>
                  <a:pt x="260129" y="691513"/>
                </a:lnTo>
                <a:lnTo>
                  <a:pt x="216402" y="676423"/>
                </a:lnTo>
                <a:lnTo>
                  <a:pt x="175485" y="656025"/>
                </a:lnTo>
                <a:lnTo>
                  <a:pt x="137802" y="630737"/>
                </a:lnTo>
                <a:lnTo>
                  <a:pt x="103774" y="600979"/>
                </a:lnTo>
                <a:lnTo>
                  <a:pt x="73824" y="567171"/>
                </a:lnTo>
                <a:lnTo>
                  <a:pt x="48372" y="529731"/>
                </a:lnTo>
                <a:lnTo>
                  <a:pt x="27842" y="489078"/>
                </a:lnTo>
                <a:lnTo>
                  <a:pt x="12655" y="445634"/>
                </a:lnTo>
                <a:lnTo>
                  <a:pt x="3234" y="399816"/>
                </a:lnTo>
                <a:lnTo>
                  <a:pt x="0" y="352044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1143761" y="2209038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4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2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4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5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4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1220724" y="2259279"/>
            <a:ext cx="34163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303778" y="1781936"/>
            <a:ext cx="275082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a|b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)*(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aa|bb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a|b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1639061" y="2380488"/>
            <a:ext cx="5625465" cy="114300"/>
          </a:xfrm>
          <a:custGeom>
            <a:avLst/>
            <a:gdLst/>
            <a:ahLst/>
            <a:cxnLst/>
            <a:rect l="l" t="t" r="r" b="b"/>
            <a:pathLst>
              <a:path w="5625465" h="114300">
                <a:moveTo>
                  <a:pt x="5510784" y="0"/>
                </a:moveTo>
                <a:lnTo>
                  <a:pt x="5510784" y="114300"/>
                </a:lnTo>
                <a:lnTo>
                  <a:pt x="5586984" y="76200"/>
                </a:lnTo>
                <a:lnTo>
                  <a:pt x="5529834" y="76200"/>
                </a:lnTo>
                <a:lnTo>
                  <a:pt x="5529834" y="38100"/>
                </a:lnTo>
                <a:lnTo>
                  <a:pt x="5586984" y="38100"/>
                </a:lnTo>
                <a:lnTo>
                  <a:pt x="5510784" y="0"/>
                </a:lnTo>
                <a:close/>
              </a:path>
              <a:path w="5625465" h="114300">
                <a:moveTo>
                  <a:pt x="551078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10784" y="76200"/>
                </a:lnTo>
                <a:lnTo>
                  <a:pt x="5510784" y="38100"/>
                </a:lnTo>
                <a:close/>
              </a:path>
              <a:path w="5625465" h="114300">
                <a:moveTo>
                  <a:pt x="5586984" y="38100"/>
                </a:moveTo>
                <a:lnTo>
                  <a:pt x="5529834" y="38100"/>
                </a:lnTo>
                <a:lnTo>
                  <a:pt x="5529834" y="76200"/>
                </a:lnTo>
                <a:lnTo>
                  <a:pt x="5586984" y="76200"/>
                </a:lnTo>
                <a:lnTo>
                  <a:pt x="5625084" y="57150"/>
                </a:lnTo>
                <a:lnTo>
                  <a:pt x="5586984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550926" y="2380488"/>
            <a:ext cx="593090" cy="114300"/>
          </a:xfrm>
          <a:custGeom>
            <a:avLst/>
            <a:gdLst/>
            <a:ahLst/>
            <a:cxnLst/>
            <a:rect l="l" t="t" r="r" b="b"/>
            <a:pathLst>
              <a:path w="593090" h="114300">
                <a:moveTo>
                  <a:pt x="478536" y="0"/>
                </a:moveTo>
                <a:lnTo>
                  <a:pt x="478536" y="114300"/>
                </a:lnTo>
                <a:lnTo>
                  <a:pt x="554736" y="76200"/>
                </a:lnTo>
                <a:lnTo>
                  <a:pt x="497586" y="76200"/>
                </a:lnTo>
                <a:lnTo>
                  <a:pt x="497586" y="38100"/>
                </a:lnTo>
                <a:lnTo>
                  <a:pt x="554736" y="38100"/>
                </a:lnTo>
                <a:lnTo>
                  <a:pt x="478536" y="0"/>
                </a:lnTo>
                <a:close/>
              </a:path>
              <a:path w="593090" h="114300">
                <a:moveTo>
                  <a:pt x="47853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478536" y="76200"/>
                </a:lnTo>
                <a:lnTo>
                  <a:pt x="478536" y="38100"/>
                </a:lnTo>
                <a:close/>
              </a:path>
              <a:path w="593090" h="114300">
                <a:moveTo>
                  <a:pt x="554736" y="38100"/>
                </a:moveTo>
                <a:lnTo>
                  <a:pt x="497586" y="38100"/>
                </a:lnTo>
                <a:lnTo>
                  <a:pt x="497586" y="76200"/>
                </a:lnTo>
                <a:lnTo>
                  <a:pt x="554736" y="76200"/>
                </a:lnTo>
                <a:lnTo>
                  <a:pt x="592836" y="57150"/>
                </a:lnTo>
                <a:lnTo>
                  <a:pt x="554736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7411973" y="3640073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4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1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4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6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4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 txBox="1"/>
          <p:nvPr/>
        </p:nvSpPr>
        <p:spPr>
          <a:xfrm>
            <a:off x="7482840" y="3690061"/>
            <a:ext cx="353060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7297673" y="3544061"/>
            <a:ext cx="708660" cy="706120"/>
          </a:xfrm>
          <a:custGeom>
            <a:avLst/>
            <a:gdLst/>
            <a:ahLst/>
            <a:cxnLst/>
            <a:rect l="l" t="t" r="r" b="b"/>
            <a:pathLst>
              <a:path w="708659" h="706120">
                <a:moveTo>
                  <a:pt x="0" y="352806"/>
                </a:moveTo>
                <a:lnTo>
                  <a:pt x="3234" y="304938"/>
                </a:lnTo>
                <a:lnTo>
                  <a:pt x="12655" y="259027"/>
                </a:lnTo>
                <a:lnTo>
                  <a:pt x="27842" y="215491"/>
                </a:lnTo>
                <a:lnTo>
                  <a:pt x="48372" y="174752"/>
                </a:lnTo>
                <a:lnTo>
                  <a:pt x="73824" y="137230"/>
                </a:lnTo>
                <a:lnTo>
                  <a:pt x="103774" y="103346"/>
                </a:lnTo>
                <a:lnTo>
                  <a:pt x="137802" y="73521"/>
                </a:lnTo>
                <a:lnTo>
                  <a:pt x="175485" y="48175"/>
                </a:lnTo>
                <a:lnTo>
                  <a:pt x="216402" y="27729"/>
                </a:lnTo>
                <a:lnTo>
                  <a:pt x="260129" y="12604"/>
                </a:lnTo>
                <a:lnTo>
                  <a:pt x="306246" y="3221"/>
                </a:lnTo>
                <a:lnTo>
                  <a:pt x="354329" y="0"/>
                </a:lnTo>
                <a:lnTo>
                  <a:pt x="402413" y="3221"/>
                </a:lnTo>
                <a:lnTo>
                  <a:pt x="448530" y="12604"/>
                </a:lnTo>
                <a:lnTo>
                  <a:pt x="492257" y="27729"/>
                </a:lnTo>
                <a:lnTo>
                  <a:pt x="533174" y="48175"/>
                </a:lnTo>
                <a:lnTo>
                  <a:pt x="570857" y="73521"/>
                </a:lnTo>
                <a:lnTo>
                  <a:pt x="604885" y="103346"/>
                </a:lnTo>
                <a:lnTo>
                  <a:pt x="634835" y="137230"/>
                </a:lnTo>
                <a:lnTo>
                  <a:pt x="660287" y="174752"/>
                </a:lnTo>
                <a:lnTo>
                  <a:pt x="680817" y="215491"/>
                </a:lnTo>
                <a:lnTo>
                  <a:pt x="696004" y="259027"/>
                </a:lnTo>
                <a:lnTo>
                  <a:pt x="705425" y="304938"/>
                </a:lnTo>
                <a:lnTo>
                  <a:pt x="708659" y="352806"/>
                </a:lnTo>
                <a:lnTo>
                  <a:pt x="705425" y="400673"/>
                </a:lnTo>
                <a:lnTo>
                  <a:pt x="696004" y="446584"/>
                </a:lnTo>
                <a:lnTo>
                  <a:pt x="680817" y="490120"/>
                </a:lnTo>
                <a:lnTo>
                  <a:pt x="660287" y="530859"/>
                </a:lnTo>
                <a:lnTo>
                  <a:pt x="634835" y="568381"/>
                </a:lnTo>
                <a:lnTo>
                  <a:pt x="604885" y="602265"/>
                </a:lnTo>
                <a:lnTo>
                  <a:pt x="570857" y="632090"/>
                </a:lnTo>
                <a:lnTo>
                  <a:pt x="533174" y="657436"/>
                </a:lnTo>
                <a:lnTo>
                  <a:pt x="492257" y="677882"/>
                </a:lnTo>
                <a:lnTo>
                  <a:pt x="448530" y="693007"/>
                </a:lnTo>
                <a:lnTo>
                  <a:pt x="402413" y="702390"/>
                </a:lnTo>
                <a:lnTo>
                  <a:pt x="354329" y="705612"/>
                </a:lnTo>
                <a:lnTo>
                  <a:pt x="306246" y="702390"/>
                </a:lnTo>
                <a:lnTo>
                  <a:pt x="260129" y="693007"/>
                </a:lnTo>
                <a:lnTo>
                  <a:pt x="216402" y="677882"/>
                </a:lnTo>
                <a:lnTo>
                  <a:pt x="175485" y="657436"/>
                </a:lnTo>
                <a:lnTo>
                  <a:pt x="137802" y="632090"/>
                </a:lnTo>
                <a:lnTo>
                  <a:pt x="103774" y="602265"/>
                </a:lnTo>
                <a:lnTo>
                  <a:pt x="73824" y="568381"/>
                </a:lnTo>
                <a:lnTo>
                  <a:pt x="48372" y="530860"/>
                </a:lnTo>
                <a:lnTo>
                  <a:pt x="27842" y="490120"/>
                </a:lnTo>
                <a:lnTo>
                  <a:pt x="12655" y="446584"/>
                </a:lnTo>
                <a:lnTo>
                  <a:pt x="3234" y="400673"/>
                </a:lnTo>
                <a:lnTo>
                  <a:pt x="0" y="352806"/>
                </a:lnTo>
                <a:close/>
              </a:path>
            </a:pathLst>
          </a:custGeom>
          <a:ln w="38099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1177289" y="3734561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0" y="257556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299" y="257556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 txBox="1"/>
          <p:nvPr/>
        </p:nvSpPr>
        <p:spPr>
          <a:xfrm>
            <a:off x="1253997" y="3785742"/>
            <a:ext cx="3416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4133469" y="3365119"/>
            <a:ext cx="8134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20" b="1" i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1672589" y="3906011"/>
            <a:ext cx="1501140" cy="114300"/>
          </a:xfrm>
          <a:custGeom>
            <a:avLst/>
            <a:gdLst/>
            <a:ahLst/>
            <a:cxnLst/>
            <a:rect l="l" t="t" r="r" b="b"/>
            <a:pathLst>
              <a:path w="1501139" h="114300">
                <a:moveTo>
                  <a:pt x="1386840" y="0"/>
                </a:moveTo>
                <a:lnTo>
                  <a:pt x="1386840" y="114300"/>
                </a:lnTo>
                <a:lnTo>
                  <a:pt x="1463040" y="76200"/>
                </a:lnTo>
                <a:lnTo>
                  <a:pt x="1405890" y="76200"/>
                </a:lnTo>
                <a:lnTo>
                  <a:pt x="1405890" y="38100"/>
                </a:lnTo>
                <a:lnTo>
                  <a:pt x="1463040" y="38100"/>
                </a:lnTo>
                <a:lnTo>
                  <a:pt x="1386840" y="0"/>
                </a:lnTo>
                <a:close/>
              </a:path>
              <a:path w="1501139" h="114300">
                <a:moveTo>
                  <a:pt x="138684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386840" y="76200"/>
                </a:lnTo>
                <a:lnTo>
                  <a:pt x="1386840" y="38100"/>
                </a:lnTo>
                <a:close/>
              </a:path>
              <a:path w="1501139" h="114300">
                <a:moveTo>
                  <a:pt x="1463040" y="38100"/>
                </a:moveTo>
                <a:lnTo>
                  <a:pt x="1405890" y="38100"/>
                </a:lnTo>
                <a:lnTo>
                  <a:pt x="1405890" y="76200"/>
                </a:lnTo>
                <a:lnTo>
                  <a:pt x="1463040" y="76200"/>
                </a:lnTo>
                <a:lnTo>
                  <a:pt x="1501140" y="57150"/>
                </a:lnTo>
                <a:lnTo>
                  <a:pt x="1463040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3173729" y="3734561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0" y="257556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49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299" y="257556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49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3319398" y="375373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5215890" y="3705605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0" y="257556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6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5361178" y="372503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/>
          <p:nvPr/>
        </p:nvSpPr>
        <p:spPr>
          <a:xfrm>
            <a:off x="3707129" y="3925823"/>
            <a:ext cx="1503045" cy="114300"/>
          </a:xfrm>
          <a:custGeom>
            <a:avLst/>
            <a:gdLst/>
            <a:ahLst/>
            <a:cxnLst/>
            <a:rect l="l" t="t" r="r" b="b"/>
            <a:pathLst>
              <a:path w="1503045" h="114300">
                <a:moveTo>
                  <a:pt x="1388364" y="0"/>
                </a:moveTo>
                <a:lnTo>
                  <a:pt x="1388364" y="114300"/>
                </a:lnTo>
                <a:lnTo>
                  <a:pt x="1464564" y="76200"/>
                </a:lnTo>
                <a:lnTo>
                  <a:pt x="1407414" y="76200"/>
                </a:lnTo>
                <a:lnTo>
                  <a:pt x="1407414" y="38100"/>
                </a:lnTo>
                <a:lnTo>
                  <a:pt x="1464564" y="38100"/>
                </a:lnTo>
                <a:lnTo>
                  <a:pt x="1388364" y="0"/>
                </a:lnTo>
                <a:close/>
              </a:path>
              <a:path w="1503045" h="114300">
                <a:moveTo>
                  <a:pt x="138836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388364" y="76200"/>
                </a:lnTo>
                <a:lnTo>
                  <a:pt x="1388364" y="38100"/>
                </a:lnTo>
                <a:close/>
              </a:path>
              <a:path w="1503045" h="114300">
                <a:moveTo>
                  <a:pt x="1464564" y="38100"/>
                </a:moveTo>
                <a:lnTo>
                  <a:pt x="1407414" y="38100"/>
                </a:lnTo>
                <a:lnTo>
                  <a:pt x="1407414" y="76200"/>
                </a:lnTo>
                <a:lnTo>
                  <a:pt x="1464564" y="76200"/>
                </a:lnTo>
                <a:lnTo>
                  <a:pt x="1502664" y="57150"/>
                </a:lnTo>
                <a:lnTo>
                  <a:pt x="1464564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/>
          <p:nvPr/>
        </p:nvSpPr>
        <p:spPr>
          <a:xfrm>
            <a:off x="5711190" y="3925823"/>
            <a:ext cx="1586865" cy="114300"/>
          </a:xfrm>
          <a:custGeom>
            <a:avLst/>
            <a:gdLst/>
            <a:ahLst/>
            <a:cxnLst/>
            <a:rect l="l" t="t" r="r" b="b"/>
            <a:pathLst>
              <a:path w="1586865" h="114300">
                <a:moveTo>
                  <a:pt x="1472184" y="0"/>
                </a:moveTo>
                <a:lnTo>
                  <a:pt x="1472184" y="114300"/>
                </a:lnTo>
                <a:lnTo>
                  <a:pt x="1548384" y="76200"/>
                </a:lnTo>
                <a:lnTo>
                  <a:pt x="1491234" y="76200"/>
                </a:lnTo>
                <a:lnTo>
                  <a:pt x="1491234" y="38100"/>
                </a:lnTo>
                <a:lnTo>
                  <a:pt x="1548384" y="38100"/>
                </a:lnTo>
                <a:lnTo>
                  <a:pt x="1472184" y="0"/>
                </a:lnTo>
                <a:close/>
              </a:path>
              <a:path w="1586865" h="114300">
                <a:moveTo>
                  <a:pt x="147218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472184" y="76200"/>
                </a:lnTo>
                <a:lnTo>
                  <a:pt x="1472184" y="38100"/>
                </a:lnTo>
                <a:close/>
              </a:path>
              <a:path w="1586865" h="114300">
                <a:moveTo>
                  <a:pt x="1548384" y="38100"/>
                </a:moveTo>
                <a:lnTo>
                  <a:pt x="1491234" y="38100"/>
                </a:lnTo>
                <a:lnTo>
                  <a:pt x="1491234" y="76200"/>
                </a:lnTo>
                <a:lnTo>
                  <a:pt x="1548384" y="76200"/>
                </a:lnTo>
                <a:lnTo>
                  <a:pt x="1586484" y="57150"/>
                </a:lnTo>
                <a:lnTo>
                  <a:pt x="1548384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 txBox="1"/>
          <p:nvPr/>
        </p:nvSpPr>
        <p:spPr>
          <a:xfrm>
            <a:off x="1997710" y="3345941"/>
            <a:ext cx="87439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6058915" y="3365119"/>
            <a:ext cx="87439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550926" y="3925823"/>
            <a:ext cx="626745" cy="114300"/>
          </a:xfrm>
          <a:custGeom>
            <a:avLst/>
            <a:gdLst/>
            <a:ahLst/>
            <a:cxnLst/>
            <a:rect l="l" t="t" r="r" b="b"/>
            <a:pathLst>
              <a:path w="626744" h="114300">
                <a:moveTo>
                  <a:pt x="512064" y="0"/>
                </a:moveTo>
                <a:lnTo>
                  <a:pt x="512064" y="114300"/>
                </a:lnTo>
                <a:lnTo>
                  <a:pt x="588264" y="76200"/>
                </a:lnTo>
                <a:lnTo>
                  <a:pt x="531114" y="76200"/>
                </a:lnTo>
                <a:lnTo>
                  <a:pt x="531114" y="38100"/>
                </a:lnTo>
                <a:lnTo>
                  <a:pt x="588264" y="38100"/>
                </a:lnTo>
                <a:lnTo>
                  <a:pt x="512064" y="0"/>
                </a:lnTo>
                <a:close/>
              </a:path>
              <a:path w="626744" h="114300">
                <a:moveTo>
                  <a:pt x="51206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12064" y="76200"/>
                </a:lnTo>
                <a:lnTo>
                  <a:pt x="512064" y="38100"/>
                </a:lnTo>
                <a:close/>
              </a:path>
              <a:path w="626744" h="114300">
                <a:moveTo>
                  <a:pt x="588264" y="38100"/>
                </a:moveTo>
                <a:lnTo>
                  <a:pt x="531114" y="38100"/>
                </a:lnTo>
                <a:lnTo>
                  <a:pt x="531114" y="76200"/>
                </a:lnTo>
                <a:lnTo>
                  <a:pt x="588264" y="76200"/>
                </a:lnTo>
                <a:lnTo>
                  <a:pt x="626364" y="57150"/>
                </a:lnTo>
                <a:lnTo>
                  <a:pt x="588264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/>
          <p:nvPr/>
        </p:nvSpPr>
        <p:spPr>
          <a:xfrm>
            <a:off x="7488173" y="5278373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4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2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4"/>
                </a:lnTo>
                <a:lnTo>
                  <a:pt x="491310" y="302952"/>
                </a:lnTo>
                <a:lnTo>
                  <a:pt x="479807" y="346396"/>
                </a:lnTo>
                <a:lnTo>
                  <a:pt x="461489" y="386401"/>
                </a:lnTo>
                <a:lnTo>
                  <a:pt x="437057" y="422242"/>
                </a:lnTo>
                <a:lnTo>
                  <a:pt x="407210" y="453192"/>
                </a:lnTo>
                <a:lnTo>
                  <a:pt x="372646" y="478527"/>
                </a:lnTo>
                <a:lnTo>
                  <a:pt x="334065" y="497522"/>
                </a:lnTo>
                <a:lnTo>
                  <a:pt x="292166" y="509450"/>
                </a:lnTo>
                <a:lnTo>
                  <a:pt x="247650" y="513588"/>
                </a:lnTo>
                <a:lnTo>
                  <a:pt x="203133" y="509450"/>
                </a:lnTo>
                <a:lnTo>
                  <a:pt x="161234" y="497522"/>
                </a:lnTo>
                <a:lnTo>
                  <a:pt x="122653" y="478527"/>
                </a:lnTo>
                <a:lnTo>
                  <a:pt x="88089" y="453192"/>
                </a:lnTo>
                <a:lnTo>
                  <a:pt x="58242" y="422242"/>
                </a:lnTo>
                <a:lnTo>
                  <a:pt x="33810" y="386401"/>
                </a:lnTo>
                <a:lnTo>
                  <a:pt x="15492" y="346396"/>
                </a:lnTo>
                <a:lnTo>
                  <a:pt x="3989" y="302952"/>
                </a:lnTo>
                <a:lnTo>
                  <a:pt x="0" y="256794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1" name="object 41"/>
          <p:cNvSpPr txBox="1"/>
          <p:nvPr/>
        </p:nvSpPr>
        <p:spPr>
          <a:xfrm>
            <a:off x="7559293" y="5328615"/>
            <a:ext cx="3524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7373873" y="5182361"/>
            <a:ext cx="708660" cy="706120"/>
          </a:xfrm>
          <a:custGeom>
            <a:avLst/>
            <a:gdLst/>
            <a:ahLst/>
            <a:cxnLst/>
            <a:rect l="l" t="t" r="r" b="b"/>
            <a:pathLst>
              <a:path w="708659" h="706120">
                <a:moveTo>
                  <a:pt x="0" y="352806"/>
                </a:moveTo>
                <a:lnTo>
                  <a:pt x="3234" y="304938"/>
                </a:lnTo>
                <a:lnTo>
                  <a:pt x="12655" y="259027"/>
                </a:lnTo>
                <a:lnTo>
                  <a:pt x="27842" y="215491"/>
                </a:lnTo>
                <a:lnTo>
                  <a:pt x="48372" y="174751"/>
                </a:lnTo>
                <a:lnTo>
                  <a:pt x="73824" y="137230"/>
                </a:lnTo>
                <a:lnTo>
                  <a:pt x="103774" y="103346"/>
                </a:lnTo>
                <a:lnTo>
                  <a:pt x="137802" y="73521"/>
                </a:lnTo>
                <a:lnTo>
                  <a:pt x="175485" y="48175"/>
                </a:lnTo>
                <a:lnTo>
                  <a:pt x="216402" y="27729"/>
                </a:lnTo>
                <a:lnTo>
                  <a:pt x="260129" y="12604"/>
                </a:lnTo>
                <a:lnTo>
                  <a:pt x="306246" y="3221"/>
                </a:lnTo>
                <a:lnTo>
                  <a:pt x="354329" y="0"/>
                </a:lnTo>
                <a:lnTo>
                  <a:pt x="402413" y="3221"/>
                </a:lnTo>
                <a:lnTo>
                  <a:pt x="448530" y="12604"/>
                </a:lnTo>
                <a:lnTo>
                  <a:pt x="492257" y="27729"/>
                </a:lnTo>
                <a:lnTo>
                  <a:pt x="533174" y="48175"/>
                </a:lnTo>
                <a:lnTo>
                  <a:pt x="570857" y="73521"/>
                </a:lnTo>
                <a:lnTo>
                  <a:pt x="604885" y="103346"/>
                </a:lnTo>
                <a:lnTo>
                  <a:pt x="634835" y="137230"/>
                </a:lnTo>
                <a:lnTo>
                  <a:pt x="660287" y="174751"/>
                </a:lnTo>
                <a:lnTo>
                  <a:pt x="680817" y="215491"/>
                </a:lnTo>
                <a:lnTo>
                  <a:pt x="696004" y="259027"/>
                </a:lnTo>
                <a:lnTo>
                  <a:pt x="705425" y="304938"/>
                </a:lnTo>
                <a:lnTo>
                  <a:pt x="708659" y="352806"/>
                </a:lnTo>
                <a:lnTo>
                  <a:pt x="705425" y="400678"/>
                </a:lnTo>
                <a:lnTo>
                  <a:pt x="696004" y="446593"/>
                </a:lnTo>
                <a:lnTo>
                  <a:pt x="680817" y="490131"/>
                </a:lnTo>
                <a:lnTo>
                  <a:pt x="660287" y="530871"/>
                </a:lnTo>
                <a:lnTo>
                  <a:pt x="634835" y="568392"/>
                </a:lnTo>
                <a:lnTo>
                  <a:pt x="604885" y="602275"/>
                </a:lnTo>
                <a:lnTo>
                  <a:pt x="570857" y="632098"/>
                </a:lnTo>
                <a:lnTo>
                  <a:pt x="533174" y="657442"/>
                </a:lnTo>
                <a:lnTo>
                  <a:pt x="492257" y="677885"/>
                </a:lnTo>
                <a:lnTo>
                  <a:pt x="448530" y="693009"/>
                </a:lnTo>
                <a:lnTo>
                  <a:pt x="402413" y="702391"/>
                </a:lnTo>
                <a:lnTo>
                  <a:pt x="354329" y="705612"/>
                </a:lnTo>
                <a:lnTo>
                  <a:pt x="306246" y="702391"/>
                </a:lnTo>
                <a:lnTo>
                  <a:pt x="260129" y="693009"/>
                </a:lnTo>
                <a:lnTo>
                  <a:pt x="216402" y="677885"/>
                </a:lnTo>
                <a:lnTo>
                  <a:pt x="175485" y="657442"/>
                </a:lnTo>
                <a:lnTo>
                  <a:pt x="137802" y="632098"/>
                </a:lnTo>
                <a:lnTo>
                  <a:pt x="103774" y="602275"/>
                </a:lnTo>
                <a:lnTo>
                  <a:pt x="73824" y="568392"/>
                </a:lnTo>
                <a:lnTo>
                  <a:pt x="48372" y="530871"/>
                </a:lnTo>
                <a:lnTo>
                  <a:pt x="27842" y="490131"/>
                </a:lnTo>
                <a:lnTo>
                  <a:pt x="12655" y="446593"/>
                </a:lnTo>
                <a:lnTo>
                  <a:pt x="3234" y="400678"/>
                </a:lnTo>
                <a:lnTo>
                  <a:pt x="0" y="352806"/>
                </a:lnTo>
                <a:close/>
              </a:path>
            </a:pathLst>
          </a:custGeom>
          <a:ln w="38099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/>
          <p:nvPr/>
        </p:nvSpPr>
        <p:spPr>
          <a:xfrm>
            <a:off x="1386077" y="5372861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0" y="257556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49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299" y="257556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49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4" name="object 44"/>
          <p:cNvSpPr txBox="1"/>
          <p:nvPr/>
        </p:nvSpPr>
        <p:spPr>
          <a:xfrm>
            <a:off x="1463675" y="5424322"/>
            <a:ext cx="3416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033773" y="4984191"/>
            <a:ext cx="10521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aa|bb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1881377" y="5544311"/>
            <a:ext cx="443865" cy="114300"/>
          </a:xfrm>
          <a:custGeom>
            <a:avLst/>
            <a:gdLst/>
            <a:ahLst/>
            <a:cxnLst/>
            <a:rect l="l" t="t" r="r" b="b"/>
            <a:pathLst>
              <a:path w="443864" h="114300">
                <a:moveTo>
                  <a:pt x="329184" y="0"/>
                </a:moveTo>
                <a:lnTo>
                  <a:pt x="329184" y="114300"/>
                </a:lnTo>
                <a:lnTo>
                  <a:pt x="405384" y="76200"/>
                </a:lnTo>
                <a:lnTo>
                  <a:pt x="348234" y="76200"/>
                </a:lnTo>
                <a:lnTo>
                  <a:pt x="348234" y="38100"/>
                </a:lnTo>
                <a:lnTo>
                  <a:pt x="405384" y="38100"/>
                </a:lnTo>
                <a:lnTo>
                  <a:pt x="329184" y="0"/>
                </a:lnTo>
                <a:close/>
              </a:path>
              <a:path w="443864" h="114300">
                <a:moveTo>
                  <a:pt x="32918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29184" y="76200"/>
                </a:lnTo>
                <a:lnTo>
                  <a:pt x="329184" y="38100"/>
                </a:lnTo>
                <a:close/>
              </a:path>
              <a:path w="443864" h="114300">
                <a:moveTo>
                  <a:pt x="405384" y="38100"/>
                </a:moveTo>
                <a:lnTo>
                  <a:pt x="348234" y="38100"/>
                </a:lnTo>
                <a:lnTo>
                  <a:pt x="348234" y="76200"/>
                </a:lnTo>
                <a:lnTo>
                  <a:pt x="405384" y="76200"/>
                </a:lnTo>
                <a:lnTo>
                  <a:pt x="443484" y="57150"/>
                </a:lnTo>
                <a:lnTo>
                  <a:pt x="405384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/>
          <p:nvPr/>
        </p:nvSpPr>
        <p:spPr>
          <a:xfrm>
            <a:off x="3307841" y="5334761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0" y="257556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6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8" name="object 48"/>
          <p:cNvSpPr txBox="1"/>
          <p:nvPr/>
        </p:nvSpPr>
        <p:spPr>
          <a:xfrm>
            <a:off x="3452876" y="5354218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9" name="object 49"/>
          <p:cNvSpPr/>
          <p:nvPr/>
        </p:nvSpPr>
        <p:spPr>
          <a:xfrm>
            <a:off x="5310378" y="5325617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3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1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3"/>
                </a:lnTo>
                <a:lnTo>
                  <a:pt x="491310" y="302952"/>
                </a:lnTo>
                <a:lnTo>
                  <a:pt x="479807" y="346396"/>
                </a:lnTo>
                <a:lnTo>
                  <a:pt x="461489" y="386401"/>
                </a:lnTo>
                <a:lnTo>
                  <a:pt x="437057" y="422242"/>
                </a:lnTo>
                <a:lnTo>
                  <a:pt x="407210" y="453192"/>
                </a:lnTo>
                <a:lnTo>
                  <a:pt x="372646" y="478527"/>
                </a:lnTo>
                <a:lnTo>
                  <a:pt x="334065" y="497522"/>
                </a:lnTo>
                <a:lnTo>
                  <a:pt x="292166" y="509450"/>
                </a:lnTo>
                <a:lnTo>
                  <a:pt x="247650" y="513587"/>
                </a:lnTo>
                <a:lnTo>
                  <a:pt x="203133" y="509450"/>
                </a:lnTo>
                <a:lnTo>
                  <a:pt x="161234" y="497522"/>
                </a:lnTo>
                <a:lnTo>
                  <a:pt x="122653" y="478527"/>
                </a:lnTo>
                <a:lnTo>
                  <a:pt x="88089" y="453192"/>
                </a:lnTo>
                <a:lnTo>
                  <a:pt x="58242" y="422242"/>
                </a:lnTo>
                <a:lnTo>
                  <a:pt x="33810" y="386401"/>
                </a:lnTo>
                <a:lnTo>
                  <a:pt x="15492" y="346396"/>
                </a:lnTo>
                <a:lnTo>
                  <a:pt x="3989" y="302952"/>
                </a:lnTo>
                <a:lnTo>
                  <a:pt x="0" y="256793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0" name="object 50"/>
          <p:cNvSpPr txBox="1"/>
          <p:nvPr/>
        </p:nvSpPr>
        <p:spPr>
          <a:xfrm>
            <a:off x="5456682" y="534476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/>
          <p:nvPr/>
        </p:nvSpPr>
        <p:spPr>
          <a:xfrm>
            <a:off x="3841241" y="5526023"/>
            <a:ext cx="1501140" cy="114300"/>
          </a:xfrm>
          <a:custGeom>
            <a:avLst/>
            <a:gdLst/>
            <a:ahLst/>
            <a:cxnLst/>
            <a:rect l="l" t="t" r="r" b="b"/>
            <a:pathLst>
              <a:path w="1501139" h="114300">
                <a:moveTo>
                  <a:pt x="1386840" y="0"/>
                </a:moveTo>
                <a:lnTo>
                  <a:pt x="1386840" y="114300"/>
                </a:lnTo>
                <a:lnTo>
                  <a:pt x="1463040" y="76200"/>
                </a:lnTo>
                <a:lnTo>
                  <a:pt x="1405890" y="76200"/>
                </a:lnTo>
                <a:lnTo>
                  <a:pt x="1405890" y="38100"/>
                </a:lnTo>
                <a:lnTo>
                  <a:pt x="1463040" y="38100"/>
                </a:lnTo>
                <a:lnTo>
                  <a:pt x="1386840" y="0"/>
                </a:lnTo>
                <a:close/>
              </a:path>
              <a:path w="1501139" h="114300">
                <a:moveTo>
                  <a:pt x="138684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386840" y="76200"/>
                </a:lnTo>
                <a:lnTo>
                  <a:pt x="1386840" y="38100"/>
                </a:lnTo>
                <a:close/>
              </a:path>
              <a:path w="1501139" h="114300">
                <a:moveTo>
                  <a:pt x="1463040" y="38100"/>
                </a:moveTo>
                <a:lnTo>
                  <a:pt x="1405890" y="38100"/>
                </a:lnTo>
                <a:lnTo>
                  <a:pt x="1405890" y="76200"/>
                </a:lnTo>
                <a:lnTo>
                  <a:pt x="1463040" y="76200"/>
                </a:lnTo>
                <a:lnTo>
                  <a:pt x="1501140" y="57150"/>
                </a:lnTo>
                <a:lnTo>
                  <a:pt x="1463040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2" name="object 52"/>
          <p:cNvSpPr/>
          <p:nvPr/>
        </p:nvSpPr>
        <p:spPr>
          <a:xfrm>
            <a:off x="5805678" y="5544311"/>
            <a:ext cx="624840" cy="114300"/>
          </a:xfrm>
          <a:custGeom>
            <a:avLst/>
            <a:gdLst/>
            <a:ahLst/>
            <a:cxnLst/>
            <a:rect l="l" t="t" r="r" b="b"/>
            <a:pathLst>
              <a:path w="624839" h="114300">
                <a:moveTo>
                  <a:pt x="510539" y="0"/>
                </a:moveTo>
                <a:lnTo>
                  <a:pt x="510539" y="114300"/>
                </a:lnTo>
                <a:lnTo>
                  <a:pt x="586739" y="76200"/>
                </a:lnTo>
                <a:lnTo>
                  <a:pt x="529589" y="76200"/>
                </a:lnTo>
                <a:lnTo>
                  <a:pt x="529589" y="38100"/>
                </a:lnTo>
                <a:lnTo>
                  <a:pt x="586739" y="38100"/>
                </a:lnTo>
                <a:lnTo>
                  <a:pt x="510539" y="0"/>
                </a:lnTo>
                <a:close/>
              </a:path>
              <a:path w="624839" h="114300">
                <a:moveTo>
                  <a:pt x="51053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10539" y="76200"/>
                </a:lnTo>
                <a:lnTo>
                  <a:pt x="510539" y="38100"/>
                </a:lnTo>
                <a:close/>
              </a:path>
              <a:path w="624839" h="114300">
                <a:moveTo>
                  <a:pt x="586739" y="38100"/>
                </a:moveTo>
                <a:lnTo>
                  <a:pt x="529589" y="38100"/>
                </a:lnTo>
                <a:lnTo>
                  <a:pt x="529589" y="76200"/>
                </a:lnTo>
                <a:lnTo>
                  <a:pt x="586739" y="76200"/>
                </a:lnTo>
                <a:lnTo>
                  <a:pt x="624839" y="57150"/>
                </a:lnTo>
                <a:lnTo>
                  <a:pt x="586739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3" name="object 53"/>
          <p:cNvSpPr/>
          <p:nvPr/>
        </p:nvSpPr>
        <p:spPr>
          <a:xfrm>
            <a:off x="2324861" y="5372861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247650" y="0"/>
                </a:moveTo>
                <a:lnTo>
                  <a:pt x="203133" y="4149"/>
                </a:lnTo>
                <a:lnTo>
                  <a:pt x="161234" y="16113"/>
                </a:lnTo>
                <a:lnTo>
                  <a:pt x="122653" y="35164"/>
                </a:lnTo>
                <a:lnTo>
                  <a:pt x="88089" y="60575"/>
                </a:lnTo>
                <a:lnTo>
                  <a:pt x="58242" y="91617"/>
                </a:lnTo>
                <a:lnTo>
                  <a:pt x="33810" y="127564"/>
                </a:lnTo>
                <a:lnTo>
                  <a:pt x="15492" y="167688"/>
                </a:lnTo>
                <a:lnTo>
                  <a:pt x="3989" y="211261"/>
                </a:lnTo>
                <a:lnTo>
                  <a:pt x="0" y="257556"/>
                </a:lnTo>
                <a:lnTo>
                  <a:pt x="3989" y="303850"/>
                </a:lnTo>
                <a:lnTo>
                  <a:pt x="15492" y="347423"/>
                </a:lnTo>
                <a:lnTo>
                  <a:pt x="33810" y="387547"/>
                </a:lnTo>
                <a:lnTo>
                  <a:pt x="58242" y="423494"/>
                </a:lnTo>
                <a:lnTo>
                  <a:pt x="88089" y="454536"/>
                </a:lnTo>
                <a:lnTo>
                  <a:pt x="122653" y="479947"/>
                </a:lnTo>
                <a:lnTo>
                  <a:pt x="161234" y="498998"/>
                </a:lnTo>
                <a:lnTo>
                  <a:pt x="203133" y="510962"/>
                </a:lnTo>
                <a:lnTo>
                  <a:pt x="247650" y="515112"/>
                </a:lnTo>
                <a:lnTo>
                  <a:pt x="292166" y="510962"/>
                </a:lnTo>
                <a:lnTo>
                  <a:pt x="334065" y="498998"/>
                </a:lnTo>
                <a:lnTo>
                  <a:pt x="372646" y="479947"/>
                </a:lnTo>
                <a:lnTo>
                  <a:pt x="407210" y="454536"/>
                </a:lnTo>
                <a:lnTo>
                  <a:pt x="437057" y="423494"/>
                </a:lnTo>
                <a:lnTo>
                  <a:pt x="461489" y="387547"/>
                </a:lnTo>
                <a:lnTo>
                  <a:pt x="479807" y="347423"/>
                </a:lnTo>
                <a:lnTo>
                  <a:pt x="491310" y="303850"/>
                </a:lnTo>
                <a:lnTo>
                  <a:pt x="495300" y="257556"/>
                </a:lnTo>
                <a:lnTo>
                  <a:pt x="491310" y="211261"/>
                </a:lnTo>
                <a:lnTo>
                  <a:pt x="479807" y="167688"/>
                </a:lnTo>
                <a:lnTo>
                  <a:pt x="461489" y="127564"/>
                </a:lnTo>
                <a:lnTo>
                  <a:pt x="437057" y="91617"/>
                </a:lnTo>
                <a:lnTo>
                  <a:pt x="407210" y="60575"/>
                </a:lnTo>
                <a:lnTo>
                  <a:pt x="372646" y="35164"/>
                </a:lnTo>
                <a:lnTo>
                  <a:pt x="334065" y="16113"/>
                </a:lnTo>
                <a:lnTo>
                  <a:pt x="292166" y="4149"/>
                </a:lnTo>
                <a:lnTo>
                  <a:pt x="247650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/>
          <p:nvPr/>
        </p:nvSpPr>
        <p:spPr>
          <a:xfrm>
            <a:off x="2324861" y="5372861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0" y="257556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6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5" name="object 55"/>
          <p:cNvSpPr/>
          <p:nvPr/>
        </p:nvSpPr>
        <p:spPr>
          <a:xfrm>
            <a:off x="2820161" y="5544311"/>
            <a:ext cx="443865" cy="114300"/>
          </a:xfrm>
          <a:custGeom>
            <a:avLst/>
            <a:gdLst/>
            <a:ahLst/>
            <a:cxnLst/>
            <a:rect l="l" t="t" r="r" b="b"/>
            <a:pathLst>
              <a:path w="443864" h="114300">
                <a:moveTo>
                  <a:pt x="329183" y="0"/>
                </a:moveTo>
                <a:lnTo>
                  <a:pt x="329183" y="114300"/>
                </a:lnTo>
                <a:lnTo>
                  <a:pt x="405384" y="76200"/>
                </a:lnTo>
                <a:lnTo>
                  <a:pt x="348233" y="76200"/>
                </a:lnTo>
                <a:lnTo>
                  <a:pt x="348233" y="38100"/>
                </a:lnTo>
                <a:lnTo>
                  <a:pt x="405384" y="38100"/>
                </a:lnTo>
                <a:lnTo>
                  <a:pt x="329183" y="0"/>
                </a:lnTo>
                <a:close/>
              </a:path>
              <a:path w="443864" h="114300">
                <a:moveTo>
                  <a:pt x="32918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29183" y="76200"/>
                </a:lnTo>
                <a:lnTo>
                  <a:pt x="329183" y="38100"/>
                </a:lnTo>
                <a:close/>
              </a:path>
              <a:path w="443864" h="114300">
                <a:moveTo>
                  <a:pt x="405384" y="38100"/>
                </a:moveTo>
                <a:lnTo>
                  <a:pt x="348233" y="38100"/>
                </a:lnTo>
                <a:lnTo>
                  <a:pt x="348233" y="76200"/>
                </a:lnTo>
                <a:lnTo>
                  <a:pt x="405384" y="76200"/>
                </a:lnTo>
                <a:lnTo>
                  <a:pt x="443484" y="57150"/>
                </a:lnTo>
                <a:lnTo>
                  <a:pt x="405384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6925818" y="5497067"/>
            <a:ext cx="441959" cy="114300"/>
          </a:xfrm>
          <a:custGeom>
            <a:avLst/>
            <a:gdLst/>
            <a:ahLst/>
            <a:cxnLst/>
            <a:rect l="l" t="t" r="r" b="b"/>
            <a:pathLst>
              <a:path w="441959" h="114300">
                <a:moveTo>
                  <a:pt x="327659" y="0"/>
                </a:moveTo>
                <a:lnTo>
                  <a:pt x="327659" y="114299"/>
                </a:lnTo>
                <a:lnTo>
                  <a:pt x="403859" y="76199"/>
                </a:lnTo>
                <a:lnTo>
                  <a:pt x="346709" y="76199"/>
                </a:lnTo>
                <a:lnTo>
                  <a:pt x="346709" y="38099"/>
                </a:lnTo>
                <a:lnTo>
                  <a:pt x="403859" y="38099"/>
                </a:lnTo>
                <a:lnTo>
                  <a:pt x="327659" y="0"/>
                </a:lnTo>
                <a:close/>
              </a:path>
              <a:path w="441959" h="114300">
                <a:moveTo>
                  <a:pt x="327659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327659" y="76199"/>
                </a:lnTo>
                <a:lnTo>
                  <a:pt x="327659" y="38099"/>
                </a:lnTo>
                <a:close/>
              </a:path>
              <a:path w="441959" h="114300">
                <a:moveTo>
                  <a:pt x="403859" y="38099"/>
                </a:moveTo>
                <a:lnTo>
                  <a:pt x="346709" y="38099"/>
                </a:lnTo>
                <a:lnTo>
                  <a:pt x="346709" y="76199"/>
                </a:lnTo>
                <a:lnTo>
                  <a:pt x="403859" y="76199"/>
                </a:lnTo>
                <a:lnTo>
                  <a:pt x="441959" y="57149"/>
                </a:lnTo>
                <a:lnTo>
                  <a:pt x="403859" y="38099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1948942" y="5066436"/>
            <a:ext cx="159385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spc="-5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2931667" y="5104536"/>
            <a:ext cx="159385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spc="-5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5991225" y="5046938"/>
            <a:ext cx="159385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spc="-4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60" name="object 60"/>
          <p:cNvSpPr/>
          <p:nvPr/>
        </p:nvSpPr>
        <p:spPr>
          <a:xfrm>
            <a:off x="6430517" y="5325617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247650" y="0"/>
                </a:moveTo>
                <a:lnTo>
                  <a:pt x="203133" y="4136"/>
                </a:lnTo>
                <a:lnTo>
                  <a:pt x="161234" y="16061"/>
                </a:lnTo>
                <a:lnTo>
                  <a:pt x="122653" y="35051"/>
                </a:lnTo>
                <a:lnTo>
                  <a:pt x="88089" y="60383"/>
                </a:lnTo>
                <a:lnTo>
                  <a:pt x="58242" y="91330"/>
                </a:lnTo>
                <a:lnTo>
                  <a:pt x="33810" y="127169"/>
                </a:lnTo>
                <a:lnTo>
                  <a:pt x="15492" y="167175"/>
                </a:lnTo>
                <a:lnTo>
                  <a:pt x="3989" y="210625"/>
                </a:lnTo>
                <a:lnTo>
                  <a:pt x="0" y="256793"/>
                </a:lnTo>
                <a:lnTo>
                  <a:pt x="3989" y="302952"/>
                </a:lnTo>
                <a:lnTo>
                  <a:pt x="15492" y="346396"/>
                </a:lnTo>
                <a:lnTo>
                  <a:pt x="33810" y="386401"/>
                </a:lnTo>
                <a:lnTo>
                  <a:pt x="58242" y="422242"/>
                </a:lnTo>
                <a:lnTo>
                  <a:pt x="88089" y="453192"/>
                </a:lnTo>
                <a:lnTo>
                  <a:pt x="122653" y="478527"/>
                </a:lnTo>
                <a:lnTo>
                  <a:pt x="161234" y="497522"/>
                </a:lnTo>
                <a:lnTo>
                  <a:pt x="203133" y="509450"/>
                </a:lnTo>
                <a:lnTo>
                  <a:pt x="247650" y="513587"/>
                </a:lnTo>
                <a:lnTo>
                  <a:pt x="292166" y="509450"/>
                </a:lnTo>
                <a:lnTo>
                  <a:pt x="334065" y="497522"/>
                </a:lnTo>
                <a:lnTo>
                  <a:pt x="372646" y="478527"/>
                </a:lnTo>
                <a:lnTo>
                  <a:pt x="407210" y="453192"/>
                </a:lnTo>
                <a:lnTo>
                  <a:pt x="437057" y="422242"/>
                </a:lnTo>
                <a:lnTo>
                  <a:pt x="461489" y="386401"/>
                </a:lnTo>
                <a:lnTo>
                  <a:pt x="479807" y="346396"/>
                </a:lnTo>
                <a:lnTo>
                  <a:pt x="491310" y="302952"/>
                </a:lnTo>
                <a:lnTo>
                  <a:pt x="495300" y="256793"/>
                </a:lnTo>
                <a:lnTo>
                  <a:pt x="491310" y="210625"/>
                </a:lnTo>
                <a:lnTo>
                  <a:pt x="479807" y="167175"/>
                </a:lnTo>
                <a:lnTo>
                  <a:pt x="461489" y="127169"/>
                </a:lnTo>
                <a:lnTo>
                  <a:pt x="437057" y="91330"/>
                </a:lnTo>
                <a:lnTo>
                  <a:pt x="407210" y="60383"/>
                </a:lnTo>
                <a:lnTo>
                  <a:pt x="372646" y="35051"/>
                </a:lnTo>
                <a:lnTo>
                  <a:pt x="334065" y="16061"/>
                </a:lnTo>
                <a:lnTo>
                  <a:pt x="292166" y="4136"/>
                </a:lnTo>
                <a:lnTo>
                  <a:pt x="247650" y="0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1" name="object 61"/>
          <p:cNvSpPr/>
          <p:nvPr/>
        </p:nvSpPr>
        <p:spPr>
          <a:xfrm>
            <a:off x="6430517" y="5325617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3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1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3"/>
                </a:lnTo>
                <a:lnTo>
                  <a:pt x="491310" y="302952"/>
                </a:lnTo>
                <a:lnTo>
                  <a:pt x="479807" y="346396"/>
                </a:lnTo>
                <a:lnTo>
                  <a:pt x="461489" y="386401"/>
                </a:lnTo>
                <a:lnTo>
                  <a:pt x="437057" y="422242"/>
                </a:lnTo>
                <a:lnTo>
                  <a:pt x="407210" y="453192"/>
                </a:lnTo>
                <a:lnTo>
                  <a:pt x="372646" y="478527"/>
                </a:lnTo>
                <a:lnTo>
                  <a:pt x="334065" y="497522"/>
                </a:lnTo>
                <a:lnTo>
                  <a:pt x="292166" y="509450"/>
                </a:lnTo>
                <a:lnTo>
                  <a:pt x="247650" y="513587"/>
                </a:lnTo>
                <a:lnTo>
                  <a:pt x="203133" y="509450"/>
                </a:lnTo>
                <a:lnTo>
                  <a:pt x="161234" y="497522"/>
                </a:lnTo>
                <a:lnTo>
                  <a:pt x="122653" y="478527"/>
                </a:lnTo>
                <a:lnTo>
                  <a:pt x="88089" y="453192"/>
                </a:lnTo>
                <a:lnTo>
                  <a:pt x="58242" y="422242"/>
                </a:lnTo>
                <a:lnTo>
                  <a:pt x="33810" y="386401"/>
                </a:lnTo>
                <a:lnTo>
                  <a:pt x="15492" y="346396"/>
                </a:lnTo>
                <a:lnTo>
                  <a:pt x="3989" y="302952"/>
                </a:lnTo>
                <a:lnTo>
                  <a:pt x="0" y="256793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2366264" y="5289296"/>
            <a:ext cx="470534" cy="1083945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16205">
              <a:lnSpc>
                <a:spcPct val="100000"/>
              </a:lnSpc>
              <a:spcBef>
                <a:spcPts val="90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,b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6491478" y="5085038"/>
            <a:ext cx="642620" cy="1237615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r" marR="5080">
              <a:lnSpc>
                <a:spcPts val="2505"/>
              </a:lnSpc>
              <a:spcBef>
                <a:spcPts val="130"/>
              </a:spcBef>
            </a:pPr>
            <a:r>
              <a:rPr dirty="0" sz="2500" spc="-45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500">
              <a:latin typeface="Symbol"/>
              <a:cs typeface="Symbol"/>
            </a:endParaRPr>
          </a:p>
          <a:p>
            <a:pPr marL="96520">
              <a:lnSpc>
                <a:spcPts val="2865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a,b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/>
          <p:nvPr/>
        </p:nvSpPr>
        <p:spPr>
          <a:xfrm>
            <a:off x="2377439" y="5832360"/>
            <a:ext cx="407034" cy="304165"/>
          </a:xfrm>
          <a:custGeom>
            <a:avLst/>
            <a:gdLst/>
            <a:ahLst/>
            <a:cxnLst/>
            <a:rect l="l" t="t" r="r" b="b"/>
            <a:pathLst>
              <a:path w="407035" h="304164">
                <a:moveTo>
                  <a:pt x="38100" y="0"/>
                </a:moveTo>
                <a:lnTo>
                  <a:pt x="0" y="1498"/>
                </a:lnTo>
                <a:lnTo>
                  <a:pt x="1016" y="28168"/>
                </a:lnTo>
                <a:lnTo>
                  <a:pt x="4064" y="55854"/>
                </a:lnTo>
                <a:lnTo>
                  <a:pt x="15621" y="109791"/>
                </a:lnTo>
                <a:lnTo>
                  <a:pt x="33655" y="160274"/>
                </a:lnTo>
                <a:lnTo>
                  <a:pt x="57023" y="205562"/>
                </a:lnTo>
                <a:lnTo>
                  <a:pt x="85217" y="244449"/>
                </a:lnTo>
                <a:lnTo>
                  <a:pt x="117602" y="275475"/>
                </a:lnTo>
                <a:lnTo>
                  <a:pt x="153543" y="296125"/>
                </a:lnTo>
                <a:lnTo>
                  <a:pt x="192912" y="304101"/>
                </a:lnTo>
                <a:lnTo>
                  <a:pt x="202819" y="303720"/>
                </a:lnTo>
                <a:lnTo>
                  <a:pt x="241808" y="292773"/>
                </a:lnTo>
                <a:lnTo>
                  <a:pt x="277368" y="269557"/>
                </a:lnTo>
                <a:lnTo>
                  <a:pt x="281310" y="266039"/>
                </a:lnTo>
                <a:lnTo>
                  <a:pt x="194564" y="266039"/>
                </a:lnTo>
                <a:lnTo>
                  <a:pt x="188341" y="265849"/>
                </a:lnTo>
                <a:lnTo>
                  <a:pt x="148336" y="250532"/>
                </a:lnTo>
                <a:lnTo>
                  <a:pt x="115062" y="220726"/>
                </a:lnTo>
                <a:lnTo>
                  <a:pt x="90170" y="186842"/>
                </a:lnTo>
                <a:lnTo>
                  <a:pt x="69087" y="146215"/>
                </a:lnTo>
                <a:lnTo>
                  <a:pt x="52578" y="100495"/>
                </a:lnTo>
                <a:lnTo>
                  <a:pt x="41910" y="51752"/>
                </a:lnTo>
                <a:lnTo>
                  <a:pt x="39116" y="26670"/>
                </a:lnTo>
                <a:lnTo>
                  <a:pt x="38100" y="0"/>
                </a:lnTo>
                <a:close/>
              </a:path>
              <a:path w="407035" h="304164">
                <a:moveTo>
                  <a:pt x="327016" y="125203"/>
                </a:moveTo>
                <a:lnTo>
                  <a:pt x="308864" y="166611"/>
                </a:lnTo>
                <a:lnTo>
                  <a:pt x="286131" y="203873"/>
                </a:lnTo>
                <a:lnTo>
                  <a:pt x="260223" y="233845"/>
                </a:lnTo>
                <a:lnTo>
                  <a:pt x="226822" y="257746"/>
                </a:lnTo>
                <a:lnTo>
                  <a:pt x="194564" y="266039"/>
                </a:lnTo>
                <a:lnTo>
                  <a:pt x="281310" y="266039"/>
                </a:lnTo>
                <a:lnTo>
                  <a:pt x="315849" y="227584"/>
                </a:lnTo>
                <a:lnTo>
                  <a:pt x="342011" y="185407"/>
                </a:lnTo>
                <a:lnTo>
                  <a:pt x="363093" y="137591"/>
                </a:lnTo>
                <a:lnTo>
                  <a:pt x="363474" y="136715"/>
                </a:lnTo>
                <a:lnTo>
                  <a:pt x="363982" y="134899"/>
                </a:lnTo>
                <a:lnTo>
                  <a:pt x="365976" y="126250"/>
                </a:lnTo>
                <a:lnTo>
                  <a:pt x="326771" y="126250"/>
                </a:lnTo>
                <a:lnTo>
                  <a:pt x="327016" y="125203"/>
                </a:lnTo>
                <a:close/>
              </a:path>
              <a:path w="407035" h="304164">
                <a:moveTo>
                  <a:pt x="327660" y="123558"/>
                </a:moveTo>
                <a:lnTo>
                  <a:pt x="327016" y="125203"/>
                </a:lnTo>
                <a:lnTo>
                  <a:pt x="326771" y="126250"/>
                </a:lnTo>
                <a:lnTo>
                  <a:pt x="327660" y="123558"/>
                </a:lnTo>
                <a:close/>
              </a:path>
              <a:path w="407035" h="304164">
                <a:moveTo>
                  <a:pt x="366597" y="123558"/>
                </a:moveTo>
                <a:lnTo>
                  <a:pt x="327660" y="123558"/>
                </a:lnTo>
                <a:lnTo>
                  <a:pt x="326771" y="126250"/>
                </a:lnTo>
                <a:lnTo>
                  <a:pt x="365976" y="126250"/>
                </a:lnTo>
                <a:lnTo>
                  <a:pt x="366597" y="123558"/>
                </a:lnTo>
                <a:close/>
              </a:path>
              <a:path w="407035" h="304164">
                <a:moveTo>
                  <a:pt x="330105" y="112018"/>
                </a:moveTo>
                <a:lnTo>
                  <a:pt x="327016" y="125203"/>
                </a:lnTo>
                <a:lnTo>
                  <a:pt x="327660" y="123558"/>
                </a:lnTo>
                <a:lnTo>
                  <a:pt x="366597" y="123558"/>
                </a:lnTo>
                <a:lnTo>
                  <a:pt x="367872" y="118033"/>
                </a:lnTo>
                <a:lnTo>
                  <a:pt x="330105" y="112018"/>
                </a:lnTo>
                <a:close/>
              </a:path>
              <a:path w="407035" h="304164">
                <a:moveTo>
                  <a:pt x="396634" y="92100"/>
                </a:moveTo>
                <a:lnTo>
                  <a:pt x="334772" y="92100"/>
                </a:lnTo>
                <a:lnTo>
                  <a:pt x="371856" y="100761"/>
                </a:lnTo>
                <a:lnTo>
                  <a:pt x="367872" y="118033"/>
                </a:lnTo>
                <a:lnTo>
                  <a:pt x="406781" y="124231"/>
                </a:lnTo>
                <a:lnTo>
                  <a:pt x="396634" y="92100"/>
                </a:lnTo>
                <a:close/>
              </a:path>
              <a:path w="407035" h="304164">
                <a:moveTo>
                  <a:pt x="334772" y="92100"/>
                </a:moveTo>
                <a:lnTo>
                  <a:pt x="330105" y="112018"/>
                </a:lnTo>
                <a:lnTo>
                  <a:pt x="367872" y="118033"/>
                </a:lnTo>
                <a:lnTo>
                  <a:pt x="371856" y="100761"/>
                </a:lnTo>
                <a:lnTo>
                  <a:pt x="334772" y="92100"/>
                </a:lnTo>
                <a:close/>
              </a:path>
              <a:path w="407035" h="304164">
                <a:moveTo>
                  <a:pt x="368300" y="2374"/>
                </a:moveTo>
                <a:lnTo>
                  <a:pt x="293878" y="106248"/>
                </a:lnTo>
                <a:lnTo>
                  <a:pt x="330105" y="112018"/>
                </a:lnTo>
                <a:lnTo>
                  <a:pt x="334772" y="92100"/>
                </a:lnTo>
                <a:lnTo>
                  <a:pt x="396634" y="92100"/>
                </a:lnTo>
                <a:lnTo>
                  <a:pt x="368300" y="2374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6483096" y="5783592"/>
            <a:ext cx="407034" cy="304165"/>
          </a:xfrm>
          <a:custGeom>
            <a:avLst/>
            <a:gdLst/>
            <a:ahLst/>
            <a:cxnLst/>
            <a:rect l="l" t="t" r="r" b="b"/>
            <a:pathLst>
              <a:path w="407034" h="304164">
                <a:moveTo>
                  <a:pt x="38100" y="0"/>
                </a:moveTo>
                <a:lnTo>
                  <a:pt x="0" y="1498"/>
                </a:lnTo>
                <a:lnTo>
                  <a:pt x="1015" y="28168"/>
                </a:lnTo>
                <a:lnTo>
                  <a:pt x="4063" y="55854"/>
                </a:lnTo>
                <a:lnTo>
                  <a:pt x="15620" y="109791"/>
                </a:lnTo>
                <a:lnTo>
                  <a:pt x="33654" y="160273"/>
                </a:lnTo>
                <a:lnTo>
                  <a:pt x="57023" y="205562"/>
                </a:lnTo>
                <a:lnTo>
                  <a:pt x="85217" y="244449"/>
                </a:lnTo>
                <a:lnTo>
                  <a:pt x="117601" y="275475"/>
                </a:lnTo>
                <a:lnTo>
                  <a:pt x="153543" y="296125"/>
                </a:lnTo>
                <a:lnTo>
                  <a:pt x="192912" y="304101"/>
                </a:lnTo>
                <a:lnTo>
                  <a:pt x="202819" y="303720"/>
                </a:lnTo>
                <a:lnTo>
                  <a:pt x="241807" y="292773"/>
                </a:lnTo>
                <a:lnTo>
                  <a:pt x="277368" y="269557"/>
                </a:lnTo>
                <a:lnTo>
                  <a:pt x="281310" y="266039"/>
                </a:lnTo>
                <a:lnTo>
                  <a:pt x="194563" y="266039"/>
                </a:lnTo>
                <a:lnTo>
                  <a:pt x="188340" y="265849"/>
                </a:lnTo>
                <a:lnTo>
                  <a:pt x="148335" y="250532"/>
                </a:lnTo>
                <a:lnTo>
                  <a:pt x="115061" y="220725"/>
                </a:lnTo>
                <a:lnTo>
                  <a:pt x="90170" y="186842"/>
                </a:lnTo>
                <a:lnTo>
                  <a:pt x="69087" y="146215"/>
                </a:lnTo>
                <a:lnTo>
                  <a:pt x="52577" y="100495"/>
                </a:lnTo>
                <a:lnTo>
                  <a:pt x="41909" y="51752"/>
                </a:lnTo>
                <a:lnTo>
                  <a:pt x="39115" y="26669"/>
                </a:lnTo>
                <a:lnTo>
                  <a:pt x="38100" y="0"/>
                </a:lnTo>
                <a:close/>
              </a:path>
              <a:path w="407034" h="304164">
                <a:moveTo>
                  <a:pt x="327016" y="125203"/>
                </a:moveTo>
                <a:lnTo>
                  <a:pt x="308863" y="166611"/>
                </a:lnTo>
                <a:lnTo>
                  <a:pt x="286130" y="203873"/>
                </a:lnTo>
                <a:lnTo>
                  <a:pt x="260223" y="233845"/>
                </a:lnTo>
                <a:lnTo>
                  <a:pt x="226822" y="257746"/>
                </a:lnTo>
                <a:lnTo>
                  <a:pt x="194563" y="266039"/>
                </a:lnTo>
                <a:lnTo>
                  <a:pt x="281310" y="266039"/>
                </a:lnTo>
                <a:lnTo>
                  <a:pt x="315849" y="227583"/>
                </a:lnTo>
                <a:lnTo>
                  <a:pt x="342010" y="185407"/>
                </a:lnTo>
                <a:lnTo>
                  <a:pt x="363093" y="137591"/>
                </a:lnTo>
                <a:lnTo>
                  <a:pt x="363474" y="136715"/>
                </a:lnTo>
                <a:lnTo>
                  <a:pt x="363981" y="134899"/>
                </a:lnTo>
                <a:lnTo>
                  <a:pt x="365976" y="126250"/>
                </a:lnTo>
                <a:lnTo>
                  <a:pt x="326771" y="126250"/>
                </a:lnTo>
                <a:lnTo>
                  <a:pt x="327016" y="125203"/>
                </a:lnTo>
                <a:close/>
              </a:path>
              <a:path w="407034" h="304164">
                <a:moveTo>
                  <a:pt x="327659" y="123558"/>
                </a:moveTo>
                <a:lnTo>
                  <a:pt x="327016" y="125203"/>
                </a:lnTo>
                <a:lnTo>
                  <a:pt x="326771" y="126250"/>
                </a:lnTo>
                <a:lnTo>
                  <a:pt x="327659" y="123558"/>
                </a:lnTo>
                <a:close/>
              </a:path>
              <a:path w="407034" h="304164">
                <a:moveTo>
                  <a:pt x="366597" y="123558"/>
                </a:moveTo>
                <a:lnTo>
                  <a:pt x="327659" y="123558"/>
                </a:lnTo>
                <a:lnTo>
                  <a:pt x="326771" y="126250"/>
                </a:lnTo>
                <a:lnTo>
                  <a:pt x="365976" y="126250"/>
                </a:lnTo>
                <a:lnTo>
                  <a:pt x="366597" y="123558"/>
                </a:lnTo>
                <a:close/>
              </a:path>
              <a:path w="407034" h="304164">
                <a:moveTo>
                  <a:pt x="330105" y="112018"/>
                </a:moveTo>
                <a:lnTo>
                  <a:pt x="327016" y="125203"/>
                </a:lnTo>
                <a:lnTo>
                  <a:pt x="327659" y="123558"/>
                </a:lnTo>
                <a:lnTo>
                  <a:pt x="366597" y="123558"/>
                </a:lnTo>
                <a:lnTo>
                  <a:pt x="367872" y="118033"/>
                </a:lnTo>
                <a:lnTo>
                  <a:pt x="330105" y="112018"/>
                </a:lnTo>
                <a:close/>
              </a:path>
              <a:path w="407034" h="304164">
                <a:moveTo>
                  <a:pt x="396634" y="92100"/>
                </a:moveTo>
                <a:lnTo>
                  <a:pt x="334772" y="92100"/>
                </a:lnTo>
                <a:lnTo>
                  <a:pt x="371855" y="100761"/>
                </a:lnTo>
                <a:lnTo>
                  <a:pt x="367872" y="118033"/>
                </a:lnTo>
                <a:lnTo>
                  <a:pt x="406780" y="124231"/>
                </a:lnTo>
                <a:lnTo>
                  <a:pt x="396634" y="92100"/>
                </a:lnTo>
                <a:close/>
              </a:path>
              <a:path w="407034" h="304164">
                <a:moveTo>
                  <a:pt x="334772" y="92100"/>
                </a:moveTo>
                <a:lnTo>
                  <a:pt x="330105" y="112018"/>
                </a:lnTo>
                <a:lnTo>
                  <a:pt x="367872" y="118033"/>
                </a:lnTo>
                <a:lnTo>
                  <a:pt x="371855" y="100761"/>
                </a:lnTo>
                <a:lnTo>
                  <a:pt x="334772" y="92100"/>
                </a:lnTo>
                <a:close/>
              </a:path>
              <a:path w="407034" h="304164">
                <a:moveTo>
                  <a:pt x="368300" y="2374"/>
                </a:moveTo>
                <a:lnTo>
                  <a:pt x="293877" y="106248"/>
                </a:lnTo>
                <a:lnTo>
                  <a:pt x="330105" y="112018"/>
                </a:lnTo>
                <a:lnTo>
                  <a:pt x="334772" y="92100"/>
                </a:lnTo>
                <a:lnTo>
                  <a:pt x="396634" y="92100"/>
                </a:lnTo>
                <a:lnTo>
                  <a:pt x="368300" y="2374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550926" y="5526023"/>
            <a:ext cx="792480" cy="114300"/>
          </a:xfrm>
          <a:custGeom>
            <a:avLst/>
            <a:gdLst/>
            <a:ahLst/>
            <a:cxnLst/>
            <a:rect l="l" t="t" r="r" b="b"/>
            <a:pathLst>
              <a:path w="792480" h="114300">
                <a:moveTo>
                  <a:pt x="678180" y="0"/>
                </a:moveTo>
                <a:lnTo>
                  <a:pt x="678180" y="114300"/>
                </a:lnTo>
                <a:lnTo>
                  <a:pt x="754380" y="76200"/>
                </a:lnTo>
                <a:lnTo>
                  <a:pt x="697230" y="76200"/>
                </a:lnTo>
                <a:lnTo>
                  <a:pt x="697230" y="38100"/>
                </a:lnTo>
                <a:lnTo>
                  <a:pt x="754380" y="38100"/>
                </a:lnTo>
                <a:lnTo>
                  <a:pt x="678180" y="0"/>
                </a:lnTo>
                <a:close/>
              </a:path>
              <a:path w="792480" h="114300">
                <a:moveTo>
                  <a:pt x="67818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678180" y="76200"/>
                </a:lnTo>
                <a:lnTo>
                  <a:pt x="678180" y="38100"/>
                </a:lnTo>
                <a:close/>
              </a:path>
              <a:path w="792480" h="114300">
                <a:moveTo>
                  <a:pt x="754380" y="38100"/>
                </a:moveTo>
                <a:lnTo>
                  <a:pt x="697230" y="38100"/>
                </a:lnTo>
                <a:lnTo>
                  <a:pt x="697230" y="76200"/>
                </a:lnTo>
                <a:lnTo>
                  <a:pt x="754380" y="76200"/>
                </a:lnTo>
                <a:lnTo>
                  <a:pt x="792480" y="57150"/>
                </a:lnTo>
                <a:lnTo>
                  <a:pt x="754380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31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89909" y="10033"/>
            <a:ext cx="249808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56782" y="0"/>
            <a:ext cx="249936" cy="1049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0574" y="761"/>
            <a:ext cx="9123426" cy="434340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0574" y="416051"/>
            <a:ext cx="9123680" cy="38100"/>
          </a:xfrm>
          <a:custGeom>
            <a:avLst/>
            <a:gdLst/>
            <a:ahLst/>
            <a:cxnLst/>
            <a:rect l="l" t="t" r="r" b="b"/>
            <a:pathLst>
              <a:path w="9123680" h="38100">
                <a:moveTo>
                  <a:pt x="0" y="38100"/>
                </a:moveTo>
                <a:lnTo>
                  <a:pt x="9123425" y="38100"/>
                </a:lnTo>
                <a:lnTo>
                  <a:pt x="9123425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0574" y="761"/>
            <a:ext cx="9123680" cy="434340"/>
          </a:xfrm>
          <a:custGeom>
            <a:avLst/>
            <a:gdLst/>
            <a:ahLst/>
            <a:cxnLst/>
            <a:rect l="l" t="t" r="r" b="b"/>
            <a:pathLst>
              <a:path w="9123680" h="434340">
                <a:moveTo>
                  <a:pt x="9123426" y="0"/>
                </a:moveTo>
                <a:lnTo>
                  <a:pt x="0" y="0"/>
                </a:lnTo>
                <a:lnTo>
                  <a:pt x="0" y="434340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97942" y="26923"/>
            <a:ext cx="3419475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34459" y="26923"/>
            <a:ext cx="226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48373" y="26923"/>
            <a:ext cx="1993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</a:t>
            </a:r>
            <a:r>
              <a:rPr dirty="0" sz="2000" spc="10" b="1">
                <a:solidFill>
                  <a:srgbClr val="A15100"/>
                </a:solidFill>
                <a:latin typeface="宋体"/>
                <a:cs typeface="宋体"/>
              </a:rPr>
              <a:t>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589909" y="162432"/>
            <a:ext cx="249808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256782" y="143382"/>
            <a:ext cx="249936" cy="11391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7543038" y="904494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5">
                <a:moveTo>
                  <a:pt x="0" y="256793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2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3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5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3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7614793" y="954100"/>
            <a:ext cx="35242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7428738" y="808481"/>
            <a:ext cx="710565" cy="706120"/>
          </a:xfrm>
          <a:custGeom>
            <a:avLst/>
            <a:gdLst/>
            <a:ahLst/>
            <a:cxnLst/>
            <a:rect l="l" t="t" r="r" b="b"/>
            <a:pathLst>
              <a:path w="710565" h="706119">
                <a:moveTo>
                  <a:pt x="0" y="352805"/>
                </a:moveTo>
                <a:lnTo>
                  <a:pt x="3242" y="304938"/>
                </a:lnTo>
                <a:lnTo>
                  <a:pt x="12685" y="259027"/>
                </a:lnTo>
                <a:lnTo>
                  <a:pt x="27908" y="215491"/>
                </a:lnTo>
                <a:lnTo>
                  <a:pt x="48485" y="174751"/>
                </a:lnTo>
                <a:lnTo>
                  <a:pt x="73995" y="137230"/>
                </a:lnTo>
                <a:lnTo>
                  <a:pt x="104013" y="103346"/>
                </a:lnTo>
                <a:lnTo>
                  <a:pt x="138116" y="73521"/>
                </a:lnTo>
                <a:lnTo>
                  <a:pt x="175880" y="48175"/>
                </a:lnTo>
                <a:lnTo>
                  <a:pt x="216884" y="27729"/>
                </a:lnTo>
                <a:lnTo>
                  <a:pt x="260702" y="12604"/>
                </a:lnTo>
                <a:lnTo>
                  <a:pt x="306913" y="3221"/>
                </a:lnTo>
                <a:lnTo>
                  <a:pt x="355091" y="0"/>
                </a:lnTo>
                <a:lnTo>
                  <a:pt x="403270" y="3221"/>
                </a:lnTo>
                <a:lnTo>
                  <a:pt x="449481" y="12604"/>
                </a:lnTo>
                <a:lnTo>
                  <a:pt x="493299" y="27729"/>
                </a:lnTo>
                <a:lnTo>
                  <a:pt x="534303" y="48175"/>
                </a:lnTo>
                <a:lnTo>
                  <a:pt x="572067" y="73521"/>
                </a:lnTo>
                <a:lnTo>
                  <a:pt x="606170" y="103346"/>
                </a:lnTo>
                <a:lnTo>
                  <a:pt x="636188" y="137230"/>
                </a:lnTo>
                <a:lnTo>
                  <a:pt x="661698" y="174751"/>
                </a:lnTo>
                <a:lnTo>
                  <a:pt x="682275" y="215491"/>
                </a:lnTo>
                <a:lnTo>
                  <a:pt x="697498" y="259027"/>
                </a:lnTo>
                <a:lnTo>
                  <a:pt x="706941" y="304938"/>
                </a:lnTo>
                <a:lnTo>
                  <a:pt x="710183" y="352805"/>
                </a:lnTo>
                <a:lnTo>
                  <a:pt x="706941" y="400673"/>
                </a:lnTo>
                <a:lnTo>
                  <a:pt x="697498" y="446584"/>
                </a:lnTo>
                <a:lnTo>
                  <a:pt x="682275" y="490120"/>
                </a:lnTo>
                <a:lnTo>
                  <a:pt x="661698" y="530859"/>
                </a:lnTo>
                <a:lnTo>
                  <a:pt x="636188" y="568381"/>
                </a:lnTo>
                <a:lnTo>
                  <a:pt x="606170" y="602265"/>
                </a:lnTo>
                <a:lnTo>
                  <a:pt x="572067" y="632090"/>
                </a:lnTo>
                <a:lnTo>
                  <a:pt x="534303" y="657436"/>
                </a:lnTo>
                <a:lnTo>
                  <a:pt x="493299" y="677882"/>
                </a:lnTo>
                <a:lnTo>
                  <a:pt x="449481" y="693007"/>
                </a:lnTo>
                <a:lnTo>
                  <a:pt x="403270" y="702390"/>
                </a:lnTo>
                <a:lnTo>
                  <a:pt x="355091" y="705612"/>
                </a:lnTo>
                <a:lnTo>
                  <a:pt x="306913" y="702390"/>
                </a:lnTo>
                <a:lnTo>
                  <a:pt x="260702" y="693007"/>
                </a:lnTo>
                <a:lnTo>
                  <a:pt x="216884" y="677882"/>
                </a:lnTo>
                <a:lnTo>
                  <a:pt x="175880" y="657436"/>
                </a:lnTo>
                <a:lnTo>
                  <a:pt x="138116" y="632090"/>
                </a:lnTo>
                <a:lnTo>
                  <a:pt x="104012" y="602265"/>
                </a:lnTo>
                <a:lnTo>
                  <a:pt x="73995" y="568381"/>
                </a:lnTo>
                <a:lnTo>
                  <a:pt x="48485" y="530860"/>
                </a:lnTo>
                <a:lnTo>
                  <a:pt x="27908" y="490120"/>
                </a:lnTo>
                <a:lnTo>
                  <a:pt x="12685" y="446584"/>
                </a:lnTo>
                <a:lnTo>
                  <a:pt x="3242" y="400673"/>
                </a:lnTo>
                <a:lnTo>
                  <a:pt x="0" y="352805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442466" y="998982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19">
                <a:moveTo>
                  <a:pt x="0" y="257555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5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5"/>
                </a:lnTo>
                <a:close/>
              </a:path>
            </a:pathLst>
          </a:custGeom>
          <a:ln w="38099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1519174" y="1049782"/>
            <a:ext cx="3416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4089272" y="609980"/>
            <a:ext cx="10515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15" b="1" i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1937766" y="1170432"/>
            <a:ext cx="441959" cy="114300"/>
          </a:xfrm>
          <a:custGeom>
            <a:avLst/>
            <a:gdLst/>
            <a:ahLst/>
            <a:cxnLst/>
            <a:rect l="l" t="t" r="r" b="b"/>
            <a:pathLst>
              <a:path w="441960" h="114300">
                <a:moveTo>
                  <a:pt x="327659" y="0"/>
                </a:moveTo>
                <a:lnTo>
                  <a:pt x="327659" y="114300"/>
                </a:lnTo>
                <a:lnTo>
                  <a:pt x="403859" y="76200"/>
                </a:lnTo>
                <a:lnTo>
                  <a:pt x="346709" y="76200"/>
                </a:lnTo>
                <a:lnTo>
                  <a:pt x="346709" y="38100"/>
                </a:lnTo>
                <a:lnTo>
                  <a:pt x="403859" y="38100"/>
                </a:lnTo>
                <a:lnTo>
                  <a:pt x="327659" y="0"/>
                </a:lnTo>
                <a:close/>
              </a:path>
              <a:path w="441960" h="114300">
                <a:moveTo>
                  <a:pt x="327659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27659" y="76200"/>
                </a:lnTo>
                <a:lnTo>
                  <a:pt x="327659" y="38100"/>
                </a:lnTo>
                <a:close/>
              </a:path>
              <a:path w="441960" h="114300">
                <a:moveTo>
                  <a:pt x="403859" y="38100"/>
                </a:moveTo>
                <a:lnTo>
                  <a:pt x="346709" y="38100"/>
                </a:lnTo>
                <a:lnTo>
                  <a:pt x="346709" y="76200"/>
                </a:lnTo>
                <a:lnTo>
                  <a:pt x="403859" y="76200"/>
                </a:lnTo>
                <a:lnTo>
                  <a:pt x="441959" y="57150"/>
                </a:lnTo>
                <a:lnTo>
                  <a:pt x="403859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9" name="object 19"/>
          <p:cNvSpPr/>
          <p:nvPr/>
        </p:nvSpPr>
        <p:spPr>
          <a:xfrm>
            <a:off x="3362705" y="960882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19">
                <a:moveTo>
                  <a:pt x="0" y="257555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5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5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0" name="object 20"/>
          <p:cNvSpPr txBox="1"/>
          <p:nvPr/>
        </p:nvSpPr>
        <p:spPr>
          <a:xfrm>
            <a:off x="3508375" y="979678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5366765" y="951738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5">
                <a:moveTo>
                  <a:pt x="0" y="256794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2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4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5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4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 txBox="1"/>
          <p:nvPr/>
        </p:nvSpPr>
        <p:spPr>
          <a:xfrm>
            <a:off x="5512053" y="97027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3896105" y="1152144"/>
            <a:ext cx="1503045" cy="114300"/>
          </a:xfrm>
          <a:custGeom>
            <a:avLst/>
            <a:gdLst/>
            <a:ahLst/>
            <a:cxnLst/>
            <a:rect l="l" t="t" r="r" b="b"/>
            <a:pathLst>
              <a:path w="1503045" h="114300">
                <a:moveTo>
                  <a:pt x="1388364" y="0"/>
                </a:moveTo>
                <a:lnTo>
                  <a:pt x="1388364" y="114300"/>
                </a:lnTo>
                <a:lnTo>
                  <a:pt x="1464564" y="76200"/>
                </a:lnTo>
                <a:lnTo>
                  <a:pt x="1407414" y="76200"/>
                </a:lnTo>
                <a:lnTo>
                  <a:pt x="1407414" y="38100"/>
                </a:lnTo>
                <a:lnTo>
                  <a:pt x="1464564" y="38100"/>
                </a:lnTo>
                <a:lnTo>
                  <a:pt x="1388364" y="0"/>
                </a:lnTo>
                <a:close/>
              </a:path>
              <a:path w="1503045" h="114300">
                <a:moveTo>
                  <a:pt x="138836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388364" y="76200"/>
                </a:lnTo>
                <a:lnTo>
                  <a:pt x="1388364" y="38100"/>
                </a:lnTo>
                <a:close/>
              </a:path>
              <a:path w="1503045" h="114300">
                <a:moveTo>
                  <a:pt x="1464564" y="38100"/>
                </a:moveTo>
                <a:lnTo>
                  <a:pt x="1407414" y="38100"/>
                </a:lnTo>
                <a:lnTo>
                  <a:pt x="1407414" y="76200"/>
                </a:lnTo>
                <a:lnTo>
                  <a:pt x="1464564" y="76200"/>
                </a:lnTo>
                <a:lnTo>
                  <a:pt x="1502664" y="57150"/>
                </a:lnTo>
                <a:lnTo>
                  <a:pt x="1464564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/>
          <p:nvPr/>
        </p:nvSpPr>
        <p:spPr>
          <a:xfrm>
            <a:off x="5862065" y="1170432"/>
            <a:ext cx="623570" cy="114300"/>
          </a:xfrm>
          <a:custGeom>
            <a:avLst/>
            <a:gdLst/>
            <a:ahLst/>
            <a:cxnLst/>
            <a:rect l="l" t="t" r="r" b="b"/>
            <a:pathLst>
              <a:path w="623570" h="114300">
                <a:moveTo>
                  <a:pt x="509016" y="0"/>
                </a:moveTo>
                <a:lnTo>
                  <a:pt x="509016" y="114300"/>
                </a:lnTo>
                <a:lnTo>
                  <a:pt x="585216" y="76200"/>
                </a:lnTo>
                <a:lnTo>
                  <a:pt x="528066" y="76200"/>
                </a:lnTo>
                <a:lnTo>
                  <a:pt x="528066" y="38100"/>
                </a:lnTo>
                <a:lnTo>
                  <a:pt x="585216" y="38100"/>
                </a:lnTo>
                <a:lnTo>
                  <a:pt x="509016" y="0"/>
                </a:lnTo>
                <a:close/>
              </a:path>
              <a:path w="623570" h="114300">
                <a:moveTo>
                  <a:pt x="509016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09016" y="76200"/>
                </a:lnTo>
                <a:lnTo>
                  <a:pt x="509016" y="38100"/>
                </a:lnTo>
                <a:close/>
              </a:path>
              <a:path w="623570" h="114300">
                <a:moveTo>
                  <a:pt x="585216" y="38100"/>
                </a:moveTo>
                <a:lnTo>
                  <a:pt x="528066" y="38100"/>
                </a:lnTo>
                <a:lnTo>
                  <a:pt x="528066" y="76200"/>
                </a:lnTo>
                <a:lnTo>
                  <a:pt x="585216" y="76200"/>
                </a:lnTo>
                <a:lnTo>
                  <a:pt x="623316" y="57150"/>
                </a:lnTo>
                <a:lnTo>
                  <a:pt x="585216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5" name="object 25"/>
          <p:cNvSpPr/>
          <p:nvPr/>
        </p:nvSpPr>
        <p:spPr>
          <a:xfrm>
            <a:off x="2379726" y="998982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19">
                <a:moveTo>
                  <a:pt x="247650" y="0"/>
                </a:moveTo>
                <a:lnTo>
                  <a:pt x="203133" y="4149"/>
                </a:lnTo>
                <a:lnTo>
                  <a:pt x="161234" y="16113"/>
                </a:lnTo>
                <a:lnTo>
                  <a:pt x="122653" y="35164"/>
                </a:lnTo>
                <a:lnTo>
                  <a:pt x="88089" y="60575"/>
                </a:lnTo>
                <a:lnTo>
                  <a:pt x="58242" y="91617"/>
                </a:lnTo>
                <a:lnTo>
                  <a:pt x="33810" y="127564"/>
                </a:lnTo>
                <a:lnTo>
                  <a:pt x="15492" y="167688"/>
                </a:lnTo>
                <a:lnTo>
                  <a:pt x="3989" y="211261"/>
                </a:lnTo>
                <a:lnTo>
                  <a:pt x="0" y="257555"/>
                </a:lnTo>
                <a:lnTo>
                  <a:pt x="3989" y="303850"/>
                </a:lnTo>
                <a:lnTo>
                  <a:pt x="15492" y="347423"/>
                </a:lnTo>
                <a:lnTo>
                  <a:pt x="33810" y="387547"/>
                </a:lnTo>
                <a:lnTo>
                  <a:pt x="58242" y="423494"/>
                </a:lnTo>
                <a:lnTo>
                  <a:pt x="88089" y="454536"/>
                </a:lnTo>
                <a:lnTo>
                  <a:pt x="122653" y="479947"/>
                </a:lnTo>
                <a:lnTo>
                  <a:pt x="161234" y="498998"/>
                </a:lnTo>
                <a:lnTo>
                  <a:pt x="203133" y="510962"/>
                </a:lnTo>
                <a:lnTo>
                  <a:pt x="247650" y="515112"/>
                </a:lnTo>
                <a:lnTo>
                  <a:pt x="292166" y="510962"/>
                </a:lnTo>
                <a:lnTo>
                  <a:pt x="334065" y="498998"/>
                </a:lnTo>
                <a:lnTo>
                  <a:pt x="372646" y="479947"/>
                </a:lnTo>
                <a:lnTo>
                  <a:pt x="407210" y="454536"/>
                </a:lnTo>
                <a:lnTo>
                  <a:pt x="437057" y="423494"/>
                </a:lnTo>
                <a:lnTo>
                  <a:pt x="461489" y="387547"/>
                </a:lnTo>
                <a:lnTo>
                  <a:pt x="479807" y="347423"/>
                </a:lnTo>
                <a:lnTo>
                  <a:pt x="491310" y="303850"/>
                </a:lnTo>
                <a:lnTo>
                  <a:pt x="495300" y="257555"/>
                </a:lnTo>
                <a:lnTo>
                  <a:pt x="491310" y="211261"/>
                </a:lnTo>
                <a:lnTo>
                  <a:pt x="479807" y="167688"/>
                </a:lnTo>
                <a:lnTo>
                  <a:pt x="461489" y="127564"/>
                </a:lnTo>
                <a:lnTo>
                  <a:pt x="437057" y="91617"/>
                </a:lnTo>
                <a:lnTo>
                  <a:pt x="407210" y="60575"/>
                </a:lnTo>
                <a:lnTo>
                  <a:pt x="372646" y="35164"/>
                </a:lnTo>
                <a:lnTo>
                  <a:pt x="334065" y="16113"/>
                </a:lnTo>
                <a:lnTo>
                  <a:pt x="292166" y="4149"/>
                </a:lnTo>
                <a:lnTo>
                  <a:pt x="247650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379726" y="998982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19">
                <a:moveTo>
                  <a:pt x="0" y="257555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5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5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/>
          <p:nvPr/>
        </p:nvSpPr>
        <p:spPr>
          <a:xfrm>
            <a:off x="2875026" y="1170432"/>
            <a:ext cx="443865" cy="114300"/>
          </a:xfrm>
          <a:custGeom>
            <a:avLst/>
            <a:gdLst/>
            <a:ahLst/>
            <a:cxnLst/>
            <a:rect l="l" t="t" r="r" b="b"/>
            <a:pathLst>
              <a:path w="443864" h="114300">
                <a:moveTo>
                  <a:pt x="329184" y="0"/>
                </a:moveTo>
                <a:lnTo>
                  <a:pt x="329184" y="114300"/>
                </a:lnTo>
                <a:lnTo>
                  <a:pt x="405384" y="76200"/>
                </a:lnTo>
                <a:lnTo>
                  <a:pt x="348234" y="76200"/>
                </a:lnTo>
                <a:lnTo>
                  <a:pt x="348234" y="38100"/>
                </a:lnTo>
                <a:lnTo>
                  <a:pt x="405384" y="38100"/>
                </a:lnTo>
                <a:lnTo>
                  <a:pt x="329184" y="0"/>
                </a:lnTo>
                <a:close/>
              </a:path>
              <a:path w="443864" h="114300">
                <a:moveTo>
                  <a:pt x="32918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29184" y="76200"/>
                </a:lnTo>
                <a:lnTo>
                  <a:pt x="329184" y="38100"/>
                </a:lnTo>
                <a:close/>
              </a:path>
              <a:path w="443864" h="114300">
                <a:moveTo>
                  <a:pt x="405384" y="38100"/>
                </a:moveTo>
                <a:lnTo>
                  <a:pt x="348234" y="38100"/>
                </a:lnTo>
                <a:lnTo>
                  <a:pt x="348234" y="76200"/>
                </a:lnTo>
                <a:lnTo>
                  <a:pt x="405384" y="76200"/>
                </a:lnTo>
                <a:lnTo>
                  <a:pt x="443484" y="57150"/>
                </a:lnTo>
                <a:lnTo>
                  <a:pt x="405384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980681" y="1123188"/>
            <a:ext cx="443865" cy="114300"/>
          </a:xfrm>
          <a:custGeom>
            <a:avLst/>
            <a:gdLst/>
            <a:ahLst/>
            <a:cxnLst/>
            <a:rect l="l" t="t" r="r" b="b"/>
            <a:pathLst>
              <a:path w="443865" h="114300">
                <a:moveTo>
                  <a:pt x="329184" y="0"/>
                </a:moveTo>
                <a:lnTo>
                  <a:pt x="329184" y="114300"/>
                </a:lnTo>
                <a:lnTo>
                  <a:pt x="405384" y="76200"/>
                </a:lnTo>
                <a:lnTo>
                  <a:pt x="348234" y="76200"/>
                </a:lnTo>
                <a:lnTo>
                  <a:pt x="348234" y="38100"/>
                </a:lnTo>
                <a:lnTo>
                  <a:pt x="405384" y="38100"/>
                </a:lnTo>
                <a:lnTo>
                  <a:pt x="329184" y="0"/>
                </a:lnTo>
                <a:close/>
              </a:path>
              <a:path w="443865" h="114300">
                <a:moveTo>
                  <a:pt x="32918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29184" y="76200"/>
                </a:lnTo>
                <a:lnTo>
                  <a:pt x="329184" y="38100"/>
                </a:lnTo>
                <a:close/>
              </a:path>
              <a:path w="443865" h="114300">
                <a:moveTo>
                  <a:pt x="405384" y="38100"/>
                </a:moveTo>
                <a:lnTo>
                  <a:pt x="348234" y="38100"/>
                </a:lnTo>
                <a:lnTo>
                  <a:pt x="348234" y="76200"/>
                </a:lnTo>
                <a:lnTo>
                  <a:pt x="405384" y="76200"/>
                </a:lnTo>
                <a:lnTo>
                  <a:pt x="443484" y="57150"/>
                </a:lnTo>
                <a:lnTo>
                  <a:pt x="405384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 txBox="1"/>
          <p:nvPr/>
        </p:nvSpPr>
        <p:spPr>
          <a:xfrm>
            <a:off x="2004441" y="691921"/>
            <a:ext cx="159385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spc="-5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2987167" y="730021"/>
            <a:ext cx="159385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spc="-5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6046978" y="672744"/>
            <a:ext cx="159385" cy="4114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2500" spc="-5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500">
              <a:latin typeface="Symbol"/>
              <a:cs typeface="Symbol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6485382" y="951738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5">
                <a:moveTo>
                  <a:pt x="247649" y="0"/>
                </a:moveTo>
                <a:lnTo>
                  <a:pt x="203133" y="4136"/>
                </a:lnTo>
                <a:lnTo>
                  <a:pt x="161234" y="16061"/>
                </a:lnTo>
                <a:lnTo>
                  <a:pt x="122653" y="35052"/>
                </a:lnTo>
                <a:lnTo>
                  <a:pt x="88089" y="60383"/>
                </a:lnTo>
                <a:lnTo>
                  <a:pt x="58242" y="91330"/>
                </a:lnTo>
                <a:lnTo>
                  <a:pt x="33810" y="127169"/>
                </a:lnTo>
                <a:lnTo>
                  <a:pt x="15492" y="167175"/>
                </a:lnTo>
                <a:lnTo>
                  <a:pt x="3989" y="210625"/>
                </a:lnTo>
                <a:lnTo>
                  <a:pt x="0" y="256794"/>
                </a:lnTo>
                <a:lnTo>
                  <a:pt x="3989" y="302962"/>
                </a:lnTo>
                <a:lnTo>
                  <a:pt x="15492" y="346412"/>
                </a:lnTo>
                <a:lnTo>
                  <a:pt x="33810" y="386418"/>
                </a:lnTo>
                <a:lnTo>
                  <a:pt x="58242" y="422257"/>
                </a:lnTo>
                <a:lnTo>
                  <a:pt x="88089" y="453204"/>
                </a:lnTo>
                <a:lnTo>
                  <a:pt x="122653" y="478536"/>
                </a:lnTo>
                <a:lnTo>
                  <a:pt x="161234" y="497526"/>
                </a:lnTo>
                <a:lnTo>
                  <a:pt x="203133" y="509451"/>
                </a:lnTo>
                <a:lnTo>
                  <a:pt x="247649" y="513588"/>
                </a:lnTo>
                <a:lnTo>
                  <a:pt x="292166" y="509451"/>
                </a:lnTo>
                <a:lnTo>
                  <a:pt x="334065" y="497526"/>
                </a:lnTo>
                <a:lnTo>
                  <a:pt x="372646" y="478536"/>
                </a:lnTo>
                <a:lnTo>
                  <a:pt x="407210" y="453204"/>
                </a:lnTo>
                <a:lnTo>
                  <a:pt x="437057" y="422257"/>
                </a:lnTo>
                <a:lnTo>
                  <a:pt x="461489" y="386418"/>
                </a:lnTo>
                <a:lnTo>
                  <a:pt x="479807" y="346412"/>
                </a:lnTo>
                <a:lnTo>
                  <a:pt x="491310" y="302962"/>
                </a:lnTo>
                <a:lnTo>
                  <a:pt x="495299" y="256794"/>
                </a:lnTo>
                <a:lnTo>
                  <a:pt x="491310" y="210625"/>
                </a:lnTo>
                <a:lnTo>
                  <a:pt x="479807" y="167175"/>
                </a:lnTo>
                <a:lnTo>
                  <a:pt x="461489" y="127169"/>
                </a:lnTo>
                <a:lnTo>
                  <a:pt x="437057" y="91330"/>
                </a:lnTo>
                <a:lnTo>
                  <a:pt x="407210" y="60383"/>
                </a:lnTo>
                <a:lnTo>
                  <a:pt x="372646" y="35052"/>
                </a:lnTo>
                <a:lnTo>
                  <a:pt x="334065" y="16061"/>
                </a:lnTo>
                <a:lnTo>
                  <a:pt x="292166" y="4136"/>
                </a:lnTo>
                <a:lnTo>
                  <a:pt x="247649" y="0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3" name="object 33"/>
          <p:cNvSpPr/>
          <p:nvPr/>
        </p:nvSpPr>
        <p:spPr>
          <a:xfrm>
            <a:off x="6485382" y="951738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5">
                <a:moveTo>
                  <a:pt x="0" y="256794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49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2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299" y="256794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49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5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4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 txBox="1"/>
          <p:nvPr/>
        </p:nvSpPr>
        <p:spPr>
          <a:xfrm>
            <a:off x="2422017" y="914679"/>
            <a:ext cx="469900" cy="1083945"/>
          </a:xfrm>
          <a:prstGeom prst="rect">
            <a:avLst/>
          </a:prstGeom>
        </p:spPr>
        <p:txBody>
          <a:bodyPr wrap="square" lIns="0" tIns="114935" rIns="0" bIns="0" rtlCol="0" vert="horz">
            <a:spAutoFit/>
          </a:bodyPr>
          <a:lstStyle/>
          <a:p>
            <a:pPr marL="116205">
              <a:lnSpc>
                <a:spcPct val="100000"/>
              </a:lnSpc>
              <a:spcBef>
                <a:spcPts val="90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546850" y="710844"/>
            <a:ext cx="642620" cy="123698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algn="r" marR="5080">
              <a:lnSpc>
                <a:spcPts val="2505"/>
              </a:lnSpc>
              <a:spcBef>
                <a:spcPts val="130"/>
              </a:spcBef>
            </a:pPr>
            <a:r>
              <a:rPr dirty="0" sz="2500" spc="-5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500">
              <a:latin typeface="Symbol"/>
              <a:cs typeface="Symbol"/>
            </a:endParaRPr>
          </a:p>
          <a:p>
            <a:pPr marL="97155">
              <a:lnSpc>
                <a:spcPts val="2865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/>
          <p:nvPr/>
        </p:nvSpPr>
        <p:spPr>
          <a:xfrm>
            <a:off x="2433827" y="1458467"/>
            <a:ext cx="407034" cy="304165"/>
          </a:xfrm>
          <a:custGeom>
            <a:avLst/>
            <a:gdLst/>
            <a:ahLst/>
            <a:cxnLst/>
            <a:rect l="l" t="t" r="r" b="b"/>
            <a:pathLst>
              <a:path w="407035" h="304164">
                <a:moveTo>
                  <a:pt x="38100" y="0"/>
                </a:moveTo>
                <a:lnTo>
                  <a:pt x="0" y="1524"/>
                </a:lnTo>
                <a:lnTo>
                  <a:pt x="1016" y="28194"/>
                </a:lnTo>
                <a:lnTo>
                  <a:pt x="4064" y="55880"/>
                </a:lnTo>
                <a:lnTo>
                  <a:pt x="15621" y="109855"/>
                </a:lnTo>
                <a:lnTo>
                  <a:pt x="33655" y="160274"/>
                </a:lnTo>
                <a:lnTo>
                  <a:pt x="57023" y="205612"/>
                </a:lnTo>
                <a:lnTo>
                  <a:pt x="85217" y="244475"/>
                </a:lnTo>
                <a:lnTo>
                  <a:pt x="117602" y="275463"/>
                </a:lnTo>
                <a:lnTo>
                  <a:pt x="153543" y="296164"/>
                </a:lnTo>
                <a:lnTo>
                  <a:pt x="192913" y="304165"/>
                </a:lnTo>
                <a:lnTo>
                  <a:pt x="202819" y="303784"/>
                </a:lnTo>
                <a:lnTo>
                  <a:pt x="241808" y="292735"/>
                </a:lnTo>
                <a:lnTo>
                  <a:pt x="277368" y="269621"/>
                </a:lnTo>
                <a:lnTo>
                  <a:pt x="281353" y="266065"/>
                </a:lnTo>
                <a:lnTo>
                  <a:pt x="194564" y="266065"/>
                </a:lnTo>
                <a:lnTo>
                  <a:pt x="188341" y="265811"/>
                </a:lnTo>
                <a:lnTo>
                  <a:pt x="148336" y="250571"/>
                </a:lnTo>
                <a:lnTo>
                  <a:pt x="115062" y="220726"/>
                </a:lnTo>
                <a:lnTo>
                  <a:pt x="90170" y="186817"/>
                </a:lnTo>
                <a:lnTo>
                  <a:pt x="69088" y="146177"/>
                </a:lnTo>
                <a:lnTo>
                  <a:pt x="52578" y="100457"/>
                </a:lnTo>
                <a:lnTo>
                  <a:pt x="41910" y="51816"/>
                </a:lnTo>
                <a:lnTo>
                  <a:pt x="39116" y="26670"/>
                </a:lnTo>
                <a:lnTo>
                  <a:pt x="38100" y="0"/>
                </a:lnTo>
                <a:close/>
              </a:path>
              <a:path w="407035" h="304164">
                <a:moveTo>
                  <a:pt x="327000" y="125259"/>
                </a:moveTo>
                <a:lnTo>
                  <a:pt x="308864" y="166624"/>
                </a:lnTo>
                <a:lnTo>
                  <a:pt x="286131" y="203835"/>
                </a:lnTo>
                <a:lnTo>
                  <a:pt x="260223" y="233807"/>
                </a:lnTo>
                <a:lnTo>
                  <a:pt x="226822" y="257810"/>
                </a:lnTo>
                <a:lnTo>
                  <a:pt x="194564" y="266065"/>
                </a:lnTo>
                <a:lnTo>
                  <a:pt x="281353" y="266065"/>
                </a:lnTo>
                <a:lnTo>
                  <a:pt x="315849" y="227584"/>
                </a:lnTo>
                <a:lnTo>
                  <a:pt x="342011" y="185420"/>
                </a:lnTo>
                <a:lnTo>
                  <a:pt x="363093" y="137541"/>
                </a:lnTo>
                <a:lnTo>
                  <a:pt x="363474" y="136779"/>
                </a:lnTo>
                <a:lnTo>
                  <a:pt x="363982" y="134874"/>
                </a:lnTo>
                <a:lnTo>
                  <a:pt x="365972" y="126237"/>
                </a:lnTo>
                <a:lnTo>
                  <a:pt x="326771" y="126237"/>
                </a:lnTo>
                <a:lnTo>
                  <a:pt x="327000" y="125259"/>
                </a:lnTo>
                <a:close/>
              </a:path>
              <a:path w="407035" h="304164">
                <a:moveTo>
                  <a:pt x="327660" y="123571"/>
                </a:moveTo>
                <a:lnTo>
                  <a:pt x="327000" y="125259"/>
                </a:lnTo>
                <a:lnTo>
                  <a:pt x="326771" y="126237"/>
                </a:lnTo>
                <a:lnTo>
                  <a:pt x="327660" y="123571"/>
                </a:lnTo>
                <a:close/>
              </a:path>
              <a:path w="407035" h="304164">
                <a:moveTo>
                  <a:pt x="366587" y="123571"/>
                </a:moveTo>
                <a:lnTo>
                  <a:pt x="327660" y="123571"/>
                </a:lnTo>
                <a:lnTo>
                  <a:pt x="326771" y="126237"/>
                </a:lnTo>
                <a:lnTo>
                  <a:pt x="365972" y="126237"/>
                </a:lnTo>
                <a:lnTo>
                  <a:pt x="366587" y="123571"/>
                </a:lnTo>
                <a:close/>
              </a:path>
              <a:path w="407035" h="304164">
                <a:moveTo>
                  <a:pt x="330095" y="112043"/>
                </a:moveTo>
                <a:lnTo>
                  <a:pt x="327000" y="125259"/>
                </a:lnTo>
                <a:lnTo>
                  <a:pt x="327660" y="123571"/>
                </a:lnTo>
                <a:lnTo>
                  <a:pt x="366587" y="123571"/>
                </a:lnTo>
                <a:lnTo>
                  <a:pt x="367863" y="118033"/>
                </a:lnTo>
                <a:lnTo>
                  <a:pt x="330095" y="112043"/>
                </a:lnTo>
                <a:close/>
              </a:path>
              <a:path w="407035" h="304164">
                <a:moveTo>
                  <a:pt x="396629" y="92075"/>
                </a:moveTo>
                <a:lnTo>
                  <a:pt x="334772" y="92075"/>
                </a:lnTo>
                <a:lnTo>
                  <a:pt x="371856" y="100711"/>
                </a:lnTo>
                <a:lnTo>
                  <a:pt x="367863" y="118033"/>
                </a:lnTo>
                <a:lnTo>
                  <a:pt x="406781" y="124206"/>
                </a:lnTo>
                <a:lnTo>
                  <a:pt x="396629" y="92075"/>
                </a:lnTo>
                <a:close/>
              </a:path>
              <a:path w="407035" h="304164">
                <a:moveTo>
                  <a:pt x="334772" y="92075"/>
                </a:moveTo>
                <a:lnTo>
                  <a:pt x="330095" y="112043"/>
                </a:lnTo>
                <a:lnTo>
                  <a:pt x="367863" y="118033"/>
                </a:lnTo>
                <a:lnTo>
                  <a:pt x="371856" y="100711"/>
                </a:lnTo>
                <a:lnTo>
                  <a:pt x="334772" y="92075"/>
                </a:lnTo>
                <a:close/>
              </a:path>
              <a:path w="407035" h="304164">
                <a:moveTo>
                  <a:pt x="368300" y="2412"/>
                </a:moveTo>
                <a:lnTo>
                  <a:pt x="293878" y="106299"/>
                </a:lnTo>
                <a:lnTo>
                  <a:pt x="330095" y="112043"/>
                </a:lnTo>
                <a:lnTo>
                  <a:pt x="334772" y="92075"/>
                </a:lnTo>
                <a:lnTo>
                  <a:pt x="396629" y="92075"/>
                </a:lnTo>
                <a:lnTo>
                  <a:pt x="368300" y="2412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7" name="object 37"/>
          <p:cNvSpPr/>
          <p:nvPr/>
        </p:nvSpPr>
        <p:spPr>
          <a:xfrm>
            <a:off x="6539483" y="1411224"/>
            <a:ext cx="407034" cy="304165"/>
          </a:xfrm>
          <a:custGeom>
            <a:avLst/>
            <a:gdLst/>
            <a:ahLst/>
            <a:cxnLst/>
            <a:rect l="l" t="t" r="r" b="b"/>
            <a:pathLst>
              <a:path w="407034" h="304164">
                <a:moveTo>
                  <a:pt x="38100" y="0"/>
                </a:moveTo>
                <a:lnTo>
                  <a:pt x="0" y="1524"/>
                </a:lnTo>
                <a:lnTo>
                  <a:pt x="1016" y="28193"/>
                </a:lnTo>
                <a:lnTo>
                  <a:pt x="4064" y="55879"/>
                </a:lnTo>
                <a:lnTo>
                  <a:pt x="15621" y="109854"/>
                </a:lnTo>
                <a:lnTo>
                  <a:pt x="33655" y="160274"/>
                </a:lnTo>
                <a:lnTo>
                  <a:pt x="57023" y="205612"/>
                </a:lnTo>
                <a:lnTo>
                  <a:pt x="85217" y="244475"/>
                </a:lnTo>
                <a:lnTo>
                  <a:pt x="117601" y="275463"/>
                </a:lnTo>
                <a:lnTo>
                  <a:pt x="153543" y="296163"/>
                </a:lnTo>
                <a:lnTo>
                  <a:pt x="192913" y="304164"/>
                </a:lnTo>
                <a:lnTo>
                  <a:pt x="202819" y="303784"/>
                </a:lnTo>
                <a:lnTo>
                  <a:pt x="241808" y="292735"/>
                </a:lnTo>
                <a:lnTo>
                  <a:pt x="277368" y="269621"/>
                </a:lnTo>
                <a:lnTo>
                  <a:pt x="281353" y="266064"/>
                </a:lnTo>
                <a:lnTo>
                  <a:pt x="194564" y="266064"/>
                </a:lnTo>
                <a:lnTo>
                  <a:pt x="188341" y="265811"/>
                </a:lnTo>
                <a:lnTo>
                  <a:pt x="148336" y="250571"/>
                </a:lnTo>
                <a:lnTo>
                  <a:pt x="115062" y="220725"/>
                </a:lnTo>
                <a:lnTo>
                  <a:pt x="90170" y="186816"/>
                </a:lnTo>
                <a:lnTo>
                  <a:pt x="69088" y="146176"/>
                </a:lnTo>
                <a:lnTo>
                  <a:pt x="52577" y="100456"/>
                </a:lnTo>
                <a:lnTo>
                  <a:pt x="41910" y="51815"/>
                </a:lnTo>
                <a:lnTo>
                  <a:pt x="39116" y="26670"/>
                </a:lnTo>
                <a:lnTo>
                  <a:pt x="38100" y="0"/>
                </a:lnTo>
                <a:close/>
              </a:path>
              <a:path w="407034" h="304164">
                <a:moveTo>
                  <a:pt x="327000" y="125259"/>
                </a:moveTo>
                <a:lnTo>
                  <a:pt x="308864" y="166624"/>
                </a:lnTo>
                <a:lnTo>
                  <a:pt x="286131" y="203835"/>
                </a:lnTo>
                <a:lnTo>
                  <a:pt x="260223" y="233806"/>
                </a:lnTo>
                <a:lnTo>
                  <a:pt x="226822" y="257810"/>
                </a:lnTo>
                <a:lnTo>
                  <a:pt x="194564" y="266064"/>
                </a:lnTo>
                <a:lnTo>
                  <a:pt x="281353" y="266064"/>
                </a:lnTo>
                <a:lnTo>
                  <a:pt x="315849" y="227584"/>
                </a:lnTo>
                <a:lnTo>
                  <a:pt x="342011" y="185420"/>
                </a:lnTo>
                <a:lnTo>
                  <a:pt x="363093" y="137540"/>
                </a:lnTo>
                <a:lnTo>
                  <a:pt x="363474" y="136778"/>
                </a:lnTo>
                <a:lnTo>
                  <a:pt x="363982" y="134874"/>
                </a:lnTo>
                <a:lnTo>
                  <a:pt x="365972" y="126237"/>
                </a:lnTo>
                <a:lnTo>
                  <a:pt x="326771" y="126237"/>
                </a:lnTo>
                <a:lnTo>
                  <a:pt x="327000" y="125259"/>
                </a:lnTo>
                <a:close/>
              </a:path>
              <a:path w="407034" h="304164">
                <a:moveTo>
                  <a:pt x="327660" y="123571"/>
                </a:moveTo>
                <a:lnTo>
                  <a:pt x="327000" y="125259"/>
                </a:lnTo>
                <a:lnTo>
                  <a:pt x="326771" y="126237"/>
                </a:lnTo>
                <a:lnTo>
                  <a:pt x="327660" y="123571"/>
                </a:lnTo>
                <a:close/>
              </a:path>
              <a:path w="407034" h="304164">
                <a:moveTo>
                  <a:pt x="366587" y="123571"/>
                </a:moveTo>
                <a:lnTo>
                  <a:pt x="327660" y="123571"/>
                </a:lnTo>
                <a:lnTo>
                  <a:pt x="326771" y="126237"/>
                </a:lnTo>
                <a:lnTo>
                  <a:pt x="365972" y="126237"/>
                </a:lnTo>
                <a:lnTo>
                  <a:pt x="366587" y="123571"/>
                </a:lnTo>
                <a:close/>
              </a:path>
              <a:path w="407034" h="304164">
                <a:moveTo>
                  <a:pt x="330095" y="112043"/>
                </a:moveTo>
                <a:lnTo>
                  <a:pt x="327000" y="125259"/>
                </a:lnTo>
                <a:lnTo>
                  <a:pt x="327660" y="123571"/>
                </a:lnTo>
                <a:lnTo>
                  <a:pt x="366587" y="123571"/>
                </a:lnTo>
                <a:lnTo>
                  <a:pt x="367863" y="118033"/>
                </a:lnTo>
                <a:lnTo>
                  <a:pt x="330095" y="112043"/>
                </a:lnTo>
                <a:close/>
              </a:path>
              <a:path w="407034" h="304164">
                <a:moveTo>
                  <a:pt x="396629" y="92075"/>
                </a:moveTo>
                <a:lnTo>
                  <a:pt x="334772" y="92075"/>
                </a:lnTo>
                <a:lnTo>
                  <a:pt x="371856" y="100711"/>
                </a:lnTo>
                <a:lnTo>
                  <a:pt x="367863" y="118033"/>
                </a:lnTo>
                <a:lnTo>
                  <a:pt x="406781" y="124205"/>
                </a:lnTo>
                <a:lnTo>
                  <a:pt x="396629" y="92075"/>
                </a:lnTo>
                <a:close/>
              </a:path>
              <a:path w="407034" h="304164">
                <a:moveTo>
                  <a:pt x="334772" y="92075"/>
                </a:moveTo>
                <a:lnTo>
                  <a:pt x="330095" y="112043"/>
                </a:lnTo>
                <a:lnTo>
                  <a:pt x="367863" y="118033"/>
                </a:lnTo>
                <a:lnTo>
                  <a:pt x="371856" y="100711"/>
                </a:lnTo>
                <a:lnTo>
                  <a:pt x="334772" y="92075"/>
                </a:lnTo>
                <a:close/>
              </a:path>
              <a:path w="407034" h="304164">
                <a:moveTo>
                  <a:pt x="368300" y="2412"/>
                </a:moveTo>
                <a:lnTo>
                  <a:pt x="293877" y="106299"/>
                </a:lnTo>
                <a:lnTo>
                  <a:pt x="330095" y="112043"/>
                </a:lnTo>
                <a:lnTo>
                  <a:pt x="334772" y="92075"/>
                </a:lnTo>
                <a:lnTo>
                  <a:pt x="396629" y="92075"/>
                </a:lnTo>
                <a:lnTo>
                  <a:pt x="368300" y="2412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770381" y="1170432"/>
            <a:ext cx="672465" cy="114300"/>
          </a:xfrm>
          <a:custGeom>
            <a:avLst/>
            <a:gdLst/>
            <a:ahLst/>
            <a:cxnLst/>
            <a:rect l="l" t="t" r="r" b="b"/>
            <a:pathLst>
              <a:path w="672465" h="114300">
                <a:moveTo>
                  <a:pt x="557784" y="0"/>
                </a:moveTo>
                <a:lnTo>
                  <a:pt x="557784" y="114300"/>
                </a:lnTo>
                <a:lnTo>
                  <a:pt x="633984" y="76200"/>
                </a:lnTo>
                <a:lnTo>
                  <a:pt x="576834" y="76200"/>
                </a:lnTo>
                <a:lnTo>
                  <a:pt x="576834" y="38100"/>
                </a:lnTo>
                <a:lnTo>
                  <a:pt x="633984" y="38100"/>
                </a:lnTo>
                <a:lnTo>
                  <a:pt x="557784" y="0"/>
                </a:lnTo>
                <a:close/>
              </a:path>
              <a:path w="672465" h="114300">
                <a:moveTo>
                  <a:pt x="55778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57784" y="76200"/>
                </a:lnTo>
                <a:lnTo>
                  <a:pt x="557784" y="38100"/>
                </a:lnTo>
                <a:close/>
              </a:path>
              <a:path w="672465" h="114300">
                <a:moveTo>
                  <a:pt x="633984" y="38100"/>
                </a:moveTo>
                <a:lnTo>
                  <a:pt x="576834" y="38100"/>
                </a:lnTo>
                <a:lnTo>
                  <a:pt x="576834" y="76200"/>
                </a:lnTo>
                <a:lnTo>
                  <a:pt x="633984" y="76200"/>
                </a:lnTo>
                <a:lnTo>
                  <a:pt x="672084" y="57150"/>
                </a:lnTo>
                <a:lnTo>
                  <a:pt x="633984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 txBox="1"/>
          <p:nvPr/>
        </p:nvSpPr>
        <p:spPr>
          <a:xfrm>
            <a:off x="7397242" y="2464689"/>
            <a:ext cx="3524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26896" y="2559811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479550" y="2736595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4207002" y="1794205"/>
            <a:ext cx="3829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3290696" y="248970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294503" y="248031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2308098" y="2527807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/>
          <p:nvPr/>
        </p:nvSpPr>
        <p:spPr>
          <a:xfrm>
            <a:off x="671322" y="2213482"/>
            <a:ext cx="7268718" cy="1057909"/>
          </a:xfrm>
          <a:prstGeom prst="rect">
            <a:avLst/>
          </a:prstGeom>
          <a:blipFill>
            <a:blip r:embed="rId6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7" name="object 47"/>
          <p:cNvSpPr txBox="1"/>
          <p:nvPr/>
        </p:nvSpPr>
        <p:spPr>
          <a:xfrm>
            <a:off x="1776222" y="2197707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2759201" y="2235807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5818759" y="2178209"/>
            <a:ext cx="18161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2531491" y="3215767"/>
            <a:ext cx="46926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a,b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6126226" y="2216309"/>
            <a:ext cx="882015" cy="150812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00355">
              <a:lnSpc>
                <a:spcPct val="100000"/>
              </a:lnSpc>
              <a:spcBef>
                <a:spcPts val="100"/>
              </a:spcBef>
              <a:tabLst>
                <a:tab pos="687705" algn="l"/>
              </a:tabLst>
            </a:pPr>
            <a:r>
              <a:rPr dirty="0" baseline="-38690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6	</a:t>
            </a: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  <a:p>
            <a:pPr marL="38100">
              <a:lnSpc>
                <a:spcPct val="100000"/>
              </a:lnSpc>
              <a:spcBef>
                <a:spcPts val="477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4218178" y="3122167"/>
            <a:ext cx="3822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bb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53" name="object 53"/>
          <p:cNvSpPr/>
          <p:nvPr/>
        </p:nvSpPr>
        <p:spPr>
          <a:xfrm>
            <a:off x="7405878" y="4929378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0" y="257556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6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4" name="object 54"/>
          <p:cNvSpPr txBox="1"/>
          <p:nvPr/>
        </p:nvSpPr>
        <p:spPr>
          <a:xfrm>
            <a:off x="7478268" y="4981447"/>
            <a:ext cx="3524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/>
          <p:nvPr/>
        </p:nvSpPr>
        <p:spPr>
          <a:xfrm>
            <a:off x="7291578" y="4834890"/>
            <a:ext cx="710565" cy="704215"/>
          </a:xfrm>
          <a:custGeom>
            <a:avLst/>
            <a:gdLst/>
            <a:ahLst/>
            <a:cxnLst/>
            <a:rect l="l" t="t" r="r" b="b"/>
            <a:pathLst>
              <a:path w="710565" h="704214">
                <a:moveTo>
                  <a:pt x="0" y="352044"/>
                </a:moveTo>
                <a:lnTo>
                  <a:pt x="3242" y="304271"/>
                </a:lnTo>
                <a:lnTo>
                  <a:pt x="12685" y="258453"/>
                </a:lnTo>
                <a:lnTo>
                  <a:pt x="27908" y="215009"/>
                </a:lnTo>
                <a:lnTo>
                  <a:pt x="48485" y="174356"/>
                </a:lnTo>
                <a:lnTo>
                  <a:pt x="73995" y="136916"/>
                </a:lnTo>
                <a:lnTo>
                  <a:pt x="104013" y="103108"/>
                </a:lnTo>
                <a:lnTo>
                  <a:pt x="138116" y="73350"/>
                </a:lnTo>
                <a:lnTo>
                  <a:pt x="175880" y="48062"/>
                </a:lnTo>
                <a:lnTo>
                  <a:pt x="216884" y="27664"/>
                </a:lnTo>
                <a:lnTo>
                  <a:pt x="260702" y="12574"/>
                </a:lnTo>
                <a:lnTo>
                  <a:pt x="306913" y="3213"/>
                </a:lnTo>
                <a:lnTo>
                  <a:pt x="355092" y="0"/>
                </a:lnTo>
                <a:lnTo>
                  <a:pt x="403270" y="3213"/>
                </a:lnTo>
                <a:lnTo>
                  <a:pt x="449481" y="12574"/>
                </a:lnTo>
                <a:lnTo>
                  <a:pt x="493299" y="27664"/>
                </a:lnTo>
                <a:lnTo>
                  <a:pt x="534303" y="48062"/>
                </a:lnTo>
                <a:lnTo>
                  <a:pt x="572067" y="73350"/>
                </a:lnTo>
                <a:lnTo>
                  <a:pt x="606171" y="103108"/>
                </a:lnTo>
                <a:lnTo>
                  <a:pt x="636188" y="136916"/>
                </a:lnTo>
                <a:lnTo>
                  <a:pt x="661698" y="174356"/>
                </a:lnTo>
                <a:lnTo>
                  <a:pt x="682275" y="215009"/>
                </a:lnTo>
                <a:lnTo>
                  <a:pt x="697498" y="258453"/>
                </a:lnTo>
                <a:lnTo>
                  <a:pt x="706941" y="304271"/>
                </a:lnTo>
                <a:lnTo>
                  <a:pt x="710183" y="352044"/>
                </a:lnTo>
                <a:lnTo>
                  <a:pt x="706941" y="399816"/>
                </a:lnTo>
                <a:lnTo>
                  <a:pt x="697498" y="445634"/>
                </a:lnTo>
                <a:lnTo>
                  <a:pt x="682275" y="489078"/>
                </a:lnTo>
                <a:lnTo>
                  <a:pt x="661698" y="529731"/>
                </a:lnTo>
                <a:lnTo>
                  <a:pt x="636188" y="567171"/>
                </a:lnTo>
                <a:lnTo>
                  <a:pt x="606170" y="600979"/>
                </a:lnTo>
                <a:lnTo>
                  <a:pt x="572067" y="630737"/>
                </a:lnTo>
                <a:lnTo>
                  <a:pt x="534303" y="656025"/>
                </a:lnTo>
                <a:lnTo>
                  <a:pt x="493299" y="676423"/>
                </a:lnTo>
                <a:lnTo>
                  <a:pt x="449481" y="691513"/>
                </a:lnTo>
                <a:lnTo>
                  <a:pt x="403270" y="700874"/>
                </a:lnTo>
                <a:lnTo>
                  <a:pt x="355092" y="704088"/>
                </a:lnTo>
                <a:lnTo>
                  <a:pt x="306913" y="700874"/>
                </a:lnTo>
                <a:lnTo>
                  <a:pt x="260702" y="691513"/>
                </a:lnTo>
                <a:lnTo>
                  <a:pt x="216884" y="676423"/>
                </a:lnTo>
                <a:lnTo>
                  <a:pt x="175880" y="656025"/>
                </a:lnTo>
                <a:lnTo>
                  <a:pt x="138116" y="630737"/>
                </a:lnTo>
                <a:lnTo>
                  <a:pt x="104013" y="600979"/>
                </a:lnTo>
                <a:lnTo>
                  <a:pt x="73995" y="567171"/>
                </a:lnTo>
                <a:lnTo>
                  <a:pt x="48485" y="529731"/>
                </a:lnTo>
                <a:lnTo>
                  <a:pt x="27908" y="489078"/>
                </a:lnTo>
                <a:lnTo>
                  <a:pt x="12685" y="445634"/>
                </a:lnTo>
                <a:lnTo>
                  <a:pt x="3242" y="399816"/>
                </a:lnTo>
                <a:lnTo>
                  <a:pt x="0" y="352044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6" name="object 56"/>
          <p:cNvSpPr/>
          <p:nvPr/>
        </p:nvSpPr>
        <p:spPr>
          <a:xfrm>
            <a:off x="1305305" y="5025390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4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1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4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6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4"/>
                </a:lnTo>
                <a:close/>
              </a:path>
            </a:pathLst>
          </a:custGeom>
          <a:ln w="38099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57" name="object 57"/>
          <p:cNvSpPr txBox="1"/>
          <p:nvPr/>
        </p:nvSpPr>
        <p:spPr>
          <a:xfrm>
            <a:off x="1382522" y="5076571"/>
            <a:ext cx="3416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/>
          <p:nvPr/>
        </p:nvSpPr>
        <p:spPr>
          <a:xfrm>
            <a:off x="1800605" y="5196840"/>
            <a:ext cx="443865" cy="114300"/>
          </a:xfrm>
          <a:custGeom>
            <a:avLst/>
            <a:gdLst/>
            <a:ahLst/>
            <a:cxnLst/>
            <a:rect l="l" t="t" r="r" b="b"/>
            <a:pathLst>
              <a:path w="443864" h="114300">
                <a:moveTo>
                  <a:pt x="329183" y="0"/>
                </a:moveTo>
                <a:lnTo>
                  <a:pt x="329183" y="114300"/>
                </a:lnTo>
                <a:lnTo>
                  <a:pt x="405383" y="76200"/>
                </a:lnTo>
                <a:lnTo>
                  <a:pt x="348233" y="76200"/>
                </a:lnTo>
                <a:lnTo>
                  <a:pt x="348233" y="38100"/>
                </a:lnTo>
                <a:lnTo>
                  <a:pt x="405383" y="38100"/>
                </a:lnTo>
                <a:lnTo>
                  <a:pt x="329183" y="0"/>
                </a:lnTo>
                <a:close/>
              </a:path>
              <a:path w="443864" h="114300">
                <a:moveTo>
                  <a:pt x="329183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29183" y="76200"/>
                </a:lnTo>
                <a:lnTo>
                  <a:pt x="329183" y="38100"/>
                </a:lnTo>
                <a:close/>
              </a:path>
              <a:path w="443864" h="114300">
                <a:moveTo>
                  <a:pt x="405383" y="38100"/>
                </a:moveTo>
                <a:lnTo>
                  <a:pt x="348233" y="38100"/>
                </a:lnTo>
                <a:lnTo>
                  <a:pt x="348233" y="76200"/>
                </a:lnTo>
                <a:lnTo>
                  <a:pt x="405383" y="76200"/>
                </a:lnTo>
                <a:lnTo>
                  <a:pt x="443483" y="57150"/>
                </a:lnTo>
                <a:lnTo>
                  <a:pt x="405383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9" name="object 59"/>
          <p:cNvSpPr/>
          <p:nvPr/>
        </p:nvSpPr>
        <p:spPr>
          <a:xfrm>
            <a:off x="3227070" y="4987290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4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2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1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4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6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4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0" name="object 60"/>
          <p:cNvSpPr txBox="1"/>
          <p:nvPr/>
        </p:nvSpPr>
        <p:spPr>
          <a:xfrm>
            <a:off x="3371850" y="500646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/>
          <p:nvPr/>
        </p:nvSpPr>
        <p:spPr>
          <a:xfrm>
            <a:off x="5229605" y="4978146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3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1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3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5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7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5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3"/>
                </a:lnTo>
                <a:close/>
              </a:path>
            </a:pathLst>
          </a:custGeom>
          <a:ln w="38099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2" name="object 62"/>
          <p:cNvSpPr txBox="1"/>
          <p:nvPr/>
        </p:nvSpPr>
        <p:spPr>
          <a:xfrm>
            <a:off x="5375528" y="4996941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3" name="object 63"/>
          <p:cNvSpPr/>
          <p:nvPr/>
        </p:nvSpPr>
        <p:spPr>
          <a:xfrm>
            <a:off x="5724905" y="5196840"/>
            <a:ext cx="624840" cy="114300"/>
          </a:xfrm>
          <a:custGeom>
            <a:avLst/>
            <a:gdLst/>
            <a:ahLst/>
            <a:cxnLst/>
            <a:rect l="l" t="t" r="r" b="b"/>
            <a:pathLst>
              <a:path w="624839" h="114300">
                <a:moveTo>
                  <a:pt x="510540" y="0"/>
                </a:moveTo>
                <a:lnTo>
                  <a:pt x="510540" y="114300"/>
                </a:lnTo>
                <a:lnTo>
                  <a:pt x="586740" y="76200"/>
                </a:lnTo>
                <a:lnTo>
                  <a:pt x="529590" y="76200"/>
                </a:lnTo>
                <a:lnTo>
                  <a:pt x="529590" y="38100"/>
                </a:lnTo>
                <a:lnTo>
                  <a:pt x="586740" y="38100"/>
                </a:lnTo>
                <a:lnTo>
                  <a:pt x="510540" y="0"/>
                </a:lnTo>
                <a:close/>
              </a:path>
              <a:path w="624839" h="114300">
                <a:moveTo>
                  <a:pt x="510540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510540" y="76200"/>
                </a:lnTo>
                <a:lnTo>
                  <a:pt x="510540" y="38100"/>
                </a:lnTo>
                <a:close/>
              </a:path>
              <a:path w="624839" h="114300">
                <a:moveTo>
                  <a:pt x="586740" y="38100"/>
                </a:moveTo>
                <a:lnTo>
                  <a:pt x="529590" y="38100"/>
                </a:lnTo>
                <a:lnTo>
                  <a:pt x="529590" y="76200"/>
                </a:lnTo>
                <a:lnTo>
                  <a:pt x="586740" y="76200"/>
                </a:lnTo>
                <a:lnTo>
                  <a:pt x="624840" y="57150"/>
                </a:lnTo>
                <a:lnTo>
                  <a:pt x="586740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4" name="object 64"/>
          <p:cNvSpPr/>
          <p:nvPr/>
        </p:nvSpPr>
        <p:spPr>
          <a:xfrm>
            <a:off x="2244089" y="5025390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247650" y="0"/>
                </a:moveTo>
                <a:lnTo>
                  <a:pt x="203133" y="4136"/>
                </a:lnTo>
                <a:lnTo>
                  <a:pt x="161234" y="16061"/>
                </a:lnTo>
                <a:lnTo>
                  <a:pt x="122653" y="35051"/>
                </a:lnTo>
                <a:lnTo>
                  <a:pt x="88089" y="60383"/>
                </a:lnTo>
                <a:lnTo>
                  <a:pt x="58242" y="91330"/>
                </a:lnTo>
                <a:lnTo>
                  <a:pt x="33810" y="127169"/>
                </a:lnTo>
                <a:lnTo>
                  <a:pt x="15492" y="167175"/>
                </a:lnTo>
                <a:lnTo>
                  <a:pt x="3989" y="210625"/>
                </a:lnTo>
                <a:lnTo>
                  <a:pt x="0" y="256794"/>
                </a:lnTo>
                <a:lnTo>
                  <a:pt x="3989" y="302962"/>
                </a:lnTo>
                <a:lnTo>
                  <a:pt x="15492" y="346412"/>
                </a:lnTo>
                <a:lnTo>
                  <a:pt x="33810" y="386418"/>
                </a:lnTo>
                <a:lnTo>
                  <a:pt x="58242" y="422257"/>
                </a:lnTo>
                <a:lnTo>
                  <a:pt x="88089" y="453204"/>
                </a:lnTo>
                <a:lnTo>
                  <a:pt x="122653" y="478536"/>
                </a:lnTo>
                <a:lnTo>
                  <a:pt x="161234" y="497526"/>
                </a:lnTo>
                <a:lnTo>
                  <a:pt x="203133" y="509451"/>
                </a:lnTo>
                <a:lnTo>
                  <a:pt x="247650" y="513588"/>
                </a:lnTo>
                <a:lnTo>
                  <a:pt x="292166" y="509451"/>
                </a:lnTo>
                <a:lnTo>
                  <a:pt x="334065" y="497526"/>
                </a:lnTo>
                <a:lnTo>
                  <a:pt x="372646" y="478536"/>
                </a:lnTo>
                <a:lnTo>
                  <a:pt x="407210" y="453204"/>
                </a:lnTo>
                <a:lnTo>
                  <a:pt x="437057" y="422257"/>
                </a:lnTo>
                <a:lnTo>
                  <a:pt x="461489" y="386418"/>
                </a:lnTo>
                <a:lnTo>
                  <a:pt x="479807" y="346412"/>
                </a:lnTo>
                <a:lnTo>
                  <a:pt x="491310" y="302962"/>
                </a:lnTo>
                <a:lnTo>
                  <a:pt x="495300" y="256794"/>
                </a:lnTo>
                <a:lnTo>
                  <a:pt x="491310" y="210625"/>
                </a:lnTo>
                <a:lnTo>
                  <a:pt x="479807" y="167175"/>
                </a:lnTo>
                <a:lnTo>
                  <a:pt x="461489" y="127169"/>
                </a:lnTo>
                <a:lnTo>
                  <a:pt x="437057" y="91330"/>
                </a:lnTo>
                <a:lnTo>
                  <a:pt x="407210" y="60383"/>
                </a:lnTo>
                <a:lnTo>
                  <a:pt x="372646" y="35051"/>
                </a:lnTo>
                <a:lnTo>
                  <a:pt x="334065" y="16061"/>
                </a:lnTo>
                <a:lnTo>
                  <a:pt x="292166" y="4136"/>
                </a:lnTo>
                <a:lnTo>
                  <a:pt x="247650" y="0"/>
                </a:lnTo>
                <a:close/>
              </a:path>
            </a:pathLst>
          </a:custGeom>
          <a:solidFill>
            <a:srgbClr val="003366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5" name="object 65"/>
          <p:cNvSpPr/>
          <p:nvPr/>
        </p:nvSpPr>
        <p:spPr>
          <a:xfrm>
            <a:off x="2244089" y="5025390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4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1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4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6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4"/>
                </a:lnTo>
                <a:close/>
              </a:path>
            </a:pathLst>
          </a:custGeom>
          <a:ln w="38099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6" name="object 66"/>
          <p:cNvSpPr/>
          <p:nvPr/>
        </p:nvSpPr>
        <p:spPr>
          <a:xfrm>
            <a:off x="2739389" y="5196840"/>
            <a:ext cx="443865" cy="114300"/>
          </a:xfrm>
          <a:custGeom>
            <a:avLst/>
            <a:gdLst/>
            <a:ahLst/>
            <a:cxnLst/>
            <a:rect l="l" t="t" r="r" b="b"/>
            <a:pathLst>
              <a:path w="443864" h="114300">
                <a:moveTo>
                  <a:pt x="329184" y="0"/>
                </a:moveTo>
                <a:lnTo>
                  <a:pt x="329184" y="114300"/>
                </a:lnTo>
                <a:lnTo>
                  <a:pt x="405384" y="76200"/>
                </a:lnTo>
                <a:lnTo>
                  <a:pt x="348234" y="76200"/>
                </a:lnTo>
                <a:lnTo>
                  <a:pt x="348234" y="38100"/>
                </a:lnTo>
                <a:lnTo>
                  <a:pt x="405384" y="38100"/>
                </a:lnTo>
                <a:lnTo>
                  <a:pt x="329184" y="0"/>
                </a:lnTo>
                <a:close/>
              </a:path>
              <a:path w="443864" h="114300">
                <a:moveTo>
                  <a:pt x="32918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29184" y="76200"/>
                </a:lnTo>
                <a:lnTo>
                  <a:pt x="329184" y="38100"/>
                </a:lnTo>
                <a:close/>
              </a:path>
              <a:path w="443864" h="114300">
                <a:moveTo>
                  <a:pt x="405384" y="38100"/>
                </a:moveTo>
                <a:lnTo>
                  <a:pt x="348234" y="38100"/>
                </a:lnTo>
                <a:lnTo>
                  <a:pt x="348234" y="76200"/>
                </a:lnTo>
                <a:lnTo>
                  <a:pt x="405384" y="76200"/>
                </a:lnTo>
                <a:lnTo>
                  <a:pt x="443484" y="57150"/>
                </a:lnTo>
                <a:lnTo>
                  <a:pt x="405384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7" name="object 67"/>
          <p:cNvSpPr/>
          <p:nvPr/>
        </p:nvSpPr>
        <p:spPr>
          <a:xfrm>
            <a:off x="6845045" y="5149596"/>
            <a:ext cx="441959" cy="114300"/>
          </a:xfrm>
          <a:custGeom>
            <a:avLst/>
            <a:gdLst/>
            <a:ahLst/>
            <a:cxnLst/>
            <a:rect l="l" t="t" r="r" b="b"/>
            <a:pathLst>
              <a:path w="441959" h="114300">
                <a:moveTo>
                  <a:pt x="327659" y="0"/>
                </a:moveTo>
                <a:lnTo>
                  <a:pt x="327659" y="114299"/>
                </a:lnTo>
                <a:lnTo>
                  <a:pt x="403859" y="76199"/>
                </a:lnTo>
                <a:lnTo>
                  <a:pt x="346709" y="76199"/>
                </a:lnTo>
                <a:lnTo>
                  <a:pt x="346709" y="38099"/>
                </a:lnTo>
                <a:lnTo>
                  <a:pt x="403859" y="38099"/>
                </a:lnTo>
                <a:lnTo>
                  <a:pt x="327659" y="0"/>
                </a:lnTo>
                <a:close/>
              </a:path>
              <a:path w="441959" h="114300">
                <a:moveTo>
                  <a:pt x="327659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327659" y="76199"/>
                </a:lnTo>
                <a:lnTo>
                  <a:pt x="327659" y="38099"/>
                </a:lnTo>
                <a:close/>
              </a:path>
              <a:path w="441959" h="114300">
                <a:moveTo>
                  <a:pt x="403859" y="38099"/>
                </a:moveTo>
                <a:lnTo>
                  <a:pt x="346709" y="38099"/>
                </a:lnTo>
                <a:lnTo>
                  <a:pt x="346709" y="76199"/>
                </a:lnTo>
                <a:lnTo>
                  <a:pt x="403859" y="76199"/>
                </a:lnTo>
                <a:lnTo>
                  <a:pt x="441959" y="57149"/>
                </a:lnTo>
                <a:lnTo>
                  <a:pt x="403859" y="38099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8" name="object 68"/>
          <p:cNvSpPr txBox="1"/>
          <p:nvPr/>
        </p:nvSpPr>
        <p:spPr>
          <a:xfrm>
            <a:off x="1857248" y="4714466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2839973" y="4752566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5899784" y="4694968"/>
            <a:ext cx="18161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6882510" y="4733068"/>
            <a:ext cx="18161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72" name="object 72"/>
          <p:cNvSpPr/>
          <p:nvPr/>
        </p:nvSpPr>
        <p:spPr>
          <a:xfrm>
            <a:off x="6349746" y="4978146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247650" y="0"/>
                </a:moveTo>
                <a:lnTo>
                  <a:pt x="203133" y="4136"/>
                </a:lnTo>
                <a:lnTo>
                  <a:pt x="161234" y="16061"/>
                </a:lnTo>
                <a:lnTo>
                  <a:pt x="122653" y="35051"/>
                </a:lnTo>
                <a:lnTo>
                  <a:pt x="88089" y="60383"/>
                </a:lnTo>
                <a:lnTo>
                  <a:pt x="58242" y="91330"/>
                </a:lnTo>
                <a:lnTo>
                  <a:pt x="33810" y="127169"/>
                </a:lnTo>
                <a:lnTo>
                  <a:pt x="15492" y="167175"/>
                </a:lnTo>
                <a:lnTo>
                  <a:pt x="3989" y="210625"/>
                </a:lnTo>
                <a:lnTo>
                  <a:pt x="0" y="256793"/>
                </a:lnTo>
                <a:lnTo>
                  <a:pt x="3989" y="302962"/>
                </a:lnTo>
                <a:lnTo>
                  <a:pt x="15492" y="346412"/>
                </a:lnTo>
                <a:lnTo>
                  <a:pt x="33810" y="386418"/>
                </a:lnTo>
                <a:lnTo>
                  <a:pt x="58242" y="422257"/>
                </a:lnTo>
                <a:lnTo>
                  <a:pt x="88089" y="453204"/>
                </a:lnTo>
                <a:lnTo>
                  <a:pt x="122653" y="478535"/>
                </a:lnTo>
                <a:lnTo>
                  <a:pt x="161234" y="497526"/>
                </a:lnTo>
                <a:lnTo>
                  <a:pt x="203133" y="509451"/>
                </a:lnTo>
                <a:lnTo>
                  <a:pt x="247650" y="513587"/>
                </a:lnTo>
                <a:lnTo>
                  <a:pt x="292166" y="509451"/>
                </a:lnTo>
                <a:lnTo>
                  <a:pt x="334065" y="497526"/>
                </a:lnTo>
                <a:lnTo>
                  <a:pt x="372646" y="478535"/>
                </a:lnTo>
                <a:lnTo>
                  <a:pt x="407210" y="453204"/>
                </a:lnTo>
                <a:lnTo>
                  <a:pt x="437057" y="422257"/>
                </a:lnTo>
                <a:lnTo>
                  <a:pt x="461489" y="386418"/>
                </a:lnTo>
                <a:lnTo>
                  <a:pt x="479807" y="346412"/>
                </a:lnTo>
                <a:lnTo>
                  <a:pt x="491310" y="302962"/>
                </a:lnTo>
                <a:lnTo>
                  <a:pt x="495300" y="256793"/>
                </a:lnTo>
                <a:lnTo>
                  <a:pt x="491310" y="210625"/>
                </a:lnTo>
                <a:lnTo>
                  <a:pt x="479807" y="167175"/>
                </a:lnTo>
                <a:lnTo>
                  <a:pt x="461489" y="127169"/>
                </a:lnTo>
                <a:lnTo>
                  <a:pt x="437057" y="91330"/>
                </a:lnTo>
                <a:lnTo>
                  <a:pt x="407210" y="60383"/>
                </a:lnTo>
                <a:lnTo>
                  <a:pt x="372646" y="35051"/>
                </a:lnTo>
                <a:lnTo>
                  <a:pt x="334065" y="16061"/>
                </a:lnTo>
                <a:lnTo>
                  <a:pt x="292166" y="4136"/>
                </a:lnTo>
                <a:lnTo>
                  <a:pt x="247650" y="0"/>
                </a:lnTo>
                <a:close/>
              </a:path>
            </a:pathLst>
          </a:custGeom>
          <a:solidFill>
            <a:srgbClr val="0033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73" name="object 73"/>
          <p:cNvSpPr/>
          <p:nvPr/>
        </p:nvSpPr>
        <p:spPr>
          <a:xfrm>
            <a:off x="6349746" y="4978146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3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1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3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5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7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5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3"/>
                </a:lnTo>
                <a:close/>
              </a:path>
            </a:pathLst>
          </a:custGeom>
          <a:ln w="38099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4" name="object 74"/>
          <p:cNvSpPr txBox="1"/>
          <p:nvPr/>
        </p:nvSpPr>
        <p:spPr>
          <a:xfrm>
            <a:off x="6495034" y="4996941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2374519" y="4904994"/>
            <a:ext cx="469265" cy="1156970"/>
          </a:xfrm>
          <a:prstGeom prst="rect">
            <a:avLst/>
          </a:prstGeom>
        </p:spPr>
        <p:txBody>
          <a:bodyPr wrap="square" lIns="0" tIns="151765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11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a,b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6432550" y="5567273"/>
            <a:ext cx="4699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/>
          <p:nvPr/>
        </p:nvSpPr>
        <p:spPr>
          <a:xfrm>
            <a:off x="4217670" y="4187190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4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1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4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6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6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8" name="object 78"/>
          <p:cNvSpPr txBox="1"/>
          <p:nvPr/>
        </p:nvSpPr>
        <p:spPr>
          <a:xfrm>
            <a:off x="4362703" y="420636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4274058" y="5787390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4"/>
                </a:moveTo>
                <a:lnTo>
                  <a:pt x="3989" y="210635"/>
                </a:lnTo>
                <a:lnTo>
                  <a:pt x="15492" y="167191"/>
                </a:lnTo>
                <a:lnTo>
                  <a:pt x="33810" y="127186"/>
                </a:lnTo>
                <a:lnTo>
                  <a:pt x="58242" y="91345"/>
                </a:lnTo>
                <a:lnTo>
                  <a:pt x="88089" y="60395"/>
                </a:lnTo>
                <a:lnTo>
                  <a:pt x="122653" y="35060"/>
                </a:lnTo>
                <a:lnTo>
                  <a:pt x="161234" y="16065"/>
                </a:lnTo>
                <a:lnTo>
                  <a:pt x="203133" y="4137"/>
                </a:lnTo>
                <a:lnTo>
                  <a:pt x="247650" y="0"/>
                </a:lnTo>
                <a:lnTo>
                  <a:pt x="292166" y="4137"/>
                </a:lnTo>
                <a:lnTo>
                  <a:pt x="334065" y="16065"/>
                </a:lnTo>
                <a:lnTo>
                  <a:pt x="372646" y="35060"/>
                </a:lnTo>
                <a:lnTo>
                  <a:pt x="407210" y="60395"/>
                </a:lnTo>
                <a:lnTo>
                  <a:pt x="437057" y="91345"/>
                </a:lnTo>
                <a:lnTo>
                  <a:pt x="461489" y="127186"/>
                </a:lnTo>
                <a:lnTo>
                  <a:pt x="479807" y="167191"/>
                </a:lnTo>
                <a:lnTo>
                  <a:pt x="491310" y="210635"/>
                </a:lnTo>
                <a:lnTo>
                  <a:pt x="495300" y="256794"/>
                </a:lnTo>
                <a:lnTo>
                  <a:pt x="491310" y="302952"/>
                </a:lnTo>
                <a:lnTo>
                  <a:pt x="479807" y="346396"/>
                </a:lnTo>
                <a:lnTo>
                  <a:pt x="461489" y="386401"/>
                </a:lnTo>
                <a:lnTo>
                  <a:pt x="437057" y="422242"/>
                </a:lnTo>
                <a:lnTo>
                  <a:pt x="407210" y="453192"/>
                </a:lnTo>
                <a:lnTo>
                  <a:pt x="372646" y="478527"/>
                </a:lnTo>
                <a:lnTo>
                  <a:pt x="334065" y="497522"/>
                </a:lnTo>
                <a:lnTo>
                  <a:pt x="292166" y="509450"/>
                </a:lnTo>
                <a:lnTo>
                  <a:pt x="247650" y="513588"/>
                </a:lnTo>
                <a:lnTo>
                  <a:pt x="203133" y="509450"/>
                </a:lnTo>
                <a:lnTo>
                  <a:pt x="161234" y="497522"/>
                </a:lnTo>
                <a:lnTo>
                  <a:pt x="122653" y="478527"/>
                </a:lnTo>
                <a:lnTo>
                  <a:pt x="88089" y="453192"/>
                </a:lnTo>
                <a:lnTo>
                  <a:pt x="58242" y="422242"/>
                </a:lnTo>
                <a:lnTo>
                  <a:pt x="33810" y="386401"/>
                </a:lnTo>
                <a:lnTo>
                  <a:pt x="15492" y="346396"/>
                </a:lnTo>
                <a:lnTo>
                  <a:pt x="3989" y="302952"/>
                </a:lnTo>
                <a:lnTo>
                  <a:pt x="0" y="256794"/>
                </a:lnTo>
                <a:close/>
              </a:path>
            </a:pathLst>
          </a:custGeom>
          <a:ln w="38100">
            <a:solidFill>
              <a:srgbClr val="FFFF00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0" name="object 80"/>
          <p:cNvSpPr txBox="1"/>
          <p:nvPr/>
        </p:nvSpPr>
        <p:spPr>
          <a:xfrm>
            <a:off x="3650360" y="447636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5029961" y="4376420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4020058" y="5447791"/>
            <a:ext cx="957580" cy="8108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algn="ctr">
              <a:lnSpc>
                <a:spcPts val="3090"/>
              </a:lnSpc>
              <a:spcBef>
                <a:spcPts val="95"/>
              </a:spcBef>
              <a:tabLst>
                <a:tab pos="753745" algn="l"/>
              </a:tabLst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baseline="-3968" sz="4200" spc="-7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baseline="-3968" sz="4200">
              <a:latin typeface="Times New Roman"/>
              <a:cs typeface="Times New Roman"/>
            </a:endParaRPr>
          </a:p>
          <a:p>
            <a:pPr algn="ctr" marL="44450">
              <a:lnSpc>
                <a:spcPts val="3090"/>
              </a:lnSpc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307340" y="4076191"/>
            <a:ext cx="13239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96619" algn="l"/>
              </a:tabLst>
            </a:pP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N</a:t>
            </a:r>
            <a:r>
              <a:rPr dirty="0" u="heavy" sz="2800" spc="-21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F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A</a:t>
            </a:r>
            <a:r>
              <a:rPr dirty="0" u="heavy" sz="28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	</a:t>
            </a:r>
            <a:r>
              <a:rPr dirty="0" u="heavy" sz="2800" spc="-10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M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Arial"/>
                <a:cs typeface="Arial"/>
              </a:rPr>
              <a:t>’</a:t>
            </a:r>
            <a:endParaRPr sz="2800">
              <a:latin typeface="Arial"/>
              <a:cs typeface="Arial"/>
            </a:endParaRPr>
          </a:p>
        </p:txBody>
      </p:sp>
      <p:sp>
        <p:nvSpPr>
          <p:cNvPr id="84" name="object 84"/>
          <p:cNvSpPr/>
          <p:nvPr/>
        </p:nvSpPr>
        <p:spPr>
          <a:xfrm>
            <a:off x="2296667" y="5483352"/>
            <a:ext cx="407034" cy="304165"/>
          </a:xfrm>
          <a:custGeom>
            <a:avLst/>
            <a:gdLst/>
            <a:ahLst/>
            <a:cxnLst/>
            <a:rect l="l" t="t" r="r" b="b"/>
            <a:pathLst>
              <a:path w="407035" h="304164">
                <a:moveTo>
                  <a:pt x="38100" y="0"/>
                </a:moveTo>
                <a:lnTo>
                  <a:pt x="0" y="1524"/>
                </a:lnTo>
                <a:lnTo>
                  <a:pt x="1015" y="28194"/>
                </a:lnTo>
                <a:lnTo>
                  <a:pt x="4063" y="55880"/>
                </a:lnTo>
                <a:lnTo>
                  <a:pt x="15620" y="109804"/>
                </a:lnTo>
                <a:lnTo>
                  <a:pt x="33655" y="160286"/>
                </a:lnTo>
                <a:lnTo>
                  <a:pt x="57023" y="205574"/>
                </a:lnTo>
                <a:lnTo>
                  <a:pt x="85217" y="244462"/>
                </a:lnTo>
                <a:lnTo>
                  <a:pt x="117601" y="275488"/>
                </a:lnTo>
                <a:lnTo>
                  <a:pt x="153543" y="296138"/>
                </a:lnTo>
                <a:lnTo>
                  <a:pt x="192912" y="304114"/>
                </a:lnTo>
                <a:lnTo>
                  <a:pt x="202819" y="303733"/>
                </a:lnTo>
                <a:lnTo>
                  <a:pt x="241807" y="292785"/>
                </a:lnTo>
                <a:lnTo>
                  <a:pt x="277368" y="269570"/>
                </a:lnTo>
                <a:lnTo>
                  <a:pt x="281310" y="266052"/>
                </a:lnTo>
                <a:lnTo>
                  <a:pt x="194563" y="266052"/>
                </a:lnTo>
                <a:lnTo>
                  <a:pt x="188340" y="265861"/>
                </a:lnTo>
                <a:lnTo>
                  <a:pt x="148336" y="250545"/>
                </a:lnTo>
                <a:lnTo>
                  <a:pt x="115062" y="220738"/>
                </a:lnTo>
                <a:lnTo>
                  <a:pt x="90169" y="186855"/>
                </a:lnTo>
                <a:lnTo>
                  <a:pt x="69087" y="146227"/>
                </a:lnTo>
                <a:lnTo>
                  <a:pt x="52577" y="100457"/>
                </a:lnTo>
                <a:lnTo>
                  <a:pt x="41909" y="51816"/>
                </a:lnTo>
                <a:lnTo>
                  <a:pt x="39115" y="26670"/>
                </a:lnTo>
                <a:lnTo>
                  <a:pt x="38100" y="0"/>
                </a:lnTo>
                <a:close/>
              </a:path>
              <a:path w="407035" h="304164">
                <a:moveTo>
                  <a:pt x="327015" y="125217"/>
                </a:moveTo>
                <a:lnTo>
                  <a:pt x="308863" y="166624"/>
                </a:lnTo>
                <a:lnTo>
                  <a:pt x="286131" y="203885"/>
                </a:lnTo>
                <a:lnTo>
                  <a:pt x="260223" y="233857"/>
                </a:lnTo>
                <a:lnTo>
                  <a:pt x="226821" y="257759"/>
                </a:lnTo>
                <a:lnTo>
                  <a:pt x="194563" y="266052"/>
                </a:lnTo>
                <a:lnTo>
                  <a:pt x="281310" y="266052"/>
                </a:lnTo>
                <a:lnTo>
                  <a:pt x="315849" y="227596"/>
                </a:lnTo>
                <a:lnTo>
                  <a:pt x="342011" y="185420"/>
                </a:lnTo>
                <a:lnTo>
                  <a:pt x="363093" y="137604"/>
                </a:lnTo>
                <a:lnTo>
                  <a:pt x="363474" y="136728"/>
                </a:lnTo>
                <a:lnTo>
                  <a:pt x="363981" y="134912"/>
                </a:lnTo>
                <a:lnTo>
                  <a:pt x="365973" y="126263"/>
                </a:lnTo>
                <a:lnTo>
                  <a:pt x="326770" y="126263"/>
                </a:lnTo>
                <a:lnTo>
                  <a:pt x="327015" y="125217"/>
                </a:lnTo>
                <a:close/>
              </a:path>
              <a:path w="407035" h="304164">
                <a:moveTo>
                  <a:pt x="327659" y="123571"/>
                </a:moveTo>
                <a:lnTo>
                  <a:pt x="327015" y="125217"/>
                </a:lnTo>
                <a:lnTo>
                  <a:pt x="326770" y="126263"/>
                </a:lnTo>
                <a:lnTo>
                  <a:pt x="327659" y="123571"/>
                </a:lnTo>
                <a:close/>
              </a:path>
              <a:path w="407035" h="304164">
                <a:moveTo>
                  <a:pt x="366593" y="123571"/>
                </a:moveTo>
                <a:lnTo>
                  <a:pt x="327659" y="123571"/>
                </a:lnTo>
                <a:lnTo>
                  <a:pt x="326770" y="126263"/>
                </a:lnTo>
                <a:lnTo>
                  <a:pt x="365973" y="126263"/>
                </a:lnTo>
                <a:lnTo>
                  <a:pt x="366593" y="123571"/>
                </a:lnTo>
                <a:close/>
              </a:path>
              <a:path w="407035" h="304164">
                <a:moveTo>
                  <a:pt x="330100" y="112034"/>
                </a:moveTo>
                <a:lnTo>
                  <a:pt x="327015" y="125217"/>
                </a:lnTo>
                <a:lnTo>
                  <a:pt x="327659" y="123571"/>
                </a:lnTo>
                <a:lnTo>
                  <a:pt x="366593" y="123571"/>
                </a:lnTo>
                <a:lnTo>
                  <a:pt x="367863" y="118053"/>
                </a:lnTo>
                <a:lnTo>
                  <a:pt x="330100" y="112034"/>
                </a:lnTo>
                <a:close/>
              </a:path>
              <a:path w="407035" h="304164">
                <a:moveTo>
                  <a:pt x="396617" y="92075"/>
                </a:moveTo>
                <a:lnTo>
                  <a:pt x="334771" y="92075"/>
                </a:lnTo>
                <a:lnTo>
                  <a:pt x="371856" y="100711"/>
                </a:lnTo>
                <a:lnTo>
                  <a:pt x="367863" y="118053"/>
                </a:lnTo>
                <a:lnTo>
                  <a:pt x="406781" y="124256"/>
                </a:lnTo>
                <a:lnTo>
                  <a:pt x="396617" y="92075"/>
                </a:lnTo>
                <a:close/>
              </a:path>
              <a:path w="407035" h="304164">
                <a:moveTo>
                  <a:pt x="334771" y="92075"/>
                </a:moveTo>
                <a:lnTo>
                  <a:pt x="330100" y="112034"/>
                </a:lnTo>
                <a:lnTo>
                  <a:pt x="367863" y="118053"/>
                </a:lnTo>
                <a:lnTo>
                  <a:pt x="371856" y="100711"/>
                </a:lnTo>
                <a:lnTo>
                  <a:pt x="334771" y="92075"/>
                </a:lnTo>
                <a:close/>
              </a:path>
              <a:path w="407035" h="304164">
                <a:moveTo>
                  <a:pt x="368300" y="2413"/>
                </a:moveTo>
                <a:lnTo>
                  <a:pt x="293877" y="106260"/>
                </a:lnTo>
                <a:lnTo>
                  <a:pt x="330100" y="112034"/>
                </a:lnTo>
                <a:lnTo>
                  <a:pt x="334771" y="92075"/>
                </a:lnTo>
                <a:lnTo>
                  <a:pt x="396617" y="92075"/>
                </a:lnTo>
                <a:lnTo>
                  <a:pt x="368300" y="2413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5" name="object 85"/>
          <p:cNvSpPr/>
          <p:nvPr/>
        </p:nvSpPr>
        <p:spPr>
          <a:xfrm>
            <a:off x="6402323" y="5436108"/>
            <a:ext cx="407034" cy="304165"/>
          </a:xfrm>
          <a:custGeom>
            <a:avLst/>
            <a:gdLst/>
            <a:ahLst/>
            <a:cxnLst/>
            <a:rect l="l" t="t" r="r" b="b"/>
            <a:pathLst>
              <a:path w="407034" h="304164">
                <a:moveTo>
                  <a:pt x="38100" y="0"/>
                </a:moveTo>
                <a:lnTo>
                  <a:pt x="0" y="1523"/>
                </a:lnTo>
                <a:lnTo>
                  <a:pt x="1015" y="28193"/>
                </a:lnTo>
                <a:lnTo>
                  <a:pt x="4063" y="55879"/>
                </a:lnTo>
                <a:lnTo>
                  <a:pt x="15621" y="109854"/>
                </a:lnTo>
                <a:lnTo>
                  <a:pt x="33654" y="160286"/>
                </a:lnTo>
                <a:lnTo>
                  <a:pt x="57023" y="205574"/>
                </a:lnTo>
                <a:lnTo>
                  <a:pt x="85216" y="244462"/>
                </a:lnTo>
                <a:lnTo>
                  <a:pt x="117601" y="275488"/>
                </a:lnTo>
                <a:lnTo>
                  <a:pt x="153543" y="296138"/>
                </a:lnTo>
                <a:lnTo>
                  <a:pt x="192912" y="304114"/>
                </a:lnTo>
                <a:lnTo>
                  <a:pt x="202819" y="303733"/>
                </a:lnTo>
                <a:lnTo>
                  <a:pt x="241807" y="292785"/>
                </a:lnTo>
                <a:lnTo>
                  <a:pt x="277368" y="269570"/>
                </a:lnTo>
                <a:lnTo>
                  <a:pt x="281310" y="266052"/>
                </a:lnTo>
                <a:lnTo>
                  <a:pt x="194564" y="266052"/>
                </a:lnTo>
                <a:lnTo>
                  <a:pt x="188341" y="265861"/>
                </a:lnTo>
                <a:lnTo>
                  <a:pt x="148335" y="250545"/>
                </a:lnTo>
                <a:lnTo>
                  <a:pt x="115061" y="220738"/>
                </a:lnTo>
                <a:lnTo>
                  <a:pt x="90170" y="186855"/>
                </a:lnTo>
                <a:lnTo>
                  <a:pt x="69087" y="146176"/>
                </a:lnTo>
                <a:lnTo>
                  <a:pt x="52577" y="100456"/>
                </a:lnTo>
                <a:lnTo>
                  <a:pt x="41910" y="51815"/>
                </a:lnTo>
                <a:lnTo>
                  <a:pt x="39115" y="26669"/>
                </a:lnTo>
                <a:lnTo>
                  <a:pt x="38100" y="0"/>
                </a:lnTo>
                <a:close/>
              </a:path>
              <a:path w="407034" h="304164">
                <a:moveTo>
                  <a:pt x="327000" y="125259"/>
                </a:moveTo>
                <a:lnTo>
                  <a:pt x="308864" y="166623"/>
                </a:lnTo>
                <a:lnTo>
                  <a:pt x="286130" y="203885"/>
                </a:lnTo>
                <a:lnTo>
                  <a:pt x="260223" y="233857"/>
                </a:lnTo>
                <a:lnTo>
                  <a:pt x="226822" y="257759"/>
                </a:lnTo>
                <a:lnTo>
                  <a:pt x="194564" y="266052"/>
                </a:lnTo>
                <a:lnTo>
                  <a:pt x="281310" y="266052"/>
                </a:lnTo>
                <a:lnTo>
                  <a:pt x="315849" y="227596"/>
                </a:lnTo>
                <a:lnTo>
                  <a:pt x="342010" y="185419"/>
                </a:lnTo>
                <a:lnTo>
                  <a:pt x="363093" y="137540"/>
                </a:lnTo>
                <a:lnTo>
                  <a:pt x="363474" y="136778"/>
                </a:lnTo>
                <a:lnTo>
                  <a:pt x="363981" y="134873"/>
                </a:lnTo>
                <a:lnTo>
                  <a:pt x="365972" y="126237"/>
                </a:lnTo>
                <a:lnTo>
                  <a:pt x="326771" y="126237"/>
                </a:lnTo>
                <a:lnTo>
                  <a:pt x="327000" y="125259"/>
                </a:lnTo>
                <a:close/>
              </a:path>
              <a:path w="407034" h="304164">
                <a:moveTo>
                  <a:pt x="327659" y="123570"/>
                </a:moveTo>
                <a:lnTo>
                  <a:pt x="327000" y="125259"/>
                </a:lnTo>
                <a:lnTo>
                  <a:pt x="326771" y="126237"/>
                </a:lnTo>
                <a:lnTo>
                  <a:pt x="327659" y="123570"/>
                </a:lnTo>
                <a:close/>
              </a:path>
              <a:path w="407034" h="304164">
                <a:moveTo>
                  <a:pt x="366587" y="123570"/>
                </a:moveTo>
                <a:lnTo>
                  <a:pt x="327659" y="123570"/>
                </a:lnTo>
                <a:lnTo>
                  <a:pt x="326771" y="126237"/>
                </a:lnTo>
                <a:lnTo>
                  <a:pt x="365972" y="126237"/>
                </a:lnTo>
                <a:lnTo>
                  <a:pt x="366587" y="123570"/>
                </a:lnTo>
                <a:close/>
              </a:path>
              <a:path w="407034" h="304164">
                <a:moveTo>
                  <a:pt x="330095" y="112043"/>
                </a:moveTo>
                <a:lnTo>
                  <a:pt x="327000" y="125259"/>
                </a:lnTo>
                <a:lnTo>
                  <a:pt x="327659" y="123570"/>
                </a:lnTo>
                <a:lnTo>
                  <a:pt x="366587" y="123570"/>
                </a:lnTo>
                <a:lnTo>
                  <a:pt x="367863" y="118033"/>
                </a:lnTo>
                <a:lnTo>
                  <a:pt x="330095" y="112043"/>
                </a:lnTo>
                <a:close/>
              </a:path>
              <a:path w="407034" h="304164">
                <a:moveTo>
                  <a:pt x="396629" y="92074"/>
                </a:moveTo>
                <a:lnTo>
                  <a:pt x="334772" y="92074"/>
                </a:lnTo>
                <a:lnTo>
                  <a:pt x="371855" y="100710"/>
                </a:lnTo>
                <a:lnTo>
                  <a:pt x="367863" y="118033"/>
                </a:lnTo>
                <a:lnTo>
                  <a:pt x="406780" y="124205"/>
                </a:lnTo>
                <a:lnTo>
                  <a:pt x="396629" y="92074"/>
                </a:lnTo>
                <a:close/>
              </a:path>
              <a:path w="407034" h="304164">
                <a:moveTo>
                  <a:pt x="334772" y="92074"/>
                </a:moveTo>
                <a:lnTo>
                  <a:pt x="330095" y="112043"/>
                </a:lnTo>
                <a:lnTo>
                  <a:pt x="367863" y="118033"/>
                </a:lnTo>
                <a:lnTo>
                  <a:pt x="371855" y="100710"/>
                </a:lnTo>
                <a:lnTo>
                  <a:pt x="334772" y="92074"/>
                </a:lnTo>
                <a:close/>
              </a:path>
              <a:path w="407034" h="304164">
                <a:moveTo>
                  <a:pt x="368300" y="2412"/>
                </a:moveTo>
                <a:lnTo>
                  <a:pt x="293877" y="106298"/>
                </a:lnTo>
                <a:lnTo>
                  <a:pt x="330095" y="112043"/>
                </a:lnTo>
                <a:lnTo>
                  <a:pt x="334772" y="92074"/>
                </a:lnTo>
                <a:lnTo>
                  <a:pt x="396629" y="92074"/>
                </a:lnTo>
                <a:lnTo>
                  <a:pt x="368300" y="2412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6" name="object 86"/>
          <p:cNvSpPr/>
          <p:nvPr/>
        </p:nvSpPr>
        <p:spPr>
          <a:xfrm>
            <a:off x="3635883" y="5432425"/>
            <a:ext cx="619760" cy="612140"/>
          </a:xfrm>
          <a:custGeom>
            <a:avLst/>
            <a:gdLst/>
            <a:ahLst/>
            <a:cxnLst/>
            <a:rect l="l" t="t" r="r" b="b"/>
            <a:pathLst>
              <a:path w="619760" h="612139">
                <a:moveTo>
                  <a:pt x="525034" y="545329"/>
                </a:moveTo>
                <a:lnTo>
                  <a:pt x="498220" y="572465"/>
                </a:lnTo>
                <a:lnTo>
                  <a:pt x="619759" y="612076"/>
                </a:lnTo>
                <a:lnTo>
                  <a:pt x="601611" y="558723"/>
                </a:lnTo>
                <a:lnTo>
                  <a:pt x="538606" y="558723"/>
                </a:lnTo>
                <a:lnTo>
                  <a:pt x="525034" y="545329"/>
                </a:lnTo>
                <a:close/>
              </a:path>
              <a:path w="619760" h="612139">
                <a:moveTo>
                  <a:pt x="551828" y="518213"/>
                </a:moveTo>
                <a:lnTo>
                  <a:pt x="525034" y="545329"/>
                </a:lnTo>
                <a:lnTo>
                  <a:pt x="538606" y="558723"/>
                </a:lnTo>
                <a:lnTo>
                  <a:pt x="565403" y="531609"/>
                </a:lnTo>
                <a:lnTo>
                  <a:pt x="551828" y="518213"/>
                </a:lnTo>
                <a:close/>
              </a:path>
              <a:path w="619760" h="612139">
                <a:moveTo>
                  <a:pt x="578612" y="491109"/>
                </a:moveTo>
                <a:lnTo>
                  <a:pt x="551828" y="518213"/>
                </a:lnTo>
                <a:lnTo>
                  <a:pt x="565403" y="531609"/>
                </a:lnTo>
                <a:lnTo>
                  <a:pt x="538606" y="558723"/>
                </a:lnTo>
                <a:lnTo>
                  <a:pt x="601611" y="558723"/>
                </a:lnTo>
                <a:lnTo>
                  <a:pt x="578612" y="491109"/>
                </a:lnTo>
                <a:close/>
              </a:path>
              <a:path w="619760" h="612139">
                <a:moveTo>
                  <a:pt x="26669" y="0"/>
                </a:moveTo>
                <a:lnTo>
                  <a:pt x="0" y="27178"/>
                </a:lnTo>
                <a:lnTo>
                  <a:pt x="525034" y="545329"/>
                </a:lnTo>
                <a:lnTo>
                  <a:pt x="551828" y="518213"/>
                </a:lnTo>
                <a:lnTo>
                  <a:pt x="26669" y="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7" name="object 87"/>
          <p:cNvSpPr/>
          <p:nvPr/>
        </p:nvSpPr>
        <p:spPr>
          <a:xfrm>
            <a:off x="4774565" y="5436870"/>
            <a:ext cx="528955" cy="620395"/>
          </a:xfrm>
          <a:custGeom>
            <a:avLst/>
            <a:gdLst/>
            <a:ahLst/>
            <a:cxnLst/>
            <a:rect l="l" t="t" r="r" b="b"/>
            <a:pathLst>
              <a:path w="528954" h="620395">
                <a:moveTo>
                  <a:pt x="440603" y="74964"/>
                </a:moveTo>
                <a:lnTo>
                  <a:pt x="0" y="595706"/>
                </a:lnTo>
                <a:lnTo>
                  <a:pt x="29210" y="620318"/>
                </a:lnTo>
                <a:lnTo>
                  <a:pt x="469627" y="99551"/>
                </a:lnTo>
                <a:lnTo>
                  <a:pt x="440603" y="74964"/>
                </a:lnTo>
                <a:close/>
              </a:path>
              <a:path w="528954" h="620395">
                <a:moveTo>
                  <a:pt x="514243" y="60451"/>
                </a:moveTo>
                <a:lnTo>
                  <a:pt x="452882" y="60451"/>
                </a:lnTo>
                <a:lnTo>
                  <a:pt x="481964" y="84962"/>
                </a:lnTo>
                <a:lnTo>
                  <a:pt x="469627" y="99551"/>
                </a:lnTo>
                <a:lnTo>
                  <a:pt x="498729" y="124205"/>
                </a:lnTo>
                <a:lnTo>
                  <a:pt x="514243" y="60451"/>
                </a:lnTo>
                <a:close/>
              </a:path>
              <a:path w="528954" h="620395">
                <a:moveTo>
                  <a:pt x="452882" y="60451"/>
                </a:moveTo>
                <a:lnTo>
                  <a:pt x="440603" y="74964"/>
                </a:lnTo>
                <a:lnTo>
                  <a:pt x="469627" y="99551"/>
                </a:lnTo>
                <a:lnTo>
                  <a:pt x="481964" y="84962"/>
                </a:lnTo>
                <a:lnTo>
                  <a:pt x="452882" y="60451"/>
                </a:lnTo>
                <a:close/>
              </a:path>
              <a:path w="528954" h="620395">
                <a:moveTo>
                  <a:pt x="528955" y="0"/>
                </a:moveTo>
                <a:lnTo>
                  <a:pt x="411480" y="50291"/>
                </a:lnTo>
                <a:lnTo>
                  <a:pt x="440603" y="74964"/>
                </a:lnTo>
                <a:lnTo>
                  <a:pt x="452882" y="60451"/>
                </a:lnTo>
                <a:lnTo>
                  <a:pt x="514243" y="60451"/>
                </a:lnTo>
                <a:lnTo>
                  <a:pt x="528955" y="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8" name="object 88"/>
          <p:cNvSpPr/>
          <p:nvPr/>
        </p:nvSpPr>
        <p:spPr>
          <a:xfrm>
            <a:off x="3635121" y="4444746"/>
            <a:ext cx="563880" cy="611505"/>
          </a:xfrm>
          <a:custGeom>
            <a:avLst/>
            <a:gdLst/>
            <a:ahLst/>
            <a:cxnLst/>
            <a:rect l="l" t="t" r="r" b="b"/>
            <a:pathLst>
              <a:path w="563879" h="611504">
                <a:moveTo>
                  <a:pt x="472019" y="71295"/>
                </a:moveTo>
                <a:lnTo>
                  <a:pt x="0" y="585596"/>
                </a:lnTo>
                <a:lnTo>
                  <a:pt x="28193" y="611377"/>
                </a:lnTo>
                <a:lnTo>
                  <a:pt x="500109" y="97055"/>
                </a:lnTo>
                <a:lnTo>
                  <a:pt x="472019" y="71295"/>
                </a:lnTo>
                <a:close/>
              </a:path>
              <a:path w="563879" h="611504">
                <a:moveTo>
                  <a:pt x="546964" y="57276"/>
                </a:moveTo>
                <a:lnTo>
                  <a:pt x="484886" y="57276"/>
                </a:lnTo>
                <a:lnTo>
                  <a:pt x="512952" y="83057"/>
                </a:lnTo>
                <a:lnTo>
                  <a:pt x="500109" y="97055"/>
                </a:lnTo>
                <a:lnTo>
                  <a:pt x="528192" y="122808"/>
                </a:lnTo>
                <a:lnTo>
                  <a:pt x="546964" y="57276"/>
                </a:lnTo>
                <a:close/>
              </a:path>
              <a:path w="563879" h="611504">
                <a:moveTo>
                  <a:pt x="484886" y="57276"/>
                </a:moveTo>
                <a:lnTo>
                  <a:pt x="472019" y="71295"/>
                </a:lnTo>
                <a:lnTo>
                  <a:pt x="500109" y="97055"/>
                </a:lnTo>
                <a:lnTo>
                  <a:pt x="512952" y="83057"/>
                </a:lnTo>
                <a:lnTo>
                  <a:pt x="484886" y="57276"/>
                </a:lnTo>
                <a:close/>
              </a:path>
              <a:path w="563879" h="611504">
                <a:moveTo>
                  <a:pt x="563371" y="0"/>
                </a:moveTo>
                <a:lnTo>
                  <a:pt x="443991" y="45592"/>
                </a:lnTo>
                <a:lnTo>
                  <a:pt x="472019" y="71295"/>
                </a:lnTo>
                <a:lnTo>
                  <a:pt x="484886" y="57276"/>
                </a:lnTo>
                <a:lnTo>
                  <a:pt x="546964" y="57276"/>
                </a:lnTo>
                <a:lnTo>
                  <a:pt x="563371" y="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89" name="object 89"/>
          <p:cNvSpPr/>
          <p:nvPr/>
        </p:nvSpPr>
        <p:spPr>
          <a:xfrm>
            <a:off x="4717541" y="4431538"/>
            <a:ext cx="585470" cy="602615"/>
          </a:xfrm>
          <a:custGeom>
            <a:avLst/>
            <a:gdLst/>
            <a:ahLst/>
            <a:cxnLst/>
            <a:rect l="l" t="t" r="r" b="b"/>
            <a:pathLst>
              <a:path w="585470" h="602614">
                <a:moveTo>
                  <a:pt x="491905" y="533407"/>
                </a:moveTo>
                <a:lnTo>
                  <a:pt x="464566" y="559943"/>
                </a:lnTo>
                <a:lnTo>
                  <a:pt x="585216" y="602107"/>
                </a:lnTo>
                <a:lnTo>
                  <a:pt x="567784" y="547116"/>
                </a:lnTo>
                <a:lnTo>
                  <a:pt x="505206" y="547116"/>
                </a:lnTo>
                <a:lnTo>
                  <a:pt x="491905" y="533407"/>
                </a:lnTo>
                <a:close/>
              </a:path>
              <a:path w="585470" h="602614">
                <a:moveTo>
                  <a:pt x="519231" y="506885"/>
                </a:moveTo>
                <a:lnTo>
                  <a:pt x="491905" y="533407"/>
                </a:lnTo>
                <a:lnTo>
                  <a:pt x="505206" y="547116"/>
                </a:lnTo>
                <a:lnTo>
                  <a:pt x="532511" y="520573"/>
                </a:lnTo>
                <a:lnTo>
                  <a:pt x="519231" y="506885"/>
                </a:lnTo>
                <a:close/>
              </a:path>
              <a:path w="585470" h="602614">
                <a:moveTo>
                  <a:pt x="546608" y="480313"/>
                </a:moveTo>
                <a:lnTo>
                  <a:pt x="519231" y="506885"/>
                </a:lnTo>
                <a:lnTo>
                  <a:pt x="532511" y="520573"/>
                </a:lnTo>
                <a:lnTo>
                  <a:pt x="505206" y="547116"/>
                </a:lnTo>
                <a:lnTo>
                  <a:pt x="567784" y="547116"/>
                </a:lnTo>
                <a:lnTo>
                  <a:pt x="546608" y="480313"/>
                </a:lnTo>
                <a:close/>
              </a:path>
              <a:path w="585470" h="602614">
                <a:moveTo>
                  <a:pt x="27432" y="0"/>
                </a:moveTo>
                <a:lnTo>
                  <a:pt x="0" y="26416"/>
                </a:lnTo>
                <a:lnTo>
                  <a:pt x="491905" y="533407"/>
                </a:lnTo>
                <a:lnTo>
                  <a:pt x="519231" y="506885"/>
                </a:lnTo>
                <a:lnTo>
                  <a:pt x="27432" y="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0" name="object 90"/>
          <p:cNvSpPr/>
          <p:nvPr/>
        </p:nvSpPr>
        <p:spPr>
          <a:xfrm>
            <a:off x="770381" y="5210555"/>
            <a:ext cx="512445" cy="114300"/>
          </a:xfrm>
          <a:custGeom>
            <a:avLst/>
            <a:gdLst/>
            <a:ahLst/>
            <a:cxnLst/>
            <a:rect l="l" t="t" r="r" b="b"/>
            <a:pathLst>
              <a:path w="512444" h="114300">
                <a:moveTo>
                  <a:pt x="397764" y="0"/>
                </a:moveTo>
                <a:lnTo>
                  <a:pt x="397764" y="114300"/>
                </a:lnTo>
                <a:lnTo>
                  <a:pt x="473964" y="76200"/>
                </a:lnTo>
                <a:lnTo>
                  <a:pt x="416814" y="76200"/>
                </a:lnTo>
                <a:lnTo>
                  <a:pt x="416814" y="38100"/>
                </a:lnTo>
                <a:lnTo>
                  <a:pt x="473964" y="38100"/>
                </a:lnTo>
                <a:lnTo>
                  <a:pt x="397764" y="0"/>
                </a:lnTo>
                <a:close/>
              </a:path>
              <a:path w="512444" h="114300">
                <a:moveTo>
                  <a:pt x="39776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97764" y="76200"/>
                </a:lnTo>
                <a:lnTo>
                  <a:pt x="397764" y="38100"/>
                </a:lnTo>
                <a:close/>
              </a:path>
              <a:path w="512444" h="114300">
                <a:moveTo>
                  <a:pt x="473964" y="38100"/>
                </a:moveTo>
                <a:lnTo>
                  <a:pt x="416814" y="38100"/>
                </a:lnTo>
                <a:lnTo>
                  <a:pt x="416814" y="76200"/>
                </a:lnTo>
                <a:lnTo>
                  <a:pt x="473964" y="76200"/>
                </a:lnTo>
                <a:lnTo>
                  <a:pt x="512064" y="57150"/>
                </a:lnTo>
                <a:lnTo>
                  <a:pt x="473964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91" name="object 9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609594" y="29082"/>
            <a:ext cx="248411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76721" y="101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38861" y="20574"/>
            <a:ext cx="9105137" cy="4343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38861" y="435863"/>
            <a:ext cx="9105265" cy="38100"/>
          </a:xfrm>
          <a:custGeom>
            <a:avLst/>
            <a:gdLst/>
            <a:ahLst/>
            <a:cxnLst/>
            <a:rect l="l" t="t" r="r" b="b"/>
            <a:pathLst>
              <a:path w="9105265" h="38100">
                <a:moveTo>
                  <a:pt x="0" y="38100"/>
                </a:moveTo>
                <a:lnTo>
                  <a:pt x="9105137" y="38100"/>
                </a:lnTo>
                <a:lnTo>
                  <a:pt x="9105137" y="0"/>
                </a:lnTo>
                <a:lnTo>
                  <a:pt x="0" y="0"/>
                </a:lnTo>
                <a:lnTo>
                  <a:pt x="0" y="38100"/>
                </a:lnTo>
                <a:close/>
              </a:path>
            </a:pathLst>
          </a:custGeom>
          <a:solidFill>
            <a:srgbClr val="CCCC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8861" y="20574"/>
            <a:ext cx="9105265" cy="434340"/>
          </a:xfrm>
          <a:custGeom>
            <a:avLst/>
            <a:gdLst/>
            <a:ahLst/>
            <a:cxnLst/>
            <a:rect l="l" t="t" r="r" b="b"/>
            <a:pathLst>
              <a:path w="9105265" h="434340">
                <a:moveTo>
                  <a:pt x="9105137" y="0"/>
                </a:moveTo>
                <a:lnTo>
                  <a:pt x="0" y="0"/>
                </a:lnTo>
                <a:lnTo>
                  <a:pt x="0" y="434339"/>
                </a:lnTo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 txBox="1"/>
          <p:nvPr/>
        </p:nvSpPr>
        <p:spPr>
          <a:xfrm>
            <a:off x="116839" y="46100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953383" y="46100"/>
            <a:ext cx="226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6567678" y="46100"/>
            <a:ext cx="1993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3609594" y="181482"/>
            <a:ext cx="248411" cy="114046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/>
          <p:nvPr/>
        </p:nvSpPr>
        <p:spPr>
          <a:xfrm>
            <a:off x="6276721" y="162560"/>
            <a:ext cx="248284" cy="113919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1267205" y="2926842"/>
            <a:ext cx="7620000" cy="0"/>
          </a:xfrm>
          <a:custGeom>
            <a:avLst/>
            <a:gdLst/>
            <a:ahLst/>
            <a:cxnLst/>
            <a:rect l="l" t="t" r="r" b="b"/>
            <a:pathLst>
              <a:path w="7620000" h="0">
                <a:moveTo>
                  <a:pt x="0" y="0"/>
                </a:moveTo>
                <a:lnTo>
                  <a:pt x="7620000" y="0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2887217" y="2352294"/>
            <a:ext cx="0" cy="4505960"/>
          </a:xfrm>
          <a:custGeom>
            <a:avLst/>
            <a:gdLst/>
            <a:ahLst/>
            <a:cxnLst/>
            <a:rect l="l" t="t" r="r" b="b"/>
            <a:pathLst>
              <a:path w="0" h="4505959">
                <a:moveTo>
                  <a:pt x="0" y="0"/>
                </a:moveTo>
                <a:lnTo>
                  <a:pt x="0" y="4505703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4476241" y="2307717"/>
            <a:ext cx="33401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1021" sz="277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baseline="-21021" sz="2775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779386" y="2307717"/>
            <a:ext cx="31623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I</a:t>
            </a:r>
            <a:r>
              <a:rPr dirty="0" baseline="-20833" sz="2400" spc="-7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343533" y="3020143"/>
            <a:ext cx="1334135" cy="1588770"/>
          </a:xfrm>
          <a:prstGeom prst="rect">
            <a:avLst/>
          </a:prstGeom>
        </p:spPr>
        <p:txBody>
          <a:bodyPr wrap="square" lIns="0" tIns="93980" rIns="0" bIns="0" rtlCol="0" vert="horz">
            <a:spAutoFit/>
          </a:bodyPr>
          <a:lstStyle/>
          <a:p>
            <a:pPr marL="136525">
              <a:lnSpc>
                <a:spcPct val="100000"/>
              </a:lnSpc>
              <a:spcBef>
                <a:spcPts val="740"/>
              </a:spcBef>
            </a:pP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400" spc="-5" b="1">
                <a:solidFill>
                  <a:srgbClr val="FFFFFF"/>
                </a:solidFill>
                <a:latin typeface="Times New Roman"/>
                <a:cs typeface="Times New Roman"/>
              </a:rPr>
              <a:t>,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5,</a:t>
            </a:r>
            <a:r>
              <a:rPr dirty="0" sz="2400" spc="-8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1}</a:t>
            </a:r>
            <a:endParaRPr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4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{5,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1, 3</a:t>
            </a:r>
            <a:r>
              <a:rPr dirty="0" sz="28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71755">
              <a:lnSpc>
                <a:spcPct val="100000"/>
              </a:lnSpc>
              <a:spcBef>
                <a:spcPts val="133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{5,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1,4</a:t>
            </a:r>
            <a:r>
              <a:rPr dirty="0" sz="2800" spc="-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3781933" y="2930550"/>
            <a:ext cx="2235835" cy="1621790"/>
          </a:xfrm>
          <a:prstGeom prst="rect">
            <a:avLst/>
          </a:prstGeom>
        </p:spPr>
        <p:txBody>
          <a:bodyPr wrap="square" lIns="0" tIns="123825" rIns="0" bIns="0" rtlCol="0" vert="horz">
            <a:spAutoFit/>
          </a:bodyPr>
          <a:lstStyle/>
          <a:p>
            <a:pPr marL="44450">
              <a:lnSpc>
                <a:spcPct val="100000"/>
              </a:lnSpc>
              <a:spcBef>
                <a:spcPts val="97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{5,1 ,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3}</a:t>
            </a:r>
            <a:endParaRPr sz="2800">
              <a:latin typeface="Times New Roman"/>
              <a:cs typeface="Times New Roman"/>
            </a:endParaRPr>
          </a:p>
          <a:p>
            <a:pPr marL="40640">
              <a:lnSpc>
                <a:spcPct val="100000"/>
              </a:lnSpc>
              <a:spcBef>
                <a:spcPts val="88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{5,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1, 3,2,6,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baseline="-20833" sz="2400" spc="3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73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{5,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1, 3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6313170" y="2954552"/>
            <a:ext cx="1302385" cy="1016000"/>
          </a:xfrm>
          <a:prstGeom prst="rect">
            <a:avLst/>
          </a:prstGeom>
        </p:spPr>
        <p:txBody>
          <a:bodyPr wrap="square" lIns="0" tIns="812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640"/>
              </a:spcBef>
              <a:tabLst>
                <a:tab pos="1129665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{5,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 1,4	}</a:t>
            </a:r>
            <a:endParaRPr sz="2800">
              <a:latin typeface="Times New Roman"/>
              <a:cs typeface="Times New Roman"/>
            </a:endParaRPr>
          </a:p>
          <a:p>
            <a:pPr marL="31750">
              <a:lnSpc>
                <a:spcPct val="100000"/>
              </a:lnSpc>
              <a:spcBef>
                <a:spcPts val="54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{5,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1, 4</a:t>
            </a:r>
            <a:r>
              <a:rPr dirty="0" sz="2800" spc="-10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3771010" y="5690717"/>
            <a:ext cx="19665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{5,1,3 ,6,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baseline="-20833" sz="2400" spc="375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90271" y="2936519"/>
            <a:ext cx="247650" cy="162623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56515">
              <a:lnSpc>
                <a:spcPct val="100000"/>
              </a:lnSpc>
              <a:spcBef>
                <a:spcPts val="9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06451" y="4629683"/>
            <a:ext cx="2662555" cy="2066925"/>
          </a:xfrm>
          <a:prstGeom prst="rect">
            <a:avLst/>
          </a:prstGeom>
        </p:spPr>
        <p:txBody>
          <a:bodyPr wrap="square" lIns="0" tIns="5905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465"/>
              </a:spcBef>
            </a:pPr>
            <a:r>
              <a:rPr dirty="0" baseline="4960" sz="4200" spc="-97" b="1">
                <a:solidFill>
                  <a:srgbClr val="FFFF00"/>
                </a:solidFill>
                <a:latin typeface="Times New Roman"/>
                <a:cs typeface="Times New Roman"/>
              </a:rPr>
              <a:t>3*</a:t>
            </a:r>
            <a:r>
              <a:rPr dirty="0" sz="2800" spc="-65" b="1">
                <a:solidFill>
                  <a:srgbClr val="FFFFFF"/>
                </a:solidFill>
                <a:latin typeface="Times New Roman"/>
                <a:cs typeface="Times New Roman"/>
              </a:rPr>
              <a:t>{5,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1, 3,2,6, 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r>
              <a:rPr dirty="0" baseline="-20833" sz="2400" spc="46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365"/>
              </a:spcBef>
            </a:pPr>
            <a:r>
              <a:rPr dirty="0" baseline="-3968" sz="4200" spc="-30" b="1">
                <a:solidFill>
                  <a:srgbClr val="FFFF00"/>
                </a:solidFill>
                <a:latin typeface="Times New Roman"/>
                <a:cs typeface="Times New Roman"/>
              </a:rPr>
              <a:t>4*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{5,1,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4,2,6, 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r>
              <a:rPr dirty="0" baseline="-20833" sz="2400" spc="40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1090"/>
              </a:spcBef>
              <a:tabLst>
                <a:tab pos="629285" algn="l"/>
              </a:tabLst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5*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{5,1, 4,6, </a:t>
            </a:r>
            <a:r>
              <a:rPr dirty="0" sz="2400" spc="-5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r>
              <a:rPr dirty="0" baseline="-20833" sz="2400" spc="37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50800">
              <a:lnSpc>
                <a:spcPct val="100000"/>
              </a:lnSpc>
              <a:spcBef>
                <a:spcPts val="810"/>
              </a:spcBef>
              <a:tabLst>
                <a:tab pos="705485" algn="l"/>
              </a:tabLst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6*	</a:t>
            </a:r>
            <a:r>
              <a:rPr dirty="0" baseline="1984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{5,1, 3,6, </a:t>
            </a:r>
            <a:r>
              <a:rPr dirty="0" baseline="2314" sz="3600" spc="-7" b="1" i="1">
                <a:solidFill>
                  <a:srgbClr val="FFFF00"/>
                </a:solidFill>
                <a:latin typeface="Times New Roman"/>
                <a:cs typeface="Times New Roman"/>
              </a:rPr>
              <a:t>q</a:t>
            </a:r>
            <a:r>
              <a:rPr dirty="0" baseline="-17361" sz="2400" spc="-7" b="1" i="1">
                <a:solidFill>
                  <a:srgbClr val="FFFF00"/>
                </a:solidFill>
                <a:latin typeface="Times New Roman"/>
                <a:cs typeface="Times New Roman"/>
              </a:rPr>
              <a:t>Z</a:t>
            </a:r>
            <a:r>
              <a:rPr dirty="0" baseline="-17361" sz="2400" spc="375" b="1" i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baseline="1984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baseline="1984" sz="42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365753" y="2966745"/>
            <a:ext cx="203200" cy="162623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3340353" y="5207889"/>
            <a:ext cx="23387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10209" algn="l"/>
              </a:tabLst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6	</a:t>
            </a:r>
            <a:r>
              <a:rPr dirty="0" baseline="1984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{5,1,3 ,6, </a:t>
            </a:r>
            <a:r>
              <a:rPr dirty="0" baseline="2314" sz="3600" spc="-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7361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baseline="-17361" sz="2400" spc="38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1984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baseline="1984" sz="420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3365753" y="574161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481441" y="2889447"/>
            <a:ext cx="203200" cy="1093470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4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6219190" y="4033215"/>
            <a:ext cx="24911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{5,1,4 ,2,6,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1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-4960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baseline="-4960" sz="4200">
              <a:latin typeface="Times New Roman"/>
              <a:cs typeface="Times New Roman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3327653" y="4600447"/>
            <a:ext cx="538226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50800">
              <a:lnSpc>
                <a:spcPct val="100000"/>
              </a:lnSpc>
              <a:spcBef>
                <a:spcPts val="95"/>
              </a:spcBef>
              <a:tabLst>
                <a:tab pos="430530" algn="l"/>
                <a:tab pos="2904490" algn="l"/>
                <a:tab pos="5166360" algn="l"/>
              </a:tabLst>
            </a:pPr>
            <a:r>
              <a:rPr dirty="0" baseline="-11904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3	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{5,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1, 3,2,6,</a:t>
            </a:r>
            <a:r>
              <a:rPr dirty="0" sz="2800" spc="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baseline="-20833" sz="2400" spc="44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	</a:t>
            </a:r>
            <a:r>
              <a:rPr dirty="0" baseline="2976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{5,1,4 ,6,</a:t>
            </a:r>
            <a:r>
              <a:rPr dirty="0" baseline="2976" sz="4200" spc="22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3472" sz="3600" spc="-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5625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baseline="-15625" sz="2400" spc="47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2976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}	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6176136" y="5145727"/>
            <a:ext cx="2534285" cy="978535"/>
          </a:xfrm>
          <a:prstGeom prst="rect">
            <a:avLst/>
          </a:prstGeom>
        </p:spPr>
        <p:txBody>
          <a:bodyPr wrap="square" lIns="0" tIns="62229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489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{5,1,4 ,2,6,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1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9920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baseline="9920" sz="4200">
              <a:latin typeface="Times New Roman"/>
              <a:cs typeface="Times New Roman"/>
            </a:endParaRPr>
          </a:p>
          <a:p>
            <a:pPr marL="46990">
              <a:lnSpc>
                <a:spcPct val="100000"/>
              </a:lnSpc>
              <a:spcBef>
                <a:spcPts val="39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{5,1,4 ,2,6,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 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7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8481441" y="619881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3340353" y="6221069"/>
            <a:ext cx="48393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36880" algn="l"/>
                <a:tab pos="2910840" algn="l"/>
              </a:tabLst>
            </a:pPr>
            <a:r>
              <a:rPr dirty="0" baseline="-7936" sz="4200" spc="-7" b="1">
                <a:solidFill>
                  <a:srgbClr val="FFFF00"/>
                </a:solidFill>
                <a:latin typeface="Times New Roman"/>
                <a:cs typeface="Times New Roman"/>
              </a:rPr>
              <a:t>3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{5, 1,3 ,2,6,</a:t>
            </a:r>
            <a:r>
              <a:rPr dirty="0" sz="2800" spc="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baseline="-20833" sz="2400" spc="442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	</a:t>
            </a:r>
            <a:r>
              <a:rPr dirty="0" baseline="2976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{5,1, 4,6, </a:t>
            </a:r>
            <a:r>
              <a:rPr dirty="0" baseline="3472" sz="3600" spc="-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5625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r>
              <a:rPr dirty="0" baseline="-15625" sz="2400" spc="39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baseline="2976" sz="4200" spc="-7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baseline="2976" sz="4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5599938" y="50642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8148193" y="906907"/>
            <a:ext cx="352425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396240" y="789951"/>
            <a:ext cx="1997710" cy="2034539"/>
          </a:xfrm>
          <a:prstGeom prst="rect">
            <a:avLst/>
          </a:prstGeom>
        </p:spPr>
        <p:txBody>
          <a:bodyPr wrap="square" lIns="0" tIns="224790" rIns="0" bIns="0" rtlCol="0" vert="horz">
            <a:spAutoFit/>
          </a:bodyPr>
          <a:lstStyle/>
          <a:p>
            <a:pPr marL="1694180">
              <a:lnSpc>
                <a:spcPct val="100000"/>
              </a:lnSpc>
              <a:spcBef>
                <a:spcPts val="177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0833" sz="24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2235"/>
              </a:spcBef>
            </a:pPr>
            <a:r>
              <a:rPr dirty="0" u="heavy" sz="3200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3200" spc="-5" b="1" i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Times New Roman"/>
                <a:cs typeface="Times New Roman"/>
              </a:rPr>
              <a:t>M</a:t>
            </a:r>
            <a:r>
              <a:rPr dirty="0" u="heavy" sz="3200" spc="-5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Arial"/>
                <a:cs typeface="Arial"/>
              </a:rPr>
              <a:t>’</a:t>
            </a:r>
            <a:r>
              <a:rPr dirty="0" u="heavy" sz="3200" b="1">
                <a:solidFill>
                  <a:srgbClr val="FFFF00"/>
                </a:solidFill>
                <a:uFill>
                  <a:solidFill>
                    <a:srgbClr val="FFFF00"/>
                  </a:solidFill>
                </a:uFill>
                <a:latin typeface="宋体"/>
                <a:cs typeface="宋体"/>
              </a:rPr>
              <a:t>确定化</a:t>
            </a:r>
            <a:endParaRPr sz="3200">
              <a:latin typeface="宋体"/>
              <a:cs typeface="宋体"/>
            </a:endParaRPr>
          </a:p>
          <a:p>
            <a:pPr marL="1543050">
              <a:lnSpc>
                <a:spcPct val="100000"/>
              </a:lnSpc>
              <a:spcBef>
                <a:spcPts val="183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I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4041775" y="932179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6045453" y="92209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2527173" y="639604"/>
            <a:ext cx="18161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481582" y="573023"/>
            <a:ext cx="7209790" cy="1196339"/>
          </a:xfrm>
          <a:prstGeom prst="rect">
            <a:avLst/>
          </a:prstGeom>
          <a:blipFill>
            <a:blip r:embed="rId5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 txBox="1"/>
          <p:nvPr/>
        </p:nvSpPr>
        <p:spPr>
          <a:xfrm>
            <a:off x="3510153" y="677704"/>
            <a:ext cx="181610" cy="47498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8" name="object 48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35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39" name="object 39"/>
          <p:cNvSpPr txBox="1"/>
          <p:nvPr/>
        </p:nvSpPr>
        <p:spPr>
          <a:xfrm>
            <a:off x="6569709" y="621002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7552435" y="659102"/>
            <a:ext cx="181610" cy="47498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950" spc="-70" b="1" i="1">
                <a:solidFill>
                  <a:srgbClr val="FFFFFF"/>
                </a:solidFill>
                <a:latin typeface="Symbol"/>
                <a:cs typeface="Symbol"/>
              </a:rPr>
              <a:t></a:t>
            </a:r>
            <a:endParaRPr sz="2950">
              <a:latin typeface="Symbol"/>
              <a:cs typeface="Symbo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7165085" y="922096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3044444" y="830986"/>
            <a:ext cx="469900" cy="1156335"/>
          </a:xfrm>
          <a:prstGeom prst="rect">
            <a:avLst/>
          </a:prstGeom>
        </p:spPr>
        <p:txBody>
          <a:bodyPr wrap="square" lIns="0" tIns="151130" rIns="0" bIns="0" rtlCol="0" vert="horz">
            <a:spAutoFit/>
          </a:bodyPr>
          <a:lstStyle/>
          <a:p>
            <a:pPr marL="27305">
              <a:lnSpc>
                <a:spcPct val="100000"/>
              </a:lnSpc>
              <a:spcBef>
                <a:spcPts val="1190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09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7102602" y="1493011"/>
            <a:ext cx="4699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,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5034153" y="391185"/>
            <a:ext cx="222250" cy="1315085"/>
          </a:xfrm>
          <a:prstGeom prst="rect">
            <a:avLst/>
          </a:prstGeom>
        </p:spPr>
        <p:txBody>
          <a:bodyPr wrap="square" lIns="0" tIns="230504" rIns="0" bIns="0" rtlCol="0" vert="horz">
            <a:spAutoFit/>
          </a:bodyPr>
          <a:lstStyle/>
          <a:p>
            <a:pPr marL="31750">
              <a:lnSpc>
                <a:spcPct val="100000"/>
              </a:lnSpc>
              <a:spcBef>
                <a:spcPts val="1814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14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4431538" y="512774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4467859" y="1317701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5633465" y="134005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90839" y="6710689"/>
            <a:ext cx="445134" cy="197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30"/>
              </a:lnSpc>
            </a:pP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36</a:t>
            </a:r>
            <a:r>
              <a:rPr dirty="0" sz="1400" spc="2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71621" y="162560"/>
            <a:ext cx="248284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238494" y="143382"/>
            <a:ext cx="248411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20574"/>
            <a:ext cx="9144000" cy="4343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" y="20574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8739" y="46100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71494" y="181482"/>
            <a:ext cx="248411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238621" y="162560"/>
            <a:ext cx="248284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88035" y="1065656"/>
            <a:ext cx="7372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4706" y="1620774"/>
            <a:ext cx="3543300" cy="0"/>
          </a:xfrm>
          <a:custGeom>
            <a:avLst/>
            <a:gdLst/>
            <a:ahLst/>
            <a:cxnLst/>
            <a:rect l="l" t="t" r="r" b="b"/>
            <a:pathLst>
              <a:path w="3543300" h="0">
                <a:moveTo>
                  <a:pt x="0" y="0"/>
                </a:moveTo>
                <a:lnTo>
                  <a:pt x="3543300" y="0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934717" y="1044702"/>
            <a:ext cx="0" cy="4594860"/>
          </a:xfrm>
          <a:custGeom>
            <a:avLst/>
            <a:gdLst/>
            <a:ahLst/>
            <a:cxnLst/>
            <a:rect l="l" t="t" r="r" b="b"/>
            <a:pathLst>
              <a:path w="0" h="4594860">
                <a:moveTo>
                  <a:pt x="0" y="0"/>
                </a:moveTo>
                <a:lnTo>
                  <a:pt x="0" y="4594860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272410" y="1001013"/>
            <a:ext cx="8274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6270" algn="l"/>
              </a:tabLst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9624" y="1622085"/>
            <a:ext cx="382270" cy="375983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93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58419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58419">
              <a:lnSpc>
                <a:spcPct val="100000"/>
              </a:lnSpc>
              <a:spcBef>
                <a:spcPts val="84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3*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4*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5*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6*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08351" y="1602765"/>
            <a:ext cx="203200" cy="375983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46654" y="1640865"/>
            <a:ext cx="203200" cy="375983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88694" y="5748324"/>
            <a:ext cx="11347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7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heavy" sz="2800" spc="-2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89883" y="46100"/>
            <a:ext cx="4658995" cy="555180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651760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机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50">
              <a:latin typeface="Times New Roman"/>
              <a:cs typeface="Times New Roman"/>
            </a:endParaRPr>
          </a:p>
          <a:p>
            <a:pPr marL="273685">
              <a:lnSpc>
                <a:spcPct val="10000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基本划分</a:t>
            </a:r>
            <a:endParaRPr sz="2800">
              <a:latin typeface="宋体"/>
              <a:cs typeface="宋体"/>
            </a:endParaRPr>
          </a:p>
          <a:p>
            <a:pPr algn="ctr" marR="817244">
              <a:lnSpc>
                <a:spcPct val="100000"/>
              </a:lnSpc>
              <a:spcBef>
                <a:spcPts val="1530"/>
              </a:spcBef>
            </a:pPr>
            <a:r>
              <a:rPr dirty="0" sz="2950" spc="-10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baseline="-21021" sz="2775" spc="-15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{{0,1,2},{3,4,5,6}}</a:t>
            </a:r>
            <a:endParaRPr sz="2800">
              <a:latin typeface="Times New Roman"/>
              <a:cs typeface="Times New Roman"/>
            </a:endParaRPr>
          </a:p>
          <a:p>
            <a:pPr marL="97155">
              <a:lnSpc>
                <a:spcPct val="100000"/>
              </a:lnSpc>
              <a:spcBef>
                <a:spcPts val="206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考察子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{0,1,2}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{0,2}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{1}</a:t>
            </a:r>
            <a:endParaRPr sz="2800">
              <a:latin typeface="Times New Roman"/>
              <a:cs typeface="Times New Roman"/>
            </a:endParaRPr>
          </a:p>
          <a:p>
            <a:pPr marL="97155" marR="172085">
              <a:lnSpc>
                <a:spcPts val="4029"/>
              </a:lnSpc>
              <a:spcBef>
                <a:spcPts val="25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被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区分，子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{0,1,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应再划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分为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{0,2},{1}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59055">
              <a:lnSpc>
                <a:spcPct val="100000"/>
              </a:lnSpc>
              <a:spcBef>
                <a:spcPts val="98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得新划分</a:t>
            </a:r>
            <a:endParaRPr sz="2800">
              <a:latin typeface="宋体"/>
              <a:cs typeface="宋体"/>
            </a:endParaRPr>
          </a:p>
          <a:p>
            <a:pPr algn="ctr" marR="786130">
              <a:lnSpc>
                <a:spcPct val="100000"/>
              </a:lnSpc>
              <a:spcBef>
                <a:spcPts val="1530"/>
              </a:spcBef>
            </a:pPr>
            <a:r>
              <a:rPr dirty="0" sz="2950" spc="-30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baseline="-21021" sz="2775" spc="-44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3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{3,4,5,6},{0,2},{1}</a:t>
            </a:r>
            <a:r>
              <a:rPr dirty="0" sz="2800" spc="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142240">
              <a:lnSpc>
                <a:spcPct val="100000"/>
              </a:lnSpc>
              <a:spcBef>
                <a:spcPts val="322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考察子集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{3,4,5,6},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等价。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8500871" y="454151"/>
            <a:ext cx="643255" cy="6403975"/>
          </a:xfrm>
          <a:custGeom>
            <a:avLst/>
            <a:gdLst/>
            <a:ahLst/>
            <a:cxnLst/>
            <a:rect l="l" t="t" r="r" b="b"/>
            <a:pathLst>
              <a:path w="643254" h="6403975">
                <a:moveTo>
                  <a:pt x="643127" y="0"/>
                </a:moveTo>
                <a:lnTo>
                  <a:pt x="0" y="0"/>
                </a:lnTo>
                <a:lnTo>
                  <a:pt x="0" y="6403846"/>
                </a:lnTo>
                <a:lnTo>
                  <a:pt x="643127" y="6403846"/>
                </a:lnTo>
                <a:lnTo>
                  <a:pt x="643127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 txBox="1"/>
          <p:nvPr/>
        </p:nvSpPr>
        <p:spPr>
          <a:xfrm>
            <a:off x="8614536" y="2884297"/>
            <a:ext cx="432434" cy="151701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 marR="5080">
              <a:lnSpc>
                <a:spcPts val="3950"/>
              </a:lnSpc>
              <a:spcBef>
                <a:spcPts val="140"/>
              </a:spcBef>
            </a:pPr>
            <a:r>
              <a:rPr dirty="0" sz="3200" spc="-10" b="1">
                <a:latin typeface="宋体"/>
                <a:cs typeface="宋体"/>
              </a:rPr>
              <a:t>最 小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ts val="3800"/>
              </a:lnSpc>
            </a:pPr>
            <a:r>
              <a:rPr dirty="0" sz="3200" spc="-10" b="1">
                <a:latin typeface="宋体"/>
                <a:cs typeface="宋体"/>
              </a:rPr>
              <a:t>化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8211057" y="6703648"/>
            <a:ext cx="203835" cy="203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85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6858000">
                <a:moveTo>
                  <a:pt x="0" y="6858000"/>
                </a:moveTo>
                <a:lnTo>
                  <a:pt x="9144000" y="6858000"/>
                </a:lnTo>
                <a:lnTo>
                  <a:pt x="914400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 txBox="1"/>
          <p:nvPr/>
        </p:nvSpPr>
        <p:spPr>
          <a:xfrm>
            <a:off x="8490839" y="6710689"/>
            <a:ext cx="445134" cy="19748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>
              <a:lnSpc>
                <a:spcPts val="1530"/>
              </a:lnSpc>
            </a:pPr>
            <a:r>
              <a:rPr dirty="0" sz="1400" b="1">
                <a:solidFill>
                  <a:srgbClr val="FFFFFF"/>
                </a:solidFill>
                <a:latin typeface="Times New Roman"/>
                <a:cs typeface="Times New Roman"/>
              </a:rPr>
              <a:t>37</a:t>
            </a:r>
            <a:r>
              <a:rPr dirty="0" sz="1400" spc="2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页</a:t>
            </a:r>
            <a:endParaRPr sz="14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36774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5849111" y="162687"/>
            <a:ext cx="304800" cy="171450"/>
          </a:xfrm>
          <a:custGeom>
            <a:avLst/>
            <a:gdLst/>
            <a:ahLst/>
            <a:cxnLst/>
            <a:rect l="l" t="t" r="r" b="b"/>
            <a:pathLst>
              <a:path w="304800" h="171450">
                <a:moveTo>
                  <a:pt x="19050" y="0"/>
                </a:moveTo>
                <a:lnTo>
                  <a:pt x="19050" y="171450"/>
                </a:lnTo>
                <a:lnTo>
                  <a:pt x="209550" y="114300"/>
                </a:lnTo>
                <a:lnTo>
                  <a:pt x="47625" y="114300"/>
                </a:lnTo>
                <a:lnTo>
                  <a:pt x="47625" y="57150"/>
                </a:lnTo>
                <a:lnTo>
                  <a:pt x="209550" y="57150"/>
                </a:lnTo>
                <a:lnTo>
                  <a:pt x="19050" y="0"/>
                </a:lnTo>
                <a:close/>
              </a:path>
              <a:path w="304800" h="171450">
                <a:moveTo>
                  <a:pt x="19050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19050" y="114300"/>
                </a:lnTo>
                <a:lnTo>
                  <a:pt x="19050" y="57150"/>
                </a:lnTo>
                <a:close/>
              </a:path>
              <a:path w="304800" h="171450">
                <a:moveTo>
                  <a:pt x="209550" y="57150"/>
                </a:moveTo>
                <a:lnTo>
                  <a:pt x="47625" y="57150"/>
                </a:lnTo>
                <a:lnTo>
                  <a:pt x="47625" y="114300"/>
                </a:lnTo>
                <a:lnTo>
                  <a:pt x="209550" y="114300"/>
                </a:lnTo>
                <a:lnTo>
                  <a:pt x="304800" y="85725"/>
                </a:lnTo>
                <a:lnTo>
                  <a:pt x="209550" y="57150"/>
                </a:lnTo>
                <a:close/>
              </a:path>
            </a:pathLst>
          </a:custGeom>
          <a:solidFill>
            <a:srgbClr val="8B46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3571621" y="162560"/>
            <a:ext cx="248284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7" name="object 7"/>
          <p:cNvSpPr/>
          <p:nvPr/>
        </p:nvSpPr>
        <p:spPr>
          <a:xfrm>
            <a:off x="6238494" y="143382"/>
            <a:ext cx="248411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761" y="20574"/>
            <a:ext cx="9144000" cy="4343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" y="20574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78739" y="46100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3571494" y="181482"/>
            <a:ext cx="248411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6238621" y="162560"/>
            <a:ext cx="248284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688035" y="1065656"/>
            <a:ext cx="7372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314706" y="1620774"/>
            <a:ext cx="3543300" cy="0"/>
          </a:xfrm>
          <a:custGeom>
            <a:avLst/>
            <a:gdLst/>
            <a:ahLst/>
            <a:cxnLst/>
            <a:rect l="l" t="t" r="r" b="b"/>
            <a:pathLst>
              <a:path w="3543300" h="0">
                <a:moveTo>
                  <a:pt x="0" y="0"/>
                </a:moveTo>
                <a:lnTo>
                  <a:pt x="3543300" y="0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5" name="object 15"/>
          <p:cNvSpPr/>
          <p:nvPr/>
        </p:nvSpPr>
        <p:spPr>
          <a:xfrm>
            <a:off x="1934717" y="1044702"/>
            <a:ext cx="0" cy="4594860"/>
          </a:xfrm>
          <a:custGeom>
            <a:avLst/>
            <a:gdLst/>
            <a:ahLst/>
            <a:cxnLst/>
            <a:rect l="l" t="t" r="r" b="b"/>
            <a:pathLst>
              <a:path w="0" h="4594860">
                <a:moveTo>
                  <a:pt x="0" y="0"/>
                </a:moveTo>
                <a:lnTo>
                  <a:pt x="0" y="4594860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6" name="object 16"/>
          <p:cNvSpPr txBox="1"/>
          <p:nvPr/>
        </p:nvSpPr>
        <p:spPr>
          <a:xfrm>
            <a:off x="2272410" y="1001013"/>
            <a:ext cx="8274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6270" algn="l"/>
              </a:tabLst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909624" y="1622085"/>
            <a:ext cx="382270" cy="375983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93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58419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58419">
              <a:lnSpc>
                <a:spcPct val="100000"/>
              </a:lnSpc>
              <a:spcBef>
                <a:spcPts val="84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3*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4*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5*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6*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308351" y="1602765"/>
            <a:ext cx="203200" cy="375983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946654" y="1640865"/>
            <a:ext cx="203200" cy="375983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88694" y="5748324"/>
            <a:ext cx="113474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7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heavy" sz="2800" spc="-2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3889883" y="46100"/>
            <a:ext cx="4658995" cy="177673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  <a:tabLst>
                <a:tab pos="2651760" algn="l"/>
              </a:tabLst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9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机	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30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2550">
              <a:latin typeface="Times New Roman"/>
              <a:cs typeface="Times New Roman"/>
            </a:endParaRPr>
          </a:p>
          <a:p>
            <a:pPr marL="273685">
              <a:lnSpc>
                <a:spcPct val="100000"/>
              </a:lnSpc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基本划分</a:t>
            </a:r>
            <a:endParaRPr sz="2800">
              <a:latin typeface="宋体"/>
              <a:cs typeface="宋体"/>
            </a:endParaRPr>
          </a:p>
          <a:p>
            <a:pPr marL="274320">
              <a:lnSpc>
                <a:spcPct val="100000"/>
              </a:lnSpc>
              <a:spcBef>
                <a:spcPts val="1530"/>
              </a:spcBef>
            </a:pPr>
            <a:r>
              <a:rPr dirty="0" sz="2950" spc="-35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baseline="-21021" sz="2775" spc="-52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2800" spc="-35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35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{3,4,5,6},{0,2},{1}</a:t>
            </a:r>
            <a:r>
              <a:rPr dirty="0" sz="2800" spc="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3625850" y="1998433"/>
            <a:ext cx="4675505" cy="4243705"/>
          </a:xfrm>
          <a:prstGeom prst="rect">
            <a:avLst/>
          </a:prstGeom>
        </p:spPr>
        <p:txBody>
          <a:bodyPr wrap="square" lIns="0" tIns="98425" rIns="0" bIns="0" rtlCol="0" vert="horz">
            <a:spAutoFit/>
          </a:bodyPr>
          <a:lstStyle/>
          <a:p>
            <a:pPr marL="139700">
              <a:lnSpc>
                <a:spcPct val="100000"/>
              </a:lnSpc>
              <a:spcBef>
                <a:spcPts val="775"/>
              </a:spcBef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考察子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集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{0,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2}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73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{0}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和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{2}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被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39700">
              <a:lnSpc>
                <a:spcPct val="100000"/>
              </a:lnSpc>
              <a:spcBef>
                <a:spcPts val="67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区分，子集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{0,</a:t>
            </a:r>
            <a:r>
              <a:rPr dirty="0" sz="2800" spc="-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2}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应再划分为</a:t>
            </a:r>
            <a:endParaRPr sz="2800">
              <a:latin typeface="宋体"/>
              <a:cs typeface="宋体"/>
            </a:endParaRPr>
          </a:p>
          <a:p>
            <a:pPr marL="139700">
              <a:lnSpc>
                <a:spcPct val="100000"/>
              </a:lnSpc>
              <a:spcBef>
                <a:spcPts val="670"/>
              </a:spcBef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{0},{2}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23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得新划分</a:t>
            </a:r>
            <a:endParaRPr sz="28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530"/>
              </a:spcBef>
            </a:pPr>
            <a:r>
              <a:rPr dirty="0" sz="2950" spc="-30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baseline="-21021" sz="2775" spc="-44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3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spc="-30" b="1">
                <a:solidFill>
                  <a:srgbClr val="FFFFFF"/>
                </a:solidFill>
                <a:latin typeface="Times New Roman"/>
                <a:cs typeface="Times New Roman"/>
              </a:rPr>
              <a:t>{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{3,4,5,6},{1},{0},{2}</a:t>
            </a:r>
            <a:r>
              <a:rPr dirty="0" sz="2800" spc="3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endParaRPr sz="2800">
              <a:latin typeface="Times New Roman"/>
              <a:cs typeface="Times New Roman"/>
            </a:endParaRPr>
          </a:p>
          <a:p>
            <a:pPr marL="38100">
              <a:lnSpc>
                <a:spcPct val="100000"/>
              </a:lnSpc>
              <a:spcBef>
                <a:spcPts val="302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考察子集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{3,4,5,6},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等价。</a:t>
            </a:r>
            <a:endParaRPr sz="28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1530"/>
              </a:spcBef>
            </a:pPr>
            <a:r>
              <a:rPr dirty="0" sz="2950" spc="-60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baseline="-21021" sz="2775" spc="-89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已是最后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划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分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3" name="object 23"/>
          <p:cNvSpPr/>
          <p:nvPr/>
        </p:nvSpPr>
        <p:spPr>
          <a:xfrm>
            <a:off x="8500871" y="454151"/>
            <a:ext cx="643255" cy="6403975"/>
          </a:xfrm>
          <a:custGeom>
            <a:avLst/>
            <a:gdLst/>
            <a:ahLst/>
            <a:cxnLst/>
            <a:rect l="l" t="t" r="r" b="b"/>
            <a:pathLst>
              <a:path w="643254" h="6403975">
                <a:moveTo>
                  <a:pt x="643127" y="0"/>
                </a:moveTo>
                <a:lnTo>
                  <a:pt x="0" y="0"/>
                </a:lnTo>
                <a:lnTo>
                  <a:pt x="0" y="6403846"/>
                </a:lnTo>
                <a:lnTo>
                  <a:pt x="643127" y="6403846"/>
                </a:lnTo>
                <a:lnTo>
                  <a:pt x="643127" y="0"/>
                </a:lnTo>
                <a:close/>
              </a:path>
            </a:pathLst>
          </a:custGeom>
          <a:solidFill>
            <a:srgbClr val="00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8614536" y="2884297"/>
            <a:ext cx="432434" cy="1517015"/>
          </a:xfrm>
          <a:prstGeom prst="rect">
            <a:avLst/>
          </a:prstGeom>
        </p:spPr>
        <p:txBody>
          <a:bodyPr wrap="square" lIns="0" tIns="17780" rIns="0" bIns="0" rtlCol="0" vert="horz">
            <a:spAutoFit/>
          </a:bodyPr>
          <a:lstStyle/>
          <a:p>
            <a:pPr marL="12700" marR="5080">
              <a:lnSpc>
                <a:spcPts val="3950"/>
              </a:lnSpc>
              <a:spcBef>
                <a:spcPts val="140"/>
              </a:spcBef>
            </a:pPr>
            <a:r>
              <a:rPr dirty="0" sz="3200" spc="-10" b="1">
                <a:latin typeface="宋体"/>
                <a:cs typeface="宋体"/>
              </a:rPr>
              <a:t>最 小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ts val="3800"/>
              </a:lnSpc>
            </a:pPr>
            <a:r>
              <a:rPr dirty="0" sz="3200" spc="-10" b="1">
                <a:latin typeface="宋体"/>
                <a:cs typeface="宋体"/>
              </a:rPr>
              <a:t>化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8211057" y="6703648"/>
            <a:ext cx="203835" cy="203835"/>
          </a:xfrm>
          <a:prstGeom prst="rect">
            <a:avLst/>
          </a:prstGeom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585"/>
              </a:lnSpc>
            </a:pPr>
            <a:r>
              <a:rPr dirty="0" sz="1400" spc="-5" b="1">
                <a:solidFill>
                  <a:srgbClr val="FFFFFF"/>
                </a:solidFill>
                <a:latin typeface="宋体"/>
                <a:cs typeface="宋体"/>
              </a:rPr>
              <a:t>第</a:t>
            </a:r>
            <a:endParaRPr sz="1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20574"/>
            <a:ext cx="9144000" cy="43433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20574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78739" y="46100"/>
            <a:ext cx="342265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93090" algn="l"/>
              </a:tabLst>
            </a:pPr>
            <a:r>
              <a:rPr dirty="0" sz="2000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915283" y="46100"/>
            <a:ext cx="226314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正规式与自动机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6529578" y="46100"/>
            <a:ext cx="199390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2.3.2</a:t>
            </a:r>
            <a:r>
              <a:rPr dirty="0" sz="2000" spc="415" b="1">
                <a:solidFill>
                  <a:srgbClr val="A15100"/>
                </a:solidFill>
                <a:latin typeface="Times New Roman"/>
                <a:cs typeface="Times New Roman"/>
              </a:rPr>
              <a:t> 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正规式与</a:t>
            </a:r>
            <a:r>
              <a:rPr dirty="0" sz="2000" spc="-145" b="1">
                <a:solidFill>
                  <a:srgbClr val="A15100"/>
                </a:solidFill>
                <a:latin typeface="Times New Roman"/>
                <a:cs typeface="Times New Roman"/>
              </a:rPr>
              <a:t>FA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898516" y="2856992"/>
            <a:ext cx="7378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5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te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4525517" y="3411473"/>
            <a:ext cx="3476625" cy="0"/>
          </a:xfrm>
          <a:custGeom>
            <a:avLst/>
            <a:gdLst/>
            <a:ahLst/>
            <a:cxnLst/>
            <a:rect l="l" t="t" r="r" b="b"/>
            <a:pathLst>
              <a:path w="3476625" h="0">
                <a:moveTo>
                  <a:pt x="0" y="0"/>
                </a:moveTo>
                <a:lnTo>
                  <a:pt x="3476243" y="0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6144005" y="2835401"/>
            <a:ext cx="0" cy="2918460"/>
          </a:xfrm>
          <a:custGeom>
            <a:avLst/>
            <a:gdLst/>
            <a:ahLst/>
            <a:cxnLst/>
            <a:rect l="l" t="t" r="r" b="b"/>
            <a:pathLst>
              <a:path w="0" h="2918460">
                <a:moveTo>
                  <a:pt x="0" y="0"/>
                </a:moveTo>
                <a:lnTo>
                  <a:pt x="0" y="2918460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6654800" y="2792094"/>
            <a:ext cx="10033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812165" algn="l"/>
              </a:tabLst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120385" y="3412052"/>
            <a:ext cx="382270" cy="2160270"/>
          </a:xfrm>
          <a:prstGeom prst="rect">
            <a:avLst/>
          </a:prstGeom>
        </p:spPr>
        <p:txBody>
          <a:bodyPr wrap="square" lIns="0" tIns="120014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944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57785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3*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6671309" y="3394116"/>
            <a:ext cx="203200" cy="215900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7519161" y="3432216"/>
            <a:ext cx="203200" cy="2159000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5169153" y="6040323"/>
            <a:ext cx="18300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最简</a:t>
            </a:r>
            <a:r>
              <a:rPr dirty="0" u="heavy" sz="2800" spc="-7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heavy" sz="2800" spc="-21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688035" y="1137285"/>
            <a:ext cx="73723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e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14706" y="1690877"/>
            <a:ext cx="3543300" cy="0"/>
          </a:xfrm>
          <a:custGeom>
            <a:avLst/>
            <a:gdLst/>
            <a:ahLst/>
            <a:cxnLst/>
            <a:rect l="l" t="t" r="r" b="b"/>
            <a:pathLst>
              <a:path w="3543300" h="0">
                <a:moveTo>
                  <a:pt x="0" y="0"/>
                </a:moveTo>
                <a:lnTo>
                  <a:pt x="3543300" y="0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934717" y="1116330"/>
            <a:ext cx="0" cy="4594860"/>
          </a:xfrm>
          <a:custGeom>
            <a:avLst/>
            <a:gdLst/>
            <a:ahLst/>
            <a:cxnLst/>
            <a:rect l="l" t="t" r="r" b="b"/>
            <a:pathLst>
              <a:path w="0" h="4594860">
                <a:moveTo>
                  <a:pt x="0" y="0"/>
                </a:moveTo>
                <a:lnTo>
                  <a:pt x="0" y="4594860"/>
                </a:lnTo>
              </a:path>
            </a:pathLst>
          </a:custGeom>
          <a:ln w="38100">
            <a:solidFill>
              <a:srgbClr val="FF9295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2272410" y="1072387"/>
            <a:ext cx="82740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36270" algn="l"/>
              </a:tabLst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909624" y="1693316"/>
            <a:ext cx="382270" cy="3759835"/>
          </a:xfrm>
          <a:prstGeom prst="rect">
            <a:avLst/>
          </a:prstGeom>
        </p:spPr>
        <p:txBody>
          <a:bodyPr wrap="square" lIns="0" tIns="119380" rIns="0" bIns="0" rtlCol="0" vert="horz">
            <a:spAutoFit/>
          </a:bodyPr>
          <a:lstStyle/>
          <a:p>
            <a:pPr marL="102235">
              <a:lnSpc>
                <a:spcPct val="100000"/>
              </a:lnSpc>
              <a:spcBef>
                <a:spcPts val="9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endParaRPr sz="2800">
              <a:latin typeface="Times New Roman"/>
              <a:cs typeface="Times New Roman"/>
            </a:endParaRPr>
          </a:p>
          <a:p>
            <a:pPr marL="58419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58419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3*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4*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5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5*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b="1">
                <a:solidFill>
                  <a:srgbClr val="FFFF00"/>
                </a:solidFill>
                <a:latin typeface="Times New Roman"/>
                <a:cs typeface="Times New Roman"/>
              </a:rPr>
              <a:t>6*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2308351" y="1674409"/>
            <a:ext cx="203200" cy="375983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6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2946654" y="1712509"/>
            <a:ext cx="203200" cy="3759835"/>
          </a:xfrm>
          <a:prstGeom prst="rect">
            <a:avLst/>
          </a:prstGeom>
        </p:spPr>
        <p:txBody>
          <a:bodyPr wrap="square" lIns="0" tIns="1187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3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4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4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5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488694" y="5819343"/>
            <a:ext cx="111569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u="heavy" sz="2800" spc="-7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DFA</a:t>
            </a:r>
            <a:r>
              <a:rPr dirty="0" u="heavy" sz="2800" spc="-225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 </a:t>
            </a:r>
            <a:r>
              <a:rPr dirty="0" u="heavy" sz="2800" spc="-5" b="1" i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Times New Roman"/>
                <a:cs typeface="Times New Roman"/>
              </a:rPr>
              <a:t>M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4263897" y="639521"/>
            <a:ext cx="73977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划分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4454778" y="1560702"/>
            <a:ext cx="144780" cy="311150"/>
          </a:xfrm>
          <a:prstGeom prst="rect">
            <a:avLst/>
          </a:prstGeom>
        </p:spPr>
        <p:txBody>
          <a:bodyPr wrap="square" lIns="0" tIns="1524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dirty="0" sz="1850" spc="1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185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4263897" y="1304670"/>
            <a:ext cx="406971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2950" spc="-90" b="1" i="1">
                <a:solidFill>
                  <a:srgbClr val="FFFFFF"/>
                </a:solidFill>
                <a:latin typeface="Symbol"/>
                <a:cs typeface="Symbol"/>
              </a:rPr>
              <a:t></a:t>
            </a:r>
            <a:r>
              <a:rPr dirty="0" sz="2950" spc="100" b="1" i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＝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{3,4,5,6},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{0},{1},{2}}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4263897" y="2011502"/>
            <a:ext cx="395160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每个子集中状态都等价。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27" name="object 27"/>
          <p:cNvSpPr/>
          <p:nvPr/>
        </p:nvSpPr>
        <p:spPr>
          <a:xfrm>
            <a:off x="5090921" y="889253"/>
            <a:ext cx="1396365" cy="1012190"/>
          </a:xfrm>
          <a:custGeom>
            <a:avLst/>
            <a:gdLst/>
            <a:ahLst/>
            <a:cxnLst/>
            <a:rect l="l" t="t" r="r" b="b"/>
            <a:pathLst>
              <a:path w="1396364" h="1012189">
                <a:moveTo>
                  <a:pt x="0" y="1011936"/>
                </a:moveTo>
                <a:lnTo>
                  <a:pt x="1395984" y="1011936"/>
                </a:lnTo>
                <a:lnTo>
                  <a:pt x="1395984" y="0"/>
                </a:lnTo>
                <a:lnTo>
                  <a:pt x="0" y="0"/>
                </a:lnTo>
                <a:lnTo>
                  <a:pt x="0" y="1011936"/>
                </a:lnTo>
                <a:close/>
              </a:path>
            </a:pathLst>
          </a:custGeom>
          <a:ln w="38099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8" name="object 28"/>
          <p:cNvSpPr/>
          <p:nvPr/>
        </p:nvSpPr>
        <p:spPr>
          <a:xfrm>
            <a:off x="6694169" y="889253"/>
            <a:ext cx="367665" cy="1012190"/>
          </a:xfrm>
          <a:custGeom>
            <a:avLst/>
            <a:gdLst/>
            <a:ahLst/>
            <a:cxnLst/>
            <a:rect l="l" t="t" r="r" b="b"/>
            <a:pathLst>
              <a:path w="367665" h="1012189">
                <a:moveTo>
                  <a:pt x="0" y="1011936"/>
                </a:moveTo>
                <a:lnTo>
                  <a:pt x="367283" y="1011936"/>
                </a:lnTo>
                <a:lnTo>
                  <a:pt x="367283" y="0"/>
                </a:lnTo>
                <a:lnTo>
                  <a:pt x="0" y="0"/>
                </a:lnTo>
                <a:lnTo>
                  <a:pt x="0" y="101193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9" name="object 29"/>
          <p:cNvSpPr/>
          <p:nvPr/>
        </p:nvSpPr>
        <p:spPr>
          <a:xfrm>
            <a:off x="7239761" y="877061"/>
            <a:ext cx="393700" cy="1012190"/>
          </a:xfrm>
          <a:custGeom>
            <a:avLst/>
            <a:gdLst/>
            <a:ahLst/>
            <a:cxnLst/>
            <a:rect l="l" t="t" r="r" b="b"/>
            <a:pathLst>
              <a:path w="393700" h="1012189">
                <a:moveTo>
                  <a:pt x="0" y="1011936"/>
                </a:moveTo>
                <a:lnTo>
                  <a:pt x="393192" y="1011936"/>
                </a:lnTo>
                <a:lnTo>
                  <a:pt x="393192" y="0"/>
                </a:lnTo>
                <a:lnTo>
                  <a:pt x="0" y="0"/>
                </a:lnTo>
                <a:lnTo>
                  <a:pt x="0" y="101193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 txBox="1"/>
          <p:nvPr/>
        </p:nvSpPr>
        <p:spPr>
          <a:xfrm>
            <a:off x="7322566" y="850138"/>
            <a:ext cx="22923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7773161" y="889253"/>
            <a:ext cx="393700" cy="1012190"/>
          </a:xfrm>
          <a:custGeom>
            <a:avLst/>
            <a:gdLst/>
            <a:ahLst/>
            <a:cxnLst/>
            <a:rect l="l" t="t" r="r" b="b"/>
            <a:pathLst>
              <a:path w="393700" h="1012189">
                <a:moveTo>
                  <a:pt x="0" y="1011936"/>
                </a:moveTo>
                <a:lnTo>
                  <a:pt x="393192" y="1011936"/>
                </a:lnTo>
                <a:lnTo>
                  <a:pt x="393192" y="0"/>
                </a:lnTo>
                <a:lnTo>
                  <a:pt x="0" y="0"/>
                </a:lnTo>
                <a:lnTo>
                  <a:pt x="0" y="101193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5674233" y="862964"/>
            <a:ext cx="241109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1102360" algn="l"/>
                <a:tab pos="2193925" algn="l"/>
              </a:tabLst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3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0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1621" y="162560"/>
            <a:ext cx="248284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38494" y="143382"/>
            <a:ext cx="248411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20574"/>
            <a:ext cx="9144000" cy="4343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20574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670810" y="46100"/>
            <a:ext cx="38023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945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形式语言与自动机理论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379577" y="590803"/>
            <a:ext cx="3947160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66115" algn="l"/>
              </a:tabLst>
            </a:pPr>
            <a:r>
              <a:rPr dirty="0" sz="2800" spc="-5" b="0">
                <a:solidFill>
                  <a:srgbClr val="FFFF00"/>
                </a:solidFill>
                <a:latin typeface="Wingdings"/>
                <a:cs typeface="Wingdings"/>
              </a:rPr>
              <a:t></a:t>
            </a:r>
            <a:r>
              <a:rPr dirty="0" sz="2800" spc="-5" b="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/>
              <a:t>第二章第三节提要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1291" y="1312008"/>
            <a:ext cx="7265670" cy="516953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lvl="2" marL="985519" marR="2391410" indent="-985519">
              <a:lnSpc>
                <a:spcPct val="120000"/>
              </a:lnSpc>
              <a:spcBef>
                <a:spcPts val="95"/>
              </a:spcBef>
              <a:buFont typeface="Times New Roman"/>
              <a:buAutoNum type="arabicPeriod"/>
              <a:tabLst>
                <a:tab pos="985519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正则文法与</a:t>
            </a:r>
            <a:r>
              <a:rPr dirty="0" sz="3200" spc="-125" b="1">
                <a:solidFill>
                  <a:srgbClr val="FFFF00"/>
                </a:solidFill>
                <a:latin typeface="Times New Roman"/>
                <a:cs typeface="Times New Roman"/>
              </a:rPr>
              <a:t>FA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的等价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正则文法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到</a:t>
            </a:r>
            <a:r>
              <a:rPr dirty="0" sz="3200" spc="-245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的转换</a:t>
            </a:r>
            <a:endParaRPr sz="3200">
              <a:latin typeface="宋体"/>
              <a:cs typeface="宋体"/>
            </a:endParaRPr>
          </a:p>
          <a:p>
            <a:pPr lvl="2" marL="1029335" indent="-915669">
              <a:lnSpc>
                <a:spcPct val="100000"/>
              </a:lnSpc>
              <a:spcBef>
                <a:spcPts val="2705"/>
              </a:spcBef>
              <a:buFont typeface="Times New Roman"/>
              <a:buAutoNum type="arabicPeriod"/>
              <a:tabLst>
                <a:tab pos="1029969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正规式与正规集</a:t>
            </a:r>
            <a:endParaRPr sz="3200">
              <a:latin typeface="宋体"/>
              <a:cs typeface="宋体"/>
            </a:endParaRPr>
          </a:p>
          <a:p>
            <a:pPr marL="12700" marR="5080" indent="1016635">
              <a:lnSpc>
                <a:spcPts val="4610"/>
              </a:lnSpc>
              <a:spcBef>
                <a:spcPts val="280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正规式的描述，正规集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描</a:t>
            </a:r>
            <a:r>
              <a:rPr dirty="0" sz="3200" spc="775" b="1">
                <a:solidFill>
                  <a:srgbClr val="FFFFFF"/>
                </a:solidFill>
                <a:latin typeface="宋体"/>
                <a:cs typeface="宋体"/>
              </a:rPr>
              <a:t>述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，用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正规式或正规集描述正则语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lvl="2" marL="1129665" marR="2856865" indent="-1015365">
              <a:lnSpc>
                <a:spcPct val="120100"/>
              </a:lnSpc>
              <a:spcBef>
                <a:spcPts val="1415"/>
              </a:spcBef>
              <a:buFont typeface="Times New Roman"/>
              <a:buAutoNum type="arabicPeriod" startAt="3"/>
              <a:tabLst>
                <a:tab pos="1029969" algn="l"/>
              </a:tabLst>
            </a:pP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正规式与</a:t>
            </a:r>
            <a:r>
              <a:rPr dirty="0" sz="3200" spc="-245" b="1">
                <a:solidFill>
                  <a:srgbClr val="FFFF00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00"/>
                </a:solidFill>
                <a:latin typeface="宋体"/>
                <a:cs typeface="宋体"/>
              </a:rPr>
              <a:t>的等价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等价转化算法。</a:t>
            </a:r>
            <a:endParaRPr sz="3200">
              <a:latin typeface="宋体"/>
              <a:cs typeface="宋体"/>
            </a:endParaRPr>
          </a:p>
          <a:p>
            <a:pPr marL="1231900">
              <a:lnSpc>
                <a:spcPct val="100000"/>
              </a:lnSpc>
              <a:spcBef>
                <a:spcPts val="77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规则（一）和规则（二）。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3571621" y="162560"/>
            <a:ext cx="248284" cy="113919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6238494" y="143382"/>
            <a:ext cx="248411" cy="114046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761" y="20574"/>
            <a:ext cx="9144000" cy="434339"/>
          </a:xfrm>
          <a:prstGeom prst="rect">
            <a:avLst/>
          </a:prstGeom>
          <a:blipFill>
            <a:blip r:embed="rId4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20574"/>
            <a:ext cx="9144000" cy="434340"/>
          </a:xfrm>
          <a:custGeom>
            <a:avLst/>
            <a:gdLst/>
            <a:ahLst/>
            <a:cxnLst/>
            <a:rect l="l" t="t" r="r" b="b"/>
            <a:pathLst>
              <a:path w="9144000" h="434340">
                <a:moveTo>
                  <a:pt x="0" y="434339"/>
                </a:moveTo>
                <a:lnTo>
                  <a:pt x="9144000" y="434339"/>
                </a:lnTo>
                <a:lnTo>
                  <a:pt x="9144000" y="0"/>
                </a:lnTo>
                <a:lnTo>
                  <a:pt x="0" y="0"/>
                </a:lnTo>
                <a:lnTo>
                  <a:pt x="0" y="434339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2670810" y="46100"/>
            <a:ext cx="3802379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719455" algn="l"/>
              </a:tabLst>
            </a:pPr>
            <a:r>
              <a:rPr dirty="0" sz="2000" spc="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形式语言与自动机理论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9" name="object 9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764844" y="719455"/>
            <a:ext cx="3538854" cy="513715"/>
          </a:xfrm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666750" algn="l"/>
              </a:tabLst>
            </a:pPr>
            <a:r>
              <a:rPr dirty="0" sz="2800" spc="-5" b="0">
                <a:solidFill>
                  <a:srgbClr val="FFFF00"/>
                </a:solidFill>
                <a:latin typeface="Wingdings"/>
                <a:cs typeface="Wingdings"/>
              </a:rPr>
              <a:t></a:t>
            </a:r>
            <a:r>
              <a:rPr dirty="0" sz="2800" spc="-5" b="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/>
              <a:t>第二章理论综述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35991" y="1248490"/>
            <a:ext cx="8397240" cy="4658995"/>
          </a:xfrm>
          <a:prstGeom prst="rect">
            <a:avLst/>
          </a:prstGeom>
        </p:spPr>
        <p:txBody>
          <a:bodyPr wrap="square" lIns="0" tIns="255904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2014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四类文法中的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型文法。</a:t>
            </a:r>
            <a:endParaRPr sz="3200">
              <a:latin typeface="宋体"/>
              <a:cs typeface="宋体"/>
            </a:endParaRPr>
          </a:p>
          <a:p>
            <a:pPr marL="12700" marR="8255">
              <a:lnSpc>
                <a:spcPct val="100000"/>
              </a:lnSpc>
              <a:spcBef>
                <a:spcPts val="192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型文法定义的语言可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用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正规式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描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述，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正则语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言。</a:t>
            </a:r>
            <a:endParaRPr sz="3200">
              <a:latin typeface="宋体"/>
              <a:cs typeface="宋体"/>
            </a:endParaRPr>
          </a:p>
          <a:p>
            <a:pPr marL="12700" marR="5080">
              <a:lnSpc>
                <a:spcPct val="100000"/>
              </a:lnSpc>
              <a:spcBef>
                <a:spcPts val="1920"/>
              </a:spcBef>
            </a:pPr>
            <a:r>
              <a:rPr dirty="0" sz="3200" spc="-120" b="1">
                <a:solidFill>
                  <a:srgbClr val="FFFFFF"/>
                </a:solidFill>
                <a:latin typeface="Times New Roman"/>
                <a:cs typeface="Times New Roman"/>
              </a:rPr>
              <a:t>FA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描述的语言可用正规式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描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述</a:t>
            </a:r>
            <a:r>
              <a:rPr dirty="0" sz="3200" spc="-8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FA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作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正则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语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言识别机制。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925"/>
              </a:spcBef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正则语言的三种描述：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920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正规式、</a:t>
            </a:r>
            <a:r>
              <a:rPr dirty="0" sz="3200" spc="-125" b="1">
                <a:solidFill>
                  <a:srgbClr val="FFFFFF"/>
                </a:solidFill>
                <a:latin typeface="Times New Roman"/>
                <a:cs typeface="Times New Roman"/>
              </a:rPr>
              <a:t>FA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、正则文法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3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文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法）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350514" y="2266264"/>
            <a:ext cx="1854835" cy="14890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9600" b="1" i="1">
                <a:solidFill>
                  <a:srgbClr val="FFFF00"/>
                </a:solidFill>
                <a:latin typeface="Times New Roman"/>
                <a:cs typeface="Times New Roman"/>
              </a:rPr>
              <a:t>end</a:t>
            </a:r>
            <a:endParaRPr sz="96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383540" y="1276857"/>
            <a:ext cx="1999614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760730" algn="l"/>
              </a:tabLst>
            </a:pPr>
            <a:r>
              <a:rPr dirty="0" sz="3200">
                <a:solidFill>
                  <a:srgbClr val="FFFF00"/>
                </a:solidFill>
                <a:latin typeface="Wingdings"/>
                <a:cs typeface="Wingdings"/>
              </a:rPr>
              <a:t></a:t>
            </a:r>
            <a:r>
              <a:rPr dirty="0" sz="3200">
                <a:solidFill>
                  <a:srgbClr val="FFFF00"/>
                </a:solidFill>
                <a:latin typeface="Times New Roman"/>
                <a:cs typeface="Times New Roman"/>
              </a:rPr>
              <a:t>	</a:t>
            </a:r>
            <a:r>
              <a:rPr dirty="0" u="heavy" sz="3200" b="1">
                <a:solidFill>
                  <a:srgbClr val="66FFFF"/>
                </a:solidFill>
                <a:uFill>
                  <a:solidFill>
                    <a:srgbClr val="66FFFF"/>
                  </a:solidFill>
                </a:uFill>
                <a:latin typeface="宋体"/>
                <a:cs typeface="宋体"/>
              </a:rPr>
              <a:t>第二章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26485" y="72644"/>
            <a:ext cx="3347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/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825"/>
              </a:lnSpc>
              <a:spcBef>
                <a:spcPts val="105"/>
              </a:spcBef>
            </a:pPr>
            <a:r>
              <a:rPr dirty="0">
                <a:latin typeface="Times New Roman"/>
                <a:cs typeface="Times New Roman"/>
              </a:rPr>
              <a:t>10</a:t>
            </a:r>
            <a:r>
              <a:rPr dirty="0" spc="-5"/>
              <a:t>、设字母</a:t>
            </a:r>
            <a:r>
              <a:rPr dirty="0"/>
              <a:t>表</a:t>
            </a:r>
            <a:r>
              <a:rPr dirty="0" spc="-5" i="1">
                <a:latin typeface="Times New Roman"/>
                <a:cs typeface="Times New Roman"/>
              </a:rPr>
              <a:t>Σ</a:t>
            </a:r>
            <a:r>
              <a:rPr dirty="0" spc="-5">
                <a:latin typeface="Times New Roman"/>
                <a:cs typeface="Times New Roman"/>
              </a:rPr>
              <a:t>={</a:t>
            </a:r>
            <a:r>
              <a:rPr dirty="0" spc="-5" i="1">
                <a:latin typeface="Times New Roman"/>
                <a:cs typeface="Times New Roman"/>
              </a:rPr>
              <a:t>a,b</a:t>
            </a:r>
            <a:r>
              <a:rPr dirty="0" spc="-5">
                <a:latin typeface="Times New Roman"/>
                <a:cs typeface="Times New Roman"/>
              </a:rPr>
              <a:t>}</a:t>
            </a:r>
            <a:r>
              <a:rPr dirty="0" spc="-5"/>
              <a:t>，给</a:t>
            </a:r>
            <a:r>
              <a:rPr dirty="0"/>
              <a:t>出</a:t>
            </a:r>
            <a:r>
              <a:rPr dirty="0" spc="-10" i="1">
                <a:latin typeface="Times New Roman"/>
                <a:cs typeface="Times New Roman"/>
              </a:rPr>
              <a:t>Σ</a:t>
            </a:r>
            <a:r>
              <a:rPr dirty="0" spc="-10"/>
              <a:t>上</a:t>
            </a:r>
            <a:r>
              <a:rPr dirty="0" spc="5"/>
              <a:t>的</a:t>
            </a:r>
            <a:r>
              <a:rPr dirty="0" spc="-10"/>
              <a:t>正则</a:t>
            </a:r>
            <a:r>
              <a:rPr dirty="0"/>
              <a:t>式</a:t>
            </a:r>
            <a:r>
              <a:rPr dirty="0" spc="-10"/>
              <a:t>：</a:t>
            </a:r>
          </a:p>
          <a:p>
            <a:pPr marL="12700">
              <a:lnSpc>
                <a:spcPts val="3825"/>
              </a:lnSpc>
            </a:pPr>
            <a:r>
              <a:rPr dirty="0" i="1">
                <a:latin typeface="Times New Roman"/>
                <a:cs typeface="Times New Roman"/>
              </a:rPr>
              <a:t>R</a:t>
            </a:r>
            <a:r>
              <a:rPr dirty="0">
                <a:latin typeface="Times New Roman"/>
                <a:cs typeface="Times New Roman"/>
              </a:rPr>
              <a:t>=(</a:t>
            </a:r>
            <a:r>
              <a:rPr dirty="0" i="1">
                <a:latin typeface="Times New Roman"/>
                <a:cs typeface="Times New Roman"/>
              </a:rPr>
              <a:t>a|ba</a:t>
            </a:r>
            <a:r>
              <a:rPr dirty="0">
                <a:latin typeface="Times New Roman"/>
                <a:cs typeface="Times New Roman"/>
              </a:rPr>
              <a:t>)*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/>
        </p:spPr>
        <p:txBody>
          <a:bodyPr wrap="square" lIns="0" tIns="110489" rIns="0" bIns="0" rtlCol="0" vert="horz">
            <a:spAutoFit/>
          </a:bodyPr>
          <a:lstStyle/>
          <a:p>
            <a:pPr marL="353060" indent="-340995">
              <a:lnSpc>
                <a:spcPct val="100000"/>
              </a:lnSpc>
              <a:spcBef>
                <a:spcPts val="869"/>
              </a:spcBef>
              <a:buSzPct val="96875"/>
              <a:buFont typeface="Times New Roman"/>
              <a:buAutoNum type="arabicParenR"/>
              <a:tabLst>
                <a:tab pos="353695" algn="l"/>
              </a:tabLst>
            </a:pPr>
            <a:r>
              <a:rPr dirty="0" spc="-5">
                <a:latin typeface="宋体"/>
                <a:cs typeface="宋体"/>
              </a:rPr>
              <a:t>、构</a:t>
            </a:r>
            <a:r>
              <a:rPr dirty="0">
                <a:latin typeface="宋体"/>
                <a:cs typeface="宋体"/>
              </a:rPr>
              <a:t>造</a:t>
            </a:r>
            <a:r>
              <a:rPr dirty="0" spc="-80"/>
              <a:t>NFA</a:t>
            </a:r>
            <a:r>
              <a:rPr dirty="0" spc="-215"/>
              <a:t> </a:t>
            </a:r>
            <a:r>
              <a:rPr dirty="0" spc="-5" i="1">
                <a:latin typeface="Times New Roman"/>
                <a:cs typeface="Times New Roman"/>
              </a:rPr>
              <a:t>M</a:t>
            </a:r>
            <a:r>
              <a:rPr dirty="0" spc="-5">
                <a:latin typeface="宋体"/>
                <a:cs typeface="宋体"/>
              </a:rPr>
              <a:t>，使得</a:t>
            </a:r>
            <a:r>
              <a:rPr dirty="0" i="1">
                <a:latin typeface="Times New Roman"/>
                <a:cs typeface="Times New Roman"/>
              </a:rPr>
              <a:t>L</a:t>
            </a:r>
            <a:r>
              <a:rPr dirty="0"/>
              <a:t>(</a:t>
            </a:r>
            <a:r>
              <a:rPr dirty="0" i="1">
                <a:latin typeface="Times New Roman"/>
                <a:cs typeface="Times New Roman"/>
              </a:rPr>
              <a:t>M</a:t>
            </a:r>
            <a:r>
              <a:rPr dirty="0"/>
              <a:t>)=</a:t>
            </a:r>
            <a:r>
              <a:rPr dirty="0" i="1">
                <a:latin typeface="Times New Roman"/>
                <a:cs typeface="Times New Roman"/>
              </a:rPr>
              <a:t>L</a:t>
            </a:r>
            <a:r>
              <a:rPr dirty="0"/>
              <a:t>(</a:t>
            </a:r>
            <a:r>
              <a:rPr dirty="0" i="1">
                <a:latin typeface="Times New Roman"/>
                <a:cs typeface="Times New Roman"/>
              </a:rPr>
              <a:t>R</a:t>
            </a:r>
            <a:r>
              <a:rPr dirty="0"/>
              <a:t>)</a:t>
            </a:r>
            <a:r>
              <a:rPr dirty="0" spc="-10">
                <a:latin typeface="宋体"/>
                <a:cs typeface="宋体"/>
              </a:rPr>
              <a:t>。</a:t>
            </a:r>
          </a:p>
          <a:p>
            <a:pPr marL="12700" marR="243840">
              <a:lnSpc>
                <a:spcPct val="100000"/>
              </a:lnSpc>
              <a:spcBef>
                <a:spcPts val="770"/>
              </a:spcBef>
              <a:buSzPct val="96875"/>
              <a:buFont typeface="Times New Roman"/>
              <a:buAutoNum type="arabicParenR"/>
              <a:tabLst>
                <a:tab pos="353060" algn="l"/>
              </a:tabLst>
            </a:pPr>
            <a:r>
              <a:rPr dirty="0">
                <a:latin typeface="宋体"/>
                <a:cs typeface="宋体"/>
              </a:rPr>
              <a:t>、将上面的</a:t>
            </a:r>
            <a:r>
              <a:rPr dirty="0" spc="-80"/>
              <a:t>NFA</a:t>
            </a:r>
            <a:r>
              <a:rPr dirty="0" spc="-250"/>
              <a:t> </a:t>
            </a:r>
            <a:r>
              <a:rPr dirty="0" spc="-5" i="1">
                <a:latin typeface="Times New Roman"/>
                <a:cs typeface="Times New Roman"/>
              </a:rPr>
              <a:t>M</a:t>
            </a:r>
            <a:r>
              <a:rPr dirty="0">
                <a:latin typeface="宋体"/>
                <a:cs typeface="宋体"/>
              </a:rPr>
              <a:t>确定化为</a:t>
            </a:r>
            <a:r>
              <a:rPr dirty="0" spc="-80"/>
              <a:t>DFA</a:t>
            </a:r>
            <a:r>
              <a:rPr dirty="0" spc="-235"/>
              <a:t> </a:t>
            </a:r>
            <a:r>
              <a:rPr dirty="0" i="1">
                <a:latin typeface="Times New Roman"/>
                <a:cs typeface="Times New Roman"/>
              </a:rPr>
              <a:t>M</a:t>
            </a:r>
            <a:r>
              <a:rPr dirty="0"/>
              <a:t>’</a:t>
            </a:r>
            <a:r>
              <a:rPr dirty="0">
                <a:latin typeface="宋体"/>
                <a:cs typeface="宋体"/>
              </a:rPr>
              <a:t>，使得 </a:t>
            </a:r>
            <a:r>
              <a:rPr dirty="0" spc="-5" i="1">
                <a:latin typeface="Times New Roman"/>
                <a:cs typeface="Times New Roman"/>
              </a:rPr>
              <a:t>L</a:t>
            </a:r>
            <a:r>
              <a:rPr dirty="0" spc="-5"/>
              <a:t>(</a:t>
            </a:r>
            <a:r>
              <a:rPr dirty="0" spc="-5" i="1">
                <a:latin typeface="Times New Roman"/>
                <a:cs typeface="Times New Roman"/>
              </a:rPr>
              <a:t>M</a:t>
            </a:r>
            <a:r>
              <a:rPr dirty="0" spc="-5"/>
              <a:t>’)=</a:t>
            </a:r>
            <a:r>
              <a:rPr dirty="0" spc="-5" i="1">
                <a:latin typeface="Times New Roman"/>
                <a:cs typeface="Times New Roman"/>
              </a:rPr>
              <a:t>L</a:t>
            </a:r>
            <a:r>
              <a:rPr dirty="0" spc="-5"/>
              <a:t>(</a:t>
            </a:r>
            <a:r>
              <a:rPr dirty="0" spc="-5" i="1">
                <a:latin typeface="Times New Roman"/>
                <a:cs typeface="Times New Roman"/>
              </a:rPr>
              <a:t>M</a:t>
            </a:r>
            <a:r>
              <a:rPr dirty="0" spc="-5"/>
              <a:t>)</a:t>
            </a:r>
            <a:r>
              <a:rPr dirty="0" spc="-5">
                <a:latin typeface="宋体"/>
                <a:cs typeface="宋体"/>
              </a:rPr>
              <a:t>。要求给</a:t>
            </a:r>
            <a:r>
              <a:rPr dirty="0" spc="-10">
                <a:latin typeface="宋体"/>
                <a:cs typeface="宋体"/>
              </a:rPr>
              <a:t>出</a:t>
            </a:r>
            <a:r>
              <a:rPr dirty="0" spc="-5">
                <a:latin typeface="宋体"/>
                <a:cs typeface="宋体"/>
              </a:rPr>
              <a:t>确定</a:t>
            </a:r>
            <a:r>
              <a:rPr dirty="0" spc="-10">
                <a:latin typeface="宋体"/>
                <a:cs typeface="宋体"/>
              </a:rPr>
              <a:t>化</a:t>
            </a:r>
            <a:r>
              <a:rPr dirty="0" spc="-5">
                <a:latin typeface="宋体"/>
                <a:cs typeface="宋体"/>
              </a:rPr>
              <a:t>的过程</a:t>
            </a:r>
            <a:r>
              <a:rPr dirty="0" spc="-10">
                <a:latin typeface="宋体"/>
                <a:cs typeface="宋体"/>
              </a:rPr>
              <a:t>。</a:t>
            </a:r>
          </a:p>
          <a:p>
            <a:pPr marL="352425" indent="-340360">
              <a:lnSpc>
                <a:spcPct val="100000"/>
              </a:lnSpc>
              <a:spcBef>
                <a:spcPts val="770"/>
              </a:spcBef>
              <a:buSzPct val="96875"/>
              <a:buFont typeface="Times New Roman"/>
              <a:buAutoNum type="arabicParenR"/>
              <a:tabLst>
                <a:tab pos="353060" algn="l"/>
              </a:tabLst>
            </a:pPr>
            <a:r>
              <a:rPr dirty="0">
                <a:latin typeface="宋体"/>
                <a:cs typeface="宋体"/>
              </a:rPr>
              <a:t>、将上面的</a:t>
            </a:r>
            <a:r>
              <a:rPr dirty="0" spc="-80"/>
              <a:t>DFA</a:t>
            </a:r>
            <a:r>
              <a:rPr dirty="0" spc="-240"/>
              <a:t> </a:t>
            </a:r>
            <a:r>
              <a:rPr dirty="0" spc="-5" i="1">
                <a:latin typeface="Times New Roman"/>
                <a:cs typeface="Times New Roman"/>
              </a:rPr>
              <a:t>M</a:t>
            </a:r>
            <a:r>
              <a:rPr dirty="0" spc="-5"/>
              <a:t>’</a:t>
            </a:r>
            <a:r>
              <a:rPr dirty="0">
                <a:latin typeface="宋体"/>
                <a:cs typeface="宋体"/>
              </a:rPr>
              <a:t>最小化为</a:t>
            </a:r>
            <a:r>
              <a:rPr dirty="0" spc="-80"/>
              <a:t>DFA</a:t>
            </a:r>
            <a:r>
              <a:rPr dirty="0" spc="-240"/>
              <a:t> </a:t>
            </a:r>
            <a:r>
              <a:rPr dirty="0" spc="-60" i="1">
                <a:latin typeface="Times New Roman"/>
                <a:cs typeface="Times New Roman"/>
              </a:rPr>
              <a:t>M</a:t>
            </a:r>
            <a:r>
              <a:rPr dirty="0" spc="-60"/>
              <a:t>’’</a:t>
            </a:r>
            <a:r>
              <a:rPr dirty="0" spc="-60">
                <a:latin typeface="宋体"/>
                <a:cs typeface="宋体"/>
              </a:rPr>
              <a:t>，</a:t>
            </a:r>
            <a:r>
              <a:rPr dirty="0">
                <a:latin typeface="宋体"/>
                <a:cs typeface="宋体"/>
              </a:rPr>
              <a:t>使得</a:t>
            </a:r>
          </a:p>
          <a:p>
            <a:pPr marL="12700">
              <a:lnSpc>
                <a:spcPct val="100000"/>
              </a:lnSpc>
            </a:pPr>
            <a:r>
              <a:rPr dirty="0" spc="-20"/>
              <a:t>L(</a:t>
            </a:r>
            <a:r>
              <a:rPr dirty="0" spc="-20" i="1">
                <a:latin typeface="Times New Roman"/>
                <a:cs typeface="Times New Roman"/>
              </a:rPr>
              <a:t>M</a:t>
            </a:r>
            <a:r>
              <a:rPr dirty="0" spc="-20"/>
              <a:t>’’)=L(</a:t>
            </a:r>
            <a:r>
              <a:rPr dirty="0" spc="-20" i="1">
                <a:latin typeface="Times New Roman"/>
                <a:cs typeface="Times New Roman"/>
              </a:rPr>
              <a:t>M</a:t>
            </a:r>
            <a:r>
              <a:rPr dirty="0" spc="-20"/>
              <a:t>’)</a:t>
            </a:r>
            <a:r>
              <a:rPr dirty="0" spc="-5">
                <a:latin typeface="宋体"/>
                <a:cs typeface="宋体"/>
              </a:rPr>
              <a:t>。要求给出最</a:t>
            </a:r>
            <a:r>
              <a:rPr dirty="0" spc="-10">
                <a:latin typeface="宋体"/>
                <a:cs typeface="宋体"/>
              </a:rPr>
              <a:t>小</a:t>
            </a:r>
            <a:r>
              <a:rPr dirty="0">
                <a:latin typeface="宋体"/>
                <a:cs typeface="宋体"/>
              </a:rPr>
              <a:t>化</a:t>
            </a:r>
            <a:r>
              <a:rPr dirty="0" spc="-5">
                <a:latin typeface="宋体"/>
                <a:cs typeface="宋体"/>
              </a:rPr>
              <a:t>的</a:t>
            </a:r>
            <a:r>
              <a:rPr dirty="0" spc="-10">
                <a:latin typeface="宋体"/>
                <a:cs typeface="宋体"/>
              </a:rPr>
              <a:t>过</a:t>
            </a:r>
            <a:r>
              <a:rPr dirty="0">
                <a:latin typeface="宋体"/>
                <a:cs typeface="宋体"/>
              </a:rPr>
              <a:t>程</a:t>
            </a:r>
            <a:r>
              <a:rPr dirty="0" spc="-10">
                <a:latin typeface="宋体"/>
                <a:cs typeface="宋体"/>
              </a:rPr>
              <a:t>。</a:t>
            </a:r>
          </a:p>
        </p:txBody>
      </p:sp>
      <p:sp>
        <p:nvSpPr>
          <p:cNvPr id="4" name="object 4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126485" y="72644"/>
            <a:ext cx="3347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26485" y="72644"/>
            <a:ext cx="3347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>
            <a:spLocks noGrp="1"/>
          </p:cNvSpPr>
          <p:nvPr>
            <p:ph type="title"/>
          </p:nvPr>
        </p:nvSpPr>
        <p:spPr>
          <a:xfrm>
            <a:off x="253390" y="654526"/>
            <a:ext cx="5335270" cy="1189990"/>
          </a:xfrm>
          <a:prstGeom prst="rect"/>
        </p:spPr>
        <p:txBody>
          <a:bodyPr wrap="square" lIns="0" tIns="10668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40"/>
              </a:spcBef>
            </a:pPr>
            <a:r>
              <a:rPr dirty="0"/>
              <a:t>设有某类单词的词法规则为：</a:t>
            </a:r>
          </a:p>
          <a:p>
            <a:pPr marL="12700">
              <a:lnSpc>
                <a:spcPct val="100000"/>
              </a:lnSpc>
              <a:spcBef>
                <a:spcPts val="745"/>
              </a:spcBef>
              <a:tabLst>
                <a:tab pos="2343150" algn="l"/>
              </a:tabLst>
            </a:pPr>
            <a:r>
              <a:rPr dirty="0" i="1">
                <a:latin typeface="Times New Roman"/>
                <a:cs typeface="Times New Roman"/>
              </a:rPr>
              <a:t>S </a:t>
            </a:r>
            <a:r>
              <a:rPr dirty="0">
                <a:latin typeface="Symbol"/>
                <a:cs typeface="Symbol"/>
              </a:rPr>
              <a:t></a:t>
            </a:r>
            <a:r>
              <a:rPr dirty="0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aA</a:t>
            </a:r>
            <a:r>
              <a:rPr dirty="0" spc="-15" i="1">
                <a:latin typeface="Times New Roman"/>
                <a:cs typeface="Times New Roman"/>
              </a:rPr>
              <a:t> </a:t>
            </a:r>
            <a:r>
              <a:rPr dirty="0">
                <a:latin typeface="Times New Roman"/>
                <a:cs typeface="Times New Roman"/>
              </a:rPr>
              <a:t>|</a:t>
            </a:r>
            <a:r>
              <a:rPr dirty="0" spc="-10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bS	A </a:t>
            </a:r>
            <a:r>
              <a:rPr dirty="0" spc="5">
                <a:latin typeface="Times New Roman"/>
                <a:cs typeface="Times New Roman"/>
              </a:rPr>
              <a:t>→ </a:t>
            </a:r>
            <a:r>
              <a:rPr dirty="0" i="1">
                <a:latin typeface="Times New Roman"/>
                <a:cs typeface="Times New Roman"/>
              </a:rPr>
              <a:t>a </a:t>
            </a:r>
            <a:r>
              <a:rPr dirty="0">
                <a:latin typeface="Times New Roman"/>
                <a:cs typeface="Times New Roman"/>
              </a:rPr>
              <a:t>|</a:t>
            </a:r>
            <a:r>
              <a:rPr dirty="0" spc="-55">
                <a:latin typeface="Times New Roman"/>
                <a:cs typeface="Times New Roman"/>
              </a:rPr>
              <a:t> </a:t>
            </a:r>
            <a:r>
              <a:rPr dirty="0" i="1">
                <a:latin typeface="Times New Roman"/>
                <a:cs typeface="Times New Roman"/>
              </a:rPr>
              <a:t>b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53390" y="1940179"/>
            <a:ext cx="8289925" cy="30289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754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试为识别该类单词的词法分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析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器构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造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最简的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ts val="3754"/>
              </a:lnSpc>
            </a:pPr>
            <a:r>
              <a:rPr dirty="0" sz="3200" spc="-60" b="1">
                <a:solidFill>
                  <a:srgbClr val="FFFFFF"/>
                </a:solidFill>
                <a:latin typeface="Times New Roman"/>
                <a:cs typeface="Times New Roman"/>
              </a:rPr>
              <a:t>DFA(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用状态转换图表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示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algn="just" marL="12700" marR="5080">
              <a:lnSpc>
                <a:spcPct val="97800"/>
              </a:lnSpc>
              <a:spcBef>
                <a:spcPts val="1019"/>
              </a:spcBef>
            </a:pPr>
            <a:r>
              <a:rPr dirty="0" u="heavy" sz="3200" b="1">
                <a:solidFill>
                  <a:srgbClr val="FFFFFF"/>
                </a:solidFill>
                <a:uFill>
                  <a:solidFill>
                    <a:srgbClr val="FFFFFF"/>
                  </a:solidFill>
                </a:uFill>
                <a:latin typeface="宋体"/>
                <a:cs typeface="宋体"/>
              </a:rPr>
              <a:t>要求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：本题构造步骤是按照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法规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先构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造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识 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别各类单词的</a:t>
            </a:r>
            <a:r>
              <a:rPr dirty="0" sz="3200" spc="-24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，合并后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一个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识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别该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词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表 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示的所有单词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r>
              <a:rPr dirty="0" sz="3200" spc="-22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，由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得到最简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（给出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的确定化和最小化过</a:t>
            </a:r>
            <a:r>
              <a:rPr dirty="0" sz="3200" spc="-15" b="1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）。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26485" y="72644"/>
            <a:ext cx="3347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269443" y="714197"/>
            <a:ext cx="6572884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49466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1.	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一部文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的文法符号不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1021" sz="2775" b="1" i="1">
                <a:solidFill>
                  <a:srgbClr val="FFFFFF"/>
                </a:solidFill>
                <a:latin typeface="Times New Roman"/>
                <a:cs typeface="Times New Roman"/>
              </a:rPr>
              <a:t>N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就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V</a:t>
            </a:r>
            <a:r>
              <a:rPr dirty="0" baseline="-21021" sz="2775" spc="-7" b="1" i="1">
                <a:solidFill>
                  <a:srgbClr val="FFFFFF"/>
                </a:solidFill>
                <a:latin typeface="Times New Roman"/>
                <a:cs typeface="Times New Roman"/>
              </a:rPr>
              <a:t>T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94843" y="1226947"/>
            <a:ext cx="4401185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469265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	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BN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F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可以表示一部文法。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7100696" y="708101"/>
            <a:ext cx="276860" cy="57467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 b="1">
                <a:solidFill>
                  <a:srgbClr val="FFFF00"/>
                </a:solidFill>
                <a:latin typeface="Symbol"/>
                <a:cs typeface="Symbol"/>
              </a:rPr>
              <a:t></a:t>
            </a:r>
            <a:endParaRPr sz="3600">
              <a:latin typeface="Symbol"/>
              <a:cs typeface="Symbo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5030215" y="1197609"/>
            <a:ext cx="276860" cy="57404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600" spc="-5" b="1">
                <a:solidFill>
                  <a:srgbClr val="FFFF00"/>
                </a:solidFill>
                <a:latin typeface="Symbol"/>
                <a:cs typeface="Symbol"/>
              </a:rPr>
              <a:t></a:t>
            </a:r>
            <a:endParaRPr sz="3600">
              <a:latin typeface="Symbol"/>
              <a:cs typeface="Symbo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6743" y="1527505"/>
            <a:ext cx="8735695" cy="1195070"/>
          </a:xfrm>
          <a:prstGeom prst="rect">
            <a:avLst/>
          </a:prstGeom>
        </p:spPr>
        <p:txBody>
          <a:bodyPr wrap="square" lIns="0" tIns="121920" rIns="0" bIns="0" rtlCol="0" vert="horz">
            <a:spAutoFit/>
          </a:bodyPr>
          <a:lstStyle/>
          <a:p>
            <a:pPr marL="508000" indent="-457200">
              <a:lnSpc>
                <a:spcPct val="100000"/>
              </a:lnSpc>
              <a:spcBef>
                <a:spcPts val="960"/>
              </a:spcBef>
              <a:buFont typeface="Times New Roman"/>
              <a:buAutoNum type="arabicPeriod" startAt="3"/>
              <a:tabLst>
                <a:tab pos="507365" algn="l"/>
                <a:tab pos="50800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一个正规式只能对应一个确定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有限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状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自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动机</a:t>
            </a:r>
            <a:r>
              <a:rPr dirty="0" sz="2800" spc="-102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baseline="-12345" sz="5400" spc="-22" b="1">
                <a:solidFill>
                  <a:srgbClr val="FFFF00"/>
                </a:solidFill>
                <a:latin typeface="宋体"/>
                <a:cs typeface="宋体"/>
              </a:rPr>
              <a:t>×</a:t>
            </a:r>
            <a:endParaRPr baseline="-12345" sz="5400">
              <a:latin typeface="宋体"/>
              <a:cs typeface="宋体"/>
            </a:endParaRPr>
          </a:p>
          <a:p>
            <a:pPr marL="508000" indent="-457200">
              <a:lnSpc>
                <a:spcPct val="100000"/>
              </a:lnSpc>
              <a:spcBef>
                <a:spcPts val="670"/>
              </a:spcBef>
              <a:buFont typeface="Times New Roman"/>
              <a:buAutoNum type="arabicPeriod" startAt="3"/>
              <a:tabLst>
                <a:tab pos="507365" algn="l"/>
                <a:tab pos="508000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任意有限自动机都能转化为一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等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价的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特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殊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自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动机：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94843" y="2575940"/>
            <a:ext cx="8331834" cy="2015489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469900">
              <a:lnSpc>
                <a:spcPct val="100000"/>
              </a:lnSpc>
              <a:spcBef>
                <a:spcPts val="100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其状态图中初态无射入弧，终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态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无射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弧</a:t>
            </a:r>
            <a:r>
              <a:rPr dirty="0" sz="2800" spc="-484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r>
              <a:rPr dirty="0" sz="3600" spc="-5" b="1">
                <a:solidFill>
                  <a:srgbClr val="FFFF00"/>
                </a:solidFill>
                <a:latin typeface="Symbol"/>
                <a:cs typeface="Symbol"/>
              </a:rPr>
              <a:t></a:t>
            </a:r>
            <a:endParaRPr sz="3600">
              <a:latin typeface="Symbol"/>
              <a:cs typeface="Symbol"/>
            </a:endParaRPr>
          </a:p>
          <a:p>
            <a:pPr marL="469900" indent="-457200">
              <a:lnSpc>
                <a:spcPct val="100000"/>
              </a:lnSpc>
              <a:spcBef>
                <a:spcPts val="110"/>
              </a:spcBef>
              <a:buFont typeface="Times New Roman"/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用于描述另一种语言的语言称</a:t>
            </a:r>
            <a:r>
              <a:rPr dirty="0" sz="2800" spc="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【</a:t>
            </a:r>
            <a:r>
              <a:rPr dirty="0" sz="2800" spc="-720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baseline="-3472" sz="4800" spc="-15" b="1">
                <a:solidFill>
                  <a:srgbClr val="FFFF00"/>
                </a:solidFill>
                <a:latin typeface="宋体"/>
                <a:cs typeface="宋体"/>
              </a:rPr>
              <a:t>元</a:t>
            </a:r>
            <a:r>
              <a:rPr dirty="0" baseline="-3472" sz="4800" spc="-1252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baseline="-3472" sz="4800" b="1">
                <a:solidFill>
                  <a:srgbClr val="FFFF00"/>
                </a:solidFill>
                <a:latin typeface="宋体"/>
                <a:cs typeface="宋体"/>
              </a:rPr>
              <a:t>语</a:t>
            </a:r>
            <a:r>
              <a:rPr dirty="0" baseline="-3472" sz="4800" spc="-15" b="1">
                <a:solidFill>
                  <a:srgbClr val="FFFF00"/>
                </a:solidFill>
                <a:latin typeface="宋体"/>
                <a:cs typeface="宋体"/>
              </a:rPr>
              <a:t>言</a:t>
            </a:r>
            <a:r>
              <a:rPr dirty="0" baseline="-3472" sz="4800" spc="-195" b="1">
                <a:solidFill>
                  <a:srgbClr val="FFFF00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】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69900" marR="5080" indent="-457200">
              <a:lnSpc>
                <a:spcPts val="3210"/>
              </a:lnSpc>
              <a:spcBef>
                <a:spcPts val="980"/>
              </a:spcBef>
              <a:buFont typeface="Times New Roman"/>
              <a:buAutoNum type="arabicPeriod" startAt="5"/>
              <a:tabLst>
                <a:tab pos="469265" algn="l"/>
                <a:tab pos="469900" algn="l"/>
              </a:tabLst>
            </a:pP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一个文法相对应的语言是一个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无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限集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合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则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该文法 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必须具有的性质为：该文法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是</a:t>
            </a:r>
            <a:r>
              <a:rPr dirty="0" sz="2800" spc="245" b="1">
                <a:solidFill>
                  <a:srgbClr val="FFFFFF"/>
                </a:solidFill>
                <a:latin typeface="宋体"/>
                <a:cs typeface="宋体"/>
              </a:rPr>
              <a:t>【</a:t>
            </a:r>
            <a:r>
              <a:rPr dirty="0" baseline="1736" sz="4800" b="1">
                <a:solidFill>
                  <a:srgbClr val="FFFF00"/>
                </a:solidFill>
                <a:latin typeface="宋体"/>
                <a:cs typeface="宋体"/>
              </a:rPr>
              <a:t>递</a:t>
            </a:r>
            <a:r>
              <a:rPr dirty="0" baseline="1736" sz="4800" spc="585" b="1">
                <a:solidFill>
                  <a:srgbClr val="FFFF00"/>
                </a:solidFill>
                <a:latin typeface="宋体"/>
                <a:cs typeface="宋体"/>
              </a:rPr>
              <a:t>归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】文法。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78739" y="642898"/>
            <a:ext cx="2747010" cy="2065020"/>
          </a:xfrm>
          <a:prstGeom prst="rect">
            <a:avLst/>
          </a:prstGeom>
        </p:spPr>
        <p:txBody>
          <a:bodyPr wrap="square" lIns="0" tIns="9334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35"/>
              </a:spcBef>
              <a:tabLst>
                <a:tab pos="469265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7.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设文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[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] |</a:t>
            </a:r>
            <a:r>
              <a:rPr dirty="0" sz="2800" spc="-2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15" b="1" i="1">
                <a:solidFill>
                  <a:srgbClr val="FFFFFF"/>
                </a:solidFill>
                <a:latin typeface="Times New Roman"/>
                <a:cs typeface="Times New Roman"/>
              </a:rPr>
              <a:t>BA</a:t>
            </a:r>
            <a:endParaRPr sz="28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675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Xa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Xb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6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8739" y="2687342"/>
            <a:ext cx="8848090" cy="10496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770"/>
              </a:spcBef>
              <a:tabLst>
                <a:tab pos="8234045" algn="l"/>
              </a:tabLst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1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所识别语言的正则</a:t>
            </a:r>
            <a:r>
              <a:rPr dirty="0" sz="2800" spc="5" b="1">
                <a:solidFill>
                  <a:srgbClr val="FFFFFF"/>
                </a:solidFill>
                <a:latin typeface="宋体"/>
                <a:cs typeface="宋体"/>
              </a:rPr>
              <a:t>式为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【	】</a:t>
            </a:r>
            <a:endParaRPr sz="28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70"/>
              </a:spcBef>
              <a:tabLst>
                <a:tab pos="469265" algn="l"/>
              </a:tabLst>
            </a:pP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8.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设文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2800" spc="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Sb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则文法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所识别语言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3711955"/>
            <a:ext cx="21640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的正则式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为【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53339" y="4138444"/>
            <a:ext cx="6391910" cy="1049655"/>
          </a:xfrm>
          <a:prstGeom prst="rect">
            <a:avLst/>
          </a:prstGeom>
        </p:spPr>
        <p:txBody>
          <a:bodyPr wrap="square" lIns="0" tIns="9779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770"/>
              </a:spcBef>
              <a:tabLst>
                <a:tab pos="494665" algn="l"/>
              </a:tabLst>
            </a:pP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9.	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已知语</a:t>
            </a:r>
            <a:r>
              <a:rPr dirty="0" sz="2800" spc="-10" b="1">
                <a:solidFill>
                  <a:srgbClr val="FFFFFF"/>
                </a:solidFill>
                <a:latin typeface="宋体"/>
                <a:cs typeface="宋体"/>
              </a:rPr>
              <a:t>言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28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670"/>
              </a:spcBef>
            </a:pP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)= 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baseline="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+1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&gt;=0}</a:t>
            </a: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∪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{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r>
              <a:rPr dirty="0" baseline="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b="1" i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r>
              <a:rPr dirty="0" baseline="25525" sz="277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baseline="25525" sz="2775" b="1">
                <a:solidFill>
                  <a:srgbClr val="FFFFFF"/>
                </a:solidFill>
                <a:latin typeface="Times New Roman"/>
                <a:cs typeface="Times New Roman"/>
              </a:rPr>
              <a:t>+2</a:t>
            </a:r>
            <a:r>
              <a:rPr dirty="0" sz="2800" b="1">
                <a:solidFill>
                  <a:srgbClr val="FFFFFF"/>
                </a:solidFill>
                <a:latin typeface="Times New Roman"/>
                <a:cs typeface="Times New Roman"/>
              </a:rPr>
              <a:t>| </a:t>
            </a:r>
            <a:r>
              <a:rPr dirty="0" sz="28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&gt;=0}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78739" y="5248452"/>
            <a:ext cx="216408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>
                <a:solidFill>
                  <a:srgbClr val="FFFFFF"/>
                </a:solidFill>
                <a:latin typeface="宋体"/>
                <a:cs typeface="宋体"/>
              </a:rPr>
              <a:t>它的文法是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【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6312789" y="5248452"/>
            <a:ext cx="73787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b="1">
                <a:solidFill>
                  <a:srgbClr val="FFFFFF"/>
                </a:solidFill>
                <a:latin typeface="宋体"/>
                <a:cs typeface="宋体"/>
              </a:rPr>
              <a:t>】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126485" y="72644"/>
            <a:ext cx="3347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4" name="object 14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1" name="object 11"/>
          <p:cNvSpPr txBox="1"/>
          <p:nvPr/>
        </p:nvSpPr>
        <p:spPr>
          <a:xfrm>
            <a:off x="4288663" y="2182113"/>
            <a:ext cx="4510405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[(</a:t>
            </a:r>
            <a:r>
              <a:rPr dirty="0" sz="3200" spc="-5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|</a:t>
            </a:r>
            <a:r>
              <a:rPr dirty="0" sz="3200" spc="-5" b="1" i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)(</a:t>
            </a:r>
            <a:r>
              <a:rPr dirty="0" sz="3200" spc="-5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|</a:t>
            </a:r>
            <a:r>
              <a:rPr dirty="0" sz="3200" spc="-5" b="1" i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)*]([(</a:t>
            </a:r>
            <a:r>
              <a:rPr dirty="0" sz="3200" spc="-5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|</a:t>
            </a:r>
            <a:r>
              <a:rPr dirty="0" sz="3200" spc="-5" b="1" i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)(</a:t>
            </a:r>
            <a:r>
              <a:rPr dirty="0" sz="3200" spc="-5" b="1" i="1">
                <a:solidFill>
                  <a:srgbClr val="00FFFF"/>
                </a:solidFill>
                <a:latin typeface="Times New Roman"/>
                <a:cs typeface="Times New Roman"/>
              </a:rPr>
              <a:t>a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|</a:t>
            </a:r>
            <a:r>
              <a:rPr dirty="0" sz="3200" spc="-5" b="1" i="1">
                <a:solidFill>
                  <a:srgbClr val="00FFFF"/>
                </a:solidFill>
                <a:latin typeface="Times New Roman"/>
                <a:cs typeface="Times New Roman"/>
              </a:rPr>
              <a:t>b</a:t>
            </a:r>
            <a:r>
              <a:rPr dirty="0" sz="3200" spc="-5" b="1">
                <a:solidFill>
                  <a:srgbClr val="00FFFF"/>
                </a:solidFill>
                <a:latin typeface="Times New Roman"/>
                <a:cs typeface="Times New Roman"/>
              </a:rPr>
              <a:t>)*])*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930144" y="3664661"/>
            <a:ext cx="2177415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2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25" b="1">
                <a:solidFill>
                  <a:srgbClr val="FFFF00"/>
                </a:solidFill>
                <a:latin typeface="Times New Roman"/>
                <a:cs typeface="Times New Roman"/>
              </a:rPr>
              <a:t>*(</a:t>
            </a:r>
            <a:r>
              <a:rPr dirty="0" sz="3200" spc="2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2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2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spc="25" b="1">
                <a:solidFill>
                  <a:srgbClr val="FFFF00"/>
                </a:solidFill>
                <a:latin typeface="Times New Roman"/>
                <a:cs typeface="Times New Roman"/>
              </a:rPr>
              <a:t>)</a:t>
            </a:r>
            <a:r>
              <a:rPr dirty="0" sz="3200" spc="2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r>
              <a:rPr dirty="0" sz="3200" spc="25" b="1">
                <a:solidFill>
                  <a:srgbClr val="FFFF00"/>
                </a:solidFill>
                <a:latin typeface="Times New Roman"/>
                <a:cs typeface="Times New Roman"/>
              </a:rPr>
              <a:t>*</a:t>
            </a:r>
            <a:r>
              <a:rPr dirty="0" sz="2800" spc="-15" b="1">
                <a:solidFill>
                  <a:srgbClr val="FFFFFF"/>
                </a:solidFill>
                <a:latin typeface="宋体"/>
                <a:cs typeface="宋体"/>
              </a:rPr>
              <a:t>】</a:t>
            </a:r>
            <a:r>
              <a:rPr dirty="0" sz="2800" spc="-745" b="1">
                <a:solidFill>
                  <a:srgbClr val="FFFFFF"/>
                </a:solidFill>
                <a:latin typeface="宋体"/>
                <a:cs typeface="宋体"/>
              </a:rPr>
              <a:t> </a:t>
            </a:r>
            <a:r>
              <a:rPr dirty="0" sz="2800" spc="-5" b="1">
                <a:solidFill>
                  <a:srgbClr val="FFFFFF"/>
                </a:solidFill>
                <a:latin typeface="Times New Roman"/>
                <a:cs typeface="Times New Roman"/>
              </a:rPr>
              <a:t>.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460498" y="5187492"/>
            <a:ext cx="2993390" cy="51435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S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aaSb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ab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1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00"/>
                </a:solidFill>
                <a:latin typeface="Times New Roman"/>
                <a:cs typeface="Times New Roman"/>
              </a:rPr>
              <a:t>bb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26485" y="72644"/>
            <a:ext cx="3347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3492246" y="4761738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4"/>
                </a:moveTo>
                <a:lnTo>
                  <a:pt x="3989" y="210625"/>
                </a:lnTo>
                <a:lnTo>
                  <a:pt x="15492" y="167175"/>
                </a:lnTo>
                <a:lnTo>
                  <a:pt x="33810" y="127169"/>
                </a:lnTo>
                <a:lnTo>
                  <a:pt x="58242" y="91330"/>
                </a:lnTo>
                <a:lnTo>
                  <a:pt x="88089" y="60383"/>
                </a:lnTo>
                <a:lnTo>
                  <a:pt x="122653" y="35051"/>
                </a:lnTo>
                <a:lnTo>
                  <a:pt x="161234" y="16061"/>
                </a:lnTo>
                <a:lnTo>
                  <a:pt x="203133" y="4136"/>
                </a:lnTo>
                <a:lnTo>
                  <a:pt x="247650" y="0"/>
                </a:lnTo>
                <a:lnTo>
                  <a:pt x="292166" y="4136"/>
                </a:lnTo>
                <a:lnTo>
                  <a:pt x="334065" y="16061"/>
                </a:lnTo>
                <a:lnTo>
                  <a:pt x="372646" y="35051"/>
                </a:lnTo>
                <a:lnTo>
                  <a:pt x="407210" y="60383"/>
                </a:lnTo>
                <a:lnTo>
                  <a:pt x="437057" y="91330"/>
                </a:lnTo>
                <a:lnTo>
                  <a:pt x="461489" y="127169"/>
                </a:lnTo>
                <a:lnTo>
                  <a:pt x="479807" y="167175"/>
                </a:lnTo>
                <a:lnTo>
                  <a:pt x="491310" y="210625"/>
                </a:lnTo>
                <a:lnTo>
                  <a:pt x="495300" y="256794"/>
                </a:lnTo>
                <a:lnTo>
                  <a:pt x="491310" y="302962"/>
                </a:lnTo>
                <a:lnTo>
                  <a:pt x="479807" y="346412"/>
                </a:lnTo>
                <a:lnTo>
                  <a:pt x="461489" y="386418"/>
                </a:lnTo>
                <a:lnTo>
                  <a:pt x="437057" y="422257"/>
                </a:lnTo>
                <a:lnTo>
                  <a:pt x="407210" y="453204"/>
                </a:lnTo>
                <a:lnTo>
                  <a:pt x="372646" y="478535"/>
                </a:lnTo>
                <a:lnTo>
                  <a:pt x="334065" y="497526"/>
                </a:lnTo>
                <a:lnTo>
                  <a:pt x="292166" y="509451"/>
                </a:lnTo>
                <a:lnTo>
                  <a:pt x="247650" y="513588"/>
                </a:lnTo>
                <a:lnTo>
                  <a:pt x="203133" y="509451"/>
                </a:lnTo>
                <a:lnTo>
                  <a:pt x="161234" y="497526"/>
                </a:lnTo>
                <a:lnTo>
                  <a:pt x="122653" y="478535"/>
                </a:lnTo>
                <a:lnTo>
                  <a:pt x="88089" y="453204"/>
                </a:lnTo>
                <a:lnTo>
                  <a:pt x="58242" y="422257"/>
                </a:lnTo>
                <a:lnTo>
                  <a:pt x="33810" y="386418"/>
                </a:lnTo>
                <a:lnTo>
                  <a:pt x="15492" y="346412"/>
                </a:lnTo>
                <a:lnTo>
                  <a:pt x="3989" y="302962"/>
                </a:lnTo>
                <a:lnTo>
                  <a:pt x="0" y="256794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 txBox="1"/>
          <p:nvPr/>
        </p:nvSpPr>
        <p:spPr>
          <a:xfrm>
            <a:off x="3588258" y="4812614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3740658" y="4989398"/>
            <a:ext cx="14986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3377946" y="4665726"/>
            <a:ext cx="708660" cy="706120"/>
          </a:xfrm>
          <a:custGeom>
            <a:avLst/>
            <a:gdLst/>
            <a:ahLst/>
            <a:cxnLst/>
            <a:rect l="l" t="t" r="r" b="b"/>
            <a:pathLst>
              <a:path w="708660" h="706120">
                <a:moveTo>
                  <a:pt x="0" y="352806"/>
                </a:moveTo>
                <a:lnTo>
                  <a:pt x="3234" y="304938"/>
                </a:lnTo>
                <a:lnTo>
                  <a:pt x="12655" y="259027"/>
                </a:lnTo>
                <a:lnTo>
                  <a:pt x="27842" y="215491"/>
                </a:lnTo>
                <a:lnTo>
                  <a:pt x="48372" y="174752"/>
                </a:lnTo>
                <a:lnTo>
                  <a:pt x="73824" y="137230"/>
                </a:lnTo>
                <a:lnTo>
                  <a:pt x="103774" y="103346"/>
                </a:lnTo>
                <a:lnTo>
                  <a:pt x="137802" y="73521"/>
                </a:lnTo>
                <a:lnTo>
                  <a:pt x="175485" y="48175"/>
                </a:lnTo>
                <a:lnTo>
                  <a:pt x="216402" y="27729"/>
                </a:lnTo>
                <a:lnTo>
                  <a:pt x="260129" y="12604"/>
                </a:lnTo>
                <a:lnTo>
                  <a:pt x="306246" y="3221"/>
                </a:lnTo>
                <a:lnTo>
                  <a:pt x="354329" y="0"/>
                </a:lnTo>
                <a:lnTo>
                  <a:pt x="402413" y="3221"/>
                </a:lnTo>
                <a:lnTo>
                  <a:pt x="448530" y="12604"/>
                </a:lnTo>
                <a:lnTo>
                  <a:pt x="492257" y="27729"/>
                </a:lnTo>
                <a:lnTo>
                  <a:pt x="533174" y="48175"/>
                </a:lnTo>
                <a:lnTo>
                  <a:pt x="570857" y="73521"/>
                </a:lnTo>
                <a:lnTo>
                  <a:pt x="604885" y="103346"/>
                </a:lnTo>
                <a:lnTo>
                  <a:pt x="634835" y="137230"/>
                </a:lnTo>
                <a:lnTo>
                  <a:pt x="660287" y="174751"/>
                </a:lnTo>
                <a:lnTo>
                  <a:pt x="680817" y="215491"/>
                </a:lnTo>
                <a:lnTo>
                  <a:pt x="696004" y="259027"/>
                </a:lnTo>
                <a:lnTo>
                  <a:pt x="705425" y="304938"/>
                </a:lnTo>
                <a:lnTo>
                  <a:pt x="708659" y="352806"/>
                </a:lnTo>
                <a:lnTo>
                  <a:pt x="705425" y="400673"/>
                </a:lnTo>
                <a:lnTo>
                  <a:pt x="696004" y="446584"/>
                </a:lnTo>
                <a:lnTo>
                  <a:pt x="680817" y="490120"/>
                </a:lnTo>
                <a:lnTo>
                  <a:pt x="660287" y="530859"/>
                </a:lnTo>
                <a:lnTo>
                  <a:pt x="634835" y="568381"/>
                </a:lnTo>
                <a:lnTo>
                  <a:pt x="604885" y="602265"/>
                </a:lnTo>
                <a:lnTo>
                  <a:pt x="570857" y="632090"/>
                </a:lnTo>
                <a:lnTo>
                  <a:pt x="533174" y="657436"/>
                </a:lnTo>
                <a:lnTo>
                  <a:pt x="492257" y="677882"/>
                </a:lnTo>
                <a:lnTo>
                  <a:pt x="448530" y="693007"/>
                </a:lnTo>
                <a:lnTo>
                  <a:pt x="402413" y="702390"/>
                </a:lnTo>
                <a:lnTo>
                  <a:pt x="354329" y="705612"/>
                </a:lnTo>
                <a:lnTo>
                  <a:pt x="306246" y="702390"/>
                </a:lnTo>
                <a:lnTo>
                  <a:pt x="260129" y="693007"/>
                </a:lnTo>
                <a:lnTo>
                  <a:pt x="216402" y="677882"/>
                </a:lnTo>
                <a:lnTo>
                  <a:pt x="175485" y="657436"/>
                </a:lnTo>
                <a:lnTo>
                  <a:pt x="137802" y="632090"/>
                </a:lnTo>
                <a:lnTo>
                  <a:pt x="103774" y="602265"/>
                </a:lnTo>
                <a:lnTo>
                  <a:pt x="73824" y="568381"/>
                </a:lnTo>
                <a:lnTo>
                  <a:pt x="48372" y="530859"/>
                </a:lnTo>
                <a:lnTo>
                  <a:pt x="27842" y="490120"/>
                </a:lnTo>
                <a:lnTo>
                  <a:pt x="12655" y="446584"/>
                </a:lnTo>
                <a:lnTo>
                  <a:pt x="3234" y="400673"/>
                </a:lnTo>
                <a:lnTo>
                  <a:pt x="0" y="352806"/>
                </a:lnTo>
                <a:close/>
              </a:path>
            </a:pathLst>
          </a:custGeom>
          <a:ln w="38099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1143761" y="4856226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0" y="257556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6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1220724" y="4908295"/>
            <a:ext cx="34163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11" name="object 11"/>
          <p:cNvSpPr/>
          <p:nvPr/>
        </p:nvSpPr>
        <p:spPr>
          <a:xfrm>
            <a:off x="1639061" y="5027676"/>
            <a:ext cx="1739264" cy="114300"/>
          </a:xfrm>
          <a:custGeom>
            <a:avLst/>
            <a:gdLst/>
            <a:ahLst/>
            <a:cxnLst/>
            <a:rect l="l" t="t" r="r" b="b"/>
            <a:pathLst>
              <a:path w="1739264" h="114300">
                <a:moveTo>
                  <a:pt x="1624584" y="0"/>
                </a:moveTo>
                <a:lnTo>
                  <a:pt x="1624584" y="114300"/>
                </a:lnTo>
                <a:lnTo>
                  <a:pt x="1700784" y="76200"/>
                </a:lnTo>
                <a:lnTo>
                  <a:pt x="1643634" y="76200"/>
                </a:lnTo>
                <a:lnTo>
                  <a:pt x="1643634" y="38100"/>
                </a:lnTo>
                <a:lnTo>
                  <a:pt x="1700784" y="38100"/>
                </a:lnTo>
                <a:lnTo>
                  <a:pt x="1624584" y="0"/>
                </a:lnTo>
                <a:close/>
              </a:path>
              <a:path w="1739264" h="114300">
                <a:moveTo>
                  <a:pt x="1624584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1624584" y="76200"/>
                </a:lnTo>
                <a:lnTo>
                  <a:pt x="1624584" y="38100"/>
                </a:lnTo>
                <a:close/>
              </a:path>
              <a:path w="1739264" h="114300">
                <a:moveTo>
                  <a:pt x="1700784" y="38100"/>
                </a:moveTo>
                <a:lnTo>
                  <a:pt x="1643634" y="38100"/>
                </a:lnTo>
                <a:lnTo>
                  <a:pt x="1643634" y="76200"/>
                </a:lnTo>
                <a:lnTo>
                  <a:pt x="1700784" y="76200"/>
                </a:lnTo>
                <a:lnTo>
                  <a:pt x="1738884" y="57150"/>
                </a:lnTo>
                <a:lnTo>
                  <a:pt x="1700784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2" name="object 12"/>
          <p:cNvSpPr/>
          <p:nvPr/>
        </p:nvSpPr>
        <p:spPr>
          <a:xfrm>
            <a:off x="550163" y="4998339"/>
            <a:ext cx="593090" cy="171450"/>
          </a:xfrm>
          <a:custGeom>
            <a:avLst/>
            <a:gdLst/>
            <a:ahLst/>
            <a:cxnLst/>
            <a:rect l="l" t="t" r="r" b="b"/>
            <a:pathLst>
              <a:path w="593090" h="171450">
                <a:moveTo>
                  <a:pt x="421386" y="0"/>
                </a:moveTo>
                <a:lnTo>
                  <a:pt x="421386" y="171450"/>
                </a:lnTo>
                <a:lnTo>
                  <a:pt x="535686" y="114300"/>
                </a:lnTo>
                <a:lnTo>
                  <a:pt x="449961" y="114300"/>
                </a:lnTo>
                <a:lnTo>
                  <a:pt x="449961" y="57150"/>
                </a:lnTo>
                <a:lnTo>
                  <a:pt x="535686" y="57150"/>
                </a:lnTo>
                <a:lnTo>
                  <a:pt x="421386" y="0"/>
                </a:lnTo>
                <a:close/>
              </a:path>
              <a:path w="593090" h="171450">
                <a:moveTo>
                  <a:pt x="421386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421386" y="114300"/>
                </a:lnTo>
                <a:lnTo>
                  <a:pt x="421386" y="57150"/>
                </a:lnTo>
                <a:close/>
              </a:path>
              <a:path w="593090" h="171450">
                <a:moveTo>
                  <a:pt x="535686" y="57150"/>
                </a:moveTo>
                <a:lnTo>
                  <a:pt x="449961" y="57150"/>
                </a:lnTo>
                <a:lnTo>
                  <a:pt x="449961" y="114300"/>
                </a:lnTo>
                <a:lnTo>
                  <a:pt x="535686" y="114300"/>
                </a:lnTo>
                <a:lnTo>
                  <a:pt x="592836" y="85725"/>
                </a:lnTo>
                <a:lnTo>
                  <a:pt x="535686" y="571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/>
          <p:nvPr/>
        </p:nvSpPr>
        <p:spPr>
          <a:xfrm>
            <a:off x="3492246" y="5933694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3"/>
                </a:moveTo>
                <a:lnTo>
                  <a:pt x="3989" y="210635"/>
                </a:lnTo>
                <a:lnTo>
                  <a:pt x="15492" y="167191"/>
                </a:lnTo>
                <a:lnTo>
                  <a:pt x="33810" y="127186"/>
                </a:lnTo>
                <a:lnTo>
                  <a:pt x="58242" y="91345"/>
                </a:lnTo>
                <a:lnTo>
                  <a:pt x="88089" y="60395"/>
                </a:lnTo>
                <a:lnTo>
                  <a:pt x="122653" y="35060"/>
                </a:lnTo>
                <a:lnTo>
                  <a:pt x="161234" y="16065"/>
                </a:lnTo>
                <a:lnTo>
                  <a:pt x="203133" y="4137"/>
                </a:lnTo>
                <a:lnTo>
                  <a:pt x="247650" y="0"/>
                </a:lnTo>
                <a:lnTo>
                  <a:pt x="292166" y="4137"/>
                </a:lnTo>
                <a:lnTo>
                  <a:pt x="334065" y="16065"/>
                </a:lnTo>
                <a:lnTo>
                  <a:pt x="372646" y="35060"/>
                </a:lnTo>
                <a:lnTo>
                  <a:pt x="407210" y="60395"/>
                </a:lnTo>
                <a:lnTo>
                  <a:pt x="437057" y="91345"/>
                </a:lnTo>
                <a:lnTo>
                  <a:pt x="461489" y="127186"/>
                </a:lnTo>
                <a:lnTo>
                  <a:pt x="479807" y="167191"/>
                </a:lnTo>
                <a:lnTo>
                  <a:pt x="491310" y="210635"/>
                </a:lnTo>
                <a:lnTo>
                  <a:pt x="495300" y="256793"/>
                </a:lnTo>
                <a:lnTo>
                  <a:pt x="491310" y="302952"/>
                </a:lnTo>
                <a:lnTo>
                  <a:pt x="479807" y="346396"/>
                </a:lnTo>
                <a:lnTo>
                  <a:pt x="461489" y="386401"/>
                </a:lnTo>
                <a:lnTo>
                  <a:pt x="437057" y="422242"/>
                </a:lnTo>
                <a:lnTo>
                  <a:pt x="407210" y="453192"/>
                </a:lnTo>
                <a:lnTo>
                  <a:pt x="372646" y="478527"/>
                </a:lnTo>
                <a:lnTo>
                  <a:pt x="334065" y="497522"/>
                </a:lnTo>
                <a:lnTo>
                  <a:pt x="292166" y="509450"/>
                </a:lnTo>
                <a:lnTo>
                  <a:pt x="247650" y="513587"/>
                </a:lnTo>
                <a:lnTo>
                  <a:pt x="203133" y="509450"/>
                </a:lnTo>
                <a:lnTo>
                  <a:pt x="161234" y="497522"/>
                </a:lnTo>
                <a:lnTo>
                  <a:pt x="122653" y="478527"/>
                </a:lnTo>
                <a:lnTo>
                  <a:pt x="88089" y="453192"/>
                </a:lnTo>
                <a:lnTo>
                  <a:pt x="58242" y="422242"/>
                </a:lnTo>
                <a:lnTo>
                  <a:pt x="33810" y="386401"/>
                </a:lnTo>
                <a:lnTo>
                  <a:pt x="15492" y="346396"/>
                </a:lnTo>
                <a:lnTo>
                  <a:pt x="3989" y="302952"/>
                </a:lnTo>
                <a:lnTo>
                  <a:pt x="0" y="256793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4" name="object 14"/>
          <p:cNvSpPr txBox="1"/>
          <p:nvPr/>
        </p:nvSpPr>
        <p:spPr>
          <a:xfrm>
            <a:off x="3588258" y="5984849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740658" y="6161633"/>
            <a:ext cx="149225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3377946" y="5837682"/>
            <a:ext cx="708660" cy="706120"/>
          </a:xfrm>
          <a:custGeom>
            <a:avLst/>
            <a:gdLst/>
            <a:ahLst/>
            <a:cxnLst/>
            <a:rect l="l" t="t" r="r" b="b"/>
            <a:pathLst>
              <a:path w="708660" h="706120">
                <a:moveTo>
                  <a:pt x="0" y="352806"/>
                </a:moveTo>
                <a:lnTo>
                  <a:pt x="3234" y="304933"/>
                </a:lnTo>
                <a:lnTo>
                  <a:pt x="12655" y="259018"/>
                </a:lnTo>
                <a:lnTo>
                  <a:pt x="27842" y="215480"/>
                </a:lnTo>
                <a:lnTo>
                  <a:pt x="48372" y="174740"/>
                </a:lnTo>
                <a:lnTo>
                  <a:pt x="73824" y="137219"/>
                </a:lnTo>
                <a:lnTo>
                  <a:pt x="103774" y="103336"/>
                </a:lnTo>
                <a:lnTo>
                  <a:pt x="137802" y="73513"/>
                </a:lnTo>
                <a:lnTo>
                  <a:pt x="175485" y="48169"/>
                </a:lnTo>
                <a:lnTo>
                  <a:pt x="216402" y="27726"/>
                </a:lnTo>
                <a:lnTo>
                  <a:pt x="260129" y="12602"/>
                </a:lnTo>
                <a:lnTo>
                  <a:pt x="306246" y="3220"/>
                </a:lnTo>
                <a:lnTo>
                  <a:pt x="354329" y="0"/>
                </a:lnTo>
                <a:lnTo>
                  <a:pt x="402413" y="3220"/>
                </a:lnTo>
                <a:lnTo>
                  <a:pt x="448530" y="12602"/>
                </a:lnTo>
                <a:lnTo>
                  <a:pt x="492257" y="27726"/>
                </a:lnTo>
                <a:lnTo>
                  <a:pt x="533174" y="48169"/>
                </a:lnTo>
                <a:lnTo>
                  <a:pt x="570857" y="73513"/>
                </a:lnTo>
                <a:lnTo>
                  <a:pt x="604885" y="103336"/>
                </a:lnTo>
                <a:lnTo>
                  <a:pt x="634835" y="137219"/>
                </a:lnTo>
                <a:lnTo>
                  <a:pt x="660287" y="174740"/>
                </a:lnTo>
                <a:lnTo>
                  <a:pt x="680817" y="215480"/>
                </a:lnTo>
                <a:lnTo>
                  <a:pt x="696004" y="259018"/>
                </a:lnTo>
                <a:lnTo>
                  <a:pt x="705425" y="304933"/>
                </a:lnTo>
                <a:lnTo>
                  <a:pt x="708659" y="352806"/>
                </a:lnTo>
                <a:lnTo>
                  <a:pt x="705425" y="400678"/>
                </a:lnTo>
                <a:lnTo>
                  <a:pt x="696004" y="446593"/>
                </a:lnTo>
                <a:lnTo>
                  <a:pt x="680817" y="490131"/>
                </a:lnTo>
                <a:lnTo>
                  <a:pt x="660287" y="530871"/>
                </a:lnTo>
                <a:lnTo>
                  <a:pt x="634835" y="568392"/>
                </a:lnTo>
                <a:lnTo>
                  <a:pt x="604885" y="602275"/>
                </a:lnTo>
                <a:lnTo>
                  <a:pt x="570857" y="632098"/>
                </a:lnTo>
                <a:lnTo>
                  <a:pt x="533174" y="657442"/>
                </a:lnTo>
                <a:lnTo>
                  <a:pt x="492257" y="677885"/>
                </a:lnTo>
                <a:lnTo>
                  <a:pt x="448530" y="693009"/>
                </a:lnTo>
                <a:lnTo>
                  <a:pt x="402413" y="702391"/>
                </a:lnTo>
                <a:lnTo>
                  <a:pt x="354329" y="705612"/>
                </a:lnTo>
                <a:lnTo>
                  <a:pt x="306246" y="702391"/>
                </a:lnTo>
                <a:lnTo>
                  <a:pt x="260129" y="693009"/>
                </a:lnTo>
                <a:lnTo>
                  <a:pt x="216402" y="677885"/>
                </a:lnTo>
                <a:lnTo>
                  <a:pt x="175485" y="657442"/>
                </a:lnTo>
                <a:lnTo>
                  <a:pt x="137802" y="632098"/>
                </a:lnTo>
                <a:lnTo>
                  <a:pt x="103774" y="602275"/>
                </a:lnTo>
                <a:lnTo>
                  <a:pt x="73824" y="568392"/>
                </a:lnTo>
                <a:lnTo>
                  <a:pt x="48372" y="530871"/>
                </a:lnTo>
                <a:lnTo>
                  <a:pt x="27842" y="490131"/>
                </a:lnTo>
                <a:lnTo>
                  <a:pt x="12655" y="446593"/>
                </a:lnTo>
                <a:lnTo>
                  <a:pt x="3234" y="400678"/>
                </a:lnTo>
                <a:lnTo>
                  <a:pt x="0" y="352806"/>
                </a:lnTo>
                <a:close/>
              </a:path>
            </a:pathLst>
          </a:custGeom>
          <a:ln w="38099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7" name="object 17"/>
          <p:cNvSpPr/>
          <p:nvPr/>
        </p:nvSpPr>
        <p:spPr>
          <a:xfrm>
            <a:off x="1143761" y="5927597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3"/>
                </a:moveTo>
                <a:lnTo>
                  <a:pt x="3989" y="210635"/>
                </a:lnTo>
                <a:lnTo>
                  <a:pt x="15492" y="167191"/>
                </a:lnTo>
                <a:lnTo>
                  <a:pt x="33810" y="127186"/>
                </a:lnTo>
                <a:lnTo>
                  <a:pt x="58242" y="91345"/>
                </a:lnTo>
                <a:lnTo>
                  <a:pt x="88089" y="60395"/>
                </a:lnTo>
                <a:lnTo>
                  <a:pt x="122653" y="35060"/>
                </a:lnTo>
                <a:lnTo>
                  <a:pt x="161234" y="16065"/>
                </a:lnTo>
                <a:lnTo>
                  <a:pt x="203133" y="4137"/>
                </a:lnTo>
                <a:lnTo>
                  <a:pt x="247650" y="0"/>
                </a:lnTo>
                <a:lnTo>
                  <a:pt x="292166" y="4137"/>
                </a:lnTo>
                <a:lnTo>
                  <a:pt x="334065" y="16065"/>
                </a:lnTo>
                <a:lnTo>
                  <a:pt x="372646" y="35060"/>
                </a:lnTo>
                <a:lnTo>
                  <a:pt x="407210" y="60395"/>
                </a:lnTo>
                <a:lnTo>
                  <a:pt x="437057" y="91345"/>
                </a:lnTo>
                <a:lnTo>
                  <a:pt x="461489" y="127186"/>
                </a:lnTo>
                <a:lnTo>
                  <a:pt x="479807" y="167191"/>
                </a:lnTo>
                <a:lnTo>
                  <a:pt x="491310" y="210635"/>
                </a:lnTo>
                <a:lnTo>
                  <a:pt x="495300" y="256793"/>
                </a:lnTo>
                <a:lnTo>
                  <a:pt x="491310" y="302952"/>
                </a:lnTo>
                <a:lnTo>
                  <a:pt x="479807" y="346396"/>
                </a:lnTo>
                <a:lnTo>
                  <a:pt x="461489" y="386401"/>
                </a:lnTo>
                <a:lnTo>
                  <a:pt x="437057" y="422242"/>
                </a:lnTo>
                <a:lnTo>
                  <a:pt x="407210" y="453192"/>
                </a:lnTo>
                <a:lnTo>
                  <a:pt x="372646" y="478527"/>
                </a:lnTo>
                <a:lnTo>
                  <a:pt x="334065" y="497522"/>
                </a:lnTo>
                <a:lnTo>
                  <a:pt x="292166" y="509450"/>
                </a:lnTo>
                <a:lnTo>
                  <a:pt x="247650" y="513587"/>
                </a:lnTo>
                <a:lnTo>
                  <a:pt x="203133" y="509450"/>
                </a:lnTo>
                <a:lnTo>
                  <a:pt x="161234" y="497522"/>
                </a:lnTo>
                <a:lnTo>
                  <a:pt x="122653" y="478527"/>
                </a:lnTo>
                <a:lnTo>
                  <a:pt x="88089" y="453192"/>
                </a:lnTo>
                <a:lnTo>
                  <a:pt x="58242" y="422242"/>
                </a:lnTo>
                <a:lnTo>
                  <a:pt x="33810" y="386401"/>
                </a:lnTo>
                <a:lnTo>
                  <a:pt x="15492" y="346396"/>
                </a:lnTo>
                <a:lnTo>
                  <a:pt x="3989" y="302952"/>
                </a:lnTo>
                <a:lnTo>
                  <a:pt x="0" y="256793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8" name="object 18"/>
          <p:cNvSpPr txBox="1"/>
          <p:nvPr/>
        </p:nvSpPr>
        <p:spPr>
          <a:xfrm>
            <a:off x="1246124" y="5978448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398524" y="6155232"/>
            <a:ext cx="138430" cy="26924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1600" spc="-5" b="1" i="1">
                <a:solidFill>
                  <a:srgbClr val="FFFFFF"/>
                </a:solidFill>
                <a:latin typeface="Times New Roman"/>
                <a:cs typeface="Times New Roman"/>
              </a:rPr>
              <a:t>S</a:t>
            </a:r>
            <a:endParaRPr sz="160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977644" y="4404759"/>
            <a:ext cx="1050925" cy="1336675"/>
          </a:xfrm>
          <a:prstGeom prst="rect">
            <a:avLst/>
          </a:prstGeom>
        </p:spPr>
        <p:txBody>
          <a:bodyPr wrap="square" lIns="0" tIns="240665" rIns="0" bIns="0" rtlCol="0" vert="horz">
            <a:spAutoFit/>
          </a:bodyPr>
          <a:lstStyle/>
          <a:p>
            <a:pPr algn="ctr">
              <a:lnSpc>
                <a:spcPct val="100000"/>
              </a:lnSpc>
              <a:spcBef>
                <a:spcPts val="1895"/>
              </a:spcBef>
            </a:pP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(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35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b="1" i="1">
                <a:solidFill>
                  <a:srgbClr val="FFFF00"/>
                </a:solidFill>
                <a:latin typeface="Times New Roman"/>
                <a:cs typeface="Times New Roman"/>
              </a:rPr>
              <a:t>ba</a:t>
            </a:r>
            <a:r>
              <a:rPr dirty="0" sz="2800" spc="-5" b="1">
                <a:solidFill>
                  <a:srgbClr val="FFFF00"/>
                </a:solidFill>
                <a:latin typeface="Times New Roman"/>
                <a:cs typeface="Times New Roman"/>
              </a:rPr>
              <a:t>)*</a:t>
            </a:r>
            <a:endParaRPr sz="2800">
              <a:latin typeface="Times New Roman"/>
              <a:cs typeface="Times New Roman"/>
            </a:endParaRPr>
          </a:p>
          <a:p>
            <a:pPr algn="ctr" marL="8255">
              <a:lnSpc>
                <a:spcPct val="100000"/>
              </a:lnSpc>
              <a:spcBef>
                <a:spcPts val="1805"/>
              </a:spcBef>
            </a:pP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2800" spc="-1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2800" spc="-10" b="1" i="1">
                <a:solidFill>
                  <a:srgbClr val="FFFF00"/>
                </a:solidFill>
                <a:latin typeface="Times New Roman"/>
                <a:cs typeface="Times New Roman"/>
              </a:rPr>
              <a:t>ba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21" name="object 21"/>
          <p:cNvSpPr/>
          <p:nvPr/>
        </p:nvSpPr>
        <p:spPr>
          <a:xfrm>
            <a:off x="1639061" y="6099047"/>
            <a:ext cx="508000" cy="114300"/>
          </a:xfrm>
          <a:custGeom>
            <a:avLst/>
            <a:gdLst/>
            <a:ahLst/>
            <a:cxnLst/>
            <a:rect l="l" t="t" r="r" b="b"/>
            <a:pathLst>
              <a:path w="508000" h="114300">
                <a:moveTo>
                  <a:pt x="393192" y="0"/>
                </a:moveTo>
                <a:lnTo>
                  <a:pt x="393192" y="114299"/>
                </a:lnTo>
                <a:lnTo>
                  <a:pt x="469392" y="76199"/>
                </a:lnTo>
                <a:lnTo>
                  <a:pt x="412242" y="76199"/>
                </a:lnTo>
                <a:lnTo>
                  <a:pt x="412242" y="38099"/>
                </a:lnTo>
                <a:lnTo>
                  <a:pt x="469392" y="38099"/>
                </a:lnTo>
                <a:lnTo>
                  <a:pt x="393192" y="0"/>
                </a:lnTo>
                <a:close/>
              </a:path>
              <a:path w="508000" h="114300">
                <a:moveTo>
                  <a:pt x="393192" y="38099"/>
                </a:moveTo>
                <a:lnTo>
                  <a:pt x="0" y="38099"/>
                </a:lnTo>
                <a:lnTo>
                  <a:pt x="0" y="76199"/>
                </a:lnTo>
                <a:lnTo>
                  <a:pt x="393192" y="76199"/>
                </a:lnTo>
                <a:lnTo>
                  <a:pt x="393192" y="38099"/>
                </a:lnTo>
                <a:close/>
              </a:path>
              <a:path w="508000" h="114300">
                <a:moveTo>
                  <a:pt x="469392" y="38099"/>
                </a:moveTo>
                <a:lnTo>
                  <a:pt x="412242" y="38099"/>
                </a:lnTo>
                <a:lnTo>
                  <a:pt x="412242" y="76199"/>
                </a:lnTo>
                <a:lnTo>
                  <a:pt x="469392" y="76199"/>
                </a:lnTo>
                <a:lnTo>
                  <a:pt x="507492" y="57149"/>
                </a:lnTo>
                <a:lnTo>
                  <a:pt x="469392" y="38099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2" name="object 22"/>
          <p:cNvSpPr/>
          <p:nvPr/>
        </p:nvSpPr>
        <p:spPr>
          <a:xfrm>
            <a:off x="550163" y="6069710"/>
            <a:ext cx="593090" cy="171450"/>
          </a:xfrm>
          <a:custGeom>
            <a:avLst/>
            <a:gdLst/>
            <a:ahLst/>
            <a:cxnLst/>
            <a:rect l="l" t="t" r="r" b="b"/>
            <a:pathLst>
              <a:path w="593090" h="171450">
                <a:moveTo>
                  <a:pt x="421386" y="0"/>
                </a:moveTo>
                <a:lnTo>
                  <a:pt x="421386" y="171449"/>
                </a:lnTo>
                <a:lnTo>
                  <a:pt x="535686" y="114299"/>
                </a:lnTo>
                <a:lnTo>
                  <a:pt x="449961" y="114299"/>
                </a:lnTo>
                <a:lnTo>
                  <a:pt x="449961" y="57149"/>
                </a:lnTo>
                <a:lnTo>
                  <a:pt x="535686" y="57149"/>
                </a:lnTo>
                <a:lnTo>
                  <a:pt x="421386" y="0"/>
                </a:lnTo>
                <a:close/>
              </a:path>
              <a:path w="593090" h="171450">
                <a:moveTo>
                  <a:pt x="421386" y="57149"/>
                </a:moveTo>
                <a:lnTo>
                  <a:pt x="0" y="57149"/>
                </a:lnTo>
                <a:lnTo>
                  <a:pt x="0" y="114299"/>
                </a:lnTo>
                <a:lnTo>
                  <a:pt x="421386" y="114299"/>
                </a:lnTo>
                <a:lnTo>
                  <a:pt x="421386" y="57149"/>
                </a:lnTo>
                <a:close/>
              </a:path>
              <a:path w="593090" h="171450">
                <a:moveTo>
                  <a:pt x="535686" y="57149"/>
                </a:moveTo>
                <a:lnTo>
                  <a:pt x="449961" y="57149"/>
                </a:lnTo>
                <a:lnTo>
                  <a:pt x="449961" y="114299"/>
                </a:lnTo>
                <a:lnTo>
                  <a:pt x="535686" y="114299"/>
                </a:lnTo>
                <a:lnTo>
                  <a:pt x="592836" y="85724"/>
                </a:lnTo>
                <a:lnTo>
                  <a:pt x="535686" y="57149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3" name="object 23"/>
          <p:cNvSpPr/>
          <p:nvPr/>
        </p:nvSpPr>
        <p:spPr>
          <a:xfrm>
            <a:off x="2146554" y="5929121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3"/>
                </a:moveTo>
                <a:lnTo>
                  <a:pt x="3989" y="210635"/>
                </a:lnTo>
                <a:lnTo>
                  <a:pt x="15492" y="167191"/>
                </a:lnTo>
                <a:lnTo>
                  <a:pt x="33810" y="127186"/>
                </a:lnTo>
                <a:lnTo>
                  <a:pt x="58242" y="91345"/>
                </a:lnTo>
                <a:lnTo>
                  <a:pt x="88089" y="60395"/>
                </a:lnTo>
                <a:lnTo>
                  <a:pt x="122653" y="35060"/>
                </a:lnTo>
                <a:lnTo>
                  <a:pt x="161234" y="16065"/>
                </a:lnTo>
                <a:lnTo>
                  <a:pt x="203133" y="4137"/>
                </a:lnTo>
                <a:lnTo>
                  <a:pt x="247650" y="0"/>
                </a:lnTo>
                <a:lnTo>
                  <a:pt x="292166" y="4137"/>
                </a:lnTo>
                <a:lnTo>
                  <a:pt x="334065" y="16065"/>
                </a:lnTo>
                <a:lnTo>
                  <a:pt x="372646" y="35060"/>
                </a:lnTo>
                <a:lnTo>
                  <a:pt x="407210" y="60395"/>
                </a:lnTo>
                <a:lnTo>
                  <a:pt x="437057" y="91345"/>
                </a:lnTo>
                <a:lnTo>
                  <a:pt x="461489" y="127186"/>
                </a:lnTo>
                <a:lnTo>
                  <a:pt x="479807" y="167191"/>
                </a:lnTo>
                <a:lnTo>
                  <a:pt x="491310" y="210635"/>
                </a:lnTo>
                <a:lnTo>
                  <a:pt x="495300" y="256793"/>
                </a:lnTo>
                <a:lnTo>
                  <a:pt x="491310" y="302952"/>
                </a:lnTo>
                <a:lnTo>
                  <a:pt x="479807" y="346396"/>
                </a:lnTo>
                <a:lnTo>
                  <a:pt x="461489" y="386401"/>
                </a:lnTo>
                <a:lnTo>
                  <a:pt x="437057" y="422242"/>
                </a:lnTo>
                <a:lnTo>
                  <a:pt x="407210" y="453192"/>
                </a:lnTo>
                <a:lnTo>
                  <a:pt x="372646" y="478527"/>
                </a:lnTo>
                <a:lnTo>
                  <a:pt x="334065" y="497522"/>
                </a:lnTo>
                <a:lnTo>
                  <a:pt x="292166" y="509450"/>
                </a:lnTo>
                <a:lnTo>
                  <a:pt x="247650" y="513587"/>
                </a:lnTo>
                <a:lnTo>
                  <a:pt x="203133" y="509450"/>
                </a:lnTo>
                <a:lnTo>
                  <a:pt x="161234" y="497522"/>
                </a:lnTo>
                <a:lnTo>
                  <a:pt x="122653" y="478527"/>
                </a:lnTo>
                <a:lnTo>
                  <a:pt x="88089" y="453192"/>
                </a:lnTo>
                <a:lnTo>
                  <a:pt x="58242" y="422242"/>
                </a:lnTo>
                <a:lnTo>
                  <a:pt x="33810" y="386401"/>
                </a:lnTo>
                <a:lnTo>
                  <a:pt x="15492" y="346396"/>
                </a:lnTo>
                <a:lnTo>
                  <a:pt x="3989" y="302952"/>
                </a:lnTo>
                <a:lnTo>
                  <a:pt x="0" y="256793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4" name="object 24"/>
          <p:cNvSpPr txBox="1"/>
          <p:nvPr/>
        </p:nvSpPr>
        <p:spPr>
          <a:xfrm>
            <a:off x="2304414" y="5979667"/>
            <a:ext cx="178435" cy="39179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0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/>
          <p:nvPr/>
        </p:nvSpPr>
        <p:spPr>
          <a:xfrm>
            <a:off x="2661539" y="6131991"/>
            <a:ext cx="697230" cy="114300"/>
          </a:xfrm>
          <a:custGeom>
            <a:avLst/>
            <a:gdLst/>
            <a:ahLst/>
            <a:cxnLst/>
            <a:rect l="l" t="t" r="r" b="b"/>
            <a:pathLst>
              <a:path w="697229" h="114300">
                <a:moveTo>
                  <a:pt x="583184" y="0"/>
                </a:moveTo>
                <a:lnTo>
                  <a:pt x="582887" y="38096"/>
                </a:lnTo>
                <a:lnTo>
                  <a:pt x="601980" y="38226"/>
                </a:lnTo>
                <a:lnTo>
                  <a:pt x="601599" y="76326"/>
                </a:lnTo>
                <a:lnTo>
                  <a:pt x="582590" y="76326"/>
                </a:lnTo>
                <a:lnTo>
                  <a:pt x="582294" y="114287"/>
                </a:lnTo>
                <a:lnTo>
                  <a:pt x="659532" y="76326"/>
                </a:lnTo>
                <a:lnTo>
                  <a:pt x="601599" y="76326"/>
                </a:lnTo>
                <a:lnTo>
                  <a:pt x="659797" y="76196"/>
                </a:lnTo>
                <a:lnTo>
                  <a:pt x="696976" y="57924"/>
                </a:lnTo>
                <a:lnTo>
                  <a:pt x="583184" y="0"/>
                </a:lnTo>
                <a:close/>
              </a:path>
              <a:path w="697229" h="114300">
                <a:moveTo>
                  <a:pt x="582887" y="38096"/>
                </a:moveTo>
                <a:lnTo>
                  <a:pt x="582591" y="76196"/>
                </a:lnTo>
                <a:lnTo>
                  <a:pt x="601599" y="76326"/>
                </a:lnTo>
                <a:lnTo>
                  <a:pt x="601980" y="38226"/>
                </a:lnTo>
                <a:lnTo>
                  <a:pt x="582887" y="38096"/>
                </a:lnTo>
                <a:close/>
              </a:path>
              <a:path w="697229" h="114300">
                <a:moveTo>
                  <a:pt x="254" y="34112"/>
                </a:moveTo>
                <a:lnTo>
                  <a:pt x="0" y="72212"/>
                </a:lnTo>
                <a:lnTo>
                  <a:pt x="582591" y="76196"/>
                </a:lnTo>
                <a:lnTo>
                  <a:pt x="582887" y="38096"/>
                </a:lnTo>
                <a:lnTo>
                  <a:pt x="254" y="34112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6" name="object 26"/>
          <p:cNvSpPr/>
          <p:nvPr/>
        </p:nvSpPr>
        <p:spPr>
          <a:xfrm>
            <a:off x="2200655" y="5682259"/>
            <a:ext cx="407670" cy="305435"/>
          </a:xfrm>
          <a:custGeom>
            <a:avLst/>
            <a:gdLst/>
            <a:ahLst/>
            <a:cxnLst/>
            <a:rect l="l" t="t" r="r" b="b"/>
            <a:pathLst>
              <a:path w="407669" h="305435">
                <a:moveTo>
                  <a:pt x="330435" y="195096"/>
                </a:moveTo>
                <a:lnTo>
                  <a:pt x="294258" y="200736"/>
                </a:lnTo>
                <a:lnTo>
                  <a:pt x="368300" y="304876"/>
                </a:lnTo>
                <a:lnTo>
                  <a:pt x="396962" y="215087"/>
                </a:lnTo>
                <a:lnTo>
                  <a:pt x="335152" y="215087"/>
                </a:lnTo>
                <a:lnTo>
                  <a:pt x="330435" y="195096"/>
                </a:lnTo>
                <a:close/>
              </a:path>
              <a:path w="407669" h="305435">
                <a:moveTo>
                  <a:pt x="192912" y="0"/>
                </a:moveTo>
                <a:lnTo>
                  <a:pt x="153543" y="7975"/>
                </a:lnTo>
                <a:lnTo>
                  <a:pt x="117601" y="28625"/>
                </a:lnTo>
                <a:lnTo>
                  <a:pt x="85217" y="59651"/>
                </a:lnTo>
                <a:lnTo>
                  <a:pt x="57023" y="98526"/>
                </a:lnTo>
                <a:lnTo>
                  <a:pt x="33655" y="143827"/>
                </a:lnTo>
                <a:lnTo>
                  <a:pt x="15620" y="194221"/>
                </a:lnTo>
                <a:lnTo>
                  <a:pt x="4063" y="248157"/>
                </a:lnTo>
                <a:lnTo>
                  <a:pt x="0" y="302501"/>
                </a:lnTo>
                <a:lnTo>
                  <a:pt x="38100" y="303999"/>
                </a:lnTo>
                <a:lnTo>
                  <a:pt x="39116" y="277431"/>
                </a:lnTo>
                <a:lnTo>
                  <a:pt x="41910" y="252234"/>
                </a:lnTo>
                <a:lnTo>
                  <a:pt x="52577" y="203492"/>
                </a:lnTo>
                <a:lnTo>
                  <a:pt x="69087" y="157873"/>
                </a:lnTo>
                <a:lnTo>
                  <a:pt x="90169" y="117259"/>
                </a:lnTo>
                <a:lnTo>
                  <a:pt x="115062" y="83362"/>
                </a:lnTo>
                <a:lnTo>
                  <a:pt x="148336" y="53555"/>
                </a:lnTo>
                <a:lnTo>
                  <a:pt x="188341" y="38239"/>
                </a:lnTo>
                <a:lnTo>
                  <a:pt x="194563" y="38049"/>
                </a:lnTo>
                <a:lnTo>
                  <a:pt x="280864" y="38049"/>
                </a:lnTo>
                <a:lnTo>
                  <a:pt x="277494" y="35001"/>
                </a:lnTo>
                <a:lnTo>
                  <a:pt x="241935" y="11493"/>
                </a:lnTo>
                <a:lnTo>
                  <a:pt x="202819" y="380"/>
                </a:lnTo>
                <a:lnTo>
                  <a:pt x="192912" y="0"/>
                </a:lnTo>
                <a:close/>
              </a:path>
              <a:path w="407669" h="305435">
                <a:moveTo>
                  <a:pt x="368234" y="189203"/>
                </a:moveTo>
                <a:lnTo>
                  <a:pt x="330435" y="195096"/>
                </a:lnTo>
                <a:lnTo>
                  <a:pt x="335152" y="215087"/>
                </a:lnTo>
                <a:lnTo>
                  <a:pt x="372237" y="206425"/>
                </a:lnTo>
                <a:lnTo>
                  <a:pt x="368234" y="189203"/>
                </a:lnTo>
                <a:close/>
              </a:path>
              <a:path w="407669" h="305435">
                <a:moveTo>
                  <a:pt x="407162" y="183133"/>
                </a:moveTo>
                <a:lnTo>
                  <a:pt x="368234" y="189203"/>
                </a:lnTo>
                <a:lnTo>
                  <a:pt x="372237" y="206425"/>
                </a:lnTo>
                <a:lnTo>
                  <a:pt x="335152" y="215087"/>
                </a:lnTo>
                <a:lnTo>
                  <a:pt x="396962" y="215087"/>
                </a:lnTo>
                <a:lnTo>
                  <a:pt x="407162" y="183133"/>
                </a:lnTo>
                <a:close/>
              </a:path>
              <a:path w="407669" h="305435">
                <a:moveTo>
                  <a:pt x="326969" y="180406"/>
                </a:moveTo>
                <a:lnTo>
                  <a:pt x="330435" y="195096"/>
                </a:lnTo>
                <a:lnTo>
                  <a:pt x="368234" y="189203"/>
                </a:lnTo>
                <a:lnTo>
                  <a:pt x="366599" y="182168"/>
                </a:lnTo>
                <a:lnTo>
                  <a:pt x="327660" y="182168"/>
                </a:lnTo>
                <a:lnTo>
                  <a:pt x="326969" y="180406"/>
                </a:lnTo>
                <a:close/>
              </a:path>
              <a:path w="407669" h="305435">
                <a:moveTo>
                  <a:pt x="326770" y="179565"/>
                </a:moveTo>
                <a:lnTo>
                  <a:pt x="326969" y="180406"/>
                </a:lnTo>
                <a:lnTo>
                  <a:pt x="327660" y="182168"/>
                </a:lnTo>
                <a:lnTo>
                  <a:pt x="326770" y="179565"/>
                </a:lnTo>
                <a:close/>
              </a:path>
              <a:path w="407669" h="305435">
                <a:moveTo>
                  <a:pt x="365994" y="179565"/>
                </a:moveTo>
                <a:lnTo>
                  <a:pt x="326770" y="179565"/>
                </a:lnTo>
                <a:lnTo>
                  <a:pt x="327660" y="182168"/>
                </a:lnTo>
                <a:lnTo>
                  <a:pt x="366599" y="182168"/>
                </a:lnTo>
                <a:lnTo>
                  <a:pt x="365994" y="179565"/>
                </a:lnTo>
                <a:close/>
              </a:path>
              <a:path w="407669" h="305435">
                <a:moveTo>
                  <a:pt x="280864" y="38049"/>
                </a:moveTo>
                <a:lnTo>
                  <a:pt x="194563" y="38049"/>
                </a:lnTo>
                <a:lnTo>
                  <a:pt x="201041" y="38430"/>
                </a:lnTo>
                <a:lnTo>
                  <a:pt x="207263" y="39484"/>
                </a:lnTo>
                <a:lnTo>
                  <a:pt x="246761" y="59093"/>
                </a:lnTo>
                <a:lnTo>
                  <a:pt x="286004" y="100901"/>
                </a:lnTo>
                <a:lnTo>
                  <a:pt x="308863" y="138556"/>
                </a:lnTo>
                <a:lnTo>
                  <a:pt x="326969" y="180406"/>
                </a:lnTo>
                <a:lnTo>
                  <a:pt x="326770" y="179565"/>
                </a:lnTo>
                <a:lnTo>
                  <a:pt x="365994" y="179565"/>
                </a:lnTo>
                <a:lnTo>
                  <a:pt x="363981" y="170903"/>
                </a:lnTo>
                <a:lnTo>
                  <a:pt x="363474" y="169151"/>
                </a:lnTo>
                <a:lnTo>
                  <a:pt x="363093" y="168300"/>
                </a:lnTo>
                <a:lnTo>
                  <a:pt x="353313" y="143421"/>
                </a:lnTo>
                <a:lnTo>
                  <a:pt x="329564" y="97840"/>
                </a:lnTo>
                <a:lnTo>
                  <a:pt x="301498" y="59016"/>
                </a:lnTo>
                <a:lnTo>
                  <a:pt x="285750" y="42468"/>
                </a:lnTo>
                <a:lnTo>
                  <a:pt x="280864" y="38049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7" name="object 27"/>
          <p:cNvSpPr txBox="1"/>
          <p:nvPr/>
        </p:nvSpPr>
        <p:spPr>
          <a:xfrm>
            <a:off x="1812163" y="5672368"/>
            <a:ext cx="204470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70" b="1" i="1">
                <a:solidFill>
                  <a:srgbClr val="FFFF00"/>
                </a:solidFill>
                <a:latin typeface="Symbol"/>
                <a:cs typeface="Symbol"/>
              </a:rPr>
              <a:t>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2955417" y="5710468"/>
            <a:ext cx="204470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70" b="1" i="1">
                <a:solidFill>
                  <a:srgbClr val="FFFF00"/>
                </a:solidFill>
                <a:latin typeface="Symbol"/>
                <a:cs typeface="Symbol"/>
              </a:rPr>
              <a:t>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29" name="object 29"/>
          <p:cNvSpPr/>
          <p:nvPr/>
        </p:nvSpPr>
        <p:spPr>
          <a:xfrm>
            <a:off x="7936230" y="4883658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0" y="257556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6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0" name="object 30"/>
          <p:cNvSpPr/>
          <p:nvPr/>
        </p:nvSpPr>
        <p:spPr>
          <a:xfrm>
            <a:off x="7821930" y="4789170"/>
            <a:ext cx="710565" cy="704215"/>
          </a:xfrm>
          <a:custGeom>
            <a:avLst/>
            <a:gdLst/>
            <a:ahLst/>
            <a:cxnLst/>
            <a:rect l="l" t="t" r="r" b="b"/>
            <a:pathLst>
              <a:path w="710565" h="704214">
                <a:moveTo>
                  <a:pt x="0" y="352043"/>
                </a:moveTo>
                <a:lnTo>
                  <a:pt x="3242" y="304271"/>
                </a:lnTo>
                <a:lnTo>
                  <a:pt x="12685" y="258453"/>
                </a:lnTo>
                <a:lnTo>
                  <a:pt x="27908" y="215009"/>
                </a:lnTo>
                <a:lnTo>
                  <a:pt x="48485" y="174356"/>
                </a:lnTo>
                <a:lnTo>
                  <a:pt x="73995" y="136916"/>
                </a:lnTo>
                <a:lnTo>
                  <a:pt x="104013" y="103108"/>
                </a:lnTo>
                <a:lnTo>
                  <a:pt x="138116" y="73350"/>
                </a:lnTo>
                <a:lnTo>
                  <a:pt x="175880" y="48062"/>
                </a:lnTo>
                <a:lnTo>
                  <a:pt x="216884" y="27664"/>
                </a:lnTo>
                <a:lnTo>
                  <a:pt x="260702" y="12574"/>
                </a:lnTo>
                <a:lnTo>
                  <a:pt x="306913" y="3213"/>
                </a:lnTo>
                <a:lnTo>
                  <a:pt x="355092" y="0"/>
                </a:lnTo>
                <a:lnTo>
                  <a:pt x="403270" y="3213"/>
                </a:lnTo>
                <a:lnTo>
                  <a:pt x="449481" y="12574"/>
                </a:lnTo>
                <a:lnTo>
                  <a:pt x="493299" y="27664"/>
                </a:lnTo>
                <a:lnTo>
                  <a:pt x="534303" y="48062"/>
                </a:lnTo>
                <a:lnTo>
                  <a:pt x="572067" y="73350"/>
                </a:lnTo>
                <a:lnTo>
                  <a:pt x="606171" y="103108"/>
                </a:lnTo>
                <a:lnTo>
                  <a:pt x="636188" y="136916"/>
                </a:lnTo>
                <a:lnTo>
                  <a:pt x="661698" y="174356"/>
                </a:lnTo>
                <a:lnTo>
                  <a:pt x="682275" y="215009"/>
                </a:lnTo>
                <a:lnTo>
                  <a:pt x="697498" y="258453"/>
                </a:lnTo>
                <a:lnTo>
                  <a:pt x="706941" y="304271"/>
                </a:lnTo>
                <a:lnTo>
                  <a:pt x="710184" y="352043"/>
                </a:lnTo>
                <a:lnTo>
                  <a:pt x="706941" y="399816"/>
                </a:lnTo>
                <a:lnTo>
                  <a:pt x="697498" y="445634"/>
                </a:lnTo>
                <a:lnTo>
                  <a:pt x="682275" y="489078"/>
                </a:lnTo>
                <a:lnTo>
                  <a:pt x="661698" y="529731"/>
                </a:lnTo>
                <a:lnTo>
                  <a:pt x="636188" y="567171"/>
                </a:lnTo>
                <a:lnTo>
                  <a:pt x="606171" y="600979"/>
                </a:lnTo>
                <a:lnTo>
                  <a:pt x="572067" y="630737"/>
                </a:lnTo>
                <a:lnTo>
                  <a:pt x="534303" y="656025"/>
                </a:lnTo>
                <a:lnTo>
                  <a:pt x="493299" y="676423"/>
                </a:lnTo>
                <a:lnTo>
                  <a:pt x="449481" y="691513"/>
                </a:lnTo>
                <a:lnTo>
                  <a:pt x="403270" y="700874"/>
                </a:lnTo>
                <a:lnTo>
                  <a:pt x="355092" y="704087"/>
                </a:lnTo>
                <a:lnTo>
                  <a:pt x="306913" y="700874"/>
                </a:lnTo>
                <a:lnTo>
                  <a:pt x="260702" y="691513"/>
                </a:lnTo>
                <a:lnTo>
                  <a:pt x="216884" y="676423"/>
                </a:lnTo>
                <a:lnTo>
                  <a:pt x="175880" y="656025"/>
                </a:lnTo>
                <a:lnTo>
                  <a:pt x="138116" y="630737"/>
                </a:lnTo>
                <a:lnTo>
                  <a:pt x="104013" y="600979"/>
                </a:lnTo>
                <a:lnTo>
                  <a:pt x="73995" y="567171"/>
                </a:lnTo>
                <a:lnTo>
                  <a:pt x="48485" y="529731"/>
                </a:lnTo>
                <a:lnTo>
                  <a:pt x="27908" y="489078"/>
                </a:lnTo>
                <a:lnTo>
                  <a:pt x="12685" y="445634"/>
                </a:lnTo>
                <a:lnTo>
                  <a:pt x="3242" y="399816"/>
                </a:lnTo>
                <a:lnTo>
                  <a:pt x="0" y="352043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1" name="object 31"/>
          <p:cNvSpPr/>
          <p:nvPr/>
        </p:nvSpPr>
        <p:spPr>
          <a:xfrm>
            <a:off x="5589270" y="4877561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0" y="257556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6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2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2" name="object 32"/>
          <p:cNvSpPr txBox="1"/>
          <p:nvPr/>
        </p:nvSpPr>
        <p:spPr>
          <a:xfrm>
            <a:off x="253390" y="645998"/>
            <a:ext cx="8128634" cy="405828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ts val="3825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10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、设字母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表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Σ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={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a,b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}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，给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3200" spc="-10" b="1" i="1">
                <a:solidFill>
                  <a:srgbClr val="FFFFFF"/>
                </a:solidFill>
                <a:latin typeface="Times New Roman"/>
                <a:cs typeface="Times New Roman"/>
              </a:rPr>
              <a:t>Σ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上</a:t>
            </a:r>
            <a:r>
              <a:rPr dirty="0" sz="3200" spc="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正则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：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ts val="3825"/>
              </a:lnSpc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=(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a|ba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)*</a:t>
            </a:r>
            <a:endParaRPr sz="3200">
              <a:latin typeface="Times New Roman"/>
              <a:cs typeface="Times New Roman"/>
            </a:endParaRPr>
          </a:p>
          <a:p>
            <a:pPr marL="353060" indent="-340995">
              <a:lnSpc>
                <a:spcPct val="100000"/>
              </a:lnSpc>
              <a:spcBef>
                <a:spcPts val="805"/>
              </a:spcBef>
              <a:buSzPct val="96875"/>
              <a:buFont typeface="Times New Roman"/>
              <a:buAutoNum type="arabicParenR"/>
              <a:tabLst>
                <a:tab pos="353695" algn="l"/>
              </a:tabLst>
            </a:pP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、构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造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r>
              <a:rPr dirty="0" sz="3200" spc="-21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，使得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)=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R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12700" marR="243840">
              <a:lnSpc>
                <a:spcPct val="100000"/>
              </a:lnSpc>
              <a:spcBef>
                <a:spcPts val="770"/>
              </a:spcBef>
              <a:buSzPct val="96875"/>
              <a:buFont typeface="Times New Roman"/>
              <a:buAutoNum type="arabicParenR"/>
              <a:tabLst>
                <a:tab pos="35306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、将上面的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NFA</a:t>
            </a:r>
            <a:r>
              <a:rPr dirty="0" sz="3200" spc="-25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确定化为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23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，使得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’)=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L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(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。要求给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出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确定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化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的过程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352425" indent="-340360">
              <a:lnSpc>
                <a:spcPct val="100000"/>
              </a:lnSpc>
              <a:spcBef>
                <a:spcPts val="770"/>
              </a:spcBef>
              <a:buSzPct val="96875"/>
              <a:buFont typeface="Times New Roman"/>
              <a:buAutoNum type="arabicParenR"/>
              <a:tabLst>
                <a:tab pos="353060" algn="l"/>
              </a:tabLst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、将上面的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’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最小化为</a:t>
            </a:r>
            <a:r>
              <a:rPr dirty="0" sz="3200" spc="-80" b="1">
                <a:solidFill>
                  <a:srgbClr val="FFFFFF"/>
                </a:solidFill>
                <a:latin typeface="Times New Roman"/>
                <a:cs typeface="Times New Roman"/>
              </a:rPr>
              <a:t>DFA</a:t>
            </a:r>
            <a:r>
              <a:rPr dirty="0" sz="3200" spc="-2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spc="-6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60" b="1">
                <a:solidFill>
                  <a:srgbClr val="FFFFFF"/>
                </a:solidFill>
                <a:latin typeface="Times New Roman"/>
                <a:cs typeface="Times New Roman"/>
              </a:rPr>
              <a:t>’’</a:t>
            </a:r>
            <a:r>
              <a:rPr dirty="0" sz="3200" spc="-60" b="1">
                <a:solidFill>
                  <a:srgbClr val="FFFFFF"/>
                </a:solidFill>
                <a:latin typeface="宋体"/>
                <a:cs typeface="宋体"/>
              </a:rPr>
              <a:t>，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使得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ts val="3440"/>
              </a:lnSpc>
            </a:pP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L(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’’)=L(</a:t>
            </a:r>
            <a:r>
              <a:rPr dirty="0" sz="3200" spc="-20" b="1" i="1">
                <a:solidFill>
                  <a:srgbClr val="FFFFFF"/>
                </a:solidFill>
                <a:latin typeface="Times New Roman"/>
                <a:cs typeface="Times New Roman"/>
              </a:rPr>
              <a:t>M</a:t>
            </a:r>
            <a:r>
              <a:rPr dirty="0" sz="3200" spc="-20" b="1">
                <a:solidFill>
                  <a:srgbClr val="FFFFFF"/>
                </a:solidFill>
                <a:latin typeface="Times New Roman"/>
                <a:cs typeface="Times New Roman"/>
              </a:rPr>
              <a:t>’)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。要求给出最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小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化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过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程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6511925">
              <a:lnSpc>
                <a:spcPts val="2960"/>
              </a:lnSpc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/>
          <p:nvPr/>
        </p:nvSpPr>
        <p:spPr>
          <a:xfrm>
            <a:off x="6084570" y="5049011"/>
            <a:ext cx="508000" cy="114300"/>
          </a:xfrm>
          <a:custGeom>
            <a:avLst/>
            <a:gdLst/>
            <a:ahLst/>
            <a:cxnLst/>
            <a:rect l="l" t="t" r="r" b="b"/>
            <a:pathLst>
              <a:path w="508000" h="114300">
                <a:moveTo>
                  <a:pt x="393191" y="0"/>
                </a:moveTo>
                <a:lnTo>
                  <a:pt x="393191" y="114300"/>
                </a:lnTo>
                <a:lnTo>
                  <a:pt x="469391" y="76200"/>
                </a:lnTo>
                <a:lnTo>
                  <a:pt x="412241" y="76200"/>
                </a:lnTo>
                <a:lnTo>
                  <a:pt x="412241" y="38100"/>
                </a:lnTo>
                <a:lnTo>
                  <a:pt x="469391" y="38100"/>
                </a:lnTo>
                <a:lnTo>
                  <a:pt x="393191" y="0"/>
                </a:lnTo>
                <a:close/>
              </a:path>
              <a:path w="508000" h="114300">
                <a:moveTo>
                  <a:pt x="393191" y="38100"/>
                </a:moveTo>
                <a:lnTo>
                  <a:pt x="0" y="38100"/>
                </a:lnTo>
                <a:lnTo>
                  <a:pt x="0" y="76200"/>
                </a:lnTo>
                <a:lnTo>
                  <a:pt x="393191" y="76200"/>
                </a:lnTo>
                <a:lnTo>
                  <a:pt x="393191" y="38100"/>
                </a:lnTo>
                <a:close/>
              </a:path>
              <a:path w="508000" h="114300">
                <a:moveTo>
                  <a:pt x="469391" y="38100"/>
                </a:moveTo>
                <a:lnTo>
                  <a:pt x="412241" y="38100"/>
                </a:lnTo>
                <a:lnTo>
                  <a:pt x="412241" y="76200"/>
                </a:lnTo>
                <a:lnTo>
                  <a:pt x="469391" y="76200"/>
                </a:lnTo>
                <a:lnTo>
                  <a:pt x="507491" y="57150"/>
                </a:lnTo>
                <a:lnTo>
                  <a:pt x="469391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4" name="object 34"/>
          <p:cNvSpPr/>
          <p:nvPr/>
        </p:nvSpPr>
        <p:spPr>
          <a:xfrm>
            <a:off x="4995671" y="5019675"/>
            <a:ext cx="593090" cy="171450"/>
          </a:xfrm>
          <a:custGeom>
            <a:avLst/>
            <a:gdLst/>
            <a:ahLst/>
            <a:cxnLst/>
            <a:rect l="l" t="t" r="r" b="b"/>
            <a:pathLst>
              <a:path w="593089" h="171450">
                <a:moveTo>
                  <a:pt x="421386" y="0"/>
                </a:moveTo>
                <a:lnTo>
                  <a:pt x="421386" y="171450"/>
                </a:lnTo>
                <a:lnTo>
                  <a:pt x="535686" y="114300"/>
                </a:lnTo>
                <a:lnTo>
                  <a:pt x="449961" y="114300"/>
                </a:lnTo>
                <a:lnTo>
                  <a:pt x="449961" y="57150"/>
                </a:lnTo>
                <a:lnTo>
                  <a:pt x="535686" y="57150"/>
                </a:lnTo>
                <a:lnTo>
                  <a:pt x="421386" y="0"/>
                </a:lnTo>
                <a:close/>
              </a:path>
              <a:path w="593089" h="171450">
                <a:moveTo>
                  <a:pt x="421386" y="57150"/>
                </a:moveTo>
                <a:lnTo>
                  <a:pt x="0" y="57150"/>
                </a:lnTo>
                <a:lnTo>
                  <a:pt x="0" y="114300"/>
                </a:lnTo>
                <a:lnTo>
                  <a:pt x="421386" y="114300"/>
                </a:lnTo>
                <a:lnTo>
                  <a:pt x="421386" y="57150"/>
                </a:lnTo>
                <a:close/>
              </a:path>
              <a:path w="593089" h="171450">
                <a:moveTo>
                  <a:pt x="535686" y="57150"/>
                </a:moveTo>
                <a:lnTo>
                  <a:pt x="449961" y="57150"/>
                </a:lnTo>
                <a:lnTo>
                  <a:pt x="449961" y="114300"/>
                </a:lnTo>
                <a:lnTo>
                  <a:pt x="535686" y="114300"/>
                </a:lnTo>
                <a:lnTo>
                  <a:pt x="592836" y="85725"/>
                </a:lnTo>
                <a:lnTo>
                  <a:pt x="535686" y="571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5" name="object 35"/>
          <p:cNvSpPr/>
          <p:nvPr/>
        </p:nvSpPr>
        <p:spPr>
          <a:xfrm>
            <a:off x="6592061" y="4879085"/>
            <a:ext cx="495300" cy="515620"/>
          </a:xfrm>
          <a:custGeom>
            <a:avLst/>
            <a:gdLst/>
            <a:ahLst/>
            <a:cxnLst/>
            <a:rect l="l" t="t" r="r" b="b"/>
            <a:pathLst>
              <a:path w="495300" h="515620">
                <a:moveTo>
                  <a:pt x="0" y="257556"/>
                </a:moveTo>
                <a:lnTo>
                  <a:pt x="3989" y="211261"/>
                </a:lnTo>
                <a:lnTo>
                  <a:pt x="15492" y="167688"/>
                </a:lnTo>
                <a:lnTo>
                  <a:pt x="33810" y="127564"/>
                </a:lnTo>
                <a:lnTo>
                  <a:pt x="58242" y="91617"/>
                </a:lnTo>
                <a:lnTo>
                  <a:pt x="88089" y="60575"/>
                </a:lnTo>
                <a:lnTo>
                  <a:pt x="122653" y="35164"/>
                </a:lnTo>
                <a:lnTo>
                  <a:pt x="161234" y="16113"/>
                </a:lnTo>
                <a:lnTo>
                  <a:pt x="203133" y="4149"/>
                </a:lnTo>
                <a:lnTo>
                  <a:pt x="247650" y="0"/>
                </a:lnTo>
                <a:lnTo>
                  <a:pt x="292166" y="4149"/>
                </a:lnTo>
                <a:lnTo>
                  <a:pt x="334065" y="16113"/>
                </a:lnTo>
                <a:lnTo>
                  <a:pt x="372646" y="35164"/>
                </a:lnTo>
                <a:lnTo>
                  <a:pt x="407210" y="60575"/>
                </a:lnTo>
                <a:lnTo>
                  <a:pt x="437057" y="91617"/>
                </a:lnTo>
                <a:lnTo>
                  <a:pt x="461489" y="127564"/>
                </a:lnTo>
                <a:lnTo>
                  <a:pt x="479807" y="167688"/>
                </a:lnTo>
                <a:lnTo>
                  <a:pt x="491310" y="211261"/>
                </a:lnTo>
                <a:lnTo>
                  <a:pt x="495300" y="257556"/>
                </a:lnTo>
                <a:lnTo>
                  <a:pt x="491310" y="303850"/>
                </a:lnTo>
                <a:lnTo>
                  <a:pt x="479807" y="347423"/>
                </a:lnTo>
                <a:lnTo>
                  <a:pt x="461489" y="387547"/>
                </a:lnTo>
                <a:lnTo>
                  <a:pt x="437057" y="423494"/>
                </a:lnTo>
                <a:lnTo>
                  <a:pt x="407210" y="454536"/>
                </a:lnTo>
                <a:lnTo>
                  <a:pt x="372646" y="479947"/>
                </a:lnTo>
                <a:lnTo>
                  <a:pt x="334065" y="498998"/>
                </a:lnTo>
                <a:lnTo>
                  <a:pt x="292166" y="510962"/>
                </a:lnTo>
                <a:lnTo>
                  <a:pt x="247650" y="515111"/>
                </a:lnTo>
                <a:lnTo>
                  <a:pt x="203133" y="510962"/>
                </a:lnTo>
                <a:lnTo>
                  <a:pt x="161234" y="498998"/>
                </a:lnTo>
                <a:lnTo>
                  <a:pt x="122653" y="479947"/>
                </a:lnTo>
                <a:lnTo>
                  <a:pt x="88089" y="454536"/>
                </a:lnTo>
                <a:lnTo>
                  <a:pt x="58242" y="423494"/>
                </a:lnTo>
                <a:lnTo>
                  <a:pt x="33810" y="387547"/>
                </a:lnTo>
                <a:lnTo>
                  <a:pt x="15492" y="347423"/>
                </a:lnTo>
                <a:lnTo>
                  <a:pt x="3989" y="303850"/>
                </a:lnTo>
                <a:lnTo>
                  <a:pt x="0" y="257556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36" name="object 36"/>
          <p:cNvSpPr txBox="1"/>
          <p:nvPr/>
        </p:nvSpPr>
        <p:spPr>
          <a:xfrm>
            <a:off x="5640832" y="4935473"/>
            <a:ext cx="273304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63500">
              <a:lnSpc>
                <a:spcPct val="100000"/>
              </a:lnSpc>
              <a:spcBef>
                <a:spcPts val="100"/>
              </a:spcBef>
              <a:tabLst>
                <a:tab pos="1121410" algn="l"/>
                <a:tab pos="2405380" algn="l"/>
              </a:tabLst>
            </a:pPr>
            <a:r>
              <a:rPr dirty="0" baseline="1157" sz="3600" spc="-7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19097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S	</a:t>
            </a:r>
            <a:r>
              <a:rPr dirty="0" baseline="1157" sz="3600" b="1">
                <a:solidFill>
                  <a:srgbClr val="FFFFFF"/>
                </a:solidFill>
                <a:latin typeface="Times New Roman"/>
                <a:cs typeface="Times New Roman"/>
              </a:rPr>
              <a:t>0	</a:t>
            </a:r>
            <a:r>
              <a:rPr dirty="0" sz="2400" spc="-5" b="1" i="1">
                <a:solidFill>
                  <a:srgbClr val="FFFFFF"/>
                </a:solidFill>
                <a:latin typeface="Times New Roman"/>
                <a:cs typeface="Times New Roman"/>
              </a:rPr>
              <a:t>q</a:t>
            </a:r>
            <a:r>
              <a:rPr dirty="0" baseline="-20833" sz="2400" spc="-7" b="1" i="1">
                <a:solidFill>
                  <a:srgbClr val="FFFFFF"/>
                </a:solidFill>
                <a:latin typeface="Times New Roman"/>
                <a:cs typeface="Times New Roman"/>
              </a:rPr>
              <a:t>Z</a:t>
            </a:r>
            <a:endParaRPr baseline="-20833" sz="2400">
              <a:latin typeface="Times New Roman"/>
              <a:cs typeface="Times New Roman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7107046" y="5083428"/>
            <a:ext cx="697230" cy="114300"/>
          </a:xfrm>
          <a:custGeom>
            <a:avLst/>
            <a:gdLst/>
            <a:ahLst/>
            <a:cxnLst/>
            <a:rect l="l" t="t" r="r" b="b"/>
            <a:pathLst>
              <a:path w="697229" h="114300">
                <a:moveTo>
                  <a:pt x="583183" y="0"/>
                </a:moveTo>
                <a:lnTo>
                  <a:pt x="582887" y="38098"/>
                </a:lnTo>
                <a:lnTo>
                  <a:pt x="601979" y="38227"/>
                </a:lnTo>
                <a:lnTo>
                  <a:pt x="601599" y="76327"/>
                </a:lnTo>
                <a:lnTo>
                  <a:pt x="582590" y="76327"/>
                </a:lnTo>
                <a:lnTo>
                  <a:pt x="582295" y="114300"/>
                </a:lnTo>
                <a:lnTo>
                  <a:pt x="659523" y="76327"/>
                </a:lnTo>
                <a:lnTo>
                  <a:pt x="601599" y="76327"/>
                </a:lnTo>
                <a:lnTo>
                  <a:pt x="659785" y="76198"/>
                </a:lnTo>
                <a:lnTo>
                  <a:pt x="696976" y="57912"/>
                </a:lnTo>
                <a:lnTo>
                  <a:pt x="583183" y="0"/>
                </a:lnTo>
                <a:close/>
              </a:path>
              <a:path w="697229" h="114300">
                <a:moveTo>
                  <a:pt x="582887" y="38098"/>
                </a:moveTo>
                <a:lnTo>
                  <a:pt x="582591" y="76198"/>
                </a:lnTo>
                <a:lnTo>
                  <a:pt x="601599" y="76327"/>
                </a:lnTo>
                <a:lnTo>
                  <a:pt x="601979" y="38227"/>
                </a:lnTo>
                <a:lnTo>
                  <a:pt x="582887" y="38098"/>
                </a:lnTo>
                <a:close/>
              </a:path>
              <a:path w="697229" h="114300">
                <a:moveTo>
                  <a:pt x="253" y="34163"/>
                </a:moveTo>
                <a:lnTo>
                  <a:pt x="0" y="72263"/>
                </a:lnTo>
                <a:lnTo>
                  <a:pt x="582591" y="76198"/>
                </a:lnTo>
                <a:lnTo>
                  <a:pt x="582887" y="38098"/>
                </a:lnTo>
                <a:lnTo>
                  <a:pt x="253" y="34163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8" name="object 38"/>
          <p:cNvSpPr/>
          <p:nvPr/>
        </p:nvSpPr>
        <p:spPr>
          <a:xfrm>
            <a:off x="6644640" y="4632197"/>
            <a:ext cx="407670" cy="305435"/>
          </a:xfrm>
          <a:custGeom>
            <a:avLst/>
            <a:gdLst/>
            <a:ahLst/>
            <a:cxnLst/>
            <a:rect l="l" t="t" r="r" b="b"/>
            <a:pathLst>
              <a:path w="407670" h="305435">
                <a:moveTo>
                  <a:pt x="330436" y="195130"/>
                </a:moveTo>
                <a:lnTo>
                  <a:pt x="294258" y="200787"/>
                </a:lnTo>
                <a:lnTo>
                  <a:pt x="368300" y="304926"/>
                </a:lnTo>
                <a:lnTo>
                  <a:pt x="396950" y="215137"/>
                </a:lnTo>
                <a:lnTo>
                  <a:pt x="335152" y="215137"/>
                </a:lnTo>
                <a:lnTo>
                  <a:pt x="330436" y="195130"/>
                </a:lnTo>
                <a:close/>
              </a:path>
              <a:path w="407670" h="305435">
                <a:moveTo>
                  <a:pt x="192912" y="0"/>
                </a:moveTo>
                <a:lnTo>
                  <a:pt x="153542" y="8000"/>
                </a:lnTo>
                <a:lnTo>
                  <a:pt x="117601" y="28701"/>
                </a:lnTo>
                <a:lnTo>
                  <a:pt x="85216" y="59689"/>
                </a:lnTo>
                <a:lnTo>
                  <a:pt x="57023" y="98551"/>
                </a:lnTo>
                <a:lnTo>
                  <a:pt x="33654" y="143890"/>
                </a:lnTo>
                <a:lnTo>
                  <a:pt x="15620" y="194182"/>
                </a:lnTo>
                <a:lnTo>
                  <a:pt x="4063" y="248157"/>
                </a:lnTo>
                <a:lnTo>
                  <a:pt x="0" y="302513"/>
                </a:lnTo>
                <a:lnTo>
                  <a:pt x="38100" y="304038"/>
                </a:lnTo>
                <a:lnTo>
                  <a:pt x="39115" y="277494"/>
                </a:lnTo>
                <a:lnTo>
                  <a:pt x="41909" y="252221"/>
                </a:lnTo>
                <a:lnTo>
                  <a:pt x="52577" y="203581"/>
                </a:lnTo>
                <a:lnTo>
                  <a:pt x="69087" y="157860"/>
                </a:lnTo>
                <a:lnTo>
                  <a:pt x="90169" y="117220"/>
                </a:lnTo>
                <a:lnTo>
                  <a:pt x="115061" y="83438"/>
                </a:lnTo>
                <a:lnTo>
                  <a:pt x="148335" y="53593"/>
                </a:lnTo>
                <a:lnTo>
                  <a:pt x="188340" y="38226"/>
                </a:lnTo>
                <a:lnTo>
                  <a:pt x="194563" y="38100"/>
                </a:lnTo>
                <a:lnTo>
                  <a:pt x="280852" y="38100"/>
                </a:lnTo>
                <a:lnTo>
                  <a:pt x="277494" y="35051"/>
                </a:lnTo>
                <a:lnTo>
                  <a:pt x="241934" y="11556"/>
                </a:lnTo>
                <a:lnTo>
                  <a:pt x="202818" y="381"/>
                </a:lnTo>
                <a:lnTo>
                  <a:pt x="192912" y="0"/>
                </a:lnTo>
                <a:close/>
              </a:path>
              <a:path w="407670" h="305435">
                <a:moveTo>
                  <a:pt x="368225" y="189221"/>
                </a:moveTo>
                <a:lnTo>
                  <a:pt x="330436" y="195130"/>
                </a:lnTo>
                <a:lnTo>
                  <a:pt x="335152" y="215137"/>
                </a:lnTo>
                <a:lnTo>
                  <a:pt x="372236" y="206501"/>
                </a:lnTo>
                <a:lnTo>
                  <a:pt x="368225" y="189221"/>
                </a:lnTo>
                <a:close/>
              </a:path>
              <a:path w="407670" h="305435">
                <a:moveTo>
                  <a:pt x="407161" y="183133"/>
                </a:moveTo>
                <a:lnTo>
                  <a:pt x="368225" y="189221"/>
                </a:lnTo>
                <a:lnTo>
                  <a:pt x="372236" y="206501"/>
                </a:lnTo>
                <a:lnTo>
                  <a:pt x="335152" y="215137"/>
                </a:lnTo>
                <a:lnTo>
                  <a:pt x="396950" y="215137"/>
                </a:lnTo>
                <a:lnTo>
                  <a:pt x="407161" y="183133"/>
                </a:lnTo>
                <a:close/>
              </a:path>
              <a:path w="407670" h="305435">
                <a:moveTo>
                  <a:pt x="327007" y="180579"/>
                </a:moveTo>
                <a:lnTo>
                  <a:pt x="330436" y="195130"/>
                </a:lnTo>
                <a:lnTo>
                  <a:pt x="368225" y="189221"/>
                </a:lnTo>
                <a:lnTo>
                  <a:pt x="366605" y="182244"/>
                </a:lnTo>
                <a:lnTo>
                  <a:pt x="327659" y="182244"/>
                </a:lnTo>
                <a:lnTo>
                  <a:pt x="327007" y="180579"/>
                </a:lnTo>
                <a:close/>
              </a:path>
              <a:path w="407670" h="305435">
                <a:moveTo>
                  <a:pt x="326770" y="179577"/>
                </a:moveTo>
                <a:lnTo>
                  <a:pt x="327007" y="180579"/>
                </a:lnTo>
                <a:lnTo>
                  <a:pt x="327659" y="182244"/>
                </a:lnTo>
                <a:lnTo>
                  <a:pt x="326770" y="179577"/>
                </a:lnTo>
                <a:close/>
              </a:path>
              <a:path w="407670" h="305435">
                <a:moveTo>
                  <a:pt x="365986" y="179577"/>
                </a:moveTo>
                <a:lnTo>
                  <a:pt x="326770" y="179577"/>
                </a:lnTo>
                <a:lnTo>
                  <a:pt x="327659" y="182244"/>
                </a:lnTo>
                <a:lnTo>
                  <a:pt x="366605" y="182244"/>
                </a:lnTo>
                <a:lnTo>
                  <a:pt x="365986" y="179577"/>
                </a:lnTo>
                <a:close/>
              </a:path>
              <a:path w="407670" h="305435">
                <a:moveTo>
                  <a:pt x="280852" y="38100"/>
                </a:moveTo>
                <a:lnTo>
                  <a:pt x="194563" y="38100"/>
                </a:lnTo>
                <a:lnTo>
                  <a:pt x="201040" y="38481"/>
                </a:lnTo>
                <a:lnTo>
                  <a:pt x="207263" y="39496"/>
                </a:lnTo>
                <a:lnTo>
                  <a:pt x="246760" y="59054"/>
                </a:lnTo>
                <a:lnTo>
                  <a:pt x="286003" y="100964"/>
                </a:lnTo>
                <a:lnTo>
                  <a:pt x="308863" y="138556"/>
                </a:lnTo>
                <a:lnTo>
                  <a:pt x="327007" y="180579"/>
                </a:lnTo>
                <a:lnTo>
                  <a:pt x="326770" y="179577"/>
                </a:lnTo>
                <a:lnTo>
                  <a:pt x="365986" y="179577"/>
                </a:lnTo>
                <a:lnTo>
                  <a:pt x="363981" y="170941"/>
                </a:lnTo>
                <a:lnTo>
                  <a:pt x="363474" y="169163"/>
                </a:lnTo>
                <a:lnTo>
                  <a:pt x="363092" y="168275"/>
                </a:lnTo>
                <a:lnTo>
                  <a:pt x="353313" y="143382"/>
                </a:lnTo>
                <a:lnTo>
                  <a:pt x="329691" y="97916"/>
                </a:lnTo>
                <a:lnTo>
                  <a:pt x="301498" y="59054"/>
                </a:lnTo>
                <a:lnTo>
                  <a:pt x="285750" y="42544"/>
                </a:lnTo>
                <a:lnTo>
                  <a:pt x="280852" y="3810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9" name="object 39"/>
          <p:cNvSpPr/>
          <p:nvPr/>
        </p:nvSpPr>
        <p:spPr>
          <a:xfrm>
            <a:off x="6585966" y="5927597"/>
            <a:ext cx="495300" cy="513715"/>
          </a:xfrm>
          <a:custGeom>
            <a:avLst/>
            <a:gdLst/>
            <a:ahLst/>
            <a:cxnLst/>
            <a:rect l="l" t="t" r="r" b="b"/>
            <a:pathLst>
              <a:path w="495300" h="513714">
                <a:moveTo>
                  <a:pt x="0" y="256793"/>
                </a:moveTo>
                <a:lnTo>
                  <a:pt x="3989" y="210635"/>
                </a:lnTo>
                <a:lnTo>
                  <a:pt x="15492" y="167191"/>
                </a:lnTo>
                <a:lnTo>
                  <a:pt x="33810" y="127186"/>
                </a:lnTo>
                <a:lnTo>
                  <a:pt x="58242" y="91345"/>
                </a:lnTo>
                <a:lnTo>
                  <a:pt x="88089" y="60395"/>
                </a:lnTo>
                <a:lnTo>
                  <a:pt x="122653" y="35060"/>
                </a:lnTo>
                <a:lnTo>
                  <a:pt x="161234" y="16065"/>
                </a:lnTo>
                <a:lnTo>
                  <a:pt x="203133" y="4137"/>
                </a:lnTo>
                <a:lnTo>
                  <a:pt x="247650" y="0"/>
                </a:lnTo>
                <a:lnTo>
                  <a:pt x="292166" y="4137"/>
                </a:lnTo>
                <a:lnTo>
                  <a:pt x="334065" y="16065"/>
                </a:lnTo>
                <a:lnTo>
                  <a:pt x="372646" y="35060"/>
                </a:lnTo>
                <a:lnTo>
                  <a:pt x="407210" y="60395"/>
                </a:lnTo>
                <a:lnTo>
                  <a:pt x="437057" y="91345"/>
                </a:lnTo>
                <a:lnTo>
                  <a:pt x="461489" y="127186"/>
                </a:lnTo>
                <a:lnTo>
                  <a:pt x="479807" y="167191"/>
                </a:lnTo>
                <a:lnTo>
                  <a:pt x="491310" y="210635"/>
                </a:lnTo>
                <a:lnTo>
                  <a:pt x="495300" y="256793"/>
                </a:lnTo>
                <a:lnTo>
                  <a:pt x="491310" y="302952"/>
                </a:lnTo>
                <a:lnTo>
                  <a:pt x="479807" y="346396"/>
                </a:lnTo>
                <a:lnTo>
                  <a:pt x="461489" y="386401"/>
                </a:lnTo>
                <a:lnTo>
                  <a:pt x="437057" y="422242"/>
                </a:lnTo>
                <a:lnTo>
                  <a:pt x="407210" y="453192"/>
                </a:lnTo>
                <a:lnTo>
                  <a:pt x="372646" y="478527"/>
                </a:lnTo>
                <a:lnTo>
                  <a:pt x="334065" y="497522"/>
                </a:lnTo>
                <a:lnTo>
                  <a:pt x="292166" y="509450"/>
                </a:lnTo>
                <a:lnTo>
                  <a:pt x="247650" y="513587"/>
                </a:lnTo>
                <a:lnTo>
                  <a:pt x="203133" y="509450"/>
                </a:lnTo>
                <a:lnTo>
                  <a:pt x="161234" y="497522"/>
                </a:lnTo>
                <a:lnTo>
                  <a:pt x="122653" y="478527"/>
                </a:lnTo>
                <a:lnTo>
                  <a:pt x="88089" y="453192"/>
                </a:lnTo>
                <a:lnTo>
                  <a:pt x="58242" y="422242"/>
                </a:lnTo>
                <a:lnTo>
                  <a:pt x="33810" y="386401"/>
                </a:lnTo>
                <a:lnTo>
                  <a:pt x="15492" y="346396"/>
                </a:lnTo>
                <a:lnTo>
                  <a:pt x="3989" y="302952"/>
                </a:lnTo>
                <a:lnTo>
                  <a:pt x="0" y="256793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0" name="object 40"/>
          <p:cNvSpPr txBox="1"/>
          <p:nvPr/>
        </p:nvSpPr>
        <p:spPr>
          <a:xfrm>
            <a:off x="6743827" y="5978448"/>
            <a:ext cx="177800" cy="391160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24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2400">
              <a:latin typeface="Times New Roman"/>
              <a:cs typeface="Times New Roman"/>
            </a:endParaRPr>
          </a:p>
        </p:txBody>
      </p:sp>
      <p:sp>
        <p:nvSpPr>
          <p:cNvPr id="41" name="object 41"/>
          <p:cNvSpPr/>
          <p:nvPr/>
        </p:nvSpPr>
        <p:spPr>
          <a:xfrm>
            <a:off x="6602221" y="5337809"/>
            <a:ext cx="114300" cy="645160"/>
          </a:xfrm>
          <a:custGeom>
            <a:avLst/>
            <a:gdLst/>
            <a:ahLst/>
            <a:cxnLst/>
            <a:rect l="l" t="t" r="r" b="b"/>
            <a:pathLst>
              <a:path w="114300" h="645160">
                <a:moveTo>
                  <a:pt x="0" y="530123"/>
                </a:moveTo>
                <a:lnTo>
                  <a:pt x="56896" y="644550"/>
                </a:lnTo>
                <a:lnTo>
                  <a:pt x="104759" y="549363"/>
                </a:lnTo>
                <a:lnTo>
                  <a:pt x="76200" y="549363"/>
                </a:lnTo>
                <a:lnTo>
                  <a:pt x="38100" y="549249"/>
                </a:lnTo>
                <a:lnTo>
                  <a:pt x="38100" y="530212"/>
                </a:lnTo>
                <a:lnTo>
                  <a:pt x="0" y="530123"/>
                </a:lnTo>
                <a:close/>
              </a:path>
              <a:path w="114300" h="645160">
                <a:moveTo>
                  <a:pt x="38100" y="530212"/>
                </a:moveTo>
                <a:lnTo>
                  <a:pt x="38100" y="549249"/>
                </a:lnTo>
                <a:lnTo>
                  <a:pt x="76200" y="549363"/>
                </a:lnTo>
                <a:lnTo>
                  <a:pt x="76200" y="530301"/>
                </a:lnTo>
                <a:lnTo>
                  <a:pt x="38100" y="530212"/>
                </a:lnTo>
                <a:close/>
              </a:path>
              <a:path w="114300" h="645160">
                <a:moveTo>
                  <a:pt x="76200" y="530301"/>
                </a:moveTo>
                <a:lnTo>
                  <a:pt x="76200" y="549363"/>
                </a:lnTo>
                <a:lnTo>
                  <a:pt x="104759" y="549363"/>
                </a:lnTo>
                <a:lnTo>
                  <a:pt x="114300" y="530390"/>
                </a:lnTo>
                <a:lnTo>
                  <a:pt x="76200" y="530301"/>
                </a:lnTo>
                <a:close/>
              </a:path>
              <a:path w="114300" h="645160">
                <a:moveTo>
                  <a:pt x="41533" y="317541"/>
                </a:moveTo>
                <a:lnTo>
                  <a:pt x="41021" y="319481"/>
                </a:lnTo>
                <a:lnTo>
                  <a:pt x="40956" y="320484"/>
                </a:lnTo>
                <a:lnTo>
                  <a:pt x="40840" y="323214"/>
                </a:lnTo>
                <a:lnTo>
                  <a:pt x="40639" y="324840"/>
                </a:lnTo>
                <a:lnTo>
                  <a:pt x="40222" y="338607"/>
                </a:lnTo>
                <a:lnTo>
                  <a:pt x="40004" y="343103"/>
                </a:lnTo>
                <a:lnTo>
                  <a:pt x="40004" y="349757"/>
                </a:lnTo>
                <a:lnTo>
                  <a:pt x="39750" y="356476"/>
                </a:lnTo>
                <a:lnTo>
                  <a:pt x="39243" y="390905"/>
                </a:lnTo>
                <a:lnTo>
                  <a:pt x="38607" y="446303"/>
                </a:lnTo>
                <a:lnTo>
                  <a:pt x="38478" y="471919"/>
                </a:lnTo>
                <a:lnTo>
                  <a:pt x="38226" y="498309"/>
                </a:lnTo>
                <a:lnTo>
                  <a:pt x="38100" y="530212"/>
                </a:lnTo>
                <a:lnTo>
                  <a:pt x="76200" y="530301"/>
                </a:lnTo>
                <a:lnTo>
                  <a:pt x="76329" y="498309"/>
                </a:lnTo>
                <a:lnTo>
                  <a:pt x="76580" y="471919"/>
                </a:lnTo>
                <a:lnTo>
                  <a:pt x="76713" y="446303"/>
                </a:lnTo>
                <a:lnTo>
                  <a:pt x="77216" y="401472"/>
                </a:lnTo>
                <a:lnTo>
                  <a:pt x="77235" y="390905"/>
                </a:lnTo>
                <a:lnTo>
                  <a:pt x="77470" y="381965"/>
                </a:lnTo>
                <a:lnTo>
                  <a:pt x="77724" y="364858"/>
                </a:lnTo>
                <a:lnTo>
                  <a:pt x="78104" y="344411"/>
                </a:lnTo>
                <a:lnTo>
                  <a:pt x="78358" y="338607"/>
                </a:lnTo>
                <a:lnTo>
                  <a:pt x="78469" y="332536"/>
                </a:lnTo>
                <a:lnTo>
                  <a:pt x="78612" y="330136"/>
                </a:lnTo>
                <a:lnTo>
                  <a:pt x="78612" y="329869"/>
                </a:lnTo>
                <a:lnTo>
                  <a:pt x="77597" y="329869"/>
                </a:lnTo>
                <a:lnTo>
                  <a:pt x="78994" y="324154"/>
                </a:lnTo>
                <a:lnTo>
                  <a:pt x="79313" y="324154"/>
                </a:lnTo>
                <a:lnTo>
                  <a:pt x="79425" y="321449"/>
                </a:lnTo>
                <a:lnTo>
                  <a:pt x="79499" y="320484"/>
                </a:lnTo>
                <a:lnTo>
                  <a:pt x="41275" y="320484"/>
                </a:lnTo>
                <a:lnTo>
                  <a:pt x="41533" y="317541"/>
                </a:lnTo>
                <a:close/>
              </a:path>
              <a:path w="114300" h="645160">
                <a:moveTo>
                  <a:pt x="78994" y="324154"/>
                </a:moveTo>
                <a:lnTo>
                  <a:pt x="77597" y="329869"/>
                </a:lnTo>
                <a:lnTo>
                  <a:pt x="77850" y="329399"/>
                </a:lnTo>
                <a:lnTo>
                  <a:pt x="77977" y="328929"/>
                </a:lnTo>
                <a:lnTo>
                  <a:pt x="78690" y="327219"/>
                </a:lnTo>
                <a:lnTo>
                  <a:pt x="78994" y="324154"/>
                </a:lnTo>
                <a:close/>
              </a:path>
              <a:path w="114300" h="645160">
                <a:moveTo>
                  <a:pt x="78690" y="327219"/>
                </a:moveTo>
                <a:lnTo>
                  <a:pt x="77977" y="328929"/>
                </a:lnTo>
                <a:lnTo>
                  <a:pt x="77850" y="329399"/>
                </a:lnTo>
                <a:lnTo>
                  <a:pt x="77597" y="329869"/>
                </a:lnTo>
                <a:lnTo>
                  <a:pt x="78612" y="329869"/>
                </a:lnTo>
                <a:lnTo>
                  <a:pt x="78690" y="327219"/>
                </a:lnTo>
                <a:close/>
              </a:path>
              <a:path w="114300" h="645160">
                <a:moveTo>
                  <a:pt x="79313" y="324154"/>
                </a:moveTo>
                <a:lnTo>
                  <a:pt x="78994" y="324154"/>
                </a:lnTo>
                <a:lnTo>
                  <a:pt x="78690" y="327219"/>
                </a:lnTo>
                <a:lnTo>
                  <a:pt x="79248" y="325170"/>
                </a:lnTo>
                <a:lnTo>
                  <a:pt x="79313" y="324154"/>
                </a:lnTo>
                <a:close/>
              </a:path>
              <a:path w="114300" h="645160">
                <a:moveTo>
                  <a:pt x="42672" y="314769"/>
                </a:moveTo>
                <a:lnTo>
                  <a:pt x="42418" y="315252"/>
                </a:lnTo>
                <a:lnTo>
                  <a:pt x="42291" y="315734"/>
                </a:lnTo>
                <a:lnTo>
                  <a:pt x="41533" y="317541"/>
                </a:lnTo>
                <a:lnTo>
                  <a:pt x="41275" y="320484"/>
                </a:lnTo>
                <a:lnTo>
                  <a:pt x="42672" y="314769"/>
                </a:lnTo>
                <a:close/>
              </a:path>
              <a:path w="114300" h="645160">
                <a:moveTo>
                  <a:pt x="79788" y="314769"/>
                </a:moveTo>
                <a:lnTo>
                  <a:pt x="42672" y="314769"/>
                </a:lnTo>
                <a:lnTo>
                  <a:pt x="41275" y="320484"/>
                </a:lnTo>
                <a:lnTo>
                  <a:pt x="79499" y="320484"/>
                </a:lnTo>
                <a:lnTo>
                  <a:pt x="79577" y="319481"/>
                </a:lnTo>
                <a:lnTo>
                  <a:pt x="79686" y="317541"/>
                </a:lnTo>
                <a:lnTo>
                  <a:pt x="79788" y="314769"/>
                </a:lnTo>
                <a:close/>
              </a:path>
              <a:path w="114300" h="645160">
                <a:moveTo>
                  <a:pt x="82296" y="0"/>
                </a:moveTo>
                <a:lnTo>
                  <a:pt x="44196" y="0"/>
                </a:lnTo>
                <a:lnTo>
                  <a:pt x="44196" y="60070"/>
                </a:lnTo>
                <a:lnTo>
                  <a:pt x="43684" y="172973"/>
                </a:lnTo>
                <a:lnTo>
                  <a:pt x="43433" y="197865"/>
                </a:lnTo>
                <a:lnTo>
                  <a:pt x="43303" y="221741"/>
                </a:lnTo>
                <a:lnTo>
                  <a:pt x="42916" y="253542"/>
                </a:lnTo>
                <a:lnTo>
                  <a:pt x="42672" y="262407"/>
                </a:lnTo>
                <a:lnTo>
                  <a:pt x="42530" y="280250"/>
                </a:lnTo>
                <a:lnTo>
                  <a:pt x="42291" y="287172"/>
                </a:lnTo>
                <a:lnTo>
                  <a:pt x="42291" y="294347"/>
                </a:lnTo>
                <a:lnTo>
                  <a:pt x="42036" y="300316"/>
                </a:lnTo>
                <a:lnTo>
                  <a:pt x="41909" y="310794"/>
                </a:lnTo>
                <a:lnTo>
                  <a:pt x="41655" y="314159"/>
                </a:lnTo>
                <a:lnTo>
                  <a:pt x="41533" y="317541"/>
                </a:lnTo>
                <a:lnTo>
                  <a:pt x="42291" y="315734"/>
                </a:lnTo>
                <a:lnTo>
                  <a:pt x="42418" y="315252"/>
                </a:lnTo>
                <a:lnTo>
                  <a:pt x="42672" y="314769"/>
                </a:lnTo>
                <a:lnTo>
                  <a:pt x="79788" y="314769"/>
                </a:lnTo>
                <a:lnTo>
                  <a:pt x="80158" y="300316"/>
                </a:lnTo>
                <a:lnTo>
                  <a:pt x="80421" y="287172"/>
                </a:lnTo>
                <a:lnTo>
                  <a:pt x="80645" y="280250"/>
                </a:lnTo>
                <a:lnTo>
                  <a:pt x="80772" y="263182"/>
                </a:lnTo>
                <a:lnTo>
                  <a:pt x="81025" y="253542"/>
                </a:lnTo>
                <a:lnTo>
                  <a:pt x="81025" y="243458"/>
                </a:lnTo>
                <a:lnTo>
                  <a:pt x="81406" y="221741"/>
                </a:lnTo>
                <a:lnTo>
                  <a:pt x="81536" y="197865"/>
                </a:lnTo>
                <a:lnTo>
                  <a:pt x="81789" y="172592"/>
                </a:lnTo>
                <a:lnTo>
                  <a:pt x="82296" y="60070"/>
                </a:lnTo>
                <a:lnTo>
                  <a:pt x="82296" y="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2" name="object 42"/>
          <p:cNvSpPr/>
          <p:nvPr/>
        </p:nvSpPr>
        <p:spPr>
          <a:xfrm>
            <a:off x="6956170" y="5337809"/>
            <a:ext cx="114300" cy="645160"/>
          </a:xfrm>
          <a:custGeom>
            <a:avLst/>
            <a:gdLst/>
            <a:ahLst/>
            <a:cxnLst/>
            <a:rect l="l" t="t" r="r" b="b"/>
            <a:pathLst>
              <a:path w="114300" h="645160">
                <a:moveTo>
                  <a:pt x="38163" y="114131"/>
                </a:moveTo>
                <a:lnTo>
                  <a:pt x="32893" y="644334"/>
                </a:lnTo>
                <a:lnTo>
                  <a:pt x="70993" y="644715"/>
                </a:lnTo>
                <a:lnTo>
                  <a:pt x="76264" y="114469"/>
                </a:lnTo>
                <a:lnTo>
                  <a:pt x="38163" y="114131"/>
                </a:lnTo>
                <a:close/>
              </a:path>
              <a:path w="114300" h="645160">
                <a:moveTo>
                  <a:pt x="104635" y="94995"/>
                </a:moveTo>
                <a:lnTo>
                  <a:pt x="38353" y="94995"/>
                </a:lnTo>
                <a:lnTo>
                  <a:pt x="76453" y="95376"/>
                </a:lnTo>
                <a:lnTo>
                  <a:pt x="76264" y="114469"/>
                </a:lnTo>
                <a:lnTo>
                  <a:pt x="114300" y="114807"/>
                </a:lnTo>
                <a:lnTo>
                  <a:pt x="104635" y="94995"/>
                </a:lnTo>
                <a:close/>
              </a:path>
              <a:path w="114300" h="645160">
                <a:moveTo>
                  <a:pt x="38353" y="94995"/>
                </a:moveTo>
                <a:lnTo>
                  <a:pt x="38163" y="114131"/>
                </a:lnTo>
                <a:lnTo>
                  <a:pt x="76264" y="114469"/>
                </a:lnTo>
                <a:lnTo>
                  <a:pt x="76453" y="95376"/>
                </a:lnTo>
                <a:lnTo>
                  <a:pt x="38353" y="94995"/>
                </a:lnTo>
                <a:close/>
              </a:path>
              <a:path w="114300" h="645160">
                <a:moveTo>
                  <a:pt x="58293" y="0"/>
                </a:moveTo>
                <a:lnTo>
                  <a:pt x="0" y="113791"/>
                </a:lnTo>
                <a:lnTo>
                  <a:pt x="38163" y="114131"/>
                </a:lnTo>
                <a:lnTo>
                  <a:pt x="38353" y="94995"/>
                </a:lnTo>
                <a:lnTo>
                  <a:pt x="104635" y="94995"/>
                </a:lnTo>
                <a:lnTo>
                  <a:pt x="58293" y="0"/>
                </a:lnTo>
                <a:close/>
              </a:path>
            </a:pathLst>
          </a:custGeom>
          <a:solidFill>
            <a:srgbClr val="99FF99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3" name="object 43"/>
          <p:cNvSpPr txBox="1"/>
          <p:nvPr/>
        </p:nvSpPr>
        <p:spPr>
          <a:xfrm>
            <a:off x="7004050" y="539262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7" name="object 47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44" name="object 44"/>
          <p:cNvSpPr txBox="1"/>
          <p:nvPr/>
        </p:nvSpPr>
        <p:spPr>
          <a:xfrm>
            <a:off x="6432550" y="5322823"/>
            <a:ext cx="203200" cy="452120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 sz="2800" spc="-5" b="1" i="1">
                <a:solidFill>
                  <a:srgbClr val="FFFF00"/>
                </a:solidFill>
                <a:latin typeface="Times New Roman"/>
                <a:cs typeface="Times New Roman"/>
              </a:rPr>
              <a:t>b</a:t>
            </a:r>
            <a:endParaRPr sz="280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6200902" y="4643017"/>
            <a:ext cx="204470" cy="541020"/>
          </a:xfrm>
          <a:prstGeom prst="rect">
            <a:avLst/>
          </a:prstGeom>
        </p:spPr>
        <p:txBody>
          <a:bodyPr wrap="square" lIns="0" tIns="1651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dirty="0" sz="3350" spc="-65" b="1" i="1">
                <a:solidFill>
                  <a:srgbClr val="FFFF00"/>
                </a:solidFill>
                <a:latin typeface="Symbol"/>
                <a:cs typeface="Symbol"/>
              </a:rPr>
              <a:t></a:t>
            </a:r>
            <a:endParaRPr sz="3350">
              <a:latin typeface="Symbol"/>
              <a:cs typeface="Symbo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7404354" y="4670516"/>
            <a:ext cx="204470" cy="540385"/>
          </a:xfrm>
          <a:prstGeom prst="rect">
            <a:avLst/>
          </a:prstGeom>
        </p:spPr>
        <p:txBody>
          <a:bodyPr wrap="square" lIns="0" tIns="1587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dirty="0" sz="3350" spc="-70" b="1" i="1">
                <a:solidFill>
                  <a:srgbClr val="FFFF00"/>
                </a:solidFill>
                <a:latin typeface="Symbol"/>
                <a:cs typeface="Symbol"/>
              </a:rPr>
              <a:t></a:t>
            </a:r>
            <a:endParaRPr sz="3350">
              <a:latin typeface="Symbol"/>
              <a:cs typeface="Symbol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447800" y="696976"/>
            <a:ext cx="38100" cy="2329180"/>
          </a:xfrm>
          <a:custGeom>
            <a:avLst/>
            <a:gdLst/>
            <a:ahLst/>
            <a:cxnLst/>
            <a:rect l="l" t="t" r="r" b="b"/>
            <a:pathLst>
              <a:path w="38100" h="2329180">
                <a:moveTo>
                  <a:pt x="12700" y="2290826"/>
                </a:moveTo>
                <a:lnTo>
                  <a:pt x="0" y="2290826"/>
                </a:lnTo>
                <a:lnTo>
                  <a:pt x="19050" y="2328926"/>
                </a:lnTo>
                <a:lnTo>
                  <a:pt x="34925" y="2297176"/>
                </a:lnTo>
                <a:lnTo>
                  <a:pt x="12700" y="2297176"/>
                </a:lnTo>
                <a:lnTo>
                  <a:pt x="12700" y="2290826"/>
                </a:lnTo>
                <a:close/>
              </a:path>
              <a:path w="38100" h="2329180">
                <a:moveTo>
                  <a:pt x="25400" y="0"/>
                </a:moveTo>
                <a:lnTo>
                  <a:pt x="12700" y="0"/>
                </a:lnTo>
                <a:lnTo>
                  <a:pt x="12700" y="2297176"/>
                </a:lnTo>
                <a:lnTo>
                  <a:pt x="25400" y="2297176"/>
                </a:lnTo>
                <a:lnTo>
                  <a:pt x="25400" y="0"/>
                </a:lnTo>
                <a:close/>
              </a:path>
              <a:path w="38100" h="2329180">
                <a:moveTo>
                  <a:pt x="38100" y="2290826"/>
                </a:moveTo>
                <a:lnTo>
                  <a:pt x="25400" y="2290826"/>
                </a:lnTo>
                <a:lnTo>
                  <a:pt x="25400" y="2297176"/>
                </a:lnTo>
                <a:lnTo>
                  <a:pt x="34925" y="2297176"/>
                </a:lnTo>
                <a:lnTo>
                  <a:pt x="38100" y="22908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2401823" y="696976"/>
            <a:ext cx="38100" cy="2329180"/>
          </a:xfrm>
          <a:custGeom>
            <a:avLst/>
            <a:gdLst/>
            <a:ahLst/>
            <a:cxnLst/>
            <a:rect l="l" t="t" r="r" b="b"/>
            <a:pathLst>
              <a:path w="38100" h="2329180">
                <a:moveTo>
                  <a:pt x="12700" y="2290826"/>
                </a:moveTo>
                <a:lnTo>
                  <a:pt x="0" y="2290826"/>
                </a:lnTo>
                <a:lnTo>
                  <a:pt x="19050" y="2328926"/>
                </a:lnTo>
                <a:lnTo>
                  <a:pt x="34925" y="2297176"/>
                </a:lnTo>
                <a:lnTo>
                  <a:pt x="12700" y="2297176"/>
                </a:lnTo>
                <a:lnTo>
                  <a:pt x="12700" y="2290826"/>
                </a:lnTo>
                <a:close/>
              </a:path>
              <a:path w="38100" h="2329180">
                <a:moveTo>
                  <a:pt x="25400" y="0"/>
                </a:moveTo>
                <a:lnTo>
                  <a:pt x="12700" y="0"/>
                </a:lnTo>
                <a:lnTo>
                  <a:pt x="12700" y="2297176"/>
                </a:lnTo>
                <a:lnTo>
                  <a:pt x="25400" y="2297176"/>
                </a:lnTo>
                <a:lnTo>
                  <a:pt x="25400" y="0"/>
                </a:lnTo>
                <a:close/>
              </a:path>
              <a:path w="38100" h="2329180">
                <a:moveTo>
                  <a:pt x="38100" y="2290826"/>
                </a:moveTo>
                <a:lnTo>
                  <a:pt x="25400" y="2290826"/>
                </a:lnTo>
                <a:lnTo>
                  <a:pt x="25400" y="2297176"/>
                </a:lnTo>
                <a:lnTo>
                  <a:pt x="34925" y="2297176"/>
                </a:lnTo>
                <a:lnTo>
                  <a:pt x="38100" y="229082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/>
          <p:nvPr/>
        </p:nvSpPr>
        <p:spPr>
          <a:xfrm>
            <a:off x="254000" y="1263269"/>
            <a:ext cx="3208655" cy="38100"/>
          </a:xfrm>
          <a:custGeom>
            <a:avLst/>
            <a:gdLst/>
            <a:ahLst/>
            <a:cxnLst/>
            <a:rect l="l" t="t" r="r" b="b"/>
            <a:pathLst>
              <a:path w="3208654" h="38100">
                <a:moveTo>
                  <a:pt x="3170174" y="0"/>
                </a:moveTo>
                <a:lnTo>
                  <a:pt x="3170174" y="38100"/>
                </a:lnTo>
                <a:lnTo>
                  <a:pt x="3195574" y="25400"/>
                </a:lnTo>
                <a:lnTo>
                  <a:pt x="3176651" y="25400"/>
                </a:lnTo>
                <a:lnTo>
                  <a:pt x="3176651" y="12700"/>
                </a:lnTo>
                <a:lnTo>
                  <a:pt x="3195574" y="12700"/>
                </a:lnTo>
                <a:lnTo>
                  <a:pt x="3170174" y="0"/>
                </a:lnTo>
                <a:close/>
              </a:path>
              <a:path w="3208654" h="38100">
                <a:moveTo>
                  <a:pt x="3170174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3170174" y="25400"/>
                </a:lnTo>
                <a:lnTo>
                  <a:pt x="3170174" y="12700"/>
                </a:lnTo>
                <a:close/>
              </a:path>
              <a:path w="3208654" h="38100">
                <a:moveTo>
                  <a:pt x="3195574" y="12700"/>
                </a:moveTo>
                <a:lnTo>
                  <a:pt x="3176651" y="12700"/>
                </a:lnTo>
                <a:lnTo>
                  <a:pt x="3176651" y="25400"/>
                </a:lnTo>
                <a:lnTo>
                  <a:pt x="3195574" y="25400"/>
                </a:lnTo>
                <a:lnTo>
                  <a:pt x="3208274" y="19050"/>
                </a:lnTo>
                <a:lnTo>
                  <a:pt x="3195574" y="12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5" name="object 5"/>
          <p:cNvSpPr/>
          <p:nvPr/>
        </p:nvSpPr>
        <p:spPr>
          <a:xfrm>
            <a:off x="254000" y="1842389"/>
            <a:ext cx="3208655" cy="38100"/>
          </a:xfrm>
          <a:custGeom>
            <a:avLst/>
            <a:gdLst/>
            <a:ahLst/>
            <a:cxnLst/>
            <a:rect l="l" t="t" r="r" b="b"/>
            <a:pathLst>
              <a:path w="3208654" h="38100">
                <a:moveTo>
                  <a:pt x="3170174" y="0"/>
                </a:moveTo>
                <a:lnTo>
                  <a:pt x="3170174" y="38100"/>
                </a:lnTo>
                <a:lnTo>
                  <a:pt x="3195574" y="25400"/>
                </a:lnTo>
                <a:lnTo>
                  <a:pt x="3176651" y="25400"/>
                </a:lnTo>
                <a:lnTo>
                  <a:pt x="3176651" y="12700"/>
                </a:lnTo>
                <a:lnTo>
                  <a:pt x="3195574" y="12700"/>
                </a:lnTo>
                <a:lnTo>
                  <a:pt x="3170174" y="0"/>
                </a:lnTo>
                <a:close/>
              </a:path>
              <a:path w="3208654" h="38100">
                <a:moveTo>
                  <a:pt x="3170174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3170174" y="25400"/>
                </a:lnTo>
                <a:lnTo>
                  <a:pt x="3170174" y="12700"/>
                </a:lnTo>
                <a:close/>
              </a:path>
              <a:path w="3208654" h="38100">
                <a:moveTo>
                  <a:pt x="3195574" y="12700"/>
                </a:moveTo>
                <a:lnTo>
                  <a:pt x="3176651" y="12700"/>
                </a:lnTo>
                <a:lnTo>
                  <a:pt x="3176651" y="25400"/>
                </a:lnTo>
                <a:lnTo>
                  <a:pt x="3195574" y="25400"/>
                </a:lnTo>
                <a:lnTo>
                  <a:pt x="3208274" y="19050"/>
                </a:lnTo>
                <a:lnTo>
                  <a:pt x="3195574" y="12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sp>
        <p:nvSpPr>
          <p:cNvPr id="6" name="object 6"/>
          <p:cNvSpPr/>
          <p:nvPr/>
        </p:nvSpPr>
        <p:spPr>
          <a:xfrm>
            <a:off x="254000" y="2421382"/>
            <a:ext cx="3208655" cy="38100"/>
          </a:xfrm>
          <a:custGeom>
            <a:avLst/>
            <a:gdLst/>
            <a:ahLst/>
            <a:cxnLst/>
            <a:rect l="l" t="t" r="r" b="b"/>
            <a:pathLst>
              <a:path w="3208654" h="38100">
                <a:moveTo>
                  <a:pt x="3170174" y="0"/>
                </a:moveTo>
                <a:lnTo>
                  <a:pt x="3170174" y="38100"/>
                </a:lnTo>
                <a:lnTo>
                  <a:pt x="3195574" y="25400"/>
                </a:lnTo>
                <a:lnTo>
                  <a:pt x="3176651" y="25400"/>
                </a:lnTo>
                <a:lnTo>
                  <a:pt x="3176651" y="12700"/>
                </a:lnTo>
                <a:lnTo>
                  <a:pt x="3195574" y="12700"/>
                </a:lnTo>
                <a:lnTo>
                  <a:pt x="3170174" y="0"/>
                </a:lnTo>
                <a:close/>
              </a:path>
              <a:path w="3208654" h="38100">
                <a:moveTo>
                  <a:pt x="3170174" y="12700"/>
                </a:moveTo>
                <a:lnTo>
                  <a:pt x="0" y="12700"/>
                </a:lnTo>
                <a:lnTo>
                  <a:pt x="0" y="25400"/>
                </a:lnTo>
                <a:lnTo>
                  <a:pt x="3170174" y="25400"/>
                </a:lnTo>
                <a:lnTo>
                  <a:pt x="3170174" y="12700"/>
                </a:lnTo>
                <a:close/>
              </a:path>
              <a:path w="3208654" h="38100">
                <a:moveTo>
                  <a:pt x="3195574" y="12700"/>
                </a:moveTo>
                <a:lnTo>
                  <a:pt x="3176651" y="12700"/>
                </a:lnTo>
                <a:lnTo>
                  <a:pt x="3176651" y="25400"/>
                </a:lnTo>
                <a:lnTo>
                  <a:pt x="3195574" y="25400"/>
                </a:lnTo>
                <a:lnTo>
                  <a:pt x="3208274" y="19050"/>
                </a:lnTo>
                <a:lnTo>
                  <a:pt x="3195574" y="1270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/>
        </p:txBody>
      </p:sp>
      <p:graphicFrame>
        <p:nvGraphicFramePr>
          <p:cNvPr id="7" name="object 7"/>
          <p:cNvGraphicFramePr>
            <a:graphicFrameLocks noGrp="1"/>
          </p:cNvGraphicFramePr>
          <p:nvPr/>
        </p:nvGraphicFramePr>
        <p:xfrm>
          <a:off x="254000" y="696976"/>
          <a:ext cx="3215005" cy="23291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193800"/>
                <a:gridCol w="986155"/>
                <a:gridCol w="1015365"/>
              </a:tblGrid>
              <a:tr h="591171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23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0">
                    <a:lnL w="12700">
                      <a:solidFill>
                        <a:srgbClr val="FFFFFF"/>
                      </a:solidFill>
                      <a:prstDash val="solid"/>
                    </a:lnL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a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254"/>
                        </a:spcBef>
                      </a:pPr>
                      <a:r>
                        <a:rPr dirty="0" sz="3200" b="1" i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b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32384"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solidFill>
                      <a:srgbClr val="000000"/>
                    </a:solidFill>
                  </a:tcPr>
                </a:tc>
              </a:tr>
              <a:tr h="579479"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0*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3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06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32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</a:tr>
              <a:tr h="579277">
                <a:tc>
                  <a:txBody>
                    <a:bodyPr/>
                    <a:lstStyle/>
                    <a:p>
                      <a:pPr algn="ctr" marL="1143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3200" spc="5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1*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3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270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320">
                    <a:lnR w="12700">
                      <a:solidFill>
                        <a:srgbClr val="FFFFFF"/>
                      </a:solidFill>
                      <a:prstDash val="solid"/>
                    </a:lnR>
                    <a:solidFill>
                      <a:srgbClr val="000000"/>
                    </a:solidFill>
                  </a:tcPr>
                </a:tc>
              </a:tr>
              <a:tr h="566297">
                <a:tc>
                  <a:txBody>
                    <a:bodyPr/>
                    <a:lstStyle/>
                    <a:p>
                      <a:pPr algn="ctr" marL="1079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2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320">
                    <a:lnL w="12700">
                      <a:solidFill>
                        <a:srgbClr val="FFFFFF"/>
                      </a:solidFill>
                      <a:prstDash val="solid"/>
                    </a:lnL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386715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1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320"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algn="ctr" marR="11430">
                        <a:lnSpc>
                          <a:spcPct val="100000"/>
                        </a:lnSpc>
                        <a:spcBef>
                          <a:spcPts val="160"/>
                        </a:spcBef>
                      </a:pPr>
                      <a:r>
                        <a:rPr dirty="0" sz="3200" b="1">
                          <a:solidFill>
                            <a:srgbClr val="FFFFFF"/>
                          </a:solidFill>
                          <a:latin typeface="Times New Roman"/>
                          <a:cs typeface="Times New Roman"/>
                        </a:rPr>
                        <a:t>/</a:t>
                      </a:r>
                      <a:endParaRPr sz="3200">
                        <a:latin typeface="Times New Roman"/>
                        <a:cs typeface="Times New Roman"/>
                      </a:endParaRPr>
                    </a:p>
                  </a:txBody>
                  <a:tcPr marL="0" marR="0" marB="0" marT="20320">
                    <a:lnR w="12700">
                      <a:solidFill>
                        <a:srgbClr val="FFFFFF"/>
                      </a:solidFill>
                      <a:prstDash val="solid"/>
                    </a:lnR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000000"/>
                    </a:solidFill>
                  </a:tcPr>
                </a:tc>
              </a:tr>
            </a:tbl>
          </a:graphicData>
        </a:graphic>
      </p:graphicFrame>
      <p:sp>
        <p:nvSpPr>
          <p:cNvPr id="8" name="object 8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 txBox="1"/>
          <p:nvPr/>
        </p:nvSpPr>
        <p:spPr>
          <a:xfrm>
            <a:off x="3126485" y="72644"/>
            <a:ext cx="3347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4464811" y="4240148"/>
            <a:ext cx="229235" cy="51371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2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1447038" y="3977640"/>
            <a:ext cx="3500120" cy="908304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2335148" y="3512642"/>
            <a:ext cx="238125" cy="1294130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20955">
              <a:lnSpc>
                <a:spcPct val="100000"/>
              </a:lnSpc>
              <a:spcBef>
                <a:spcPts val="10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230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400805" y="3713448"/>
            <a:ext cx="380365" cy="1204595"/>
          </a:xfrm>
          <a:prstGeom prst="rect">
            <a:avLst/>
          </a:prstGeom>
        </p:spPr>
        <p:txBody>
          <a:bodyPr wrap="square" lIns="0" tIns="106045" rIns="0" bIns="0" rtlCol="0" vert="horz">
            <a:spAutoFit/>
          </a:bodyPr>
          <a:lstStyle/>
          <a:p>
            <a:pPr marL="163830">
              <a:lnSpc>
                <a:spcPct val="100000"/>
              </a:lnSpc>
              <a:spcBef>
                <a:spcPts val="835"/>
              </a:spcBef>
            </a:pPr>
            <a:r>
              <a:rPr dirty="0" sz="3350" spc="-90" b="1" i="1">
                <a:solidFill>
                  <a:srgbClr val="FFFFFF"/>
                </a:solidFill>
                <a:latin typeface="宋体"/>
                <a:cs typeface="宋体"/>
              </a:rPr>
              <a:t>b</a:t>
            </a:r>
            <a:endParaRPr sz="335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685"/>
              </a:spcBef>
            </a:pPr>
            <a:r>
              <a:rPr dirty="0" sz="3200" b="1" i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endParaRPr sz="32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61" y="761"/>
            <a:ext cx="9144000" cy="4953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/>
        </p:txBody>
      </p:sp>
      <p:sp>
        <p:nvSpPr>
          <p:cNvPr id="3" name="object 3"/>
          <p:cNvSpPr/>
          <p:nvPr/>
        </p:nvSpPr>
        <p:spPr>
          <a:xfrm>
            <a:off x="761" y="761"/>
            <a:ext cx="9144000" cy="495300"/>
          </a:xfrm>
          <a:custGeom>
            <a:avLst/>
            <a:gdLst/>
            <a:ahLst/>
            <a:cxnLst/>
            <a:rect l="l" t="t" r="r" b="b"/>
            <a:pathLst>
              <a:path w="9144000" h="495300">
                <a:moveTo>
                  <a:pt x="0" y="495300"/>
                </a:moveTo>
                <a:lnTo>
                  <a:pt x="9144000" y="495300"/>
                </a:lnTo>
                <a:lnTo>
                  <a:pt x="9144000" y="0"/>
                </a:lnTo>
                <a:lnTo>
                  <a:pt x="0" y="0"/>
                </a:lnTo>
                <a:lnTo>
                  <a:pt x="0" y="495300"/>
                </a:lnTo>
                <a:close/>
              </a:path>
            </a:pathLst>
          </a:custGeom>
          <a:ln w="38100">
            <a:solidFill>
              <a:srgbClr val="CCCCFF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4" name="object 4"/>
          <p:cNvSpPr txBox="1"/>
          <p:nvPr/>
        </p:nvSpPr>
        <p:spPr>
          <a:xfrm>
            <a:off x="3126485" y="72644"/>
            <a:ext cx="3347720" cy="330835"/>
          </a:xfrm>
          <a:prstGeom prst="rect">
            <a:avLst/>
          </a:prstGeom>
        </p:spPr>
        <p:txBody>
          <a:bodyPr wrap="square" lIns="0" tIns="12700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21334" algn="l"/>
              </a:tabLst>
            </a:pPr>
            <a:r>
              <a:rPr dirty="0" sz="2000" spc="-5" b="1">
                <a:solidFill>
                  <a:srgbClr val="8B4600"/>
                </a:solidFill>
                <a:latin typeface="Times New Roman"/>
                <a:cs typeface="Times New Roman"/>
              </a:rPr>
              <a:t>c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h2</a:t>
            </a:r>
            <a:r>
              <a:rPr dirty="0" sz="2000" b="1">
                <a:solidFill>
                  <a:srgbClr val="A15100"/>
                </a:solidFill>
                <a:latin typeface="Times New Roman"/>
                <a:cs typeface="Times New Roman"/>
              </a:rPr>
              <a:t>	</a:t>
            </a:r>
            <a:r>
              <a:rPr dirty="0" sz="2000" spc="5" b="1">
                <a:solidFill>
                  <a:srgbClr val="A15100"/>
                </a:solidFill>
                <a:latin typeface="宋体"/>
                <a:cs typeface="宋体"/>
              </a:rPr>
              <a:t>形式语言自动机理论</a:t>
            </a:r>
            <a:r>
              <a:rPr dirty="0" sz="2000" spc="-5" b="1">
                <a:solidFill>
                  <a:srgbClr val="A15100"/>
                </a:solidFill>
                <a:latin typeface="宋体"/>
                <a:cs typeface="宋体"/>
              </a:rPr>
              <a:t>基础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383540" y="555116"/>
            <a:ext cx="3700779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1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、设文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法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G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（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</a:t>
            </a: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）：</a:t>
            </a:r>
            <a:endParaRPr sz="32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383540" y="1038137"/>
            <a:ext cx="3251200" cy="1782445"/>
          </a:xfrm>
          <a:prstGeom prst="rect">
            <a:avLst/>
          </a:prstGeom>
        </p:spPr>
        <p:txBody>
          <a:bodyPr wrap="square" lIns="0" tIns="110489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869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A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→</a:t>
            </a:r>
            <a:r>
              <a:rPr dirty="0" sz="3200" spc="-19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[B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B → </a:t>
            </a:r>
            <a:r>
              <a:rPr dirty="0" sz="3200" spc="-5" b="1">
                <a:solidFill>
                  <a:srgbClr val="FFFFFF"/>
                </a:solidFill>
                <a:latin typeface="Times New Roman"/>
                <a:cs typeface="Times New Roman"/>
              </a:rPr>
              <a:t>X]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|</a:t>
            </a:r>
            <a:r>
              <a:rPr dirty="0" sz="3200" spc="-40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BA</a:t>
            </a:r>
            <a:endParaRPr sz="32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770"/>
              </a:spcBef>
            </a:pP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X </a:t>
            </a:r>
            <a:r>
              <a:rPr dirty="0" sz="3200" spc="5" b="1">
                <a:solidFill>
                  <a:srgbClr val="FFFFFF"/>
                </a:solidFill>
                <a:latin typeface="Times New Roman"/>
                <a:cs typeface="Times New Roman"/>
              </a:rPr>
              <a:t>→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Xa | Xb | a |</a:t>
            </a:r>
            <a:r>
              <a:rPr dirty="0" sz="3200" spc="-145" b="1">
                <a:solidFill>
                  <a:srgbClr val="FFFFFF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b</a:t>
            </a:r>
            <a:endParaRPr sz="32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2590800" y="1257300"/>
            <a:ext cx="254635" cy="749935"/>
          </a:xfrm>
          <a:custGeom>
            <a:avLst/>
            <a:gdLst/>
            <a:ahLst/>
            <a:cxnLst/>
            <a:rect l="l" t="t" r="r" b="b"/>
            <a:pathLst>
              <a:path w="254635" h="749935">
                <a:moveTo>
                  <a:pt x="0" y="0"/>
                </a:moveTo>
                <a:lnTo>
                  <a:pt x="49512" y="4925"/>
                </a:lnTo>
                <a:lnTo>
                  <a:pt x="89963" y="18351"/>
                </a:lnTo>
                <a:lnTo>
                  <a:pt x="117246" y="38254"/>
                </a:lnTo>
                <a:lnTo>
                  <a:pt x="127254" y="62611"/>
                </a:lnTo>
                <a:lnTo>
                  <a:pt x="127254" y="312292"/>
                </a:lnTo>
                <a:lnTo>
                  <a:pt x="137261" y="336649"/>
                </a:lnTo>
                <a:lnTo>
                  <a:pt x="164544" y="356552"/>
                </a:lnTo>
                <a:lnTo>
                  <a:pt x="204995" y="369978"/>
                </a:lnTo>
                <a:lnTo>
                  <a:pt x="254507" y="374903"/>
                </a:lnTo>
                <a:lnTo>
                  <a:pt x="204995" y="379829"/>
                </a:lnTo>
                <a:lnTo>
                  <a:pt x="164544" y="393255"/>
                </a:lnTo>
                <a:lnTo>
                  <a:pt x="137261" y="413158"/>
                </a:lnTo>
                <a:lnTo>
                  <a:pt x="127254" y="437514"/>
                </a:lnTo>
                <a:lnTo>
                  <a:pt x="127254" y="687197"/>
                </a:lnTo>
                <a:lnTo>
                  <a:pt x="117246" y="711553"/>
                </a:lnTo>
                <a:lnTo>
                  <a:pt x="89963" y="731456"/>
                </a:lnTo>
                <a:lnTo>
                  <a:pt x="49512" y="744882"/>
                </a:lnTo>
                <a:lnTo>
                  <a:pt x="0" y="749808"/>
                </a:lnTo>
              </a:path>
            </a:pathLst>
          </a:custGeom>
          <a:ln w="5715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8" name="object 8"/>
          <p:cNvSpPr/>
          <p:nvPr/>
        </p:nvSpPr>
        <p:spPr>
          <a:xfrm>
            <a:off x="2984754" y="1498853"/>
            <a:ext cx="471170" cy="266700"/>
          </a:xfrm>
          <a:custGeom>
            <a:avLst/>
            <a:gdLst/>
            <a:ahLst/>
            <a:cxnLst/>
            <a:rect l="l" t="t" r="r" b="b"/>
            <a:pathLst>
              <a:path w="471170" h="266700">
                <a:moveTo>
                  <a:pt x="0" y="66675"/>
                </a:moveTo>
                <a:lnTo>
                  <a:pt x="353441" y="66675"/>
                </a:lnTo>
                <a:lnTo>
                  <a:pt x="353441" y="0"/>
                </a:lnTo>
                <a:lnTo>
                  <a:pt x="470916" y="133350"/>
                </a:lnTo>
                <a:lnTo>
                  <a:pt x="353441" y="266700"/>
                </a:lnTo>
                <a:lnTo>
                  <a:pt x="353441" y="200025"/>
                </a:lnTo>
                <a:lnTo>
                  <a:pt x="0" y="200025"/>
                </a:lnTo>
                <a:lnTo>
                  <a:pt x="0" y="66675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9" name="object 9"/>
          <p:cNvSpPr/>
          <p:nvPr/>
        </p:nvSpPr>
        <p:spPr>
          <a:xfrm>
            <a:off x="3531108" y="1257300"/>
            <a:ext cx="393700" cy="749935"/>
          </a:xfrm>
          <a:custGeom>
            <a:avLst/>
            <a:gdLst/>
            <a:ahLst/>
            <a:cxnLst/>
            <a:rect l="l" t="t" r="r" b="b"/>
            <a:pathLst>
              <a:path w="393700" h="749935">
                <a:moveTo>
                  <a:pt x="393191" y="749808"/>
                </a:moveTo>
                <a:lnTo>
                  <a:pt x="331049" y="746626"/>
                </a:lnTo>
                <a:lnTo>
                  <a:pt x="277081" y="737770"/>
                </a:lnTo>
                <a:lnTo>
                  <a:pt x="234525" y="724268"/>
                </a:lnTo>
                <a:lnTo>
                  <a:pt x="196595" y="687451"/>
                </a:lnTo>
                <a:lnTo>
                  <a:pt x="196595" y="437261"/>
                </a:lnTo>
                <a:lnTo>
                  <a:pt x="186574" y="417559"/>
                </a:lnTo>
                <a:lnTo>
                  <a:pt x="158666" y="400443"/>
                </a:lnTo>
                <a:lnTo>
                  <a:pt x="116110" y="386941"/>
                </a:lnTo>
                <a:lnTo>
                  <a:pt x="62142" y="378085"/>
                </a:lnTo>
                <a:lnTo>
                  <a:pt x="0" y="374903"/>
                </a:lnTo>
                <a:lnTo>
                  <a:pt x="62142" y="371722"/>
                </a:lnTo>
                <a:lnTo>
                  <a:pt x="116110" y="362866"/>
                </a:lnTo>
                <a:lnTo>
                  <a:pt x="158666" y="349364"/>
                </a:lnTo>
                <a:lnTo>
                  <a:pt x="186574" y="332248"/>
                </a:lnTo>
                <a:lnTo>
                  <a:pt x="196595" y="312547"/>
                </a:lnTo>
                <a:lnTo>
                  <a:pt x="196595" y="62357"/>
                </a:lnTo>
                <a:lnTo>
                  <a:pt x="206617" y="42655"/>
                </a:lnTo>
                <a:lnTo>
                  <a:pt x="234525" y="25539"/>
                </a:lnTo>
                <a:lnTo>
                  <a:pt x="277081" y="12037"/>
                </a:lnTo>
                <a:lnTo>
                  <a:pt x="331049" y="3181"/>
                </a:lnTo>
                <a:lnTo>
                  <a:pt x="393191" y="0"/>
                </a:lnTo>
              </a:path>
            </a:pathLst>
          </a:custGeom>
          <a:ln w="57149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0" name="object 10"/>
          <p:cNvSpPr/>
          <p:nvPr/>
        </p:nvSpPr>
        <p:spPr>
          <a:xfrm>
            <a:off x="6096761" y="1486661"/>
            <a:ext cx="635635" cy="393700"/>
          </a:xfrm>
          <a:custGeom>
            <a:avLst/>
            <a:gdLst/>
            <a:ahLst/>
            <a:cxnLst/>
            <a:rect l="l" t="t" r="r" b="b"/>
            <a:pathLst>
              <a:path w="635634" h="393700">
                <a:moveTo>
                  <a:pt x="0" y="98298"/>
                </a:moveTo>
                <a:lnTo>
                  <a:pt x="477012" y="98298"/>
                </a:lnTo>
                <a:lnTo>
                  <a:pt x="477012" y="0"/>
                </a:lnTo>
                <a:lnTo>
                  <a:pt x="635508" y="196596"/>
                </a:lnTo>
                <a:lnTo>
                  <a:pt x="477012" y="393191"/>
                </a:lnTo>
                <a:lnTo>
                  <a:pt x="477012" y="294893"/>
                </a:lnTo>
                <a:lnTo>
                  <a:pt x="0" y="294893"/>
                </a:lnTo>
                <a:lnTo>
                  <a:pt x="0" y="98298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1" name="object 11"/>
          <p:cNvSpPr txBox="1"/>
          <p:nvPr/>
        </p:nvSpPr>
        <p:spPr>
          <a:xfrm>
            <a:off x="6747382" y="1343659"/>
            <a:ext cx="1892300" cy="51371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A</a:t>
            </a:r>
            <a:r>
              <a:rPr dirty="0" sz="3200" spc="-245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5" b="1">
                <a:solidFill>
                  <a:srgbClr val="FFFF00"/>
                </a:solidFill>
                <a:latin typeface="Symbol"/>
                <a:cs typeface="Symbol"/>
              </a:rPr>
              <a:t>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{[X]}</a:t>
            </a:r>
            <a:r>
              <a:rPr dirty="0" baseline="25132" sz="3150" spc="7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endParaRPr baseline="25132" sz="3150">
              <a:latin typeface="Times New Roman"/>
              <a:cs typeface="Times New Roman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3722370" y="2465070"/>
            <a:ext cx="367665" cy="203200"/>
          </a:xfrm>
          <a:custGeom>
            <a:avLst/>
            <a:gdLst/>
            <a:ahLst/>
            <a:cxnLst/>
            <a:rect l="l" t="t" r="r" b="b"/>
            <a:pathLst>
              <a:path w="367664" h="203200">
                <a:moveTo>
                  <a:pt x="0" y="50672"/>
                </a:moveTo>
                <a:lnTo>
                  <a:pt x="275463" y="50672"/>
                </a:lnTo>
                <a:lnTo>
                  <a:pt x="275463" y="0"/>
                </a:lnTo>
                <a:lnTo>
                  <a:pt x="367283" y="101345"/>
                </a:lnTo>
                <a:lnTo>
                  <a:pt x="275463" y="202691"/>
                </a:lnTo>
                <a:lnTo>
                  <a:pt x="275463" y="152018"/>
                </a:lnTo>
                <a:lnTo>
                  <a:pt x="0" y="152018"/>
                </a:lnTo>
                <a:lnTo>
                  <a:pt x="0" y="50672"/>
                </a:lnTo>
                <a:close/>
              </a:path>
            </a:pathLst>
          </a:custGeom>
          <a:ln w="38100">
            <a:solidFill>
              <a:srgbClr val="99FF99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13" name="object 13"/>
          <p:cNvSpPr txBox="1"/>
          <p:nvPr/>
        </p:nvSpPr>
        <p:spPr>
          <a:xfrm>
            <a:off x="3851147" y="966059"/>
            <a:ext cx="2357755" cy="1776095"/>
          </a:xfrm>
          <a:prstGeom prst="rect">
            <a:avLst/>
          </a:prstGeom>
        </p:spPr>
        <p:txBody>
          <a:bodyPr wrap="square" lIns="0" tIns="12065" rIns="0" bIns="0" rtlCol="0" vert="horz">
            <a:spAutoFit/>
          </a:bodyPr>
          <a:lstStyle/>
          <a:p>
            <a:pPr marL="38100" marR="30480">
              <a:lnSpc>
                <a:spcPct val="120000"/>
              </a:lnSpc>
              <a:spcBef>
                <a:spcPts val="95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A → 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[B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|</a:t>
            </a:r>
            <a:r>
              <a:rPr dirty="0" sz="3200" spc="-27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[BA  B </a:t>
            </a:r>
            <a:r>
              <a:rPr dirty="0" sz="3200" spc="5" b="1">
                <a:solidFill>
                  <a:srgbClr val="FFFF00"/>
                </a:solidFill>
                <a:latin typeface="Times New Roman"/>
                <a:cs typeface="Times New Roman"/>
              </a:rPr>
              <a:t>→</a:t>
            </a:r>
            <a:r>
              <a:rPr dirty="0" sz="3200" spc="-2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spc="-5" b="1">
                <a:solidFill>
                  <a:srgbClr val="FFFF00"/>
                </a:solidFill>
                <a:latin typeface="Times New Roman"/>
                <a:cs typeface="Times New Roman"/>
              </a:rPr>
              <a:t>X]</a:t>
            </a:r>
            <a:endParaRPr sz="3200">
              <a:latin typeface="Times New Roman"/>
              <a:cs typeface="Times New Roman"/>
            </a:endParaRPr>
          </a:p>
          <a:p>
            <a:pPr marL="393700">
              <a:lnSpc>
                <a:spcPct val="100000"/>
              </a:lnSpc>
              <a:spcBef>
                <a:spcPts val="730"/>
              </a:spcBef>
            </a:pP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X</a:t>
            </a:r>
            <a:r>
              <a:rPr dirty="0" sz="3200" spc="-40" b="1">
                <a:solidFill>
                  <a:srgbClr val="FFFF00"/>
                </a:solidFill>
                <a:latin typeface="Times New Roman"/>
                <a:cs typeface="Times New Roman"/>
              </a:rPr>
              <a:t> </a:t>
            </a:r>
            <a:r>
              <a:rPr dirty="0" sz="3200" b="1">
                <a:solidFill>
                  <a:srgbClr val="FFFF00"/>
                </a:solidFill>
                <a:latin typeface="Symbol"/>
                <a:cs typeface="Symbol"/>
              </a:rPr>
              <a:t></a:t>
            </a:r>
            <a:r>
              <a:rPr dirty="0" sz="3200" b="1">
                <a:solidFill>
                  <a:srgbClr val="FFFF00"/>
                </a:solidFill>
                <a:latin typeface="Times New Roman"/>
                <a:cs typeface="Times New Roman"/>
              </a:rPr>
              <a:t>{a,b}</a:t>
            </a:r>
            <a:r>
              <a:rPr dirty="0" baseline="25132" sz="3150" b="1">
                <a:solidFill>
                  <a:srgbClr val="FFFF00"/>
                </a:solidFill>
                <a:latin typeface="Times New Roman"/>
                <a:cs typeface="Times New Roman"/>
              </a:rPr>
              <a:t>+</a:t>
            </a:r>
            <a:endParaRPr baseline="25132" sz="3150">
              <a:latin typeface="Times New Roman"/>
              <a:cs typeface="Times New Roman"/>
            </a:endParaRPr>
          </a:p>
        </p:txBody>
      </p:sp>
      <p:sp>
        <p:nvSpPr>
          <p:cNvPr id="15" name="object 15"/>
          <p:cNvSpPr txBox="1">
            <a:spLocks noGrp="1"/>
          </p:cNvSpPr>
          <p:nvPr>
            <p:ph type="sldNum" idx="7" sz="quarter"/>
          </p:nvPr>
        </p:nvSpPr>
        <p:spPr>
          <a:prstGeom prst="rect"/>
        </p:spPr>
        <p:txBody>
          <a:bodyPr wrap="square" lIns="0" tIns="0" rIns="0" bIns="0" rtlCol="0" vert="horz">
            <a:spAutoFit/>
          </a:bodyPr>
          <a:lstStyle/>
          <a:p>
            <a:pPr marL="12700">
              <a:lnSpc>
                <a:spcPts val="1630"/>
              </a:lnSpc>
            </a:pPr>
            <a:r>
              <a:rPr dirty="0" spc="-5">
                <a:latin typeface="宋体"/>
                <a:cs typeface="宋体"/>
              </a:rPr>
              <a:t>第 </a:t>
            </a:r>
            <a:fld id="{81D60167-4931-47E6-BA6A-407CBD079E47}" type="slidenum">
              <a:rPr dirty="0"/>
              <a:t>38</a:t>
            </a:fld>
            <a:r>
              <a:rPr dirty="0" spc="250"/>
              <a:t> </a:t>
            </a:r>
            <a:r>
              <a:rPr dirty="0" spc="-5">
                <a:latin typeface="宋体"/>
                <a:cs typeface="宋体"/>
              </a:rPr>
              <a:t>页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383540" y="2896616"/>
            <a:ext cx="5921375" cy="2187575"/>
          </a:xfrm>
          <a:prstGeom prst="rect">
            <a:avLst/>
          </a:prstGeom>
        </p:spPr>
        <p:txBody>
          <a:bodyPr wrap="square" lIns="0" tIns="13335" rIns="0" bIns="0" rtlCol="0" vert="horz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sz="3200" b="1">
                <a:solidFill>
                  <a:srgbClr val="FFFFFF"/>
                </a:solidFill>
                <a:latin typeface="宋体"/>
                <a:cs typeface="宋体"/>
              </a:rPr>
              <a:t>文法</a:t>
            </a:r>
            <a:r>
              <a:rPr dirty="0" sz="3200" b="1">
                <a:solidFill>
                  <a:srgbClr val="FFFFFF"/>
                </a:solidFill>
                <a:latin typeface="Times New Roman"/>
                <a:cs typeface="Times New Roman"/>
              </a:rPr>
              <a:t>G(A)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所识别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语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言的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正</a:t>
            </a:r>
            <a:r>
              <a:rPr dirty="0" sz="3200" spc="-5" b="1">
                <a:solidFill>
                  <a:srgbClr val="FFFFFF"/>
                </a:solidFill>
                <a:latin typeface="宋体"/>
                <a:cs typeface="宋体"/>
              </a:rPr>
              <a:t>则式</a:t>
            </a:r>
            <a:r>
              <a:rPr dirty="0" sz="3200" spc="-10" b="1">
                <a:solidFill>
                  <a:srgbClr val="FFFFFF"/>
                </a:solidFill>
                <a:latin typeface="宋体"/>
                <a:cs typeface="宋体"/>
              </a:rPr>
              <a:t>为</a:t>
            </a:r>
            <a:endParaRPr sz="3200">
              <a:latin typeface="宋体"/>
              <a:cs typeface="宋体"/>
            </a:endParaRPr>
          </a:p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 baseline="-4340" sz="4800" spc="-270" b="1">
                <a:solidFill>
                  <a:srgbClr val="FFFFFF"/>
                </a:solidFill>
                <a:latin typeface="宋体"/>
                <a:cs typeface="宋体"/>
              </a:rPr>
              <a:t>【</a:t>
            </a:r>
            <a:r>
              <a:rPr dirty="0" sz="3600" spc="-15" b="1">
                <a:solidFill>
                  <a:srgbClr val="00FFFF"/>
                </a:solidFill>
                <a:latin typeface="Times New Roman"/>
                <a:cs typeface="Times New Roman"/>
              </a:rPr>
              <a:t>[(a|b)(a|b)*]([(a|b)(a|b)*])*</a:t>
            </a:r>
            <a:r>
              <a:rPr dirty="0" baseline="-4340" sz="4800" spc="-15" b="1">
                <a:solidFill>
                  <a:srgbClr val="FFFFFF"/>
                </a:solidFill>
                <a:latin typeface="宋体"/>
                <a:cs typeface="宋体"/>
              </a:rPr>
              <a:t>】</a:t>
            </a:r>
            <a:endParaRPr baseline="-4340" sz="48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800">
              <a:latin typeface="宋体"/>
              <a:cs typeface="宋体"/>
            </a:endParaRPr>
          </a:p>
          <a:p>
            <a:pPr marL="26670">
              <a:lnSpc>
                <a:spcPct val="100000"/>
              </a:lnSpc>
            </a:pPr>
            <a:r>
              <a:rPr dirty="0" sz="3200" spc="-5" b="1">
                <a:solidFill>
                  <a:srgbClr val="FFFF00"/>
                </a:solidFill>
                <a:latin typeface="宋体"/>
                <a:cs typeface="宋体"/>
              </a:rPr>
              <a:t>分析：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王贵珍</dc:creator>
  <dc:title>2.3  正规式与自动机</dc:title>
  <dcterms:created xsi:type="dcterms:W3CDTF">2025-05-20T06:34:30Z</dcterms:created>
  <dcterms:modified xsi:type="dcterms:W3CDTF">2025-05-20T06:34:30Z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2025-04-14T00:00:00Z</vt:filetime>
  </property>
  <property fmtid="{D5CDD505-2E9C-101B-9397-08002B2CF9AE}" pid="3" name="Creator">
    <vt:lpwstr>Microsoft® PowerPoint® LTSC</vt:lpwstr>
  </property>
  <property fmtid="{D5CDD505-2E9C-101B-9397-08002B2CF9AE}" pid="4" name="LastSaved">
    <vt:filetime>2025-05-20T00:00:00Z</vt:filetime>
  </property>
</Properties>
</file>